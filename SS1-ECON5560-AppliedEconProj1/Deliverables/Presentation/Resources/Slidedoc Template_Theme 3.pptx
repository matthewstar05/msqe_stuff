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7.xml" ContentType="application/vnd.openxmlformats-officedocument.presentationml.notesSlide+xml"/>
  <Override PartName="/ppt/charts/chart3.xml" ContentType="application/vnd.openxmlformats-officedocument.drawingml.chart+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handoutMasterIdLst>
    <p:handoutMasterId r:id="rId60"/>
  </p:handoutMasterIdLst>
  <p:sldIdLst>
    <p:sldId id="1060" r:id="rId2"/>
    <p:sldId id="1066" r:id="rId3"/>
    <p:sldId id="3909" r:id="rId4"/>
    <p:sldId id="3902" r:id="rId5"/>
    <p:sldId id="299" r:id="rId6"/>
    <p:sldId id="1074" r:id="rId7"/>
    <p:sldId id="3908" r:id="rId8"/>
    <p:sldId id="1075" r:id="rId9"/>
    <p:sldId id="258" r:id="rId10"/>
    <p:sldId id="1078" r:id="rId11"/>
    <p:sldId id="355" r:id="rId12"/>
    <p:sldId id="269" r:id="rId13"/>
    <p:sldId id="290" r:id="rId14"/>
    <p:sldId id="1080" r:id="rId15"/>
    <p:sldId id="334" r:id="rId16"/>
    <p:sldId id="287" r:id="rId17"/>
    <p:sldId id="1081" r:id="rId18"/>
    <p:sldId id="1082" r:id="rId19"/>
    <p:sldId id="3903" r:id="rId20"/>
    <p:sldId id="3904" r:id="rId21"/>
    <p:sldId id="3905" r:id="rId22"/>
    <p:sldId id="3906" r:id="rId23"/>
    <p:sldId id="3907" r:id="rId24"/>
    <p:sldId id="1077" r:id="rId25"/>
    <p:sldId id="1090" r:id="rId26"/>
    <p:sldId id="1092" r:id="rId27"/>
    <p:sldId id="289" r:id="rId28"/>
    <p:sldId id="1076" r:id="rId29"/>
    <p:sldId id="3886" r:id="rId30"/>
    <p:sldId id="3893" r:id="rId31"/>
    <p:sldId id="307" r:id="rId32"/>
    <p:sldId id="283" r:id="rId33"/>
    <p:sldId id="1055" r:id="rId34"/>
    <p:sldId id="1097" r:id="rId35"/>
    <p:sldId id="3889" r:id="rId36"/>
    <p:sldId id="300" r:id="rId37"/>
    <p:sldId id="309" r:id="rId38"/>
    <p:sldId id="305" r:id="rId39"/>
    <p:sldId id="1098" r:id="rId40"/>
    <p:sldId id="3881" r:id="rId41"/>
    <p:sldId id="3890" r:id="rId42"/>
    <p:sldId id="315" r:id="rId43"/>
    <p:sldId id="316" r:id="rId44"/>
    <p:sldId id="3894" r:id="rId45"/>
    <p:sldId id="3895" r:id="rId46"/>
    <p:sldId id="1094" r:id="rId47"/>
    <p:sldId id="3899" r:id="rId48"/>
    <p:sldId id="1054" r:id="rId49"/>
    <p:sldId id="3900" r:id="rId50"/>
    <p:sldId id="3883" r:id="rId51"/>
    <p:sldId id="3896" r:id="rId52"/>
    <p:sldId id="3897" r:id="rId53"/>
    <p:sldId id="3898" r:id="rId54"/>
    <p:sldId id="302" r:id="rId55"/>
    <p:sldId id="3892" r:id="rId56"/>
    <p:sldId id="1053" r:id="rId57"/>
    <p:sldId id="291"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D2F241B-2218-4B3D-80B4-345D2EBE1ECF}">
          <p14:sldIdLst>
            <p14:sldId id="1060"/>
            <p14:sldId id="1066"/>
            <p14:sldId id="3909"/>
            <p14:sldId id="3902"/>
            <p14:sldId id="299"/>
            <p14:sldId id="1074"/>
            <p14:sldId id="3908"/>
          </p14:sldIdLst>
        </p14:section>
        <p14:section name="Standard Layouts" id="{7EDDAE3E-28E5-4771-9E33-15612997BED0}">
          <p14:sldIdLst>
            <p14:sldId id="1075"/>
            <p14:sldId id="258"/>
            <p14:sldId id="1078"/>
            <p14:sldId id="355"/>
            <p14:sldId id="269"/>
            <p14:sldId id="290"/>
            <p14:sldId id="1080"/>
            <p14:sldId id="334"/>
            <p14:sldId id="287"/>
            <p14:sldId id="1081"/>
            <p14:sldId id="1082"/>
            <p14:sldId id="3903"/>
            <p14:sldId id="3904"/>
            <p14:sldId id="3905"/>
            <p14:sldId id="3906"/>
            <p14:sldId id="3907"/>
          </p14:sldIdLst>
        </p14:section>
        <p14:section name="Impact Layouts" id="{0B38B949-59BD-4452-82EF-9C8D03B997A3}">
          <p14:sldIdLst>
            <p14:sldId id="1077"/>
            <p14:sldId id="1090"/>
            <p14:sldId id="1092"/>
            <p14:sldId id="289"/>
            <p14:sldId id="1076"/>
            <p14:sldId id="3886"/>
            <p14:sldId id="3893"/>
            <p14:sldId id="307"/>
            <p14:sldId id="283"/>
            <p14:sldId id="1055"/>
            <p14:sldId id="1097"/>
          </p14:sldIdLst>
        </p14:section>
        <p14:section name="Data" id="{2667AC0A-CB95-4D1A-BDF8-20DBB139B93A}">
          <p14:sldIdLst>
            <p14:sldId id="3889"/>
            <p14:sldId id="300"/>
            <p14:sldId id="309"/>
            <p14:sldId id="305"/>
            <p14:sldId id="1098"/>
            <p14:sldId id="3881"/>
          </p14:sldIdLst>
        </p14:section>
        <p14:section name="Diagrams" id="{2EB3CAE2-E81B-4F1F-B7FC-A4163884879A}">
          <p14:sldIdLst>
            <p14:sldId id="3890"/>
            <p14:sldId id="315"/>
            <p14:sldId id="316"/>
            <p14:sldId id="3894"/>
            <p14:sldId id="3895"/>
            <p14:sldId id="1094"/>
            <p14:sldId id="3899"/>
            <p14:sldId id="1054"/>
            <p14:sldId id="3900"/>
          </p14:sldIdLst>
        </p14:section>
        <p14:section name="Graphic Toolkit" id="{2A263ADD-94A3-4D90-A40D-59B23E53C0EA}">
          <p14:sldIdLst>
            <p14:sldId id="3883"/>
            <p14:sldId id="3896"/>
            <p14:sldId id="3897"/>
            <p14:sldId id="3898"/>
            <p14:sldId id="302"/>
          </p14:sldIdLst>
        </p14:section>
        <p14:section name="Custom Pages" id="{00307811-1B84-4CC2-8197-83F469E1DDA8}">
          <p14:sldIdLst>
            <p14:sldId id="3892"/>
            <p14:sldId id="1053"/>
          </p14:sldIdLst>
        </p14:section>
        <p14:section name="End" id="{14406493-9797-45F3-BF29-EFB4839C128C}">
          <p14:sldIdLst>
            <p14:sldId id="29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ariti Canny" initials="CC" lastIdx="43" clrIdx="0">
    <p:extLst>
      <p:ext uri="{19B8F6BF-5375-455C-9EA6-DF929625EA0E}">
        <p15:presenceInfo xmlns:p15="http://schemas.microsoft.com/office/powerpoint/2012/main" userId="Chariti Cann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4C8F"/>
    <a:srgbClr val="8C97C6"/>
    <a:srgbClr val="A8B1D4"/>
    <a:srgbClr val="6E7CB7"/>
    <a:srgbClr val="B6BEDB"/>
    <a:srgbClr val="647DBA"/>
    <a:srgbClr val="EA94DF"/>
    <a:srgbClr val="E4E4E4"/>
    <a:srgbClr val="F5F5F5"/>
    <a:srgbClr val="794A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62" autoAdjust="0"/>
    <p:restoredTop sz="94422" autoAdjust="0"/>
  </p:normalViewPr>
  <p:slideViewPr>
    <p:cSldViewPr snapToGrid="0" snapToObjects="1">
      <p:cViewPr varScale="1">
        <p:scale>
          <a:sx n="120" d="100"/>
          <a:sy n="120" d="100"/>
        </p:scale>
        <p:origin x="56" y="620"/>
      </p:cViewPr>
      <p:guideLst/>
    </p:cSldViewPr>
  </p:slideViewPr>
  <p:outlineViewPr>
    <p:cViewPr>
      <p:scale>
        <a:sx n="33" d="100"/>
        <a:sy n="33" d="100"/>
      </p:scale>
      <p:origin x="0" y="-126321"/>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84" d="100"/>
          <a:sy n="84" d="100"/>
        </p:scale>
        <p:origin x="3408" y="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cat>
            <c:numRef>
              <c:f>Sheet1!$A$2:$A$28</c:f>
              <c:numCache>
                <c:formatCode>General</c:formatCode>
                <c:ptCount val="27"/>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numCache>
            </c:numRef>
          </c:cat>
          <c:val>
            <c:numRef>
              <c:f>Sheet1!$B$2:$B$28</c:f>
              <c:numCache>
                <c:formatCode>General</c:formatCode>
                <c:ptCount val="27"/>
                <c:pt idx="0">
                  <c:v>2.1999999999999999E-2</c:v>
                </c:pt>
                <c:pt idx="1">
                  <c:v>0.03</c:v>
                </c:pt>
                <c:pt idx="2">
                  <c:v>0.04</c:v>
                </c:pt>
                <c:pt idx="3">
                  <c:v>0.05</c:v>
                </c:pt>
                <c:pt idx="4">
                  <c:v>6.6000000000000003E-2</c:v>
                </c:pt>
                <c:pt idx="5">
                  <c:v>0.05</c:v>
                </c:pt>
                <c:pt idx="6">
                  <c:v>0.04</c:v>
                </c:pt>
                <c:pt idx="7">
                  <c:v>0.06</c:v>
                </c:pt>
                <c:pt idx="8">
                  <c:v>0.09</c:v>
                </c:pt>
                <c:pt idx="9">
                  <c:v>0.06</c:v>
                </c:pt>
                <c:pt idx="10">
                  <c:v>6.9000000000000006E-2</c:v>
                </c:pt>
                <c:pt idx="11">
                  <c:v>5.1999999999999998E-2</c:v>
                </c:pt>
                <c:pt idx="12">
                  <c:v>0.04</c:v>
                </c:pt>
                <c:pt idx="13">
                  <c:v>7.0000000000000007E-2</c:v>
                </c:pt>
                <c:pt idx="14">
                  <c:v>0.09</c:v>
                </c:pt>
                <c:pt idx="15">
                  <c:v>0.09</c:v>
                </c:pt>
                <c:pt idx="16">
                  <c:v>0.112</c:v>
                </c:pt>
                <c:pt idx="17">
                  <c:v>9.9000000000000005E-2</c:v>
                </c:pt>
                <c:pt idx="18">
                  <c:v>0.17</c:v>
                </c:pt>
                <c:pt idx="19">
                  <c:v>0.14000000000000001</c:v>
                </c:pt>
                <c:pt idx="20">
                  <c:v>0.12</c:v>
                </c:pt>
                <c:pt idx="21">
                  <c:v>0.17100000000000001</c:v>
                </c:pt>
                <c:pt idx="22">
                  <c:v>0.28499999999999998</c:v>
                </c:pt>
                <c:pt idx="23">
                  <c:v>0.24</c:v>
                </c:pt>
                <c:pt idx="24">
                  <c:v>0.31</c:v>
                </c:pt>
                <c:pt idx="25">
                  <c:v>0.36</c:v>
                </c:pt>
                <c:pt idx="26">
                  <c:v>0.39</c:v>
                </c:pt>
              </c:numCache>
            </c:numRef>
          </c:val>
          <c:smooth val="0"/>
          <c:extLst>
            <c:ext xmlns:c16="http://schemas.microsoft.com/office/drawing/2014/chart" uri="{C3380CC4-5D6E-409C-BE32-E72D297353CC}">
              <c16:uniqueId val="{00000000-0443-453B-9E84-79968025983B}"/>
            </c:ext>
          </c:extLst>
        </c:ser>
        <c:ser>
          <c:idx val="1"/>
          <c:order val="1"/>
          <c:tx>
            <c:strRef>
              <c:f>Sheet1!$C$1</c:f>
              <c:strCache>
                <c:ptCount val="1"/>
                <c:pt idx="0">
                  <c:v>Series 2</c:v>
                </c:pt>
              </c:strCache>
            </c:strRef>
          </c:tx>
          <c:spPr>
            <a:ln w="28575" cap="rnd">
              <a:solidFill>
                <a:schemeClr val="accent2"/>
              </a:solidFill>
              <a:round/>
            </a:ln>
            <a:effectLst/>
          </c:spPr>
          <c:marker>
            <c:symbol val="none"/>
          </c:marker>
          <c:cat>
            <c:numRef>
              <c:f>Sheet1!$A$2:$A$28</c:f>
              <c:numCache>
                <c:formatCode>General</c:formatCode>
                <c:ptCount val="27"/>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numCache>
            </c:numRef>
          </c:cat>
          <c:val>
            <c:numRef>
              <c:f>Sheet1!$C$2:$C$28</c:f>
              <c:numCache>
                <c:formatCode>General</c:formatCode>
                <c:ptCount val="27"/>
                <c:pt idx="0">
                  <c:v>7.0999999999999994E-2</c:v>
                </c:pt>
                <c:pt idx="1">
                  <c:v>7.0000000000000007E-2</c:v>
                </c:pt>
                <c:pt idx="2">
                  <c:v>0.1</c:v>
                </c:pt>
                <c:pt idx="3">
                  <c:v>9.7000000000000003E-2</c:v>
                </c:pt>
                <c:pt idx="4">
                  <c:v>0.09</c:v>
                </c:pt>
                <c:pt idx="5">
                  <c:v>0.14000000000000001</c:v>
                </c:pt>
                <c:pt idx="6">
                  <c:v>7.0000000000000007E-2</c:v>
                </c:pt>
                <c:pt idx="7">
                  <c:v>0.06</c:v>
                </c:pt>
                <c:pt idx="8">
                  <c:v>0.06</c:v>
                </c:pt>
                <c:pt idx="9">
                  <c:v>0.08</c:v>
                </c:pt>
                <c:pt idx="10">
                  <c:v>0.11799999999999999</c:v>
                </c:pt>
                <c:pt idx="11">
                  <c:v>0.10199999999999999</c:v>
                </c:pt>
                <c:pt idx="12">
                  <c:v>0.11</c:v>
                </c:pt>
                <c:pt idx="13">
                  <c:v>0.16</c:v>
                </c:pt>
                <c:pt idx="14">
                  <c:v>0.17</c:v>
                </c:pt>
                <c:pt idx="15">
                  <c:v>0.22</c:v>
                </c:pt>
                <c:pt idx="16">
                  <c:v>0.224</c:v>
                </c:pt>
                <c:pt idx="17">
                  <c:v>0.23699999999999999</c:v>
                </c:pt>
                <c:pt idx="18">
                  <c:v>0.23699999999999999</c:v>
                </c:pt>
                <c:pt idx="19">
                  <c:v>0.32</c:v>
                </c:pt>
                <c:pt idx="20">
                  <c:v>0.25</c:v>
                </c:pt>
                <c:pt idx="21">
                  <c:v>0.314</c:v>
                </c:pt>
                <c:pt idx="22">
                  <c:v>0.36099999999999999</c:v>
                </c:pt>
                <c:pt idx="23">
                  <c:v>0.36099999999999999</c:v>
                </c:pt>
                <c:pt idx="24">
                  <c:v>0.45</c:v>
                </c:pt>
                <c:pt idx="25">
                  <c:v>0.43</c:v>
                </c:pt>
                <c:pt idx="26">
                  <c:v>0.49199999999999999</c:v>
                </c:pt>
              </c:numCache>
            </c:numRef>
          </c:val>
          <c:smooth val="0"/>
          <c:extLst>
            <c:ext xmlns:c16="http://schemas.microsoft.com/office/drawing/2014/chart" uri="{C3380CC4-5D6E-409C-BE32-E72D297353CC}">
              <c16:uniqueId val="{00000001-0443-453B-9E84-79968025983B}"/>
            </c:ext>
          </c:extLst>
        </c:ser>
        <c:ser>
          <c:idx val="2"/>
          <c:order val="2"/>
          <c:tx>
            <c:strRef>
              <c:f>Sheet1!$D$1</c:f>
              <c:strCache>
                <c:ptCount val="1"/>
                <c:pt idx="0">
                  <c:v>Series 3</c:v>
                </c:pt>
              </c:strCache>
            </c:strRef>
          </c:tx>
          <c:spPr>
            <a:ln w="28575" cap="rnd">
              <a:solidFill>
                <a:schemeClr val="accent3"/>
              </a:solidFill>
              <a:round/>
            </a:ln>
            <a:effectLst/>
          </c:spPr>
          <c:marker>
            <c:symbol val="none"/>
          </c:marker>
          <c:cat>
            <c:numRef>
              <c:f>Sheet1!$A$2:$A$28</c:f>
              <c:numCache>
                <c:formatCode>General</c:formatCode>
                <c:ptCount val="27"/>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numCache>
            </c:numRef>
          </c:cat>
          <c:val>
            <c:numRef>
              <c:f>Sheet1!$D$2:$D$28</c:f>
              <c:numCache>
                <c:formatCode>General</c:formatCode>
                <c:ptCount val="27"/>
                <c:pt idx="0">
                  <c:v>9.4E-2</c:v>
                </c:pt>
                <c:pt idx="1">
                  <c:v>0.12</c:v>
                </c:pt>
                <c:pt idx="2">
                  <c:v>0.11</c:v>
                </c:pt>
                <c:pt idx="3">
                  <c:v>9.7000000000000003E-2</c:v>
                </c:pt>
                <c:pt idx="4">
                  <c:v>0.13900000000000001</c:v>
                </c:pt>
                <c:pt idx="5">
                  <c:v>0.13</c:v>
                </c:pt>
                <c:pt idx="6">
                  <c:v>0.14000000000000001</c:v>
                </c:pt>
                <c:pt idx="7">
                  <c:v>0.16</c:v>
                </c:pt>
                <c:pt idx="8">
                  <c:v>0.18</c:v>
                </c:pt>
                <c:pt idx="9">
                  <c:v>0.14000000000000001</c:v>
                </c:pt>
                <c:pt idx="10">
                  <c:v>0.16300000000000001</c:v>
                </c:pt>
                <c:pt idx="11">
                  <c:v>0.122</c:v>
                </c:pt>
                <c:pt idx="12">
                  <c:v>0.18</c:v>
                </c:pt>
                <c:pt idx="13">
                  <c:v>0.32</c:v>
                </c:pt>
                <c:pt idx="14">
                  <c:v>0.22</c:v>
                </c:pt>
                <c:pt idx="15">
                  <c:v>0.24</c:v>
                </c:pt>
                <c:pt idx="16">
                  <c:v>0.246</c:v>
                </c:pt>
                <c:pt idx="17">
                  <c:v>0.26200000000000001</c:v>
                </c:pt>
                <c:pt idx="18">
                  <c:v>0.34</c:v>
                </c:pt>
                <c:pt idx="19">
                  <c:v>0.28000000000000003</c:v>
                </c:pt>
                <c:pt idx="20">
                  <c:v>0.31</c:v>
                </c:pt>
                <c:pt idx="21">
                  <c:v>0.372</c:v>
                </c:pt>
                <c:pt idx="22">
                  <c:v>0.42499999999999999</c:v>
                </c:pt>
                <c:pt idx="23">
                  <c:v>0.44</c:v>
                </c:pt>
                <c:pt idx="24">
                  <c:v>0.46</c:v>
                </c:pt>
                <c:pt idx="25">
                  <c:v>0.51</c:v>
                </c:pt>
                <c:pt idx="26">
                  <c:v>0.57699999999999996</c:v>
                </c:pt>
              </c:numCache>
            </c:numRef>
          </c:val>
          <c:smooth val="0"/>
          <c:extLst>
            <c:ext xmlns:c16="http://schemas.microsoft.com/office/drawing/2014/chart" uri="{C3380CC4-5D6E-409C-BE32-E72D297353CC}">
              <c16:uniqueId val="{00000002-0443-453B-9E84-79968025983B}"/>
            </c:ext>
          </c:extLst>
        </c:ser>
        <c:ser>
          <c:idx val="3"/>
          <c:order val="3"/>
          <c:tx>
            <c:strRef>
              <c:f>Sheet1!$E$1</c:f>
              <c:strCache>
                <c:ptCount val="1"/>
                <c:pt idx="0">
                  <c:v>Series 4</c:v>
                </c:pt>
              </c:strCache>
            </c:strRef>
          </c:tx>
          <c:spPr>
            <a:ln w="28575" cap="rnd">
              <a:solidFill>
                <a:schemeClr val="accent4"/>
              </a:solidFill>
              <a:round/>
            </a:ln>
            <a:effectLst/>
          </c:spPr>
          <c:marker>
            <c:symbol val="none"/>
          </c:marker>
          <c:cat>
            <c:numRef>
              <c:f>Sheet1!$A$2:$A$28</c:f>
              <c:numCache>
                <c:formatCode>General</c:formatCode>
                <c:ptCount val="27"/>
                <c:pt idx="0">
                  <c:v>1994</c:v>
                </c:pt>
                <c:pt idx="1">
                  <c:v>1995</c:v>
                </c:pt>
                <c:pt idx="2">
                  <c:v>1996</c:v>
                </c:pt>
                <c:pt idx="3">
                  <c:v>1997</c:v>
                </c:pt>
                <c:pt idx="4">
                  <c:v>1998</c:v>
                </c:pt>
                <c:pt idx="5">
                  <c:v>1999</c:v>
                </c:pt>
                <c:pt idx="6">
                  <c:v>2000</c:v>
                </c:pt>
                <c:pt idx="7">
                  <c:v>2001</c:v>
                </c:pt>
                <c:pt idx="8">
                  <c:v>2002</c:v>
                </c:pt>
                <c:pt idx="9">
                  <c:v>2003</c:v>
                </c:pt>
                <c:pt idx="10">
                  <c:v>2004</c:v>
                </c:pt>
                <c:pt idx="11">
                  <c:v>2005</c:v>
                </c:pt>
                <c:pt idx="12">
                  <c:v>2006</c:v>
                </c:pt>
                <c:pt idx="13">
                  <c:v>2007</c:v>
                </c:pt>
                <c:pt idx="14">
                  <c:v>2008</c:v>
                </c:pt>
                <c:pt idx="15">
                  <c:v>2009</c:v>
                </c:pt>
                <c:pt idx="16">
                  <c:v>2010</c:v>
                </c:pt>
                <c:pt idx="17">
                  <c:v>2011</c:v>
                </c:pt>
                <c:pt idx="18">
                  <c:v>2012</c:v>
                </c:pt>
                <c:pt idx="19">
                  <c:v>2013</c:v>
                </c:pt>
                <c:pt idx="20">
                  <c:v>2014</c:v>
                </c:pt>
                <c:pt idx="21">
                  <c:v>2015</c:v>
                </c:pt>
                <c:pt idx="22">
                  <c:v>2016</c:v>
                </c:pt>
                <c:pt idx="23">
                  <c:v>2017</c:v>
                </c:pt>
                <c:pt idx="24">
                  <c:v>2018</c:v>
                </c:pt>
                <c:pt idx="25">
                  <c:v>2019</c:v>
                </c:pt>
                <c:pt idx="26">
                  <c:v>2020</c:v>
                </c:pt>
              </c:numCache>
            </c:numRef>
          </c:cat>
          <c:val>
            <c:numRef>
              <c:f>Sheet1!$E$2:$E$28</c:f>
              <c:numCache>
                <c:formatCode>General</c:formatCode>
                <c:ptCount val="27"/>
                <c:pt idx="0">
                  <c:v>0.17499999999999999</c:v>
                </c:pt>
                <c:pt idx="1">
                  <c:v>0.19</c:v>
                </c:pt>
                <c:pt idx="2">
                  <c:v>0.23</c:v>
                </c:pt>
                <c:pt idx="3">
                  <c:v>0.21</c:v>
                </c:pt>
                <c:pt idx="4">
                  <c:v>0.187</c:v>
                </c:pt>
                <c:pt idx="5">
                  <c:v>0.08</c:v>
                </c:pt>
                <c:pt idx="6">
                  <c:v>0.17499999999999999</c:v>
                </c:pt>
                <c:pt idx="7">
                  <c:v>0.18</c:v>
                </c:pt>
                <c:pt idx="8">
                  <c:v>0.14000000000000001</c:v>
                </c:pt>
                <c:pt idx="9">
                  <c:v>0.16</c:v>
                </c:pt>
                <c:pt idx="10">
                  <c:v>0.184</c:v>
                </c:pt>
                <c:pt idx="11">
                  <c:v>0.16900000000000001</c:v>
                </c:pt>
                <c:pt idx="12">
                  <c:v>0.17</c:v>
                </c:pt>
                <c:pt idx="13">
                  <c:v>0.26</c:v>
                </c:pt>
                <c:pt idx="14">
                  <c:v>0.28499999999999998</c:v>
                </c:pt>
                <c:pt idx="15">
                  <c:v>0.36</c:v>
                </c:pt>
                <c:pt idx="16">
                  <c:v>0.372</c:v>
                </c:pt>
                <c:pt idx="17">
                  <c:v>0.36499999999999999</c:v>
                </c:pt>
                <c:pt idx="18">
                  <c:v>0.4</c:v>
                </c:pt>
                <c:pt idx="19">
                  <c:v>0.28999999999999998</c:v>
                </c:pt>
                <c:pt idx="20">
                  <c:v>0.4</c:v>
                </c:pt>
                <c:pt idx="21">
                  <c:v>0.49299999999999999</c:v>
                </c:pt>
                <c:pt idx="22">
                  <c:v>0.51900000000000002</c:v>
                </c:pt>
                <c:pt idx="23">
                  <c:v>0.55000000000000004</c:v>
                </c:pt>
                <c:pt idx="24">
                  <c:v>0.63</c:v>
                </c:pt>
                <c:pt idx="25">
                  <c:v>0.66</c:v>
                </c:pt>
                <c:pt idx="26">
                  <c:v>0.70099999999999996</c:v>
                </c:pt>
              </c:numCache>
            </c:numRef>
          </c:val>
          <c:smooth val="0"/>
          <c:extLst>
            <c:ext xmlns:c16="http://schemas.microsoft.com/office/drawing/2014/chart" uri="{C3380CC4-5D6E-409C-BE32-E72D297353CC}">
              <c16:uniqueId val="{00000003-0443-453B-9E84-79968025983B}"/>
            </c:ext>
          </c:extLst>
        </c:ser>
        <c:dLbls>
          <c:showLegendKey val="0"/>
          <c:showVal val="0"/>
          <c:showCatName val="0"/>
          <c:showSerName val="0"/>
          <c:showPercent val="0"/>
          <c:showBubbleSize val="0"/>
        </c:dLbls>
        <c:smooth val="0"/>
        <c:axId val="247678015"/>
        <c:axId val="270064399"/>
      </c:lineChart>
      <c:catAx>
        <c:axId val="247678015"/>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200" b="0" i="0" u="none" strike="noStrike" kern="1200" baseline="0">
                <a:solidFill>
                  <a:schemeClr val="bg1"/>
                </a:solidFill>
                <a:latin typeface="Roboto"/>
                <a:ea typeface="Roboto"/>
                <a:cs typeface="Roboto"/>
              </a:defRPr>
            </a:pPr>
            <a:endParaRPr lang="en-US"/>
          </a:p>
        </c:txPr>
        <c:crossAx val="270064399"/>
        <c:crosses val="autoZero"/>
        <c:auto val="1"/>
        <c:lblAlgn val="ctr"/>
        <c:lblOffset val="100"/>
        <c:tickLblSkip val="5"/>
        <c:noMultiLvlLbl val="0"/>
      </c:catAx>
      <c:valAx>
        <c:axId val="270064399"/>
        <c:scaling>
          <c:orientation val="minMax"/>
        </c:scaling>
        <c:delete val="0"/>
        <c:axPos val="l"/>
        <c:majorGridlines>
          <c:spPr>
            <a:ln w="9525" cap="flat" cmpd="sng" algn="ctr">
              <a:solidFill>
                <a:schemeClr val="tx1">
                  <a:lumMod val="50000"/>
                  <a:lumOff val="50000"/>
                </a:schemeClr>
              </a:solidFill>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Roboto"/>
                <a:ea typeface="Roboto"/>
                <a:cs typeface="Roboto"/>
              </a:defRPr>
            </a:pPr>
            <a:endParaRPr lang="en-US"/>
          </a:p>
        </c:txPr>
        <c:crossAx val="247678015"/>
        <c:crosses val="autoZero"/>
        <c:crossBetween val="between"/>
        <c:majorUnit val="0.5"/>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1200</c:v>
                </c:pt>
                <c:pt idx="1">
                  <c:v>1091</c:v>
                </c:pt>
                <c:pt idx="2">
                  <c:v>1091</c:v>
                </c:pt>
                <c:pt idx="3">
                  <c:v>1002</c:v>
                </c:pt>
                <c:pt idx="4">
                  <c:v>1091</c:v>
                </c:pt>
                <c:pt idx="5">
                  <c:v>1091</c:v>
                </c:pt>
              </c:numCache>
            </c:numRef>
          </c:val>
          <c:extLst>
            <c:ext xmlns:c16="http://schemas.microsoft.com/office/drawing/2014/chart" uri="{C3380CC4-5D6E-409C-BE32-E72D297353CC}">
              <c16:uniqueId val="{00000000-7E60-4DB1-AA9C-34083B6B4FB4}"/>
            </c:ext>
          </c:extLst>
        </c:ser>
        <c:ser>
          <c:idx val="1"/>
          <c:order val="1"/>
          <c:tx>
            <c:strRef>
              <c:f>Sheet1!$C$1</c:f>
              <c:strCache>
                <c:ptCount val="1"/>
                <c:pt idx="0">
                  <c:v>Series 2</c:v>
                </c:pt>
              </c:strCache>
            </c:strRef>
          </c:tx>
          <c:spPr>
            <a:solidFill>
              <a:schemeClr val="accent2"/>
            </a:solidFill>
            <a:ln>
              <a:noFill/>
            </a:ln>
            <a:effectLst/>
          </c:spPr>
          <c:invertIfNegative val="0"/>
          <c:cat>
            <c:strRef>
              <c:f>Sheet1!$A$2:$A$7</c:f>
              <c:strCache>
                <c:ptCount val="6"/>
                <c:pt idx="0">
                  <c:v>Category 1</c:v>
                </c:pt>
                <c:pt idx="1">
                  <c:v>Category 2</c:v>
                </c:pt>
                <c:pt idx="2">
                  <c:v>Category 3</c:v>
                </c:pt>
                <c:pt idx="3">
                  <c:v>Category 4</c:v>
                </c:pt>
                <c:pt idx="4">
                  <c:v>Category 5</c:v>
                </c:pt>
                <c:pt idx="5">
                  <c:v>Category 6</c:v>
                </c:pt>
              </c:strCache>
            </c:strRef>
          </c:cat>
          <c:val>
            <c:numRef>
              <c:f>Sheet1!$C$2:$C$7</c:f>
              <c:numCache>
                <c:formatCode>General</c:formatCode>
                <c:ptCount val="6"/>
                <c:pt idx="0">
                  <c:v>1400</c:v>
                </c:pt>
                <c:pt idx="1">
                  <c:v>1356</c:v>
                </c:pt>
                <c:pt idx="2">
                  <c:v>1275</c:v>
                </c:pt>
                <c:pt idx="3">
                  <c:v>1220</c:v>
                </c:pt>
                <c:pt idx="4">
                  <c:v>1100</c:v>
                </c:pt>
                <c:pt idx="5">
                  <c:v>1000</c:v>
                </c:pt>
              </c:numCache>
            </c:numRef>
          </c:val>
          <c:extLst>
            <c:ext xmlns:c16="http://schemas.microsoft.com/office/drawing/2014/chart" uri="{C3380CC4-5D6E-409C-BE32-E72D297353CC}">
              <c16:uniqueId val="{00000001-7E60-4DB1-AA9C-34083B6B4FB4}"/>
            </c:ext>
          </c:extLst>
        </c:ser>
        <c:ser>
          <c:idx val="2"/>
          <c:order val="2"/>
          <c:tx>
            <c:strRef>
              <c:f>Sheet1!$D$1</c:f>
              <c:strCache>
                <c:ptCount val="1"/>
                <c:pt idx="0">
                  <c:v>Series 3</c:v>
                </c:pt>
              </c:strCache>
            </c:strRef>
          </c:tx>
          <c:spPr>
            <a:solidFill>
              <a:schemeClr val="accent3"/>
            </a:solidFill>
            <a:ln>
              <a:noFill/>
            </a:ln>
            <a:effectLst/>
          </c:spPr>
          <c:invertIfNegative val="0"/>
          <c:dPt>
            <c:idx val="0"/>
            <c:invertIfNegative val="0"/>
            <c:bubble3D val="0"/>
            <c:extLst>
              <c:ext xmlns:c16="http://schemas.microsoft.com/office/drawing/2014/chart" uri="{C3380CC4-5D6E-409C-BE32-E72D297353CC}">
                <c16:uniqueId val="{00000002-7E60-4DB1-AA9C-34083B6B4FB4}"/>
              </c:ext>
            </c:extLst>
          </c:dPt>
          <c:dPt>
            <c:idx val="1"/>
            <c:invertIfNegative val="0"/>
            <c:bubble3D val="0"/>
            <c:extLst>
              <c:ext xmlns:c16="http://schemas.microsoft.com/office/drawing/2014/chart" uri="{C3380CC4-5D6E-409C-BE32-E72D297353CC}">
                <c16:uniqueId val="{00000003-7E60-4DB1-AA9C-34083B6B4FB4}"/>
              </c:ext>
            </c:extLst>
          </c:dPt>
          <c:dPt>
            <c:idx val="2"/>
            <c:invertIfNegative val="0"/>
            <c:bubble3D val="0"/>
            <c:extLst>
              <c:ext xmlns:c16="http://schemas.microsoft.com/office/drawing/2014/chart" uri="{C3380CC4-5D6E-409C-BE32-E72D297353CC}">
                <c16:uniqueId val="{00000004-7E60-4DB1-AA9C-34083B6B4FB4}"/>
              </c:ext>
            </c:extLst>
          </c:dPt>
          <c:dPt>
            <c:idx val="3"/>
            <c:invertIfNegative val="0"/>
            <c:bubble3D val="0"/>
            <c:extLst>
              <c:ext xmlns:c16="http://schemas.microsoft.com/office/drawing/2014/chart" uri="{C3380CC4-5D6E-409C-BE32-E72D297353CC}">
                <c16:uniqueId val="{00000005-7E60-4DB1-AA9C-34083B6B4FB4}"/>
              </c:ext>
            </c:extLst>
          </c:dPt>
          <c:cat>
            <c:strRef>
              <c:f>Sheet1!$A$2:$A$7</c:f>
              <c:strCache>
                <c:ptCount val="6"/>
                <c:pt idx="0">
                  <c:v>Category 1</c:v>
                </c:pt>
                <c:pt idx="1">
                  <c:v>Category 2</c:v>
                </c:pt>
                <c:pt idx="2">
                  <c:v>Category 3</c:v>
                </c:pt>
                <c:pt idx="3">
                  <c:v>Category 4</c:v>
                </c:pt>
                <c:pt idx="4">
                  <c:v>Category 5</c:v>
                </c:pt>
                <c:pt idx="5">
                  <c:v>Category 6</c:v>
                </c:pt>
              </c:strCache>
            </c:strRef>
          </c:cat>
          <c:val>
            <c:numRef>
              <c:f>Sheet1!$D$2:$D$7</c:f>
              <c:numCache>
                <c:formatCode>General</c:formatCode>
                <c:ptCount val="6"/>
                <c:pt idx="0">
                  <c:v>350</c:v>
                </c:pt>
                <c:pt idx="1">
                  <c:v>500</c:v>
                </c:pt>
                <c:pt idx="2">
                  <c:v>660</c:v>
                </c:pt>
                <c:pt idx="3">
                  <c:v>870</c:v>
                </c:pt>
                <c:pt idx="4">
                  <c:v>975</c:v>
                </c:pt>
                <c:pt idx="5">
                  <c:v>1250</c:v>
                </c:pt>
              </c:numCache>
            </c:numRef>
          </c:val>
          <c:extLst>
            <c:ext xmlns:c16="http://schemas.microsoft.com/office/drawing/2014/chart" uri="{C3380CC4-5D6E-409C-BE32-E72D297353CC}">
              <c16:uniqueId val="{00000006-7E60-4DB1-AA9C-34083B6B4FB4}"/>
            </c:ext>
          </c:extLst>
        </c:ser>
        <c:dLbls>
          <c:showLegendKey val="0"/>
          <c:showVal val="0"/>
          <c:showCatName val="0"/>
          <c:showSerName val="0"/>
          <c:showPercent val="0"/>
          <c:showBubbleSize val="0"/>
        </c:dLbls>
        <c:gapWidth val="76"/>
        <c:overlap val="100"/>
        <c:axId val="12656784"/>
        <c:axId val="8322416"/>
      </c:barChart>
      <c:catAx>
        <c:axId val="126567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8322416"/>
        <c:crosses val="autoZero"/>
        <c:auto val="1"/>
        <c:lblAlgn val="ctr"/>
        <c:lblOffset val="100"/>
        <c:noMultiLvlLbl val="0"/>
      </c:catAx>
      <c:valAx>
        <c:axId val="8322416"/>
        <c:scaling>
          <c:orientation val="minMax"/>
        </c:scaling>
        <c:delete val="0"/>
        <c:axPos val="l"/>
        <c:majorGridlines>
          <c:spPr>
            <a:ln w="9525" cap="flat" cmpd="sng" algn="ctr">
              <a:solidFill>
                <a:schemeClr val="tx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bg1"/>
                </a:solidFill>
                <a:latin typeface="+mn-lt"/>
                <a:ea typeface="+mn-ea"/>
                <a:cs typeface="+mn-cs"/>
              </a:defRPr>
            </a:pPr>
            <a:endParaRPr lang="en-US"/>
          </a:p>
        </c:txPr>
        <c:crossAx val="12656784"/>
        <c:crosses val="autoZero"/>
        <c:crossBetween val="between"/>
        <c:majorUnit val="1000"/>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a:noFill/>
              </a:ln>
              <a:effectLst/>
            </c:spPr>
            <c:extLst>
              <c:ext xmlns:c16="http://schemas.microsoft.com/office/drawing/2014/chart" uri="{C3380CC4-5D6E-409C-BE32-E72D297353CC}">
                <c16:uniqueId val="{00000001-5BAB-4B06-8E0C-B3E0586DCCB9}"/>
              </c:ext>
            </c:extLst>
          </c:dPt>
          <c:dPt>
            <c:idx val="1"/>
            <c:bubble3D val="0"/>
            <c:spPr>
              <a:solidFill>
                <a:schemeClr val="accent2"/>
              </a:solidFill>
              <a:ln>
                <a:noFill/>
              </a:ln>
              <a:effectLst/>
            </c:spPr>
            <c:extLst>
              <c:ext xmlns:c16="http://schemas.microsoft.com/office/drawing/2014/chart" uri="{C3380CC4-5D6E-409C-BE32-E72D297353CC}">
                <c16:uniqueId val="{00000003-5BAB-4B06-8E0C-B3E0586DCCB9}"/>
              </c:ext>
            </c:extLst>
          </c:dPt>
          <c:dPt>
            <c:idx val="2"/>
            <c:bubble3D val="0"/>
            <c:spPr>
              <a:solidFill>
                <a:schemeClr val="accent3"/>
              </a:solidFill>
              <a:ln>
                <a:noFill/>
              </a:ln>
              <a:effectLst/>
            </c:spPr>
            <c:extLst>
              <c:ext xmlns:c16="http://schemas.microsoft.com/office/drawing/2014/chart" uri="{C3380CC4-5D6E-409C-BE32-E72D297353CC}">
                <c16:uniqueId val="{00000005-5BAB-4B06-8E0C-B3E0586DCCB9}"/>
              </c:ext>
            </c:extLst>
          </c:dPt>
          <c:dPt>
            <c:idx val="3"/>
            <c:bubble3D val="0"/>
            <c:spPr>
              <a:solidFill>
                <a:schemeClr val="accent4"/>
              </a:solidFill>
              <a:ln>
                <a:noFill/>
              </a:ln>
              <a:effectLst/>
            </c:spPr>
            <c:extLst>
              <c:ext xmlns:c16="http://schemas.microsoft.com/office/drawing/2014/chart" uri="{C3380CC4-5D6E-409C-BE32-E72D297353CC}">
                <c16:uniqueId val="{00000007-7DE5-41AF-A75D-8F7C67D8E752}"/>
              </c:ext>
            </c:extLst>
          </c:dPt>
          <c:dPt>
            <c:idx val="4"/>
            <c:bubble3D val="0"/>
            <c:spPr>
              <a:solidFill>
                <a:schemeClr val="accent5"/>
              </a:solidFill>
              <a:ln>
                <a:noFill/>
              </a:ln>
              <a:effectLst/>
            </c:spPr>
            <c:extLst>
              <c:ext xmlns:c16="http://schemas.microsoft.com/office/drawing/2014/chart" uri="{C3380CC4-5D6E-409C-BE32-E72D297353CC}">
                <c16:uniqueId val="{00000009-7DE5-41AF-A75D-8F7C67D8E752}"/>
              </c:ext>
            </c:extLst>
          </c:dPt>
          <c:cat>
            <c:strRef>
              <c:f>Sheet1!$A$2:$A$6</c:f>
              <c:strCache>
                <c:ptCount val="5"/>
                <c:pt idx="0">
                  <c:v>Category 4</c:v>
                </c:pt>
                <c:pt idx="1">
                  <c:v>Category 3</c:v>
                </c:pt>
                <c:pt idx="2">
                  <c:v>Category 2</c:v>
                </c:pt>
                <c:pt idx="3">
                  <c:v>Category 1</c:v>
                </c:pt>
                <c:pt idx="4">
                  <c:v>Category 5</c:v>
                </c:pt>
              </c:strCache>
            </c:strRef>
          </c:cat>
          <c:val>
            <c:numRef>
              <c:f>Sheet1!$B$2:$B$6</c:f>
              <c:numCache>
                <c:formatCode>General</c:formatCode>
                <c:ptCount val="5"/>
                <c:pt idx="0">
                  <c:v>95</c:v>
                </c:pt>
                <c:pt idx="1">
                  <c:v>86</c:v>
                </c:pt>
                <c:pt idx="2">
                  <c:v>46</c:v>
                </c:pt>
                <c:pt idx="3">
                  <c:v>32</c:v>
                </c:pt>
                <c:pt idx="4">
                  <c:v>18</c:v>
                </c:pt>
              </c:numCache>
            </c:numRef>
          </c:val>
          <c:extLst>
            <c:ext xmlns:c16="http://schemas.microsoft.com/office/drawing/2014/chart" uri="{C3380CC4-5D6E-409C-BE32-E72D297353CC}">
              <c16:uniqueId val="{00000006-5BAB-4B06-8E0C-B3E0586DCCB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9525" cap="flat" cmpd="sng" algn="ctr">
      <a:noFill/>
      <a:prstDash val="solid"/>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7DBC6CA-7983-4521-A786-5996FE8A6972}"/>
              </a:ext>
            </a:extLst>
          </p:cNvPr>
          <p:cNvSpPr>
            <a:spLocks noGrp="1"/>
          </p:cNvSpPr>
          <p:nvPr>
            <p:ph type="hdr" sz="quarter"/>
          </p:nvPr>
        </p:nvSpPr>
        <p:spPr>
          <a:xfrm>
            <a:off x="448887" y="277091"/>
            <a:ext cx="2971800" cy="458788"/>
          </a:xfrm>
          <a:prstGeom prst="rect">
            <a:avLst/>
          </a:prstGeom>
        </p:spPr>
        <p:txBody>
          <a:bodyPr vert="horz" lIns="91440" tIns="45720" rIns="91440" bIns="45720" rtlCol="0"/>
          <a:lstStyle>
            <a:lvl1pPr algn="l">
              <a:defRPr sz="1200"/>
            </a:lvl1pPr>
          </a:lstStyle>
          <a:p>
            <a:endParaRPr lang="en-US" b="1" dirty="0">
              <a:solidFill>
                <a:schemeClr val="tx2"/>
              </a:solidFill>
              <a:latin typeface="Roboto" panose="02000000000000000000" pitchFamily="2" charset="0"/>
              <a:cs typeface="Roboto" panose="02000000000000000000" pitchFamily="2" charset="0"/>
            </a:endParaRPr>
          </a:p>
        </p:txBody>
      </p:sp>
      <p:sp>
        <p:nvSpPr>
          <p:cNvPr id="3" name="Date Placeholder 2">
            <a:extLst>
              <a:ext uri="{FF2B5EF4-FFF2-40B4-BE49-F238E27FC236}">
                <a16:creationId xmlns:a16="http://schemas.microsoft.com/office/drawing/2014/main" id="{7A96295F-6455-4ECC-93DC-6242C8DB6217}"/>
              </a:ext>
            </a:extLst>
          </p:cNvPr>
          <p:cNvSpPr>
            <a:spLocks noGrp="1"/>
          </p:cNvSpPr>
          <p:nvPr>
            <p:ph type="dt" sz="quarter" idx="1"/>
          </p:nvPr>
        </p:nvSpPr>
        <p:spPr>
          <a:xfrm>
            <a:off x="3420687" y="277091"/>
            <a:ext cx="2971800" cy="458788"/>
          </a:xfrm>
          <a:prstGeom prst="rect">
            <a:avLst/>
          </a:prstGeom>
        </p:spPr>
        <p:txBody>
          <a:bodyPr vert="horz" lIns="91440" tIns="45720" rIns="91440" bIns="45720" rtlCol="0"/>
          <a:lstStyle>
            <a:lvl1pPr algn="r">
              <a:defRPr sz="1200"/>
            </a:lvl1pPr>
          </a:lstStyle>
          <a:p>
            <a:fld id="{D535E8A1-B190-41C4-B234-562D3CDE7576}" type="datetime3">
              <a:rPr lang="en-US" sz="1000" smtClean="0">
                <a:solidFill>
                  <a:schemeClr val="tx2"/>
                </a:solidFill>
                <a:latin typeface="Roboto" panose="02000000000000000000" pitchFamily="2" charset="0"/>
                <a:cs typeface="Roboto" panose="02000000000000000000" pitchFamily="2" charset="0"/>
              </a:rPr>
              <a:t>16 May 2024</a:t>
            </a:fld>
            <a:endParaRPr lang="en-US" dirty="0">
              <a:solidFill>
                <a:schemeClr val="tx2"/>
              </a:solidFill>
              <a:latin typeface="Roboto" panose="02000000000000000000" pitchFamily="2" charset="0"/>
              <a:cs typeface="Roboto" panose="02000000000000000000" pitchFamily="2" charset="0"/>
            </a:endParaRPr>
          </a:p>
        </p:txBody>
      </p:sp>
      <p:sp>
        <p:nvSpPr>
          <p:cNvPr id="4" name="Footer Placeholder 3">
            <a:extLst>
              <a:ext uri="{FF2B5EF4-FFF2-40B4-BE49-F238E27FC236}">
                <a16:creationId xmlns:a16="http://schemas.microsoft.com/office/drawing/2014/main" id="{4B379691-1807-4866-A86E-1E08E5793487}"/>
              </a:ext>
            </a:extLst>
          </p:cNvPr>
          <p:cNvSpPr>
            <a:spLocks noGrp="1"/>
          </p:cNvSpPr>
          <p:nvPr>
            <p:ph type="ftr" sz="quarter" idx="2"/>
          </p:nvPr>
        </p:nvSpPr>
        <p:spPr>
          <a:xfrm>
            <a:off x="448887" y="8441373"/>
            <a:ext cx="5343698" cy="243840"/>
          </a:xfrm>
          <a:prstGeom prst="rect">
            <a:avLst/>
          </a:prstGeom>
        </p:spPr>
        <p:txBody>
          <a:bodyPr vert="horz" lIns="91440" tIns="45720" rIns="91440" bIns="45720" rtlCol="0" anchor="b"/>
          <a:lstStyle>
            <a:lvl1pPr algn="l">
              <a:defRPr sz="1200"/>
            </a:lvl1pPr>
          </a:lstStyle>
          <a:p>
            <a:pPr algn="r"/>
            <a:endParaRPr lang="en-US" sz="700" dirty="0">
              <a:solidFill>
                <a:schemeClr val="tx2"/>
              </a:solidFill>
              <a:latin typeface="Roboto" panose="02000000000000000000" pitchFamily="2" charset="0"/>
              <a:cs typeface="Roboto" panose="02000000000000000000" pitchFamily="2" charset="0"/>
            </a:endParaRPr>
          </a:p>
        </p:txBody>
      </p:sp>
      <p:sp>
        <p:nvSpPr>
          <p:cNvPr id="5" name="Slide Number Placeholder 4">
            <a:extLst>
              <a:ext uri="{FF2B5EF4-FFF2-40B4-BE49-F238E27FC236}">
                <a16:creationId xmlns:a16="http://schemas.microsoft.com/office/drawing/2014/main" id="{86ACBC24-190A-4AE7-A5C2-6A5416B2BC3A}"/>
              </a:ext>
            </a:extLst>
          </p:cNvPr>
          <p:cNvSpPr>
            <a:spLocks noGrp="1"/>
          </p:cNvSpPr>
          <p:nvPr>
            <p:ph type="sldNum" sz="quarter" idx="3"/>
          </p:nvPr>
        </p:nvSpPr>
        <p:spPr>
          <a:xfrm>
            <a:off x="5875914" y="8441373"/>
            <a:ext cx="516573" cy="243840"/>
          </a:xfrm>
          <a:prstGeom prst="rect">
            <a:avLst/>
          </a:prstGeom>
        </p:spPr>
        <p:txBody>
          <a:bodyPr vert="horz" lIns="91440" tIns="45720" rIns="91440" bIns="45720" rtlCol="0" anchor="b"/>
          <a:lstStyle>
            <a:lvl1pPr algn="r">
              <a:defRPr sz="1200"/>
            </a:lvl1pPr>
          </a:lstStyle>
          <a:p>
            <a:fld id="{28FBCD3C-C7AC-4E33-9217-6C64CC67DC7F}" type="slidenum">
              <a:rPr lang="en-US" sz="700" smtClean="0">
                <a:solidFill>
                  <a:schemeClr val="tx2"/>
                </a:solidFill>
                <a:latin typeface="Roboto" panose="02000000000000000000" pitchFamily="2" charset="0"/>
                <a:cs typeface="Roboto" panose="02000000000000000000" pitchFamily="2" charset="0"/>
              </a:rPr>
              <a:t>‹#›</a:t>
            </a:fld>
            <a:endParaRPr lang="en-US" sz="700">
              <a:solidFill>
                <a:schemeClr val="tx2"/>
              </a:solidFill>
              <a:latin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506159483"/>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37556" y="229394"/>
            <a:ext cx="2971800" cy="458788"/>
          </a:xfrm>
          <a:prstGeom prst="rect">
            <a:avLst/>
          </a:prstGeom>
        </p:spPr>
        <p:txBody>
          <a:bodyPr vert="horz" lIns="91440" tIns="45720" rIns="91440" bIns="45720" rtlCol="0"/>
          <a:lstStyle>
            <a:lvl1pPr algn="l">
              <a:defRPr sz="1000" b="1">
                <a:solidFill>
                  <a:schemeClr val="tx1"/>
                </a:solidFill>
                <a:latin typeface="+mn-lt"/>
              </a:defRPr>
            </a:lvl1pPr>
          </a:lstStyle>
          <a:p>
            <a:endParaRPr lang="en-US" dirty="0"/>
          </a:p>
        </p:txBody>
      </p:sp>
      <p:sp>
        <p:nvSpPr>
          <p:cNvPr id="3" name="Date Placeholder 2"/>
          <p:cNvSpPr>
            <a:spLocks noGrp="1"/>
          </p:cNvSpPr>
          <p:nvPr>
            <p:ph type="dt" idx="1"/>
          </p:nvPr>
        </p:nvSpPr>
        <p:spPr>
          <a:xfrm>
            <a:off x="3319348" y="229394"/>
            <a:ext cx="2971800" cy="458788"/>
          </a:xfrm>
          <a:prstGeom prst="rect">
            <a:avLst/>
          </a:prstGeom>
        </p:spPr>
        <p:txBody>
          <a:bodyPr vert="horz" lIns="91440" tIns="45720" rIns="91440" bIns="45720" rtlCol="0"/>
          <a:lstStyle>
            <a:lvl1pPr algn="r">
              <a:defRPr sz="1000">
                <a:solidFill>
                  <a:schemeClr val="tx1"/>
                </a:solidFill>
                <a:latin typeface="+mn-lt"/>
              </a:defRPr>
            </a:lvl1pPr>
          </a:lstStyle>
          <a:p>
            <a:fld id="{4FBCD512-AC3C-4765-9956-4233476CEAF6}" type="datetime3">
              <a:rPr lang="en-US" smtClean="0"/>
              <a:pPr/>
              <a:t>16 May 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685800" y="8418022"/>
            <a:ext cx="4929447" cy="227214"/>
          </a:xfrm>
          <a:prstGeom prst="rect">
            <a:avLst/>
          </a:prstGeom>
        </p:spPr>
        <p:txBody>
          <a:bodyPr vert="horz" lIns="91440" tIns="45720" rIns="91440" bIns="45720" rtlCol="0" anchor="b"/>
          <a:lstStyle>
            <a:lvl1pPr algn="r">
              <a:defRPr sz="1000">
                <a:solidFill>
                  <a:schemeClr val="tx1"/>
                </a:solidFill>
                <a:latin typeface="+mn-lt"/>
              </a:defRPr>
            </a:lvl1pPr>
          </a:lstStyle>
          <a:p>
            <a:endParaRPr lang="en-US" dirty="0"/>
          </a:p>
        </p:txBody>
      </p:sp>
      <p:sp>
        <p:nvSpPr>
          <p:cNvPr id="7" name="Slide Number Placeholder 6"/>
          <p:cNvSpPr>
            <a:spLocks noGrp="1"/>
          </p:cNvSpPr>
          <p:nvPr>
            <p:ph type="sldNum" sz="quarter" idx="5"/>
          </p:nvPr>
        </p:nvSpPr>
        <p:spPr>
          <a:xfrm>
            <a:off x="5741323" y="8418022"/>
            <a:ext cx="389111" cy="227214"/>
          </a:xfrm>
          <a:prstGeom prst="rect">
            <a:avLst/>
          </a:prstGeom>
        </p:spPr>
        <p:txBody>
          <a:bodyPr vert="horz" lIns="91440" tIns="45720" rIns="91440" bIns="45720" rtlCol="0" anchor="b"/>
          <a:lstStyle>
            <a:lvl1pPr algn="r">
              <a:defRPr sz="1000">
                <a:solidFill>
                  <a:schemeClr val="tx1"/>
                </a:solidFill>
                <a:latin typeface="+mn-lt"/>
              </a:defRPr>
            </a:lvl1pPr>
          </a:lstStyle>
          <a:p>
            <a:fld id="{E431F5CC-7451-43A1-9EE2-852561F891A9}" type="slidenum">
              <a:rPr lang="en-US" smtClean="0"/>
              <a:pPr/>
              <a:t>‹#›</a:t>
            </a:fld>
            <a:endParaRPr lang="en-US" dirty="0"/>
          </a:p>
        </p:txBody>
      </p:sp>
    </p:spTree>
    <p:extLst>
      <p:ext uri="{BB962C8B-B14F-4D97-AF65-F5344CB8AC3E}">
        <p14:creationId xmlns:p14="http://schemas.microsoft.com/office/powerpoint/2010/main" val="947666372"/>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Roboto" panose="02000000000000000000" pitchFamily="2" charset="0"/>
        <a:ea typeface="+mn-ea"/>
        <a:cs typeface="+mn-cs"/>
      </a:defRPr>
    </a:lvl1pPr>
    <a:lvl2pPr marL="457200" algn="l" defTabSz="914400" rtl="0" eaLnBrk="1" latinLnBrk="0" hangingPunct="1">
      <a:defRPr sz="1200" kern="1200">
        <a:solidFill>
          <a:schemeClr val="tx1"/>
        </a:solidFill>
        <a:latin typeface="Roboto" panose="02000000000000000000" pitchFamily="2" charset="0"/>
        <a:ea typeface="+mn-ea"/>
        <a:cs typeface="+mn-cs"/>
      </a:defRPr>
    </a:lvl2pPr>
    <a:lvl3pPr marL="914400" algn="l" defTabSz="914400" rtl="0" eaLnBrk="1" latinLnBrk="0" hangingPunct="1">
      <a:defRPr sz="1200" kern="1200">
        <a:solidFill>
          <a:schemeClr val="tx1"/>
        </a:solidFill>
        <a:latin typeface="Roboto" panose="02000000000000000000" pitchFamily="2" charset="0"/>
        <a:ea typeface="+mn-ea"/>
        <a:cs typeface="+mn-cs"/>
      </a:defRPr>
    </a:lvl3pPr>
    <a:lvl4pPr marL="1371600" algn="l" defTabSz="914400" rtl="0" eaLnBrk="1" latinLnBrk="0" hangingPunct="1">
      <a:defRPr sz="1200" kern="1200">
        <a:solidFill>
          <a:schemeClr val="tx1"/>
        </a:solidFill>
        <a:latin typeface="Roboto" panose="02000000000000000000" pitchFamily="2" charset="0"/>
        <a:ea typeface="+mn-ea"/>
        <a:cs typeface="+mn-cs"/>
      </a:defRPr>
    </a:lvl4pPr>
    <a:lvl5pPr marL="1828800" algn="l" defTabSz="914400" rtl="0" eaLnBrk="1" latinLnBrk="0" hangingPunct="1">
      <a:defRPr sz="1200" kern="1200">
        <a:solidFill>
          <a:schemeClr val="tx1"/>
        </a:solidFill>
        <a:latin typeface="Roboto" panose="020000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a:t>
            </a:fld>
            <a:endParaRPr lang="en-US" dirty="0"/>
          </a:p>
        </p:txBody>
      </p:sp>
    </p:spTree>
    <p:extLst>
      <p:ext uri="{BB962C8B-B14F-4D97-AF65-F5344CB8AC3E}">
        <p14:creationId xmlns:p14="http://schemas.microsoft.com/office/powerpoint/2010/main" val="25185172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a:t>
            </a:fld>
            <a:endParaRPr lang="en-US" dirty="0"/>
          </a:p>
        </p:txBody>
      </p:sp>
    </p:spTree>
    <p:extLst>
      <p:ext uri="{BB962C8B-B14F-4D97-AF65-F5344CB8AC3E}">
        <p14:creationId xmlns:p14="http://schemas.microsoft.com/office/powerpoint/2010/main" val="3221708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a:t>
            </a:fld>
            <a:endParaRPr lang="en-US" dirty="0"/>
          </a:p>
        </p:txBody>
      </p:sp>
    </p:spTree>
    <p:extLst>
      <p:ext uri="{BB962C8B-B14F-4D97-AF65-F5344CB8AC3E}">
        <p14:creationId xmlns:p14="http://schemas.microsoft.com/office/powerpoint/2010/main" val="37278324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6</a:t>
            </a:fld>
            <a:endParaRPr lang="en-US" dirty="0"/>
          </a:p>
        </p:txBody>
      </p:sp>
    </p:spTree>
    <p:extLst>
      <p:ext uri="{BB962C8B-B14F-4D97-AF65-F5344CB8AC3E}">
        <p14:creationId xmlns:p14="http://schemas.microsoft.com/office/powerpoint/2010/main" val="28076554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8</a:t>
            </a:fld>
            <a:endParaRPr lang="en-US" dirty="0"/>
          </a:p>
        </p:txBody>
      </p:sp>
    </p:spTree>
    <p:extLst>
      <p:ext uri="{BB962C8B-B14F-4D97-AF65-F5344CB8AC3E}">
        <p14:creationId xmlns:p14="http://schemas.microsoft.com/office/powerpoint/2010/main" val="1828835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9</a:t>
            </a:fld>
            <a:endParaRPr lang="en-US" dirty="0"/>
          </a:p>
        </p:txBody>
      </p:sp>
    </p:spTree>
    <p:extLst>
      <p:ext uri="{BB962C8B-B14F-4D97-AF65-F5344CB8AC3E}">
        <p14:creationId xmlns:p14="http://schemas.microsoft.com/office/powerpoint/2010/main" val="4107766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10</a:t>
            </a:fld>
            <a:endParaRPr lang="en-US" dirty="0"/>
          </a:p>
        </p:txBody>
      </p:sp>
    </p:spTree>
    <p:extLst>
      <p:ext uri="{BB962C8B-B14F-4D97-AF65-F5344CB8AC3E}">
        <p14:creationId xmlns:p14="http://schemas.microsoft.com/office/powerpoint/2010/main" val="398753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11</a:t>
            </a:fld>
            <a:endParaRPr lang="en-US" dirty="0"/>
          </a:p>
        </p:txBody>
      </p:sp>
    </p:spTree>
    <p:extLst>
      <p:ext uri="{BB962C8B-B14F-4D97-AF65-F5344CB8AC3E}">
        <p14:creationId xmlns:p14="http://schemas.microsoft.com/office/powerpoint/2010/main" val="1290497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12</a:t>
            </a:fld>
            <a:endParaRPr lang="en-US" dirty="0"/>
          </a:p>
        </p:txBody>
      </p:sp>
    </p:spTree>
    <p:extLst>
      <p:ext uri="{BB962C8B-B14F-4D97-AF65-F5344CB8AC3E}">
        <p14:creationId xmlns:p14="http://schemas.microsoft.com/office/powerpoint/2010/main" val="38986122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13</a:t>
            </a:fld>
            <a:endParaRPr lang="en-US" dirty="0"/>
          </a:p>
        </p:txBody>
      </p:sp>
    </p:spTree>
    <p:extLst>
      <p:ext uri="{BB962C8B-B14F-4D97-AF65-F5344CB8AC3E}">
        <p14:creationId xmlns:p14="http://schemas.microsoft.com/office/powerpoint/2010/main" val="2407602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14</a:t>
            </a:fld>
            <a:endParaRPr lang="en-US" dirty="0"/>
          </a:p>
        </p:txBody>
      </p:sp>
    </p:spTree>
    <p:extLst>
      <p:ext uri="{BB962C8B-B14F-4D97-AF65-F5344CB8AC3E}">
        <p14:creationId xmlns:p14="http://schemas.microsoft.com/office/powerpoint/2010/main" val="7667823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15</a:t>
            </a:fld>
            <a:endParaRPr lang="en-US" dirty="0"/>
          </a:p>
        </p:txBody>
      </p:sp>
    </p:spTree>
    <p:extLst>
      <p:ext uri="{BB962C8B-B14F-4D97-AF65-F5344CB8AC3E}">
        <p14:creationId xmlns:p14="http://schemas.microsoft.com/office/powerpoint/2010/main" val="38944806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16</a:t>
            </a:fld>
            <a:endParaRPr lang="en-US" dirty="0"/>
          </a:p>
        </p:txBody>
      </p:sp>
    </p:spTree>
    <p:extLst>
      <p:ext uri="{BB962C8B-B14F-4D97-AF65-F5344CB8AC3E}">
        <p14:creationId xmlns:p14="http://schemas.microsoft.com/office/powerpoint/2010/main" val="615700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17</a:t>
            </a:fld>
            <a:endParaRPr lang="en-US" dirty="0"/>
          </a:p>
        </p:txBody>
      </p:sp>
    </p:spTree>
    <p:extLst>
      <p:ext uri="{BB962C8B-B14F-4D97-AF65-F5344CB8AC3E}">
        <p14:creationId xmlns:p14="http://schemas.microsoft.com/office/powerpoint/2010/main" val="711032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18</a:t>
            </a:fld>
            <a:endParaRPr lang="en-US" dirty="0"/>
          </a:p>
        </p:txBody>
      </p:sp>
    </p:spTree>
    <p:extLst>
      <p:ext uri="{BB962C8B-B14F-4D97-AF65-F5344CB8AC3E}">
        <p14:creationId xmlns:p14="http://schemas.microsoft.com/office/powerpoint/2010/main" val="26239512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19</a:t>
            </a:fld>
            <a:endParaRPr lang="en-US" dirty="0"/>
          </a:p>
        </p:txBody>
      </p:sp>
    </p:spTree>
    <p:extLst>
      <p:ext uri="{BB962C8B-B14F-4D97-AF65-F5344CB8AC3E}">
        <p14:creationId xmlns:p14="http://schemas.microsoft.com/office/powerpoint/2010/main" val="8425175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20</a:t>
            </a:fld>
            <a:endParaRPr lang="en-US" dirty="0"/>
          </a:p>
        </p:txBody>
      </p:sp>
    </p:spTree>
    <p:extLst>
      <p:ext uri="{BB962C8B-B14F-4D97-AF65-F5344CB8AC3E}">
        <p14:creationId xmlns:p14="http://schemas.microsoft.com/office/powerpoint/2010/main" val="36266188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21</a:t>
            </a:fld>
            <a:endParaRPr lang="en-US" dirty="0"/>
          </a:p>
        </p:txBody>
      </p:sp>
    </p:spTree>
    <p:extLst>
      <p:ext uri="{BB962C8B-B14F-4D97-AF65-F5344CB8AC3E}">
        <p14:creationId xmlns:p14="http://schemas.microsoft.com/office/powerpoint/2010/main" val="3743360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22</a:t>
            </a:fld>
            <a:endParaRPr lang="en-US" dirty="0"/>
          </a:p>
        </p:txBody>
      </p:sp>
    </p:spTree>
    <p:extLst>
      <p:ext uri="{BB962C8B-B14F-4D97-AF65-F5344CB8AC3E}">
        <p14:creationId xmlns:p14="http://schemas.microsoft.com/office/powerpoint/2010/main" val="1934651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23</a:t>
            </a:fld>
            <a:endParaRPr lang="en-US" dirty="0"/>
          </a:p>
        </p:txBody>
      </p:sp>
    </p:spTree>
    <p:extLst>
      <p:ext uri="{BB962C8B-B14F-4D97-AF65-F5344CB8AC3E}">
        <p14:creationId xmlns:p14="http://schemas.microsoft.com/office/powerpoint/2010/main" val="36096732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24</a:t>
            </a:fld>
            <a:endParaRPr lang="en-US" dirty="0"/>
          </a:p>
        </p:txBody>
      </p:sp>
    </p:spTree>
    <p:extLst>
      <p:ext uri="{BB962C8B-B14F-4D97-AF65-F5344CB8AC3E}">
        <p14:creationId xmlns:p14="http://schemas.microsoft.com/office/powerpoint/2010/main" val="11661604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25</a:t>
            </a:fld>
            <a:endParaRPr lang="en-US" dirty="0"/>
          </a:p>
        </p:txBody>
      </p:sp>
    </p:spTree>
    <p:extLst>
      <p:ext uri="{BB962C8B-B14F-4D97-AF65-F5344CB8AC3E}">
        <p14:creationId xmlns:p14="http://schemas.microsoft.com/office/powerpoint/2010/main" val="34809698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26</a:t>
            </a:fld>
            <a:endParaRPr lang="en-US" dirty="0"/>
          </a:p>
        </p:txBody>
      </p:sp>
    </p:spTree>
    <p:extLst>
      <p:ext uri="{BB962C8B-B14F-4D97-AF65-F5344CB8AC3E}">
        <p14:creationId xmlns:p14="http://schemas.microsoft.com/office/powerpoint/2010/main" val="40663464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27</a:t>
            </a:fld>
            <a:endParaRPr lang="en-US" dirty="0"/>
          </a:p>
        </p:txBody>
      </p:sp>
    </p:spTree>
    <p:extLst>
      <p:ext uri="{BB962C8B-B14F-4D97-AF65-F5344CB8AC3E}">
        <p14:creationId xmlns:p14="http://schemas.microsoft.com/office/powerpoint/2010/main" val="1487187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28</a:t>
            </a:fld>
            <a:endParaRPr lang="en-US" dirty="0"/>
          </a:p>
        </p:txBody>
      </p:sp>
    </p:spTree>
    <p:extLst>
      <p:ext uri="{BB962C8B-B14F-4D97-AF65-F5344CB8AC3E}">
        <p14:creationId xmlns:p14="http://schemas.microsoft.com/office/powerpoint/2010/main" val="35564385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29</a:t>
            </a:fld>
            <a:endParaRPr lang="en-US" dirty="0"/>
          </a:p>
        </p:txBody>
      </p:sp>
    </p:spTree>
    <p:extLst>
      <p:ext uri="{BB962C8B-B14F-4D97-AF65-F5344CB8AC3E}">
        <p14:creationId xmlns:p14="http://schemas.microsoft.com/office/powerpoint/2010/main" val="40926319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30</a:t>
            </a:fld>
            <a:endParaRPr lang="en-US" dirty="0"/>
          </a:p>
        </p:txBody>
      </p:sp>
    </p:spTree>
    <p:extLst>
      <p:ext uri="{BB962C8B-B14F-4D97-AF65-F5344CB8AC3E}">
        <p14:creationId xmlns:p14="http://schemas.microsoft.com/office/powerpoint/2010/main" val="28248029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31</a:t>
            </a:fld>
            <a:endParaRPr lang="en-US" dirty="0"/>
          </a:p>
        </p:txBody>
      </p:sp>
    </p:spTree>
    <p:extLst>
      <p:ext uri="{BB962C8B-B14F-4D97-AF65-F5344CB8AC3E}">
        <p14:creationId xmlns:p14="http://schemas.microsoft.com/office/powerpoint/2010/main" val="19233777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32</a:t>
            </a:fld>
            <a:endParaRPr lang="en-US" dirty="0"/>
          </a:p>
        </p:txBody>
      </p:sp>
    </p:spTree>
    <p:extLst>
      <p:ext uri="{BB962C8B-B14F-4D97-AF65-F5344CB8AC3E}">
        <p14:creationId xmlns:p14="http://schemas.microsoft.com/office/powerpoint/2010/main" val="27326362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33</a:t>
            </a:fld>
            <a:endParaRPr lang="en-US" dirty="0"/>
          </a:p>
        </p:txBody>
      </p:sp>
    </p:spTree>
    <p:extLst>
      <p:ext uri="{BB962C8B-B14F-4D97-AF65-F5344CB8AC3E}">
        <p14:creationId xmlns:p14="http://schemas.microsoft.com/office/powerpoint/2010/main" val="31542158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34</a:t>
            </a:fld>
            <a:endParaRPr lang="en-US" dirty="0"/>
          </a:p>
        </p:txBody>
      </p:sp>
    </p:spTree>
    <p:extLst>
      <p:ext uri="{BB962C8B-B14F-4D97-AF65-F5344CB8AC3E}">
        <p14:creationId xmlns:p14="http://schemas.microsoft.com/office/powerpoint/2010/main" val="29985520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35</a:t>
            </a:fld>
            <a:endParaRPr lang="en-US" dirty="0"/>
          </a:p>
        </p:txBody>
      </p:sp>
    </p:spTree>
    <p:extLst>
      <p:ext uri="{BB962C8B-B14F-4D97-AF65-F5344CB8AC3E}">
        <p14:creationId xmlns:p14="http://schemas.microsoft.com/office/powerpoint/2010/main" val="11962161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36</a:t>
            </a:fld>
            <a:endParaRPr lang="en-US" dirty="0"/>
          </a:p>
        </p:txBody>
      </p:sp>
    </p:spTree>
    <p:extLst>
      <p:ext uri="{BB962C8B-B14F-4D97-AF65-F5344CB8AC3E}">
        <p14:creationId xmlns:p14="http://schemas.microsoft.com/office/powerpoint/2010/main" val="2738108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37</a:t>
            </a:fld>
            <a:endParaRPr lang="en-US" dirty="0"/>
          </a:p>
        </p:txBody>
      </p:sp>
    </p:spTree>
    <p:extLst>
      <p:ext uri="{BB962C8B-B14F-4D97-AF65-F5344CB8AC3E}">
        <p14:creationId xmlns:p14="http://schemas.microsoft.com/office/powerpoint/2010/main" val="36376833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31F5CC-7451-43A1-9EE2-852561F891A9}" type="slidenum">
              <a:rPr lang="en-US" smtClean="0"/>
              <a:pPr/>
              <a:t>38</a:t>
            </a:fld>
            <a:endParaRPr lang="en-US" dirty="0"/>
          </a:p>
        </p:txBody>
      </p:sp>
      <p:sp>
        <p:nvSpPr>
          <p:cNvPr id="5" name="Date Placeholder 4">
            <a:extLst>
              <a:ext uri="{FF2B5EF4-FFF2-40B4-BE49-F238E27FC236}">
                <a16:creationId xmlns:a16="http://schemas.microsoft.com/office/drawing/2014/main" id="{EECC1A7A-5AEF-4C92-BB5B-E7B8EE07E8DE}"/>
              </a:ext>
            </a:extLst>
          </p:cNvPr>
          <p:cNvSpPr>
            <a:spLocks noGrp="1"/>
          </p:cNvSpPr>
          <p:nvPr>
            <p:ph type="dt" idx="1"/>
          </p:nvPr>
        </p:nvSpPr>
        <p:spPr/>
        <p:txBody>
          <a:bodyPr/>
          <a:lstStyle/>
          <a:p>
            <a:fld id="{ED73BF93-AA7D-41F9-A1FA-BA5C22B7EA30}" type="datetime3">
              <a:rPr lang="en-US" smtClean="0"/>
              <a:t>16 May 2024</a:t>
            </a:fld>
            <a:endParaRPr lang="en-US" dirty="0"/>
          </a:p>
        </p:txBody>
      </p:sp>
    </p:spTree>
    <p:extLst>
      <p:ext uri="{BB962C8B-B14F-4D97-AF65-F5344CB8AC3E}">
        <p14:creationId xmlns:p14="http://schemas.microsoft.com/office/powerpoint/2010/main" val="33307554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39</a:t>
            </a:fld>
            <a:endParaRPr lang="en-US" dirty="0"/>
          </a:p>
        </p:txBody>
      </p:sp>
    </p:spTree>
    <p:extLst>
      <p:ext uri="{BB962C8B-B14F-4D97-AF65-F5344CB8AC3E}">
        <p14:creationId xmlns:p14="http://schemas.microsoft.com/office/powerpoint/2010/main" val="1368717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40</a:t>
            </a:fld>
            <a:endParaRPr lang="en-US" dirty="0"/>
          </a:p>
        </p:txBody>
      </p:sp>
    </p:spTree>
    <p:extLst>
      <p:ext uri="{BB962C8B-B14F-4D97-AF65-F5344CB8AC3E}">
        <p14:creationId xmlns:p14="http://schemas.microsoft.com/office/powerpoint/2010/main" val="15472411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41</a:t>
            </a:fld>
            <a:endParaRPr lang="en-US" dirty="0"/>
          </a:p>
        </p:txBody>
      </p:sp>
    </p:spTree>
    <p:extLst>
      <p:ext uri="{BB962C8B-B14F-4D97-AF65-F5344CB8AC3E}">
        <p14:creationId xmlns:p14="http://schemas.microsoft.com/office/powerpoint/2010/main" val="22329880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42</a:t>
            </a:fld>
            <a:endParaRPr lang="en-US" dirty="0"/>
          </a:p>
        </p:txBody>
      </p:sp>
    </p:spTree>
    <p:extLst>
      <p:ext uri="{BB962C8B-B14F-4D97-AF65-F5344CB8AC3E}">
        <p14:creationId xmlns:p14="http://schemas.microsoft.com/office/powerpoint/2010/main" val="160350357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43</a:t>
            </a:fld>
            <a:endParaRPr lang="en-US" dirty="0"/>
          </a:p>
        </p:txBody>
      </p:sp>
    </p:spTree>
    <p:extLst>
      <p:ext uri="{BB962C8B-B14F-4D97-AF65-F5344CB8AC3E}">
        <p14:creationId xmlns:p14="http://schemas.microsoft.com/office/powerpoint/2010/main" val="34878313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44</a:t>
            </a:fld>
            <a:endParaRPr lang="en-US" dirty="0"/>
          </a:p>
        </p:txBody>
      </p:sp>
    </p:spTree>
    <p:extLst>
      <p:ext uri="{BB962C8B-B14F-4D97-AF65-F5344CB8AC3E}">
        <p14:creationId xmlns:p14="http://schemas.microsoft.com/office/powerpoint/2010/main" val="6674578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45</a:t>
            </a:fld>
            <a:endParaRPr lang="en-US" dirty="0"/>
          </a:p>
        </p:txBody>
      </p:sp>
    </p:spTree>
    <p:extLst>
      <p:ext uri="{BB962C8B-B14F-4D97-AF65-F5344CB8AC3E}">
        <p14:creationId xmlns:p14="http://schemas.microsoft.com/office/powerpoint/2010/main" val="18532093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46</a:t>
            </a:fld>
            <a:endParaRPr lang="en-US" dirty="0"/>
          </a:p>
        </p:txBody>
      </p:sp>
    </p:spTree>
    <p:extLst>
      <p:ext uri="{BB962C8B-B14F-4D97-AF65-F5344CB8AC3E}">
        <p14:creationId xmlns:p14="http://schemas.microsoft.com/office/powerpoint/2010/main" val="32845422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47</a:t>
            </a:fld>
            <a:endParaRPr lang="en-US" dirty="0"/>
          </a:p>
        </p:txBody>
      </p:sp>
    </p:spTree>
    <p:extLst>
      <p:ext uri="{BB962C8B-B14F-4D97-AF65-F5344CB8AC3E}">
        <p14:creationId xmlns:p14="http://schemas.microsoft.com/office/powerpoint/2010/main" val="31743690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31F5CC-7451-43A1-9EE2-852561F891A9}" type="slidenum">
              <a:rPr lang="en-US" smtClean="0"/>
              <a:pPr/>
              <a:t>48</a:t>
            </a:fld>
            <a:endParaRPr lang="en-US" dirty="0"/>
          </a:p>
        </p:txBody>
      </p:sp>
      <p:sp>
        <p:nvSpPr>
          <p:cNvPr id="5" name="Date Placeholder 4">
            <a:extLst>
              <a:ext uri="{FF2B5EF4-FFF2-40B4-BE49-F238E27FC236}">
                <a16:creationId xmlns:a16="http://schemas.microsoft.com/office/drawing/2014/main" id="{C1A4090A-E86E-47E5-B6E7-AD59036FB8B7}"/>
              </a:ext>
            </a:extLst>
          </p:cNvPr>
          <p:cNvSpPr>
            <a:spLocks noGrp="1"/>
          </p:cNvSpPr>
          <p:nvPr>
            <p:ph type="dt" idx="1"/>
          </p:nvPr>
        </p:nvSpPr>
        <p:spPr/>
        <p:txBody>
          <a:bodyPr/>
          <a:lstStyle/>
          <a:p>
            <a:fld id="{55C37F3D-D00A-4327-87F8-7D2FE27B7962}" type="datetime3">
              <a:rPr lang="en-US" smtClean="0"/>
              <a:t>16 May 2024</a:t>
            </a:fld>
            <a:endParaRPr lang="en-US" dirty="0"/>
          </a:p>
        </p:txBody>
      </p:sp>
    </p:spTree>
    <p:extLst>
      <p:ext uri="{BB962C8B-B14F-4D97-AF65-F5344CB8AC3E}">
        <p14:creationId xmlns:p14="http://schemas.microsoft.com/office/powerpoint/2010/main" val="11943717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31F5CC-7451-43A1-9EE2-852561F891A9}" type="slidenum">
              <a:rPr lang="en-US" smtClean="0"/>
              <a:pPr/>
              <a:t>49</a:t>
            </a:fld>
            <a:endParaRPr lang="en-US" dirty="0"/>
          </a:p>
        </p:txBody>
      </p:sp>
      <p:sp>
        <p:nvSpPr>
          <p:cNvPr id="5" name="Date Placeholder 4">
            <a:extLst>
              <a:ext uri="{FF2B5EF4-FFF2-40B4-BE49-F238E27FC236}">
                <a16:creationId xmlns:a16="http://schemas.microsoft.com/office/drawing/2014/main" id="{C1A4090A-E86E-47E5-B6E7-AD59036FB8B7}"/>
              </a:ext>
            </a:extLst>
          </p:cNvPr>
          <p:cNvSpPr>
            <a:spLocks noGrp="1"/>
          </p:cNvSpPr>
          <p:nvPr>
            <p:ph type="dt" idx="1"/>
          </p:nvPr>
        </p:nvSpPr>
        <p:spPr/>
        <p:txBody>
          <a:bodyPr/>
          <a:lstStyle/>
          <a:p>
            <a:fld id="{55C37F3D-D00A-4327-87F8-7D2FE27B7962}" type="datetime3">
              <a:rPr lang="en-US" smtClean="0"/>
              <a:t>16 May 2024</a:t>
            </a:fld>
            <a:endParaRPr lang="en-US" dirty="0"/>
          </a:p>
        </p:txBody>
      </p:sp>
    </p:spTree>
    <p:extLst>
      <p:ext uri="{BB962C8B-B14F-4D97-AF65-F5344CB8AC3E}">
        <p14:creationId xmlns:p14="http://schemas.microsoft.com/office/powerpoint/2010/main" val="133552267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50</a:t>
            </a:fld>
            <a:endParaRPr lang="en-US" dirty="0"/>
          </a:p>
        </p:txBody>
      </p:sp>
    </p:spTree>
    <p:extLst>
      <p:ext uri="{BB962C8B-B14F-4D97-AF65-F5344CB8AC3E}">
        <p14:creationId xmlns:p14="http://schemas.microsoft.com/office/powerpoint/2010/main" val="380814935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431F5CC-7451-43A1-9EE2-852561F891A9}" type="slidenum">
              <a:rPr lang="en-US" smtClean="0"/>
              <a:pPr/>
              <a:t>51</a:t>
            </a:fld>
            <a:endParaRPr lang="en-US" dirty="0"/>
          </a:p>
        </p:txBody>
      </p:sp>
      <p:sp>
        <p:nvSpPr>
          <p:cNvPr id="5" name="Date Placeholder 4">
            <a:extLst>
              <a:ext uri="{FF2B5EF4-FFF2-40B4-BE49-F238E27FC236}">
                <a16:creationId xmlns:a16="http://schemas.microsoft.com/office/drawing/2014/main" id="{52537D43-E418-476C-955D-494A3C73980D}"/>
              </a:ext>
            </a:extLst>
          </p:cNvPr>
          <p:cNvSpPr>
            <a:spLocks noGrp="1"/>
          </p:cNvSpPr>
          <p:nvPr>
            <p:ph type="dt" idx="1"/>
          </p:nvPr>
        </p:nvSpPr>
        <p:spPr/>
        <p:txBody>
          <a:bodyPr/>
          <a:lstStyle/>
          <a:p>
            <a:fld id="{32A1C9FE-24B0-4A3C-A252-7FE045E1D4C0}" type="datetime3">
              <a:rPr lang="en-US" smtClean="0"/>
              <a:t>16 May 2024</a:t>
            </a:fld>
            <a:endParaRPr lang="en-US" dirty="0"/>
          </a:p>
        </p:txBody>
      </p:sp>
    </p:spTree>
    <p:extLst>
      <p:ext uri="{BB962C8B-B14F-4D97-AF65-F5344CB8AC3E}">
        <p14:creationId xmlns:p14="http://schemas.microsoft.com/office/powerpoint/2010/main" val="64445148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52</a:t>
            </a:fld>
            <a:endParaRPr lang="en-US" dirty="0"/>
          </a:p>
        </p:txBody>
      </p:sp>
    </p:spTree>
    <p:extLst>
      <p:ext uri="{BB962C8B-B14F-4D97-AF65-F5344CB8AC3E}">
        <p14:creationId xmlns:p14="http://schemas.microsoft.com/office/powerpoint/2010/main" val="28626203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53</a:t>
            </a:fld>
            <a:endParaRPr lang="en-US" dirty="0"/>
          </a:p>
        </p:txBody>
      </p:sp>
    </p:spTree>
    <p:extLst>
      <p:ext uri="{BB962C8B-B14F-4D97-AF65-F5344CB8AC3E}">
        <p14:creationId xmlns:p14="http://schemas.microsoft.com/office/powerpoint/2010/main" val="146037308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54</a:t>
            </a:fld>
            <a:endParaRPr lang="en-US" dirty="0"/>
          </a:p>
        </p:txBody>
      </p:sp>
    </p:spTree>
    <p:extLst>
      <p:ext uri="{BB962C8B-B14F-4D97-AF65-F5344CB8AC3E}">
        <p14:creationId xmlns:p14="http://schemas.microsoft.com/office/powerpoint/2010/main" val="22794090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55</a:t>
            </a:fld>
            <a:endParaRPr lang="en-US" dirty="0"/>
          </a:p>
        </p:txBody>
      </p:sp>
    </p:spTree>
    <p:extLst>
      <p:ext uri="{BB962C8B-B14F-4D97-AF65-F5344CB8AC3E}">
        <p14:creationId xmlns:p14="http://schemas.microsoft.com/office/powerpoint/2010/main" val="2327539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BCD512-AC3C-4765-9956-4233476CEAF6}" type="datetime3">
              <a:rPr lang="en-US" smtClean="0"/>
              <a:pPr/>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56</a:t>
            </a:fld>
            <a:endParaRPr lang="en-US" dirty="0"/>
          </a:p>
        </p:txBody>
      </p:sp>
    </p:spTree>
    <p:extLst>
      <p:ext uri="{BB962C8B-B14F-4D97-AF65-F5344CB8AC3E}">
        <p14:creationId xmlns:p14="http://schemas.microsoft.com/office/powerpoint/2010/main" val="40222164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4FBCD512-AC3C-4765-9956-4233476CEAF6}" type="datetime3">
              <a:rPr lang="en-US" smtClean="0"/>
              <a:t>16 May 2024</a:t>
            </a:fld>
            <a:endParaRPr lang="en-US" dirty="0"/>
          </a:p>
        </p:txBody>
      </p:sp>
      <p:sp>
        <p:nvSpPr>
          <p:cNvPr id="5" name="Slide Number Placeholder 4"/>
          <p:cNvSpPr>
            <a:spLocks noGrp="1"/>
          </p:cNvSpPr>
          <p:nvPr>
            <p:ph type="sldNum" sz="quarter" idx="5"/>
          </p:nvPr>
        </p:nvSpPr>
        <p:spPr/>
        <p:txBody>
          <a:bodyPr/>
          <a:lstStyle/>
          <a:p>
            <a:fld id="{E431F5CC-7451-43A1-9EE2-852561F891A9}" type="slidenum">
              <a:rPr lang="en-US" smtClean="0"/>
              <a:pPr/>
              <a:t>57</a:t>
            </a:fld>
            <a:endParaRPr lang="en-US" dirty="0"/>
          </a:p>
        </p:txBody>
      </p:sp>
    </p:spTree>
    <p:extLst>
      <p:ext uri="{BB962C8B-B14F-4D97-AF65-F5344CB8AC3E}">
        <p14:creationId xmlns:p14="http://schemas.microsoft.com/office/powerpoint/2010/main" val="606130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_ Only">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F1F0DE39-83A0-0FC8-E0CB-009019DCDE4A}"/>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3" name="Title 2">
            <a:extLst>
              <a:ext uri="{FF2B5EF4-FFF2-40B4-BE49-F238E27FC236}">
                <a16:creationId xmlns:a16="http://schemas.microsoft.com/office/drawing/2014/main" id="{D50C9FFE-FAB8-4440-8772-8317E150AEED}"/>
              </a:ext>
            </a:extLst>
          </p:cNvPr>
          <p:cNvSpPr>
            <a:spLocks noGrp="1"/>
          </p:cNvSpPr>
          <p:nvPr>
            <p:ph type="title" hasCustomPrompt="1"/>
          </p:nvPr>
        </p:nvSpPr>
        <p:spPr/>
        <p:txBody>
          <a:bodyPr/>
          <a:lstStyle>
            <a:lvl1pPr>
              <a:defRPr/>
            </a:lvl1pPr>
          </a:lstStyle>
          <a:p>
            <a:r>
              <a:rPr lang="en-US" dirty="0"/>
              <a:t>Click to edit title</a:t>
            </a:r>
          </a:p>
        </p:txBody>
      </p:sp>
      <p:sp>
        <p:nvSpPr>
          <p:cNvPr id="5" name="Footer Placeholder 4">
            <a:extLst>
              <a:ext uri="{FF2B5EF4-FFF2-40B4-BE49-F238E27FC236}">
                <a16:creationId xmlns:a16="http://schemas.microsoft.com/office/drawing/2014/main" id="{21D1B2D5-DFA1-41A6-85A8-75AC5E9C0D9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488254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_ Col">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316C4B48-7716-4E28-8ADE-6E5366C85383}"/>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6" name="Title 5">
            <a:extLst>
              <a:ext uri="{FF2B5EF4-FFF2-40B4-BE49-F238E27FC236}">
                <a16:creationId xmlns:a16="http://schemas.microsoft.com/office/drawing/2014/main" id="{EFB59AE5-A6CB-4081-A49E-F3D3C95D31C5}"/>
              </a:ext>
            </a:extLst>
          </p:cNvPr>
          <p:cNvSpPr>
            <a:spLocks noGrp="1"/>
          </p:cNvSpPr>
          <p:nvPr>
            <p:ph type="title" hasCustomPrompt="1"/>
          </p:nvPr>
        </p:nvSpPr>
        <p:spPr>
          <a:xfrm>
            <a:off x="1078992" y="877824"/>
            <a:ext cx="8924544" cy="694944"/>
          </a:xfrm>
        </p:spPr>
        <p:txBody>
          <a:bodyPr/>
          <a:lstStyle>
            <a:lvl1pPr>
              <a:defRPr/>
            </a:lvl1pPr>
          </a:lstStyle>
          <a:p>
            <a:r>
              <a:rPr lang="en-US" dirty="0"/>
              <a:t>Click to edit title</a:t>
            </a:r>
          </a:p>
        </p:txBody>
      </p:sp>
      <p:sp>
        <p:nvSpPr>
          <p:cNvPr id="4" name="Content Placeholder 3">
            <a:extLst>
              <a:ext uri="{FF2B5EF4-FFF2-40B4-BE49-F238E27FC236}">
                <a16:creationId xmlns:a16="http://schemas.microsoft.com/office/drawing/2014/main" id="{054BD1C4-22D7-40F3-B111-1B5A39233FDB}"/>
              </a:ext>
            </a:extLst>
          </p:cNvPr>
          <p:cNvSpPr>
            <a:spLocks noGrp="1"/>
          </p:cNvSpPr>
          <p:nvPr>
            <p:ph sz="quarter" idx="13" hasCustomPrompt="1"/>
          </p:nvPr>
        </p:nvSpPr>
        <p:spPr>
          <a:xfrm>
            <a:off x="1078992" y="2103120"/>
            <a:ext cx="10030968"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21D1B2D5-DFA1-41A6-85A8-75AC5E9C0D9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46001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_ Col">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9D28EB15-9FBA-429E-8F27-27351AE66ACE}"/>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4" name="Title 3">
            <a:extLst>
              <a:ext uri="{FF2B5EF4-FFF2-40B4-BE49-F238E27FC236}">
                <a16:creationId xmlns:a16="http://schemas.microsoft.com/office/drawing/2014/main" id="{601A0B8A-4263-483F-9142-D0F25D413183}"/>
              </a:ext>
            </a:extLst>
          </p:cNvPr>
          <p:cNvSpPr>
            <a:spLocks noGrp="1"/>
          </p:cNvSpPr>
          <p:nvPr>
            <p:ph type="title" hasCustomPrompt="1"/>
          </p:nvPr>
        </p:nvSpPr>
        <p:spPr/>
        <p:txBody>
          <a:bodyPr/>
          <a:lstStyle>
            <a:lvl1pPr>
              <a:defRPr/>
            </a:lvl1pPr>
          </a:lstStyle>
          <a:p>
            <a:r>
              <a:rPr lang="en-US" dirty="0"/>
              <a:t>Click to edit title</a:t>
            </a:r>
          </a:p>
        </p:txBody>
      </p:sp>
      <p:sp>
        <p:nvSpPr>
          <p:cNvPr id="11" name="Content Placeholder 10">
            <a:extLst>
              <a:ext uri="{FF2B5EF4-FFF2-40B4-BE49-F238E27FC236}">
                <a16:creationId xmlns:a16="http://schemas.microsoft.com/office/drawing/2014/main" id="{4A38D06F-09B3-4E93-8BFD-AA553A1B73EE}"/>
              </a:ext>
            </a:extLst>
          </p:cNvPr>
          <p:cNvSpPr>
            <a:spLocks noGrp="1"/>
          </p:cNvSpPr>
          <p:nvPr>
            <p:ph sz="quarter" idx="16" hasCustomPrompt="1"/>
          </p:nvPr>
        </p:nvSpPr>
        <p:spPr>
          <a:xfrm>
            <a:off x="1078992" y="2103120"/>
            <a:ext cx="4809744"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a:extLst>
              <a:ext uri="{FF2B5EF4-FFF2-40B4-BE49-F238E27FC236}">
                <a16:creationId xmlns:a16="http://schemas.microsoft.com/office/drawing/2014/main" id="{4FEE5220-C017-474F-AE85-6ED31EC73E1A}"/>
              </a:ext>
            </a:extLst>
          </p:cNvPr>
          <p:cNvSpPr>
            <a:spLocks noGrp="1"/>
          </p:cNvSpPr>
          <p:nvPr>
            <p:ph sz="quarter" idx="17" hasCustomPrompt="1"/>
          </p:nvPr>
        </p:nvSpPr>
        <p:spPr>
          <a:xfrm>
            <a:off x="6309360" y="2103120"/>
            <a:ext cx="4800600"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F28E80EB-CC34-4996-80D2-1EB74A232983}"/>
              </a:ext>
            </a:extLst>
          </p:cNvPr>
          <p:cNvSpPr>
            <a:spLocks noGrp="1"/>
          </p:cNvSpPr>
          <p:nvPr>
            <p:ph type="ftr" sz="quarter" idx="15"/>
          </p:nvPr>
        </p:nvSpPr>
        <p:spPr/>
        <p:txBody>
          <a:bodyPr/>
          <a:lstStyle/>
          <a:p>
            <a:endParaRPr lang="en-US" dirty="0"/>
          </a:p>
        </p:txBody>
      </p:sp>
    </p:spTree>
    <p:extLst>
      <p:ext uri="{BB962C8B-B14F-4D97-AF65-F5344CB8AC3E}">
        <p14:creationId xmlns:p14="http://schemas.microsoft.com/office/powerpoint/2010/main" val="1848183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3 _ 2/3">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5B0F028A-752D-4633-BFED-BFFCFD5584C4}"/>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5" name="Title 1">
            <a:extLst>
              <a:ext uri="{FF2B5EF4-FFF2-40B4-BE49-F238E27FC236}">
                <a16:creationId xmlns:a16="http://schemas.microsoft.com/office/drawing/2014/main" id="{629AFABC-AFED-4614-9F5F-0296EAA986A2}"/>
              </a:ext>
            </a:extLst>
          </p:cNvPr>
          <p:cNvSpPr>
            <a:spLocks noGrp="1"/>
          </p:cNvSpPr>
          <p:nvPr>
            <p:ph type="title" hasCustomPrompt="1"/>
          </p:nvPr>
        </p:nvSpPr>
        <p:spPr>
          <a:xfrm>
            <a:off x="1078992" y="877824"/>
            <a:ext cx="8924544" cy="694944"/>
          </a:xfrm>
        </p:spPr>
        <p:txBody>
          <a:bodyPr/>
          <a:lstStyle>
            <a:lvl1pPr>
              <a:defRPr/>
            </a:lvl1pPr>
          </a:lstStyle>
          <a:p>
            <a:r>
              <a:rPr lang="en-US" dirty="0"/>
              <a:t>Click to edit title</a:t>
            </a:r>
          </a:p>
        </p:txBody>
      </p:sp>
      <p:sp>
        <p:nvSpPr>
          <p:cNvPr id="13" name="Content Placeholder 10">
            <a:extLst>
              <a:ext uri="{FF2B5EF4-FFF2-40B4-BE49-F238E27FC236}">
                <a16:creationId xmlns:a16="http://schemas.microsoft.com/office/drawing/2014/main" id="{D0802CE6-29DA-4F39-8537-D501E03451FA}"/>
              </a:ext>
            </a:extLst>
          </p:cNvPr>
          <p:cNvSpPr>
            <a:spLocks noGrp="1"/>
          </p:cNvSpPr>
          <p:nvPr>
            <p:ph sz="quarter" idx="16" hasCustomPrompt="1"/>
          </p:nvPr>
        </p:nvSpPr>
        <p:spPr>
          <a:xfrm>
            <a:off x="1078992" y="2103120"/>
            <a:ext cx="2615184"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0">
            <a:extLst>
              <a:ext uri="{FF2B5EF4-FFF2-40B4-BE49-F238E27FC236}">
                <a16:creationId xmlns:a16="http://schemas.microsoft.com/office/drawing/2014/main" id="{F5D53AC1-E6DE-4A92-AF17-77FBFB4CA23B}"/>
              </a:ext>
            </a:extLst>
          </p:cNvPr>
          <p:cNvSpPr>
            <a:spLocks noGrp="1"/>
          </p:cNvSpPr>
          <p:nvPr>
            <p:ph sz="quarter" idx="17" hasCustomPrompt="1"/>
          </p:nvPr>
        </p:nvSpPr>
        <p:spPr>
          <a:xfrm>
            <a:off x="4562856" y="2103120"/>
            <a:ext cx="6547104"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5">
            <a:extLst>
              <a:ext uri="{FF2B5EF4-FFF2-40B4-BE49-F238E27FC236}">
                <a16:creationId xmlns:a16="http://schemas.microsoft.com/office/drawing/2014/main" id="{B0D522F0-9E43-45AD-BEE9-4CA339BCB959}"/>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988473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3 _ 1/3">
    <p:spTree>
      <p:nvGrpSpPr>
        <p:cNvPr id="1" name=""/>
        <p:cNvGrpSpPr/>
        <p:nvPr/>
      </p:nvGrpSpPr>
      <p:grpSpPr>
        <a:xfrm>
          <a:off x="0" y="0"/>
          <a:ext cx="0" cy="0"/>
          <a:chOff x="0" y="0"/>
          <a:chExt cx="0" cy="0"/>
        </a:xfrm>
      </p:grpSpPr>
      <p:sp>
        <p:nvSpPr>
          <p:cNvPr id="7" name="Subtitle 2">
            <a:extLst>
              <a:ext uri="{FF2B5EF4-FFF2-40B4-BE49-F238E27FC236}">
                <a16:creationId xmlns:a16="http://schemas.microsoft.com/office/drawing/2014/main" id="{002EB6B1-A011-4F73-A23B-C23F6AF78DE3}"/>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5" name="Title 1">
            <a:extLst>
              <a:ext uri="{FF2B5EF4-FFF2-40B4-BE49-F238E27FC236}">
                <a16:creationId xmlns:a16="http://schemas.microsoft.com/office/drawing/2014/main" id="{629AFABC-AFED-4614-9F5F-0296EAA986A2}"/>
              </a:ext>
            </a:extLst>
          </p:cNvPr>
          <p:cNvSpPr>
            <a:spLocks noGrp="1"/>
          </p:cNvSpPr>
          <p:nvPr>
            <p:ph type="title" hasCustomPrompt="1"/>
          </p:nvPr>
        </p:nvSpPr>
        <p:spPr>
          <a:xfrm>
            <a:off x="1078992" y="877824"/>
            <a:ext cx="8924544" cy="694944"/>
          </a:xfrm>
        </p:spPr>
        <p:txBody>
          <a:bodyPr/>
          <a:lstStyle>
            <a:lvl1pPr>
              <a:defRPr/>
            </a:lvl1pPr>
          </a:lstStyle>
          <a:p>
            <a:r>
              <a:rPr lang="en-US" dirty="0"/>
              <a:t>Click to edit title</a:t>
            </a:r>
          </a:p>
        </p:txBody>
      </p:sp>
      <p:sp>
        <p:nvSpPr>
          <p:cNvPr id="13" name="Content Placeholder 10">
            <a:extLst>
              <a:ext uri="{FF2B5EF4-FFF2-40B4-BE49-F238E27FC236}">
                <a16:creationId xmlns:a16="http://schemas.microsoft.com/office/drawing/2014/main" id="{D0802CE6-29DA-4F39-8537-D501E03451FA}"/>
              </a:ext>
            </a:extLst>
          </p:cNvPr>
          <p:cNvSpPr>
            <a:spLocks noGrp="1"/>
          </p:cNvSpPr>
          <p:nvPr>
            <p:ph sz="quarter" idx="16" hasCustomPrompt="1"/>
          </p:nvPr>
        </p:nvSpPr>
        <p:spPr>
          <a:xfrm>
            <a:off x="1078992" y="2103120"/>
            <a:ext cx="6556248"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0">
            <a:extLst>
              <a:ext uri="{FF2B5EF4-FFF2-40B4-BE49-F238E27FC236}">
                <a16:creationId xmlns:a16="http://schemas.microsoft.com/office/drawing/2014/main" id="{F5D53AC1-E6DE-4A92-AF17-77FBFB4CA23B}"/>
              </a:ext>
            </a:extLst>
          </p:cNvPr>
          <p:cNvSpPr>
            <a:spLocks noGrp="1"/>
          </p:cNvSpPr>
          <p:nvPr>
            <p:ph sz="quarter" idx="17" hasCustomPrompt="1"/>
          </p:nvPr>
        </p:nvSpPr>
        <p:spPr>
          <a:xfrm>
            <a:off x="8503920" y="2103120"/>
            <a:ext cx="2606040"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5">
            <a:extLst>
              <a:ext uri="{FF2B5EF4-FFF2-40B4-BE49-F238E27FC236}">
                <a16:creationId xmlns:a16="http://schemas.microsoft.com/office/drawing/2014/main" id="{B0D522F0-9E43-45AD-BEE9-4CA339BCB959}"/>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8321637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_ Col">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A7E267EF-4516-40D7-8E7D-FA4DB2D312A0}"/>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4" name="Title 3">
            <a:extLst>
              <a:ext uri="{FF2B5EF4-FFF2-40B4-BE49-F238E27FC236}">
                <a16:creationId xmlns:a16="http://schemas.microsoft.com/office/drawing/2014/main" id="{9D882AA0-9009-4A6B-BDCE-0EEDC40BCDD9}"/>
              </a:ext>
            </a:extLst>
          </p:cNvPr>
          <p:cNvSpPr>
            <a:spLocks noGrp="1"/>
          </p:cNvSpPr>
          <p:nvPr>
            <p:ph type="title" hasCustomPrompt="1"/>
          </p:nvPr>
        </p:nvSpPr>
        <p:spPr/>
        <p:txBody>
          <a:bodyPr/>
          <a:lstStyle>
            <a:lvl1pPr>
              <a:defRPr/>
            </a:lvl1pPr>
          </a:lstStyle>
          <a:p>
            <a:r>
              <a:rPr lang="en-US" dirty="0"/>
              <a:t>Click to edit title</a:t>
            </a:r>
          </a:p>
        </p:txBody>
      </p:sp>
      <p:sp>
        <p:nvSpPr>
          <p:cNvPr id="12" name="Content Placeholder 10">
            <a:extLst>
              <a:ext uri="{FF2B5EF4-FFF2-40B4-BE49-F238E27FC236}">
                <a16:creationId xmlns:a16="http://schemas.microsoft.com/office/drawing/2014/main" id="{7A8506C9-94CB-40A6-AD13-8DA6FD01BACF}"/>
              </a:ext>
            </a:extLst>
          </p:cNvPr>
          <p:cNvSpPr>
            <a:spLocks noGrp="1"/>
          </p:cNvSpPr>
          <p:nvPr>
            <p:ph sz="quarter" idx="16" hasCustomPrompt="1"/>
          </p:nvPr>
        </p:nvSpPr>
        <p:spPr>
          <a:xfrm>
            <a:off x="1078992" y="2103120"/>
            <a:ext cx="3063240"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a:extLst>
              <a:ext uri="{FF2B5EF4-FFF2-40B4-BE49-F238E27FC236}">
                <a16:creationId xmlns:a16="http://schemas.microsoft.com/office/drawing/2014/main" id="{2A100DF3-284B-419A-B1E6-D0F483DDDF6B}"/>
              </a:ext>
            </a:extLst>
          </p:cNvPr>
          <p:cNvSpPr>
            <a:spLocks noGrp="1"/>
          </p:cNvSpPr>
          <p:nvPr>
            <p:ph sz="quarter" idx="17" hasCustomPrompt="1"/>
          </p:nvPr>
        </p:nvSpPr>
        <p:spPr>
          <a:xfrm>
            <a:off x="4562856" y="2103120"/>
            <a:ext cx="3063240"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0">
            <a:extLst>
              <a:ext uri="{FF2B5EF4-FFF2-40B4-BE49-F238E27FC236}">
                <a16:creationId xmlns:a16="http://schemas.microsoft.com/office/drawing/2014/main" id="{DC0B54FB-064F-411D-BC49-C2B3654C264D}"/>
              </a:ext>
            </a:extLst>
          </p:cNvPr>
          <p:cNvSpPr>
            <a:spLocks noGrp="1"/>
          </p:cNvSpPr>
          <p:nvPr>
            <p:ph sz="quarter" idx="18" hasCustomPrompt="1"/>
          </p:nvPr>
        </p:nvSpPr>
        <p:spPr>
          <a:xfrm>
            <a:off x="8055864" y="2103120"/>
            <a:ext cx="3054096"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5">
            <a:extLst>
              <a:ext uri="{FF2B5EF4-FFF2-40B4-BE49-F238E27FC236}">
                <a16:creationId xmlns:a16="http://schemas.microsoft.com/office/drawing/2014/main" id="{ED94E8B3-CE14-4832-B92A-759F48B924B1}"/>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3606134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_ Col">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DF21A702-7E30-4092-9424-128B24DE251D}"/>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5" name="Title 1">
            <a:extLst>
              <a:ext uri="{FF2B5EF4-FFF2-40B4-BE49-F238E27FC236}">
                <a16:creationId xmlns:a16="http://schemas.microsoft.com/office/drawing/2014/main" id="{629AFABC-AFED-4614-9F5F-0296EAA986A2}"/>
              </a:ext>
            </a:extLst>
          </p:cNvPr>
          <p:cNvSpPr>
            <a:spLocks noGrp="1"/>
          </p:cNvSpPr>
          <p:nvPr>
            <p:ph type="title" hasCustomPrompt="1"/>
          </p:nvPr>
        </p:nvSpPr>
        <p:spPr>
          <a:xfrm>
            <a:off x="1078992" y="877824"/>
            <a:ext cx="8924544" cy="694944"/>
          </a:xfrm>
        </p:spPr>
        <p:txBody>
          <a:bodyPr/>
          <a:lstStyle>
            <a:lvl1pPr>
              <a:defRPr/>
            </a:lvl1pPr>
          </a:lstStyle>
          <a:p>
            <a:r>
              <a:rPr lang="en-US" dirty="0"/>
              <a:t>Click to edit title</a:t>
            </a:r>
          </a:p>
        </p:txBody>
      </p:sp>
      <p:sp>
        <p:nvSpPr>
          <p:cNvPr id="13" name="Content Placeholder 10">
            <a:extLst>
              <a:ext uri="{FF2B5EF4-FFF2-40B4-BE49-F238E27FC236}">
                <a16:creationId xmlns:a16="http://schemas.microsoft.com/office/drawing/2014/main" id="{D0802CE6-29DA-4F39-8537-D501E03451FA}"/>
              </a:ext>
            </a:extLst>
          </p:cNvPr>
          <p:cNvSpPr>
            <a:spLocks noGrp="1"/>
          </p:cNvSpPr>
          <p:nvPr>
            <p:ph sz="quarter" idx="16" hasCustomPrompt="1"/>
          </p:nvPr>
        </p:nvSpPr>
        <p:spPr>
          <a:xfrm>
            <a:off x="1078992" y="2103120"/>
            <a:ext cx="2185416"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0">
            <a:extLst>
              <a:ext uri="{FF2B5EF4-FFF2-40B4-BE49-F238E27FC236}">
                <a16:creationId xmlns:a16="http://schemas.microsoft.com/office/drawing/2014/main" id="{F5D53AC1-E6DE-4A92-AF17-77FBFB4CA23B}"/>
              </a:ext>
            </a:extLst>
          </p:cNvPr>
          <p:cNvSpPr>
            <a:spLocks noGrp="1"/>
          </p:cNvSpPr>
          <p:nvPr>
            <p:ph sz="quarter" idx="17" hasCustomPrompt="1"/>
          </p:nvPr>
        </p:nvSpPr>
        <p:spPr>
          <a:xfrm>
            <a:off x="3685032" y="2103120"/>
            <a:ext cx="2185416"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0">
            <a:extLst>
              <a:ext uri="{FF2B5EF4-FFF2-40B4-BE49-F238E27FC236}">
                <a16:creationId xmlns:a16="http://schemas.microsoft.com/office/drawing/2014/main" id="{793E4856-67E0-4AD1-82FC-8C7265D2DB47}"/>
              </a:ext>
            </a:extLst>
          </p:cNvPr>
          <p:cNvSpPr>
            <a:spLocks noGrp="1"/>
          </p:cNvSpPr>
          <p:nvPr>
            <p:ph sz="quarter" idx="18" hasCustomPrompt="1"/>
          </p:nvPr>
        </p:nvSpPr>
        <p:spPr>
          <a:xfrm>
            <a:off x="6309360" y="2103120"/>
            <a:ext cx="2185416"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10">
            <a:extLst>
              <a:ext uri="{FF2B5EF4-FFF2-40B4-BE49-F238E27FC236}">
                <a16:creationId xmlns:a16="http://schemas.microsoft.com/office/drawing/2014/main" id="{3D2C8FA6-568C-4CE8-B93F-2D17F5E5D9C4}"/>
              </a:ext>
            </a:extLst>
          </p:cNvPr>
          <p:cNvSpPr>
            <a:spLocks noGrp="1"/>
          </p:cNvSpPr>
          <p:nvPr>
            <p:ph sz="quarter" idx="19" hasCustomPrompt="1"/>
          </p:nvPr>
        </p:nvSpPr>
        <p:spPr>
          <a:xfrm>
            <a:off x="8924544" y="2103120"/>
            <a:ext cx="2185416" cy="3858768"/>
          </a:xfrm>
        </p:spPr>
        <p:txBody>
          <a:bodyPr/>
          <a:lstStyle>
            <a:lvl1pPr>
              <a:defRPr/>
            </a:lvl1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Footer Placeholder 5">
            <a:extLst>
              <a:ext uri="{FF2B5EF4-FFF2-40B4-BE49-F238E27FC236}">
                <a16:creationId xmlns:a16="http://schemas.microsoft.com/office/drawing/2014/main" id="{B0D522F0-9E43-45AD-BEE9-4CA339BCB959}"/>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31845902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ubtitle 2">
            <a:extLst>
              <a:ext uri="{FF2B5EF4-FFF2-40B4-BE49-F238E27FC236}">
                <a16:creationId xmlns:a16="http://schemas.microsoft.com/office/drawing/2014/main" id="{31CF8D7A-20FC-4228-24C8-5946C9326DB1}"/>
              </a:ext>
            </a:extLst>
          </p:cNvPr>
          <p:cNvSpPr>
            <a:spLocks noGrp="1"/>
          </p:cNvSpPr>
          <p:nvPr>
            <p:ph type="subTitle" idx="1" hasCustomPrompt="1"/>
          </p:nvPr>
        </p:nvSpPr>
        <p:spPr>
          <a:xfrm>
            <a:off x="1078992" y="438912"/>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4" name="Title 1">
            <a:extLst>
              <a:ext uri="{FF2B5EF4-FFF2-40B4-BE49-F238E27FC236}">
                <a16:creationId xmlns:a16="http://schemas.microsoft.com/office/drawing/2014/main" id="{9693F6BB-5693-959B-3F91-7EE9A8581DAD}"/>
              </a:ext>
            </a:extLst>
          </p:cNvPr>
          <p:cNvSpPr>
            <a:spLocks noGrp="1"/>
          </p:cNvSpPr>
          <p:nvPr>
            <p:ph type="title" hasCustomPrompt="1"/>
          </p:nvPr>
        </p:nvSpPr>
        <p:spPr>
          <a:xfrm>
            <a:off x="1078992" y="-961838"/>
            <a:ext cx="8924544" cy="694944"/>
          </a:xfrm>
        </p:spPr>
        <p:txBody>
          <a:bodyPr/>
          <a:lstStyle>
            <a:lvl1pPr>
              <a:defRPr>
                <a:solidFill>
                  <a:schemeClr val="tx1"/>
                </a:solidFill>
              </a:defRPr>
            </a:lvl1pPr>
          </a:lstStyle>
          <a:p>
            <a:r>
              <a:rPr lang="en-US" dirty="0"/>
              <a:t>Click to edit title to meet accessibility standards</a:t>
            </a:r>
          </a:p>
        </p:txBody>
      </p:sp>
      <p:sp>
        <p:nvSpPr>
          <p:cNvPr id="3" name="Footer Placeholder 2">
            <a:extLst>
              <a:ext uri="{FF2B5EF4-FFF2-40B4-BE49-F238E27FC236}">
                <a16:creationId xmlns:a16="http://schemas.microsoft.com/office/drawing/2014/main" id="{2EF5CA87-D1E2-4981-A4A2-CD75FAB1E0CA}"/>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257971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_ Only Light">
    <p:bg>
      <p:bgPr>
        <a:solidFill>
          <a:schemeClr val="bg2"/>
        </a:solidFill>
        <a:effectLst/>
      </p:bgPr>
    </p:bg>
    <p:spTree>
      <p:nvGrpSpPr>
        <p:cNvPr id="1" name=""/>
        <p:cNvGrpSpPr/>
        <p:nvPr/>
      </p:nvGrpSpPr>
      <p:grpSpPr>
        <a:xfrm>
          <a:off x="0" y="0"/>
          <a:ext cx="0" cy="0"/>
          <a:chOff x="0" y="0"/>
          <a:chExt cx="0" cy="0"/>
        </a:xfrm>
      </p:grpSpPr>
      <p:sp>
        <p:nvSpPr>
          <p:cNvPr id="10" name="Subtitle 2">
            <a:extLst>
              <a:ext uri="{FF2B5EF4-FFF2-40B4-BE49-F238E27FC236}">
                <a16:creationId xmlns:a16="http://schemas.microsoft.com/office/drawing/2014/main" id="{1CDB7048-C9B1-4314-A49D-5E7B171BA9D5}"/>
              </a:ext>
            </a:extLst>
          </p:cNvPr>
          <p:cNvSpPr>
            <a:spLocks noGrp="1"/>
          </p:cNvSpPr>
          <p:nvPr>
            <p:ph type="subTitle" idx="12" hasCustomPrompt="1"/>
          </p:nvPr>
        </p:nvSpPr>
        <p:spPr>
          <a:xfrm>
            <a:off x="1078992" y="442446"/>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3" name="Title 2">
            <a:extLst>
              <a:ext uri="{FF2B5EF4-FFF2-40B4-BE49-F238E27FC236}">
                <a16:creationId xmlns:a16="http://schemas.microsoft.com/office/drawing/2014/main" id="{B5D8535C-2820-4435-AF05-C3B9EE3A6970}"/>
              </a:ext>
            </a:extLst>
          </p:cNvPr>
          <p:cNvSpPr>
            <a:spLocks noGrp="1"/>
          </p:cNvSpPr>
          <p:nvPr>
            <p:ph type="title" hasCustomPrompt="1"/>
          </p:nvPr>
        </p:nvSpPr>
        <p:spPr/>
        <p:txBody>
          <a:bodyPr/>
          <a:lstStyle>
            <a:lvl1pPr>
              <a:defRPr>
                <a:solidFill>
                  <a:schemeClr val="tx1"/>
                </a:solidFill>
              </a:defRPr>
            </a:lvl1pPr>
          </a:lstStyle>
          <a:p>
            <a:r>
              <a:rPr lang="en-US" dirty="0"/>
              <a:t>Click to edit title</a:t>
            </a:r>
          </a:p>
        </p:txBody>
      </p:sp>
      <p:sp>
        <p:nvSpPr>
          <p:cNvPr id="2" name="Footer Placeholder 1">
            <a:extLst>
              <a:ext uri="{FF2B5EF4-FFF2-40B4-BE49-F238E27FC236}">
                <a16:creationId xmlns:a16="http://schemas.microsoft.com/office/drawing/2014/main" id="{1B2248F4-8A2B-4C3D-8D6F-ADDABAF2C4DC}"/>
              </a:ext>
            </a:extLst>
          </p:cNvPr>
          <p:cNvSpPr>
            <a:spLocks noGrp="1"/>
          </p:cNvSpPr>
          <p:nvPr>
            <p:ph type="ftr" sz="quarter" idx="13"/>
          </p:nvPr>
        </p:nvSpPr>
        <p:spPr/>
        <p:txBody>
          <a:bodyPr/>
          <a:lstStyle/>
          <a:p>
            <a:endParaRPr lang="en-US" dirty="0"/>
          </a:p>
        </p:txBody>
      </p:sp>
    </p:spTree>
    <p:extLst>
      <p:ext uri="{BB962C8B-B14F-4D97-AF65-F5344CB8AC3E}">
        <p14:creationId xmlns:p14="http://schemas.microsoft.com/office/powerpoint/2010/main" val="32843887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_ Col Light">
    <p:bg>
      <p:bgPr>
        <a:solidFill>
          <a:schemeClr val="bg2"/>
        </a:solidFill>
        <a:effectLst/>
      </p:bgPr>
    </p:bg>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C834F469-F85E-4261-8083-286FEBD2B8E0}"/>
              </a:ext>
            </a:extLst>
          </p:cNvPr>
          <p:cNvSpPr>
            <a:spLocks noGrp="1"/>
          </p:cNvSpPr>
          <p:nvPr>
            <p:ph type="subTitle" idx="12" hasCustomPrompt="1"/>
          </p:nvPr>
        </p:nvSpPr>
        <p:spPr>
          <a:xfrm>
            <a:off x="1078992" y="444887"/>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6" name="Title 5">
            <a:extLst>
              <a:ext uri="{FF2B5EF4-FFF2-40B4-BE49-F238E27FC236}">
                <a16:creationId xmlns:a16="http://schemas.microsoft.com/office/drawing/2014/main" id="{EFB59AE5-A6CB-4081-A49E-F3D3C95D31C5}"/>
              </a:ext>
            </a:extLst>
          </p:cNvPr>
          <p:cNvSpPr>
            <a:spLocks noGrp="1"/>
          </p:cNvSpPr>
          <p:nvPr>
            <p:ph type="title" hasCustomPrompt="1"/>
          </p:nvPr>
        </p:nvSpPr>
        <p:spPr>
          <a:xfrm>
            <a:off x="1078992" y="877824"/>
            <a:ext cx="8924544" cy="694944"/>
          </a:xfrm>
        </p:spPr>
        <p:txBody>
          <a:bodyPr/>
          <a:lstStyle>
            <a:lvl1pPr>
              <a:defRPr>
                <a:solidFill>
                  <a:schemeClr val="tx1"/>
                </a:solidFill>
              </a:defRPr>
            </a:lvl1pPr>
          </a:lstStyle>
          <a:p>
            <a:r>
              <a:rPr lang="en-US" dirty="0"/>
              <a:t>Click to edit title</a:t>
            </a:r>
          </a:p>
        </p:txBody>
      </p:sp>
      <p:sp>
        <p:nvSpPr>
          <p:cNvPr id="7" name="Content Placeholder 10">
            <a:extLst>
              <a:ext uri="{FF2B5EF4-FFF2-40B4-BE49-F238E27FC236}">
                <a16:creationId xmlns:a16="http://schemas.microsoft.com/office/drawing/2014/main" id="{550820F6-3107-4B48-A464-54DCB1A7AAAD}"/>
              </a:ext>
            </a:extLst>
          </p:cNvPr>
          <p:cNvSpPr>
            <a:spLocks noGrp="1"/>
          </p:cNvSpPr>
          <p:nvPr>
            <p:ph sz="quarter" idx="16" hasCustomPrompt="1"/>
          </p:nvPr>
        </p:nvSpPr>
        <p:spPr>
          <a:xfrm>
            <a:off x="1078992" y="2103120"/>
            <a:ext cx="10030968"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vl8pPr>
              <a:defRPr/>
            </a:lvl8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Footer Placeholder 4">
            <a:extLst>
              <a:ext uri="{FF2B5EF4-FFF2-40B4-BE49-F238E27FC236}">
                <a16:creationId xmlns:a16="http://schemas.microsoft.com/office/drawing/2014/main" id="{21D1B2D5-DFA1-41A6-85A8-75AC5E9C0D9E}"/>
              </a:ext>
            </a:extLst>
          </p:cNvPr>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103217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_ Col Light">
    <p:bg>
      <p:bgPr>
        <a:solidFill>
          <a:schemeClr val="bg2"/>
        </a:solid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062771D-987A-4E46-93F0-496BBCDAA175}"/>
              </a:ext>
            </a:extLst>
          </p:cNvPr>
          <p:cNvSpPr>
            <a:spLocks noGrp="1"/>
          </p:cNvSpPr>
          <p:nvPr>
            <p:ph type="subTitle" idx="12" hasCustomPrompt="1"/>
          </p:nvPr>
        </p:nvSpPr>
        <p:spPr>
          <a:xfrm>
            <a:off x="1078992" y="444887"/>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0" name="Title 3">
            <a:extLst>
              <a:ext uri="{FF2B5EF4-FFF2-40B4-BE49-F238E27FC236}">
                <a16:creationId xmlns:a16="http://schemas.microsoft.com/office/drawing/2014/main" id="{BC15099A-A891-4B22-AE92-75921DD9892D}"/>
              </a:ext>
            </a:extLst>
          </p:cNvPr>
          <p:cNvSpPr>
            <a:spLocks noGrp="1"/>
          </p:cNvSpPr>
          <p:nvPr>
            <p:ph type="title" hasCustomPrompt="1"/>
          </p:nvPr>
        </p:nvSpPr>
        <p:spPr>
          <a:xfrm>
            <a:off x="1078992" y="877824"/>
            <a:ext cx="8924544" cy="694944"/>
          </a:xfrm>
        </p:spPr>
        <p:txBody>
          <a:bodyPr/>
          <a:lstStyle>
            <a:lvl1pPr>
              <a:defRPr>
                <a:solidFill>
                  <a:schemeClr val="tx1"/>
                </a:solidFill>
              </a:defRPr>
            </a:lvl1pPr>
          </a:lstStyle>
          <a:p>
            <a:r>
              <a:rPr lang="en-US" dirty="0"/>
              <a:t>Click to edit title</a:t>
            </a:r>
          </a:p>
        </p:txBody>
      </p:sp>
      <p:sp>
        <p:nvSpPr>
          <p:cNvPr id="13" name="Content Placeholder 10">
            <a:extLst>
              <a:ext uri="{FF2B5EF4-FFF2-40B4-BE49-F238E27FC236}">
                <a16:creationId xmlns:a16="http://schemas.microsoft.com/office/drawing/2014/main" id="{A8B2F885-32D2-4813-92B6-ACE27E9CC4B9}"/>
              </a:ext>
            </a:extLst>
          </p:cNvPr>
          <p:cNvSpPr>
            <a:spLocks noGrp="1"/>
          </p:cNvSpPr>
          <p:nvPr>
            <p:ph sz="quarter" idx="16" hasCustomPrompt="1"/>
          </p:nvPr>
        </p:nvSpPr>
        <p:spPr>
          <a:xfrm>
            <a:off x="1078992" y="2103120"/>
            <a:ext cx="4809744"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vl8pPr>
              <a:defRPr/>
            </a:lvl8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4" name="Content Placeholder 10">
            <a:extLst>
              <a:ext uri="{FF2B5EF4-FFF2-40B4-BE49-F238E27FC236}">
                <a16:creationId xmlns:a16="http://schemas.microsoft.com/office/drawing/2014/main" id="{4B0FD31F-740C-427D-81DE-4D916E530710}"/>
              </a:ext>
            </a:extLst>
          </p:cNvPr>
          <p:cNvSpPr>
            <a:spLocks noGrp="1"/>
          </p:cNvSpPr>
          <p:nvPr>
            <p:ph sz="quarter" idx="17" hasCustomPrompt="1"/>
          </p:nvPr>
        </p:nvSpPr>
        <p:spPr>
          <a:xfrm>
            <a:off x="6309360" y="2103120"/>
            <a:ext cx="4800600"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5">
            <a:extLst>
              <a:ext uri="{FF2B5EF4-FFF2-40B4-BE49-F238E27FC236}">
                <a16:creationId xmlns:a16="http://schemas.microsoft.com/office/drawing/2014/main" id="{FB6F95FD-E99D-4847-A07E-81ED2ED93950}"/>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42660911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 _ 2/3 Light">
    <p:bg>
      <p:bgPr>
        <a:solidFill>
          <a:schemeClr val="bg2"/>
        </a:solid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062771D-987A-4E46-93F0-496BBCDAA175}"/>
              </a:ext>
            </a:extLst>
          </p:cNvPr>
          <p:cNvSpPr>
            <a:spLocks noGrp="1"/>
          </p:cNvSpPr>
          <p:nvPr>
            <p:ph type="subTitle" idx="12" hasCustomPrompt="1"/>
          </p:nvPr>
        </p:nvSpPr>
        <p:spPr>
          <a:xfrm>
            <a:off x="1078992" y="444887"/>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0" name="Title 3">
            <a:extLst>
              <a:ext uri="{FF2B5EF4-FFF2-40B4-BE49-F238E27FC236}">
                <a16:creationId xmlns:a16="http://schemas.microsoft.com/office/drawing/2014/main" id="{BC15099A-A891-4B22-AE92-75921DD9892D}"/>
              </a:ext>
            </a:extLst>
          </p:cNvPr>
          <p:cNvSpPr>
            <a:spLocks noGrp="1"/>
          </p:cNvSpPr>
          <p:nvPr>
            <p:ph type="title" hasCustomPrompt="1"/>
          </p:nvPr>
        </p:nvSpPr>
        <p:spPr>
          <a:xfrm>
            <a:off x="1078992" y="877824"/>
            <a:ext cx="8924544" cy="694944"/>
          </a:xfrm>
        </p:spPr>
        <p:txBody>
          <a:bodyPr/>
          <a:lstStyle>
            <a:lvl1pPr>
              <a:defRPr>
                <a:solidFill>
                  <a:schemeClr val="tx1"/>
                </a:solidFill>
              </a:defRPr>
            </a:lvl1pPr>
          </a:lstStyle>
          <a:p>
            <a:r>
              <a:rPr lang="en-US" dirty="0"/>
              <a:t>Click to edit title</a:t>
            </a:r>
          </a:p>
        </p:txBody>
      </p:sp>
      <p:sp>
        <p:nvSpPr>
          <p:cNvPr id="13" name="Content Placeholder 10">
            <a:extLst>
              <a:ext uri="{FF2B5EF4-FFF2-40B4-BE49-F238E27FC236}">
                <a16:creationId xmlns:a16="http://schemas.microsoft.com/office/drawing/2014/main" id="{A8B2F885-32D2-4813-92B6-ACE27E9CC4B9}"/>
              </a:ext>
            </a:extLst>
          </p:cNvPr>
          <p:cNvSpPr>
            <a:spLocks noGrp="1"/>
          </p:cNvSpPr>
          <p:nvPr>
            <p:ph sz="quarter" idx="16" hasCustomPrompt="1"/>
          </p:nvPr>
        </p:nvSpPr>
        <p:spPr>
          <a:xfrm>
            <a:off x="1078992" y="2103120"/>
            <a:ext cx="2615184"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vl8pPr>
              <a:defRPr/>
            </a:lvl8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4" name="Content Placeholder 10">
            <a:extLst>
              <a:ext uri="{FF2B5EF4-FFF2-40B4-BE49-F238E27FC236}">
                <a16:creationId xmlns:a16="http://schemas.microsoft.com/office/drawing/2014/main" id="{4B0FD31F-740C-427D-81DE-4D916E530710}"/>
              </a:ext>
            </a:extLst>
          </p:cNvPr>
          <p:cNvSpPr>
            <a:spLocks noGrp="1"/>
          </p:cNvSpPr>
          <p:nvPr>
            <p:ph sz="quarter" idx="17" hasCustomPrompt="1"/>
          </p:nvPr>
        </p:nvSpPr>
        <p:spPr>
          <a:xfrm>
            <a:off x="4562856" y="2103120"/>
            <a:ext cx="6547104"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5">
            <a:extLst>
              <a:ext uri="{FF2B5EF4-FFF2-40B4-BE49-F238E27FC236}">
                <a16:creationId xmlns:a16="http://schemas.microsoft.com/office/drawing/2014/main" id="{FB6F95FD-E99D-4847-A07E-81ED2ED93950}"/>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4112145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3 _ 1/3 Light">
    <p:bg>
      <p:bgPr>
        <a:solidFill>
          <a:schemeClr val="bg2"/>
        </a:solid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062771D-987A-4E46-93F0-496BBCDAA175}"/>
              </a:ext>
            </a:extLst>
          </p:cNvPr>
          <p:cNvSpPr>
            <a:spLocks noGrp="1"/>
          </p:cNvSpPr>
          <p:nvPr>
            <p:ph type="subTitle" idx="12" hasCustomPrompt="1"/>
          </p:nvPr>
        </p:nvSpPr>
        <p:spPr>
          <a:xfrm>
            <a:off x="1078992" y="444887"/>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0" name="Title 3">
            <a:extLst>
              <a:ext uri="{FF2B5EF4-FFF2-40B4-BE49-F238E27FC236}">
                <a16:creationId xmlns:a16="http://schemas.microsoft.com/office/drawing/2014/main" id="{BC15099A-A891-4B22-AE92-75921DD9892D}"/>
              </a:ext>
            </a:extLst>
          </p:cNvPr>
          <p:cNvSpPr>
            <a:spLocks noGrp="1"/>
          </p:cNvSpPr>
          <p:nvPr>
            <p:ph type="title" hasCustomPrompt="1"/>
          </p:nvPr>
        </p:nvSpPr>
        <p:spPr>
          <a:xfrm>
            <a:off x="1078992" y="877824"/>
            <a:ext cx="8924544" cy="694944"/>
          </a:xfrm>
        </p:spPr>
        <p:txBody>
          <a:bodyPr/>
          <a:lstStyle>
            <a:lvl1pPr>
              <a:defRPr>
                <a:solidFill>
                  <a:schemeClr val="tx1"/>
                </a:solidFill>
              </a:defRPr>
            </a:lvl1pPr>
          </a:lstStyle>
          <a:p>
            <a:r>
              <a:rPr lang="en-US" dirty="0"/>
              <a:t>Click to edit title</a:t>
            </a:r>
          </a:p>
        </p:txBody>
      </p:sp>
      <p:sp>
        <p:nvSpPr>
          <p:cNvPr id="13" name="Content Placeholder 10">
            <a:extLst>
              <a:ext uri="{FF2B5EF4-FFF2-40B4-BE49-F238E27FC236}">
                <a16:creationId xmlns:a16="http://schemas.microsoft.com/office/drawing/2014/main" id="{A8B2F885-32D2-4813-92B6-ACE27E9CC4B9}"/>
              </a:ext>
            </a:extLst>
          </p:cNvPr>
          <p:cNvSpPr>
            <a:spLocks noGrp="1"/>
          </p:cNvSpPr>
          <p:nvPr>
            <p:ph sz="quarter" idx="16" hasCustomPrompt="1"/>
          </p:nvPr>
        </p:nvSpPr>
        <p:spPr>
          <a:xfrm>
            <a:off x="1078992" y="2103120"/>
            <a:ext cx="6556248"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vl8pPr>
              <a:defRPr/>
            </a:lvl8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4" name="Content Placeholder 10">
            <a:extLst>
              <a:ext uri="{FF2B5EF4-FFF2-40B4-BE49-F238E27FC236}">
                <a16:creationId xmlns:a16="http://schemas.microsoft.com/office/drawing/2014/main" id="{4B0FD31F-740C-427D-81DE-4D916E530710}"/>
              </a:ext>
            </a:extLst>
          </p:cNvPr>
          <p:cNvSpPr>
            <a:spLocks noGrp="1"/>
          </p:cNvSpPr>
          <p:nvPr>
            <p:ph sz="quarter" idx="17" hasCustomPrompt="1"/>
          </p:nvPr>
        </p:nvSpPr>
        <p:spPr>
          <a:xfrm>
            <a:off x="8503920" y="2103120"/>
            <a:ext cx="2606040"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5">
            <a:extLst>
              <a:ext uri="{FF2B5EF4-FFF2-40B4-BE49-F238E27FC236}">
                <a16:creationId xmlns:a16="http://schemas.microsoft.com/office/drawing/2014/main" id="{FB6F95FD-E99D-4847-A07E-81ED2ED93950}"/>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119703731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_ Col Light">
    <p:bg>
      <p:bgPr>
        <a:solidFill>
          <a:schemeClr val="bg2"/>
        </a:solid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062771D-987A-4E46-93F0-496BBCDAA175}"/>
              </a:ext>
            </a:extLst>
          </p:cNvPr>
          <p:cNvSpPr>
            <a:spLocks noGrp="1"/>
          </p:cNvSpPr>
          <p:nvPr>
            <p:ph type="subTitle" idx="12" hasCustomPrompt="1"/>
          </p:nvPr>
        </p:nvSpPr>
        <p:spPr>
          <a:xfrm>
            <a:off x="1078992" y="444887"/>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0" name="Title 3">
            <a:extLst>
              <a:ext uri="{FF2B5EF4-FFF2-40B4-BE49-F238E27FC236}">
                <a16:creationId xmlns:a16="http://schemas.microsoft.com/office/drawing/2014/main" id="{BC15099A-A891-4B22-AE92-75921DD9892D}"/>
              </a:ext>
            </a:extLst>
          </p:cNvPr>
          <p:cNvSpPr>
            <a:spLocks noGrp="1"/>
          </p:cNvSpPr>
          <p:nvPr>
            <p:ph type="title" hasCustomPrompt="1"/>
          </p:nvPr>
        </p:nvSpPr>
        <p:spPr>
          <a:xfrm>
            <a:off x="1078992" y="877824"/>
            <a:ext cx="8924544" cy="694944"/>
          </a:xfrm>
        </p:spPr>
        <p:txBody>
          <a:bodyPr/>
          <a:lstStyle>
            <a:lvl1pPr>
              <a:defRPr>
                <a:solidFill>
                  <a:schemeClr val="tx1"/>
                </a:solidFill>
              </a:defRPr>
            </a:lvl1pPr>
          </a:lstStyle>
          <a:p>
            <a:r>
              <a:rPr lang="en-US" dirty="0"/>
              <a:t>Click to edit title</a:t>
            </a:r>
          </a:p>
        </p:txBody>
      </p:sp>
      <p:sp>
        <p:nvSpPr>
          <p:cNvPr id="13" name="Content Placeholder 10">
            <a:extLst>
              <a:ext uri="{FF2B5EF4-FFF2-40B4-BE49-F238E27FC236}">
                <a16:creationId xmlns:a16="http://schemas.microsoft.com/office/drawing/2014/main" id="{A8B2F885-32D2-4813-92B6-ACE27E9CC4B9}"/>
              </a:ext>
            </a:extLst>
          </p:cNvPr>
          <p:cNvSpPr>
            <a:spLocks noGrp="1"/>
          </p:cNvSpPr>
          <p:nvPr>
            <p:ph sz="quarter" idx="16" hasCustomPrompt="1"/>
          </p:nvPr>
        </p:nvSpPr>
        <p:spPr>
          <a:xfrm>
            <a:off x="1078992" y="2103120"/>
            <a:ext cx="3063240"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vl8pPr>
              <a:defRPr/>
            </a:lvl8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4" name="Content Placeholder 10">
            <a:extLst>
              <a:ext uri="{FF2B5EF4-FFF2-40B4-BE49-F238E27FC236}">
                <a16:creationId xmlns:a16="http://schemas.microsoft.com/office/drawing/2014/main" id="{4B0FD31F-740C-427D-81DE-4D916E530710}"/>
              </a:ext>
            </a:extLst>
          </p:cNvPr>
          <p:cNvSpPr>
            <a:spLocks noGrp="1"/>
          </p:cNvSpPr>
          <p:nvPr>
            <p:ph sz="quarter" idx="17" hasCustomPrompt="1"/>
          </p:nvPr>
        </p:nvSpPr>
        <p:spPr>
          <a:xfrm>
            <a:off x="4562856" y="2103120"/>
            <a:ext cx="3063240"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8" name="Content Placeholder 10">
            <a:extLst>
              <a:ext uri="{FF2B5EF4-FFF2-40B4-BE49-F238E27FC236}">
                <a16:creationId xmlns:a16="http://schemas.microsoft.com/office/drawing/2014/main" id="{FCCF9E13-8C77-4133-A6D9-8071852BCDE3}"/>
              </a:ext>
            </a:extLst>
          </p:cNvPr>
          <p:cNvSpPr>
            <a:spLocks noGrp="1"/>
          </p:cNvSpPr>
          <p:nvPr>
            <p:ph sz="quarter" idx="18" hasCustomPrompt="1"/>
          </p:nvPr>
        </p:nvSpPr>
        <p:spPr>
          <a:xfrm>
            <a:off x="8055864" y="2103120"/>
            <a:ext cx="3054096"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5">
            <a:extLst>
              <a:ext uri="{FF2B5EF4-FFF2-40B4-BE49-F238E27FC236}">
                <a16:creationId xmlns:a16="http://schemas.microsoft.com/office/drawing/2014/main" id="{FB6F95FD-E99D-4847-A07E-81ED2ED93950}"/>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11319996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_ Col Light">
    <p:bg>
      <p:bgPr>
        <a:solidFill>
          <a:schemeClr val="bg2"/>
        </a:solid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8062771D-987A-4E46-93F0-496BBCDAA175}"/>
              </a:ext>
            </a:extLst>
          </p:cNvPr>
          <p:cNvSpPr>
            <a:spLocks noGrp="1"/>
          </p:cNvSpPr>
          <p:nvPr>
            <p:ph type="subTitle" idx="12" hasCustomPrompt="1"/>
          </p:nvPr>
        </p:nvSpPr>
        <p:spPr>
          <a:xfrm>
            <a:off x="1078992" y="444887"/>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0" name="Title 3">
            <a:extLst>
              <a:ext uri="{FF2B5EF4-FFF2-40B4-BE49-F238E27FC236}">
                <a16:creationId xmlns:a16="http://schemas.microsoft.com/office/drawing/2014/main" id="{BC15099A-A891-4B22-AE92-75921DD9892D}"/>
              </a:ext>
            </a:extLst>
          </p:cNvPr>
          <p:cNvSpPr>
            <a:spLocks noGrp="1"/>
          </p:cNvSpPr>
          <p:nvPr>
            <p:ph type="title" hasCustomPrompt="1"/>
          </p:nvPr>
        </p:nvSpPr>
        <p:spPr>
          <a:xfrm>
            <a:off x="1078992" y="877824"/>
            <a:ext cx="8924544" cy="694944"/>
          </a:xfrm>
        </p:spPr>
        <p:txBody>
          <a:bodyPr/>
          <a:lstStyle>
            <a:lvl1pPr>
              <a:defRPr>
                <a:solidFill>
                  <a:schemeClr val="tx1"/>
                </a:solidFill>
              </a:defRPr>
            </a:lvl1pPr>
          </a:lstStyle>
          <a:p>
            <a:r>
              <a:rPr lang="en-US" dirty="0"/>
              <a:t>Click to edit title</a:t>
            </a:r>
          </a:p>
        </p:txBody>
      </p:sp>
      <p:sp>
        <p:nvSpPr>
          <p:cNvPr id="13" name="Content Placeholder 10">
            <a:extLst>
              <a:ext uri="{FF2B5EF4-FFF2-40B4-BE49-F238E27FC236}">
                <a16:creationId xmlns:a16="http://schemas.microsoft.com/office/drawing/2014/main" id="{A8B2F885-32D2-4813-92B6-ACE27E9CC4B9}"/>
              </a:ext>
            </a:extLst>
          </p:cNvPr>
          <p:cNvSpPr>
            <a:spLocks noGrp="1"/>
          </p:cNvSpPr>
          <p:nvPr>
            <p:ph sz="quarter" idx="16" hasCustomPrompt="1"/>
          </p:nvPr>
        </p:nvSpPr>
        <p:spPr>
          <a:xfrm>
            <a:off x="1078992" y="2103120"/>
            <a:ext cx="2185416"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vl7pPr marL="0" indent="0">
              <a:buFont typeface="Roboto" panose="02000000000000000000" pitchFamily="2" charset="0"/>
              <a:buChar char="​"/>
              <a:defRPr/>
            </a:lvl7pPr>
            <a:lvl8pPr>
              <a:defRPr/>
            </a:lvl8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4" name="Content Placeholder 10">
            <a:extLst>
              <a:ext uri="{FF2B5EF4-FFF2-40B4-BE49-F238E27FC236}">
                <a16:creationId xmlns:a16="http://schemas.microsoft.com/office/drawing/2014/main" id="{4B0FD31F-740C-427D-81DE-4D916E530710}"/>
              </a:ext>
            </a:extLst>
          </p:cNvPr>
          <p:cNvSpPr>
            <a:spLocks noGrp="1"/>
          </p:cNvSpPr>
          <p:nvPr>
            <p:ph sz="quarter" idx="17" hasCustomPrompt="1"/>
          </p:nvPr>
        </p:nvSpPr>
        <p:spPr>
          <a:xfrm>
            <a:off x="3685032" y="2103120"/>
            <a:ext cx="2185416"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8" name="Content Placeholder 10">
            <a:extLst>
              <a:ext uri="{FF2B5EF4-FFF2-40B4-BE49-F238E27FC236}">
                <a16:creationId xmlns:a16="http://schemas.microsoft.com/office/drawing/2014/main" id="{FCCF9E13-8C77-4133-A6D9-8071852BCDE3}"/>
              </a:ext>
            </a:extLst>
          </p:cNvPr>
          <p:cNvSpPr>
            <a:spLocks noGrp="1"/>
          </p:cNvSpPr>
          <p:nvPr>
            <p:ph sz="quarter" idx="18" hasCustomPrompt="1"/>
          </p:nvPr>
        </p:nvSpPr>
        <p:spPr>
          <a:xfrm>
            <a:off x="6309360" y="2103120"/>
            <a:ext cx="2185416"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9" name="Content Placeholder 10">
            <a:extLst>
              <a:ext uri="{FF2B5EF4-FFF2-40B4-BE49-F238E27FC236}">
                <a16:creationId xmlns:a16="http://schemas.microsoft.com/office/drawing/2014/main" id="{933E9AA2-691D-45B9-A2B0-9FA507E6108C}"/>
              </a:ext>
            </a:extLst>
          </p:cNvPr>
          <p:cNvSpPr>
            <a:spLocks noGrp="1"/>
          </p:cNvSpPr>
          <p:nvPr>
            <p:ph sz="quarter" idx="19" hasCustomPrompt="1"/>
          </p:nvPr>
        </p:nvSpPr>
        <p:spPr>
          <a:xfrm>
            <a:off x="8924544" y="2103120"/>
            <a:ext cx="2185416" cy="3858768"/>
          </a:xfrm>
        </p:spPr>
        <p:txBody>
          <a:bodyPr/>
          <a:lstStyle>
            <a:lvl1pPr>
              <a:defRPr>
                <a:solidFill>
                  <a:schemeClr val="tx1"/>
                </a:solidFill>
              </a:defRPr>
            </a:lvl1pPr>
            <a:lvl2pPr>
              <a:defRPr>
                <a:solidFill>
                  <a:schemeClr val="tx1"/>
                </a:solidFill>
              </a:defRPr>
            </a:lvl2pPr>
            <a:lvl3pPr>
              <a:defRPr>
                <a:solidFill>
                  <a:schemeClr val="accent4"/>
                </a:solidFill>
              </a:defRPr>
            </a:lvl3pPr>
            <a:lvl4pPr>
              <a:defRPr>
                <a:solidFill>
                  <a:schemeClr val="accent3"/>
                </a:solidFill>
              </a:defRPr>
            </a:lvl4pPr>
            <a:lvl5pPr>
              <a:defRPr>
                <a:solidFill>
                  <a:schemeClr val="tx1"/>
                </a:solidFill>
              </a:defRPr>
            </a:lvl5pPr>
            <a:lvl6pPr>
              <a:defRPr>
                <a:solidFill>
                  <a:schemeClr val="tx1"/>
                </a:solidFill>
              </a:defRPr>
            </a:lvl6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5">
            <a:extLst>
              <a:ext uri="{FF2B5EF4-FFF2-40B4-BE49-F238E27FC236}">
                <a16:creationId xmlns:a16="http://schemas.microsoft.com/office/drawing/2014/main" id="{FB6F95FD-E99D-4847-A07E-81ED2ED93950}"/>
              </a:ext>
            </a:extLst>
          </p:cNvPr>
          <p:cNvSpPr>
            <a:spLocks noGrp="1"/>
          </p:cNvSpPr>
          <p:nvPr>
            <p:ph type="ftr" sz="quarter" idx="15"/>
          </p:nvPr>
        </p:nvSpPr>
        <p:spPr>
          <a:xfrm>
            <a:off x="1078992" y="6172200"/>
            <a:ext cx="8924544" cy="249329"/>
          </a:xfrm>
        </p:spPr>
        <p:txBody>
          <a:bodyPr/>
          <a:lstStyle/>
          <a:p>
            <a:endParaRPr lang="en-US" dirty="0"/>
          </a:p>
        </p:txBody>
      </p:sp>
    </p:spTree>
    <p:extLst>
      <p:ext uri="{BB962C8B-B14F-4D97-AF65-F5344CB8AC3E}">
        <p14:creationId xmlns:p14="http://schemas.microsoft.com/office/powerpoint/2010/main" val="533034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Light">
    <p:bg>
      <p:bgPr>
        <a:solidFill>
          <a:schemeClr val="bg2"/>
        </a:solid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A9029EA9-FFAE-7F6D-B827-B379C286AD36}"/>
              </a:ext>
            </a:extLst>
          </p:cNvPr>
          <p:cNvSpPr>
            <a:spLocks noGrp="1"/>
          </p:cNvSpPr>
          <p:nvPr>
            <p:ph type="subTitle" idx="12" hasCustomPrompt="1"/>
          </p:nvPr>
        </p:nvSpPr>
        <p:spPr>
          <a:xfrm>
            <a:off x="1078992" y="444887"/>
            <a:ext cx="4809744" cy="222625"/>
          </a:xfrm>
        </p:spPr>
        <p:txBody>
          <a:bodyPr wrap="none" anchor="b">
            <a:noAutofit/>
          </a:bodyPr>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2" name="Title 1">
            <a:extLst>
              <a:ext uri="{FF2B5EF4-FFF2-40B4-BE49-F238E27FC236}">
                <a16:creationId xmlns:a16="http://schemas.microsoft.com/office/drawing/2014/main" id="{84FE2B49-C7AA-DBC4-79E8-437D9C1CDF00}"/>
              </a:ext>
            </a:extLst>
          </p:cNvPr>
          <p:cNvSpPr>
            <a:spLocks noGrp="1"/>
          </p:cNvSpPr>
          <p:nvPr>
            <p:ph type="title" hasCustomPrompt="1"/>
          </p:nvPr>
        </p:nvSpPr>
        <p:spPr>
          <a:xfrm>
            <a:off x="1078992" y="-963676"/>
            <a:ext cx="8924544" cy="694944"/>
          </a:xfrm>
        </p:spPr>
        <p:txBody>
          <a:bodyPr/>
          <a:lstStyle>
            <a:lvl1pPr>
              <a:defRPr>
                <a:solidFill>
                  <a:schemeClr val="tx1"/>
                </a:solidFill>
              </a:defRPr>
            </a:lvl1pPr>
          </a:lstStyle>
          <a:p>
            <a:r>
              <a:rPr lang="en-US" dirty="0"/>
              <a:t>Click to edit title to meet accessibility standards</a:t>
            </a:r>
          </a:p>
        </p:txBody>
      </p:sp>
      <p:sp>
        <p:nvSpPr>
          <p:cNvPr id="3" name="Footer Placeholder 2">
            <a:extLst>
              <a:ext uri="{FF2B5EF4-FFF2-40B4-BE49-F238E27FC236}">
                <a16:creationId xmlns:a16="http://schemas.microsoft.com/office/drawing/2014/main" id="{82B94934-BF8A-49C9-8259-DCF0E33EA0AA}"/>
              </a:ext>
            </a:extLst>
          </p:cNvPr>
          <p:cNvSpPr>
            <a:spLocks noGrp="1"/>
          </p:cNvSpPr>
          <p:nvPr>
            <p:ph type="ftr" sz="quarter" idx="10"/>
          </p:nvPr>
        </p:nvSpPr>
        <p:spPr/>
        <p:txBody>
          <a:bodyPr/>
          <a:lstStyle/>
          <a:p>
            <a:endParaRPr lang="en-US" dirty="0"/>
          </a:p>
        </p:txBody>
      </p:sp>
    </p:spTree>
    <p:extLst>
      <p:ext uri="{BB962C8B-B14F-4D97-AF65-F5344CB8AC3E}">
        <p14:creationId xmlns:p14="http://schemas.microsoft.com/office/powerpoint/2010/main" val="22725998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Light">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023D531-B8CB-1FCF-29E7-D5462D490592}"/>
              </a:ext>
              <a:ext uri="{C183D7F6-B498-43B3-948B-1728B52AA6E4}">
                <adec:decorative xmlns:adec="http://schemas.microsoft.com/office/drawing/2017/decorative" val="1"/>
              </a:ext>
            </a:extLst>
          </p:cNvPr>
          <p:cNvGrpSpPr/>
          <p:nvPr userDrawn="1"/>
        </p:nvGrpSpPr>
        <p:grpSpPr>
          <a:xfrm>
            <a:off x="9367537" y="0"/>
            <a:ext cx="2824464" cy="6858001"/>
            <a:chOff x="9367537" y="0"/>
            <a:chExt cx="2824464" cy="6858001"/>
          </a:xfrm>
        </p:grpSpPr>
        <p:sp>
          <p:nvSpPr>
            <p:cNvPr id="12" name="Freeform: Shape 11">
              <a:extLst>
                <a:ext uri="{FF2B5EF4-FFF2-40B4-BE49-F238E27FC236}">
                  <a16:creationId xmlns:a16="http://schemas.microsoft.com/office/drawing/2014/main" id="{4090FDC5-F5E4-45D4-9958-9C5935E84DAD}"/>
                </a:ext>
                <a:ext uri="{C183D7F6-B498-43B3-948B-1728B52AA6E4}">
                  <adec:decorative xmlns:adec="http://schemas.microsoft.com/office/drawing/2017/decorative" val="1"/>
                </a:ext>
              </a:extLst>
            </p:cNvPr>
            <p:cNvSpPr/>
            <p:nvPr userDrawn="1"/>
          </p:nvSpPr>
          <p:spPr bwMode="gray">
            <a:xfrm rot="5400000" flipV="1">
              <a:off x="9546992" y="4212992"/>
              <a:ext cx="4348561" cy="941457"/>
            </a:xfrm>
            <a:custGeom>
              <a:avLst/>
              <a:gdLst>
                <a:gd name="connsiteX0" fmla="*/ 0 w 4348561"/>
                <a:gd name="connsiteY0" fmla="*/ 470729 h 941457"/>
                <a:gd name="connsiteX1" fmla="*/ 470728 w 4348561"/>
                <a:gd name="connsiteY1" fmla="*/ 941457 h 941457"/>
                <a:gd name="connsiteX2" fmla="*/ 4348561 w 4348561"/>
                <a:gd name="connsiteY2" fmla="*/ 941457 h 941457"/>
                <a:gd name="connsiteX3" fmla="*/ 4348561 w 4348561"/>
                <a:gd name="connsiteY3" fmla="*/ 0 h 941457"/>
                <a:gd name="connsiteX4" fmla="*/ 470728 w 4348561"/>
                <a:gd name="connsiteY4" fmla="*/ 0 h 941457"/>
                <a:gd name="connsiteX5" fmla="*/ 0 w 4348561"/>
                <a:gd name="connsiteY5" fmla="*/ 470729 h 941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561" h="941457">
                  <a:moveTo>
                    <a:pt x="0" y="470729"/>
                  </a:moveTo>
                  <a:cubicBezTo>
                    <a:pt x="0" y="730705"/>
                    <a:pt x="210752" y="941457"/>
                    <a:pt x="470728" y="941457"/>
                  </a:cubicBezTo>
                  <a:lnTo>
                    <a:pt x="4348561" y="941457"/>
                  </a:lnTo>
                  <a:lnTo>
                    <a:pt x="4348561" y="0"/>
                  </a:lnTo>
                  <a:lnTo>
                    <a:pt x="470728" y="0"/>
                  </a:lnTo>
                  <a:cubicBezTo>
                    <a:pt x="210752" y="0"/>
                    <a:pt x="0" y="210753"/>
                    <a:pt x="0" y="470729"/>
                  </a:cubicBezTo>
                  <a:close/>
                </a:path>
              </a:pathLst>
            </a:custGeom>
            <a:gradFill>
              <a:gsLst>
                <a:gs pos="0">
                  <a:schemeClr val="accent1"/>
                </a:gs>
                <a:gs pos="100000">
                  <a:schemeClr val="accent1">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14" name="Freeform: Shape 13">
              <a:extLst>
                <a:ext uri="{FF2B5EF4-FFF2-40B4-BE49-F238E27FC236}">
                  <a16:creationId xmlns:a16="http://schemas.microsoft.com/office/drawing/2014/main" id="{7985CA4A-E0A2-4196-B32B-5849AF9F892C}"/>
                </a:ext>
                <a:ext uri="{C183D7F6-B498-43B3-948B-1728B52AA6E4}">
                  <adec:decorative xmlns:adec="http://schemas.microsoft.com/office/drawing/2017/decorative" val="1"/>
                </a:ext>
              </a:extLst>
            </p:cNvPr>
            <p:cNvSpPr/>
            <p:nvPr userDrawn="1"/>
          </p:nvSpPr>
          <p:spPr bwMode="gray">
            <a:xfrm rot="16200000">
              <a:off x="9246143" y="2004401"/>
              <a:ext cx="4950258" cy="941456"/>
            </a:xfrm>
            <a:custGeom>
              <a:avLst/>
              <a:gdLst>
                <a:gd name="connsiteX0" fmla="*/ 4950258 w 4950258"/>
                <a:gd name="connsiteY0" fmla="*/ 0 h 941456"/>
                <a:gd name="connsiteX1" fmla="*/ 4950258 w 4950258"/>
                <a:gd name="connsiteY1" fmla="*/ 941456 h 941456"/>
                <a:gd name="connsiteX2" fmla="*/ 470728 w 4950258"/>
                <a:gd name="connsiteY2" fmla="*/ 941456 h 941456"/>
                <a:gd name="connsiteX3" fmla="*/ 0 w 4950258"/>
                <a:gd name="connsiteY3" fmla="*/ 470728 h 941456"/>
                <a:gd name="connsiteX4" fmla="*/ 470728 w 4950258"/>
                <a:gd name="connsiteY4" fmla="*/ 0 h 94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0258" h="941456">
                  <a:moveTo>
                    <a:pt x="4950258" y="0"/>
                  </a:moveTo>
                  <a:lnTo>
                    <a:pt x="4950258" y="941456"/>
                  </a:lnTo>
                  <a:lnTo>
                    <a:pt x="470728" y="941456"/>
                  </a:lnTo>
                  <a:cubicBezTo>
                    <a:pt x="210752" y="941456"/>
                    <a:pt x="0" y="730704"/>
                    <a:pt x="0" y="470728"/>
                  </a:cubicBezTo>
                  <a:cubicBezTo>
                    <a:pt x="0" y="210752"/>
                    <a:pt x="210752" y="0"/>
                    <a:pt x="470728" y="0"/>
                  </a:cubicBezTo>
                  <a:close/>
                </a:path>
              </a:pathLst>
            </a:custGeom>
            <a:gradFill>
              <a:gsLst>
                <a:gs pos="0">
                  <a:srgbClr val="FF69B0"/>
                </a:gs>
                <a:gs pos="100000">
                  <a:srgbClr val="FF69B0">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15" name="Freeform: Shape 14">
              <a:extLst>
                <a:ext uri="{FF2B5EF4-FFF2-40B4-BE49-F238E27FC236}">
                  <a16:creationId xmlns:a16="http://schemas.microsoft.com/office/drawing/2014/main" id="{D2C14977-F99D-4945-83BF-FCEA19B75E7D}"/>
                </a:ext>
                <a:ext uri="{C183D7F6-B498-43B3-948B-1728B52AA6E4}">
                  <adec:decorative xmlns:adec="http://schemas.microsoft.com/office/drawing/2017/decorative" val="1"/>
                </a:ext>
              </a:extLst>
            </p:cNvPr>
            <p:cNvSpPr/>
            <p:nvPr userDrawn="1"/>
          </p:nvSpPr>
          <p:spPr bwMode="gray">
            <a:xfrm rot="16200000">
              <a:off x="9666185" y="2077770"/>
              <a:ext cx="2227165" cy="941553"/>
            </a:xfrm>
            <a:custGeom>
              <a:avLst/>
              <a:gdLst>
                <a:gd name="connsiteX0" fmla="*/ 2227165 w 2227165"/>
                <a:gd name="connsiteY0" fmla="*/ 947470 h 947470"/>
                <a:gd name="connsiteX1" fmla="*/ 473735 w 2227165"/>
                <a:gd name="connsiteY1" fmla="*/ 947470 h 947470"/>
                <a:gd name="connsiteX2" fmla="*/ 0 w 2227165"/>
                <a:gd name="connsiteY2" fmla="*/ 473735 h 947470"/>
                <a:gd name="connsiteX3" fmla="*/ 473735 w 2227165"/>
                <a:gd name="connsiteY3" fmla="*/ 0 h 947470"/>
                <a:gd name="connsiteX4" fmla="*/ 1286016 w 2227165"/>
                <a:gd name="connsiteY4" fmla="*/ 0 h 947470"/>
                <a:gd name="connsiteX5" fmla="*/ 1285712 w 2227165"/>
                <a:gd name="connsiteY5" fmla="*/ 6017 h 947470"/>
                <a:gd name="connsiteX6" fmla="*/ 2227165 w 2227165"/>
                <a:gd name="connsiteY6" fmla="*/ 947470 h 94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7165" h="947470">
                  <a:moveTo>
                    <a:pt x="2227165" y="947470"/>
                  </a:moveTo>
                  <a:lnTo>
                    <a:pt x="473735" y="947470"/>
                  </a:lnTo>
                  <a:cubicBezTo>
                    <a:pt x="212098" y="947470"/>
                    <a:pt x="0" y="735372"/>
                    <a:pt x="0" y="473735"/>
                  </a:cubicBezTo>
                  <a:cubicBezTo>
                    <a:pt x="0" y="212098"/>
                    <a:pt x="212098" y="0"/>
                    <a:pt x="473735" y="0"/>
                  </a:cubicBezTo>
                  <a:lnTo>
                    <a:pt x="1286016" y="0"/>
                  </a:lnTo>
                  <a:lnTo>
                    <a:pt x="1285712" y="6017"/>
                  </a:lnTo>
                  <a:cubicBezTo>
                    <a:pt x="1285712" y="525967"/>
                    <a:pt x="1707215" y="947470"/>
                    <a:pt x="2227165" y="947470"/>
                  </a:cubicBezTo>
                  <a:close/>
                </a:path>
              </a:pathLst>
            </a:custGeom>
            <a:gradFill>
              <a:gsLst>
                <a:gs pos="0">
                  <a:schemeClr val="accent1"/>
                </a:gs>
                <a:gs pos="100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Roboto" panose="02000000000000000000" pitchFamily="2" charset="0"/>
              </a:endParaRPr>
            </a:p>
          </p:txBody>
        </p:sp>
        <p:sp>
          <p:nvSpPr>
            <p:cNvPr id="16" name="Freeform: Shape 15">
              <a:extLst>
                <a:ext uri="{FF2B5EF4-FFF2-40B4-BE49-F238E27FC236}">
                  <a16:creationId xmlns:a16="http://schemas.microsoft.com/office/drawing/2014/main" id="{11CF5045-41C8-4D17-A2B9-6FE9735096CF}"/>
                </a:ext>
                <a:ext uri="{C183D7F6-B498-43B3-948B-1728B52AA6E4}">
                  <adec:decorative xmlns:adec="http://schemas.microsoft.com/office/drawing/2017/decorative" val="1"/>
                </a:ext>
              </a:extLst>
            </p:cNvPr>
            <p:cNvSpPr/>
            <p:nvPr userDrawn="1"/>
          </p:nvSpPr>
          <p:spPr bwMode="gray">
            <a:xfrm rot="16200000">
              <a:off x="9120984" y="246553"/>
              <a:ext cx="2376113" cy="1883008"/>
            </a:xfrm>
            <a:custGeom>
              <a:avLst/>
              <a:gdLst>
                <a:gd name="connsiteX0" fmla="*/ 2376113 w 2376113"/>
                <a:gd name="connsiteY0" fmla="*/ 1875870 h 1883008"/>
                <a:gd name="connsiteX1" fmla="*/ 2376113 w 2376113"/>
                <a:gd name="connsiteY1" fmla="*/ 1883008 h 1883008"/>
                <a:gd name="connsiteX2" fmla="*/ 2305311 w 2376113"/>
                <a:gd name="connsiteY2" fmla="*/ 1883008 h 1883008"/>
                <a:gd name="connsiteX3" fmla="*/ 2376113 w 2376113"/>
                <a:gd name="connsiteY3" fmla="*/ 0 h 1883008"/>
                <a:gd name="connsiteX4" fmla="*/ 2376113 w 2376113"/>
                <a:gd name="connsiteY4" fmla="*/ 942624 h 1883008"/>
                <a:gd name="connsiteX5" fmla="*/ 2305311 w 2376113"/>
                <a:gd name="connsiteY5" fmla="*/ 935486 h 1883008"/>
                <a:gd name="connsiteX6" fmla="*/ 0 w 2376113"/>
                <a:gd name="connsiteY6" fmla="*/ 935486 h 1883008"/>
                <a:gd name="connsiteX7" fmla="*/ 4557 w 2376113"/>
                <a:gd name="connsiteY7" fmla="*/ 845241 h 1883008"/>
                <a:gd name="connsiteX8" fmla="*/ 941149 w 2376113"/>
                <a:gd name="connsiteY8" fmla="*/ 0 h 1883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6113" h="1883008">
                  <a:moveTo>
                    <a:pt x="2376113" y="1875870"/>
                  </a:moveTo>
                  <a:lnTo>
                    <a:pt x="2376113" y="1883008"/>
                  </a:lnTo>
                  <a:lnTo>
                    <a:pt x="2305311" y="1883008"/>
                  </a:lnTo>
                  <a:close/>
                  <a:moveTo>
                    <a:pt x="2376113" y="0"/>
                  </a:moveTo>
                  <a:lnTo>
                    <a:pt x="2376113" y="942624"/>
                  </a:lnTo>
                  <a:lnTo>
                    <a:pt x="2305311" y="935486"/>
                  </a:lnTo>
                  <a:lnTo>
                    <a:pt x="0" y="935486"/>
                  </a:lnTo>
                  <a:lnTo>
                    <a:pt x="4557" y="845241"/>
                  </a:lnTo>
                  <a:cubicBezTo>
                    <a:pt x="52768" y="370481"/>
                    <a:pt x="453696" y="0"/>
                    <a:pt x="941149" y="0"/>
                  </a:cubicBezTo>
                  <a:close/>
                </a:path>
              </a:pathLst>
            </a:custGeom>
            <a:gradFill>
              <a:gsLst>
                <a:gs pos="0">
                  <a:schemeClr val="accent3"/>
                </a:gs>
                <a:gs pos="100000">
                  <a:srgbClr val="EA94DF"/>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grpSp>
      <p:sp>
        <p:nvSpPr>
          <p:cNvPr id="13" name="Text Placeholder 13">
            <a:extLst>
              <a:ext uri="{FF2B5EF4-FFF2-40B4-BE49-F238E27FC236}">
                <a16:creationId xmlns:a16="http://schemas.microsoft.com/office/drawing/2014/main" id="{607F2A0B-51AA-4CA8-A087-240E4C3AB36A}"/>
              </a:ext>
            </a:extLst>
          </p:cNvPr>
          <p:cNvSpPr>
            <a:spLocks noGrp="1"/>
          </p:cNvSpPr>
          <p:nvPr userDrawn="1">
            <p:ph type="body" sz="quarter" idx="17" hasCustomPrompt="1"/>
          </p:nvPr>
        </p:nvSpPr>
        <p:spPr>
          <a:xfrm>
            <a:off x="1476940" y="3627375"/>
            <a:ext cx="1343316" cy="1399294"/>
          </a:xfrm>
        </p:spPr>
        <p:txBody>
          <a:bodyPr wrap="none">
            <a:spAutoFit/>
          </a:bodyPr>
          <a:lstStyle>
            <a:lvl1pPr marL="857250" indent="-857250" algn="r">
              <a:buFontTx/>
              <a:buNone/>
              <a:defRPr lang="en-US" sz="8800" b="1" kern="1200" dirty="0">
                <a:gradFill flip="none" rotWithShape="1">
                  <a:gsLst>
                    <a:gs pos="16000">
                      <a:srgbClr val="7B5DFD"/>
                    </a:gs>
                    <a:gs pos="100000">
                      <a:schemeClr val="accent3">
                        <a:alpha val="14000"/>
                      </a:schemeClr>
                    </a:gs>
                  </a:gsLst>
                  <a:lin ang="81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11" name="Title 3">
            <a:extLst>
              <a:ext uri="{FF2B5EF4-FFF2-40B4-BE49-F238E27FC236}">
                <a16:creationId xmlns:a16="http://schemas.microsoft.com/office/drawing/2014/main" id="{A79C323E-B9EF-48D2-9F6E-6FBA14B5DF39}"/>
              </a:ext>
            </a:extLst>
          </p:cNvPr>
          <p:cNvSpPr>
            <a:spLocks noGrp="1"/>
          </p:cNvSpPr>
          <p:nvPr userDrawn="1">
            <p:ph type="title" hasCustomPrompt="1"/>
          </p:nvPr>
        </p:nvSpPr>
        <p:spPr>
          <a:xfrm>
            <a:off x="3268103" y="2103120"/>
            <a:ext cx="6077061" cy="2805843"/>
          </a:xfrm>
        </p:spPr>
        <p:txBody>
          <a:bodyPr anchor="b"/>
          <a:lstStyle>
            <a:lvl1pPr>
              <a:lnSpc>
                <a:spcPct val="100000"/>
              </a:lnSpc>
              <a:defRPr sz="5400">
                <a:solidFill>
                  <a:schemeClr val="tx1"/>
                </a:solidFill>
              </a:defRPr>
            </a:lvl1pPr>
          </a:lstStyle>
          <a:p>
            <a:r>
              <a:rPr lang="en-US" dirty="0"/>
              <a:t>Click to edit title</a:t>
            </a:r>
          </a:p>
        </p:txBody>
      </p:sp>
      <p:sp>
        <p:nvSpPr>
          <p:cNvPr id="10" name="Text Placeholder 2">
            <a:extLst>
              <a:ext uri="{FF2B5EF4-FFF2-40B4-BE49-F238E27FC236}">
                <a16:creationId xmlns:a16="http://schemas.microsoft.com/office/drawing/2014/main" id="{5679E78A-3A5E-4377-9AD7-8A3AEE9D52BB}"/>
              </a:ext>
            </a:extLst>
          </p:cNvPr>
          <p:cNvSpPr>
            <a:spLocks noGrp="1"/>
          </p:cNvSpPr>
          <p:nvPr userDrawn="1">
            <p:ph type="body" idx="1" hasCustomPrompt="1"/>
          </p:nvPr>
        </p:nvSpPr>
        <p:spPr>
          <a:xfrm>
            <a:off x="3268103" y="5026840"/>
            <a:ext cx="5235815" cy="935048"/>
          </a:xfrm>
        </p:spPr>
        <p:txBody>
          <a:bodyPr anchor="t"/>
          <a:lstStyle>
            <a:lvl1pPr marL="0" indent="0">
              <a:buNone/>
              <a:defRPr sz="2000" b="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extLst>
      <p:ext uri="{BB962C8B-B14F-4D97-AF65-F5344CB8AC3E}">
        <p14:creationId xmlns:p14="http://schemas.microsoft.com/office/powerpoint/2010/main" val="3745376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5EAAE65-C997-6984-663A-6B4D31B13EC5}"/>
              </a:ext>
              <a:ext uri="{C183D7F6-B498-43B3-948B-1728B52AA6E4}">
                <adec:decorative xmlns:adec="http://schemas.microsoft.com/office/drawing/2017/decorative" val="1"/>
              </a:ext>
            </a:extLst>
          </p:cNvPr>
          <p:cNvGrpSpPr/>
          <p:nvPr userDrawn="1"/>
        </p:nvGrpSpPr>
        <p:grpSpPr>
          <a:xfrm>
            <a:off x="9367537" y="0"/>
            <a:ext cx="2824464" cy="6858001"/>
            <a:chOff x="9367537" y="0"/>
            <a:chExt cx="2824464" cy="6858001"/>
          </a:xfrm>
        </p:grpSpPr>
        <p:sp>
          <p:nvSpPr>
            <p:cNvPr id="17" name="Freeform: Shape 16">
              <a:extLst>
                <a:ext uri="{FF2B5EF4-FFF2-40B4-BE49-F238E27FC236}">
                  <a16:creationId xmlns:a16="http://schemas.microsoft.com/office/drawing/2014/main" id="{CB313D19-7A04-40B1-8239-03ECB329BE5F}"/>
                </a:ext>
                <a:ext uri="{C183D7F6-B498-43B3-948B-1728B52AA6E4}">
                  <adec:decorative xmlns:adec="http://schemas.microsoft.com/office/drawing/2017/decorative" val="1"/>
                </a:ext>
              </a:extLst>
            </p:cNvPr>
            <p:cNvSpPr/>
            <p:nvPr userDrawn="1"/>
          </p:nvSpPr>
          <p:spPr bwMode="gray">
            <a:xfrm rot="16200000">
              <a:off x="9120984" y="246553"/>
              <a:ext cx="2376113" cy="1883008"/>
            </a:xfrm>
            <a:custGeom>
              <a:avLst/>
              <a:gdLst>
                <a:gd name="connsiteX0" fmla="*/ 2376113 w 2376113"/>
                <a:gd name="connsiteY0" fmla="*/ 1875870 h 1883008"/>
                <a:gd name="connsiteX1" fmla="*/ 2376113 w 2376113"/>
                <a:gd name="connsiteY1" fmla="*/ 1883008 h 1883008"/>
                <a:gd name="connsiteX2" fmla="*/ 2305311 w 2376113"/>
                <a:gd name="connsiteY2" fmla="*/ 1883008 h 1883008"/>
                <a:gd name="connsiteX3" fmla="*/ 2376113 w 2376113"/>
                <a:gd name="connsiteY3" fmla="*/ 0 h 1883008"/>
                <a:gd name="connsiteX4" fmla="*/ 2376113 w 2376113"/>
                <a:gd name="connsiteY4" fmla="*/ 942624 h 1883008"/>
                <a:gd name="connsiteX5" fmla="*/ 2305311 w 2376113"/>
                <a:gd name="connsiteY5" fmla="*/ 935486 h 1883008"/>
                <a:gd name="connsiteX6" fmla="*/ 0 w 2376113"/>
                <a:gd name="connsiteY6" fmla="*/ 935486 h 1883008"/>
                <a:gd name="connsiteX7" fmla="*/ 4557 w 2376113"/>
                <a:gd name="connsiteY7" fmla="*/ 845241 h 1883008"/>
                <a:gd name="connsiteX8" fmla="*/ 941149 w 2376113"/>
                <a:gd name="connsiteY8" fmla="*/ 0 h 1883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6113" h="1883008">
                  <a:moveTo>
                    <a:pt x="2376113" y="1875870"/>
                  </a:moveTo>
                  <a:lnTo>
                    <a:pt x="2376113" y="1883008"/>
                  </a:lnTo>
                  <a:lnTo>
                    <a:pt x="2305311" y="1883008"/>
                  </a:lnTo>
                  <a:close/>
                  <a:moveTo>
                    <a:pt x="2376113" y="0"/>
                  </a:moveTo>
                  <a:lnTo>
                    <a:pt x="2376113" y="942624"/>
                  </a:lnTo>
                  <a:lnTo>
                    <a:pt x="2305311" y="935486"/>
                  </a:lnTo>
                  <a:lnTo>
                    <a:pt x="0" y="935486"/>
                  </a:lnTo>
                  <a:lnTo>
                    <a:pt x="4557" y="845241"/>
                  </a:lnTo>
                  <a:cubicBezTo>
                    <a:pt x="52768" y="370481"/>
                    <a:pt x="453696" y="0"/>
                    <a:pt x="941149" y="0"/>
                  </a:cubicBezTo>
                  <a:close/>
                </a:path>
              </a:pathLst>
            </a:custGeom>
            <a:gradFill>
              <a:gsLst>
                <a:gs pos="0">
                  <a:schemeClr val="accent1"/>
                </a:gs>
                <a:gs pos="100000">
                  <a:srgbClr val="7B5DFD">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panose="02000000000000000000" pitchFamily="2" charset="0"/>
              </a:endParaRPr>
            </a:p>
          </p:txBody>
        </p:sp>
        <p:sp>
          <p:nvSpPr>
            <p:cNvPr id="14" name="Freeform: Shape 13">
              <a:extLst>
                <a:ext uri="{FF2B5EF4-FFF2-40B4-BE49-F238E27FC236}">
                  <a16:creationId xmlns:a16="http://schemas.microsoft.com/office/drawing/2014/main" id="{11057316-A618-4ECC-AC73-C2FDC2ABB17A}"/>
                </a:ext>
                <a:ext uri="{C183D7F6-B498-43B3-948B-1728B52AA6E4}">
                  <adec:decorative xmlns:adec="http://schemas.microsoft.com/office/drawing/2017/decorative" val="1"/>
                </a:ext>
              </a:extLst>
            </p:cNvPr>
            <p:cNvSpPr/>
            <p:nvPr userDrawn="1"/>
          </p:nvSpPr>
          <p:spPr bwMode="gray">
            <a:xfrm rot="5400000" flipV="1">
              <a:off x="9546992" y="4212992"/>
              <a:ext cx="4348561" cy="941457"/>
            </a:xfrm>
            <a:custGeom>
              <a:avLst/>
              <a:gdLst>
                <a:gd name="connsiteX0" fmla="*/ 0 w 4348561"/>
                <a:gd name="connsiteY0" fmla="*/ 470729 h 941457"/>
                <a:gd name="connsiteX1" fmla="*/ 470728 w 4348561"/>
                <a:gd name="connsiteY1" fmla="*/ 941457 h 941457"/>
                <a:gd name="connsiteX2" fmla="*/ 4348561 w 4348561"/>
                <a:gd name="connsiteY2" fmla="*/ 941457 h 941457"/>
                <a:gd name="connsiteX3" fmla="*/ 4348561 w 4348561"/>
                <a:gd name="connsiteY3" fmla="*/ 0 h 941457"/>
                <a:gd name="connsiteX4" fmla="*/ 470728 w 4348561"/>
                <a:gd name="connsiteY4" fmla="*/ 0 h 941457"/>
                <a:gd name="connsiteX5" fmla="*/ 0 w 4348561"/>
                <a:gd name="connsiteY5" fmla="*/ 470729 h 941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561" h="941457">
                  <a:moveTo>
                    <a:pt x="0" y="470729"/>
                  </a:moveTo>
                  <a:cubicBezTo>
                    <a:pt x="0" y="730705"/>
                    <a:pt x="210752" y="941457"/>
                    <a:pt x="470728" y="941457"/>
                  </a:cubicBezTo>
                  <a:lnTo>
                    <a:pt x="4348561" y="941457"/>
                  </a:lnTo>
                  <a:lnTo>
                    <a:pt x="4348561" y="0"/>
                  </a:lnTo>
                  <a:lnTo>
                    <a:pt x="470728" y="0"/>
                  </a:lnTo>
                  <a:cubicBezTo>
                    <a:pt x="210752" y="0"/>
                    <a:pt x="0" y="210753"/>
                    <a:pt x="0" y="470729"/>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15" name="Freeform: Shape 14">
              <a:extLst>
                <a:ext uri="{FF2B5EF4-FFF2-40B4-BE49-F238E27FC236}">
                  <a16:creationId xmlns:a16="http://schemas.microsoft.com/office/drawing/2014/main" id="{B93F895E-48E9-4FC6-9BBC-A28FD2E91472}"/>
                </a:ext>
                <a:ext uri="{C183D7F6-B498-43B3-948B-1728B52AA6E4}">
                  <adec:decorative xmlns:adec="http://schemas.microsoft.com/office/drawing/2017/decorative" val="1"/>
                </a:ext>
              </a:extLst>
            </p:cNvPr>
            <p:cNvSpPr/>
            <p:nvPr userDrawn="1"/>
          </p:nvSpPr>
          <p:spPr bwMode="gray">
            <a:xfrm rot="16200000">
              <a:off x="9246143" y="2004401"/>
              <a:ext cx="4950258" cy="941456"/>
            </a:xfrm>
            <a:custGeom>
              <a:avLst/>
              <a:gdLst>
                <a:gd name="connsiteX0" fmla="*/ 4950258 w 4950258"/>
                <a:gd name="connsiteY0" fmla="*/ 0 h 941456"/>
                <a:gd name="connsiteX1" fmla="*/ 4950258 w 4950258"/>
                <a:gd name="connsiteY1" fmla="*/ 941456 h 941456"/>
                <a:gd name="connsiteX2" fmla="*/ 470728 w 4950258"/>
                <a:gd name="connsiteY2" fmla="*/ 941456 h 941456"/>
                <a:gd name="connsiteX3" fmla="*/ 0 w 4950258"/>
                <a:gd name="connsiteY3" fmla="*/ 470728 h 941456"/>
                <a:gd name="connsiteX4" fmla="*/ 470728 w 4950258"/>
                <a:gd name="connsiteY4" fmla="*/ 0 h 94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0258" h="941456">
                  <a:moveTo>
                    <a:pt x="4950258" y="0"/>
                  </a:moveTo>
                  <a:lnTo>
                    <a:pt x="4950258" y="941456"/>
                  </a:lnTo>
                  <a:lnTo>
                    <a:pt x="470728" y="941456"/>
                  </a:lnTo>
                  <a:cubicBezTo>
                    <a:pt x="210752" y="941456"/>
                    <a:pt x="0" y="730704"/>
                    <a:pt x="0" y="470728"/>
                  </a:cubicBezTo>
                  <a:cubicBezTo>
                    <a:pt x="0" y="210752"/>
                    <a:pt x="210752" y="0"/>
                    <a:pt x="470728" y="0"/>
                  </a:cubicBezTo>
                  <a:close/>
                </a:path>
              </a:pathLst>
            </a:custGeom>
            <a:gradFill>
              <a:gsLst>
                <a:gs pos="0">
                  <a:schemeClr val="accent1"/>
                </a:gs>
                <a:gs pos="100000">
                  <a:schemeClr val="accent1">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16" name="Freeform: Shape 15">
              <a:extLst>
                <a:ext uri="{FF2B5EF4-FFF2-40B4-BE49-F238E27FC236}">
                  <a16:creationId xmlns:a16="http://schemas.microsoft.com/office/drawing/2014/main" id="{9DCAB951-5308-4CF2-AFA4-F9A8D9B3D95D}"/>
                </a:ext>
                <a:ext uri="{C183D7F6-B498-43B3-948B-1728B52AA6E4}">
                  <adec:decorative xmlns:adec="http://schemas.microsoft.com/office/drawing/2017/decorative" val="1"/>
                </a:ext>
              </a:extLst>
            </p:cNvPr>
            <p:cNvSpPr/>
            <p:nvPr userDrawn="1"/>
          </p:nvSpPr>
          <p:spPr bwMode="gray">
            <a:xfrm rot="16200000">
              <a:off x="9666185" y="2077770"/>
              <a:ext cx="2227165" cy="941553"/>
            </a:xfrm>
            <a:custGeom>
              <a:avLst/>
              <a:gdLst>
                <a:gd name="connsiteX0" fmla="*/ 2227165 w 2227165"/>
                <a:gd name="connsiteY0" fmla="*/ 947470 h 947470"/>
                <a:gd name="connsiteX1" fmla="*/ 473735 w 2227165"/>
                <a:gd name="connsiteY1" fmla="*/ 947470 h 947470"/>
                <a:gd name="connsiteX2" fmla="*/ 0 w 2227165"/>
                <a:gd name="connsiteY2" fmla="*/ 473735 h 947470"/>
                <a:gd name="connsiteX3" fmla="*/ 473735 w 2227165"/>
                <a:gd name="connsiteY3" fmla="*/ 0 h 947470"/>
                <a:gd name="connsiteX4" fmla="*/ 1286016 w 2227165"/>
                <a:gd name="connsiteY4" fmla="*/ 0 h 947470"/>
                <a:gd name="connsiteX5" fmla="*/ 1285712 w 2227165"/>
                <a:gd name="connsiteY5" fmla="*/ 6017 h 947470"/>
                <a:gd name="connsiteX6" fmla="*/ 2227165 w 2227165"/>
                <a:gd name="connsiteY6" fmla="*/ 947470 h 94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7165" h="947470">
                  <a:moveTo>
                    <a:pt x="2227165" y="947470"/>
                  </a:moveTo>
                  <a:lnTo>
                    <a:pt x="473735" y="947470"/>
                  </a:lnTo>
                  <a:cubicBezTo>
                    <a:pt x="212098" y="947470"/>
                    <a:pt x="0" y="735372"/>
                    <a:pt x="0" y="473735"/>
                  </a:cubicBezTo>
                  <a:cubicBezTo>
                    <a:pt x="0" y="212098"/>
                    <a:pt x="212098" y="0"/>
                    <a:pt x="473735" y="0"/>
                  </a:cubicBezTo>
                  <a:lnTo>
                    <a:pt x="1286016" y="0"/>
                  </a:lnTo>
                  <a:lnTo>
                    <a:pt x="1285712" y="6017"/>
                  </a:lnTo>
                  <a:cubicBezTo>
                    <a:pt x="1285712" y="525967"/>
                    <a:pt x="1707215" y="947470"/>
                    <a:pt x="2227165" y="947470"/>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Roboto" panose="02000000000000000000" pitchFamily="2" charset="0"/>
              </a:endParaRPr>
            </a:p>
          </p:txBody>
        </p:sp>
      </p:grpSp>
      <p:sp>
        <p:nvSpPr>
          <p:cNvPr id="13" name="Text Placeholder 13">
            <a:extLst>
              <a:ext uri="{FF2B5EF4-FFF2-40B4-BE49-F238E27FC236}">
                <a16:creationId xmlns:a16="http://schemas.microsoft.com/office/drawing/2014/main" id="{5891415F-69D1-416F-925E-C28E8533B849}"/>
              </a:ext>
            </a:extLst>
          </p:cNvPr>
          <p:cNvSpPr>
            <a:spLocks noGrp="1"/>
          </p:cNvSpPr>
          <p:nvPr>
            <p:ph type="body" sz="quarter" idx="17" hasCustomPrompt="1"/>
          </p:nvPr>
        </p:nvSpPr>
        <p:spPr>
          <a:xfrm>
            <a:off x="1476940" y="3627375"/>
            <a:ext cx="1343316" cy="1399294"/>
          </a:xfrm>
        </p:spPr>
        <p:txBody>
          <a:bodyPr wrap="none">
            <a:spAutoFit/>
          </a:bodyPr>
          <a:lstStyle>
            <a:lvl1pPr marL="857250" indent="-857250" algn="r">
              <a:buFontTx/>
              <a:buNone/>
              <a:defRPr lang="en-US" sz="8800" b="1" kern="1200" dirty="0">
                <a:gradFill flip="none" rotWithShape="1">
                  <a:gsLst>
                    <a:gs pos="31000">
                      <a:srgbClr val="7B5DFD"/>
                    </a:gs>
                    <a:gs pos="100000">
                      <a:schemeClr val="accent2">
                        <a:alpha val="42000"/>
                      </a:schemeClr>
                    </a:gs>
                  </a:gsLst>
                  <a:lin ang="81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12" name="Title 3">
            <a:extLst>
              <a:ext uri="{FF2B5EF4-FFF2-40B4-BE49-F238E27FC236}">
                <a16:creationId xmlns:a16="http://schemas.microsoft.com/office/drawing/2014/main" id="{3A3882B0-7548-4817-8EA5-8DE5882A2B00}"/>
              </a:ext>
            </a:extLst>
          </p:cNvPr>
          <p:cNvSpPr>
            <a:spLocks noGrp="1"/>
          </p:cNvSpPr>
          <p:nvPr>
            <p:ph type="title" hasCustomPrompt="1"/>
          </p:nvPr>
        </p:nvSpPr>
        <p:spPr>
          <a:xfrm>
            <a:off x="3268103" y="2103120"/>
            <a:ext cx="6077061" cy="2805843"/>
          </a:xfrm>
        </p:spPr>
        <p:txBody>
          <a:bodyPr anchor="b"/>
          <a:lstStyle>
            <a:lvl1pPr>
              <a:lnSpc>
                <a:spcPct val="100000"/>
              </a:lnSpc>
              <a:defRPr sz="5400">
                <a:solidFill>
                  <a:schemeClr val="bg1"/>
                </a:solidFill>
              </a:defRPr>
            </a:lvl1pPr>
          </a:lstStyle>
          <a:p>
            <a:r>
              <a:rPr lang="en-US" dirty="0"/>
              <a:t>Click to edit title</a:t>
            </a:r>
          </a:p>
        </p:txBody>
      </p:sp>
      <p:sp>
        <p:nvSpPr>
          <p:cNvPr id="11" name="Text Placeholder 2">
            <a:extLst>
              <a:ext uri="{FF2B5EF4-FFF2-40B4-BE49-F238E27FC236}">
                <a16:creationId xmlns:a16="http://schemas.microsoft.com/office/drawing/2014/main" id="{A62294F7-920A-47B1-BDCB-D6990DCC3CFF}"/>
              </a:ext>
            </a:extLst>
          </p:cNvPr>
          <p:cNvSpPr>
            <a:spLocks noGrp="1"/>
          </p:cNvSpPr>
          <p:nvPr>
            <p:ph type="body" idx="1" hasCustomPrompt="1"/>
          </p:nvPr>
        </p:nvSpPr>
        <p:spPr>
          <a:xfrm>
            <a:off x="3268103" y="5026840"/>
            <a:ext cx="5235815" cy="935048"/>
          </a:xfrm>
        </p:spPr>
        <p:txBody>
          <a:bodyPr anchor="t"/>
          <a:lstStyle>
            <a:lvl1pPr marL="0" indent="0">
              <a:buNone/>
              <a:defRPr sz="2000" b="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Tree>
    <p:extLst>
      <p:ext uri="{BB962C8B-B14F-4D97-AF65-F5344CB8AC3E}">
        <p14:creationId xmlns:p14="http://schemas.microsoft.com/office/powerpoint/2010/main" val="394511498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_ Im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1F1A9EB9-8774-CAF3-D98D-392B191BCD66}"/>
              </a:ext>
              <a:ext uri="{C183D7F6-B498-43B3-948B-1728B52AA6E4}">
                <adec:decorative xmlns:adec="http://schemas.microsoft.com/office/drawing/2017/decorative" val="1"/>
              </a:ext>
            </a:extLst>
          </p:cNvPr>
          <p:cNvGrpSpPr/>
          <p:nvPr userDrawn="1"/>
        </p:nvGrpSpPr>
        <p:grpSpPr>
          <a:xfrm>
            <a:off x="6554961" y="1"/>
            <a:ext cx="5637039" cy="6858005"/>
            <a:chOff x="6554961" y="1"/>
            <a:chExt cx="5637039" cy="6858005"/>
          </a:xfrm>
        </p:grpSpPr>
        <p:sp>
          <p:nvSpPr>
            <p:cNvPr id="35" name="Freeform: Shape 34">
              <a:extLst>
                <a:ext uri="{FF2B5EF4-FFF2-40B4-BE49-F238E27FC236}">
                  <a16:creationId xmlns:a16="http://schemas.microsoft.com/office/drawing/2014/main" id="{A3D1EEAC-5432-4E09-8317-0C76101F77DD}"/>
                </a:ext>
                <a:ext uri="{C183D7F6-B498-43B3-948B-1728B52AA6E4}">
                  <adec:decorative xmlns:adec="http://schemas.microsoft.com/office/drawing/2017/decorative" val="1"/>
                </a:ext>
              </a:extLst>
            </p:cNvPr>
            <p:cNvSpPr/>
            <p:nvPr userDrawn="1"/>
          </p:nvSpPr>
          <p:spPr bwMode="gray">
            <a:xfrm rot="5400000" flipV="1">
              <a:off x="5040741" y="4408706"/>
              <a:ext cx="3963517" cy="935078"/>
            </a:xfrm>
            <a:custGeom>
              <a:avLst/>
              <a:gdLst>
                <a:gd name="connsiteX0" fmla="*/ 0 w 3963517"/>
                <a:gd name="connsiteY0" fmla="*/ 467539 h 935078"/>
                <a:gd name="connsiteX1" fmla="*/ 467539 w 3963517"/>
                <a:gd name="connsiteY1" fmla="*/ 935078 h 935078"/>
                <a:gd name="connsiteX2" fmla="*/ 3963517 w 3963517"/>
                <a:gd name="connsiteY2" fmla="*/ 935078 h 935078"/>
                <a:gd name="connsiteX3" fmla="*/ 3963517 w 3963517"/>
                <a:gd name="connsiteY3" fmla="*/ 0 h 935078"/>
                <a:gd name="connsiteX4" fmla="*/ 467539 w 3963517"/>
                <a:gd name="connsiteY4" fmla="*/ 0 h 935078"/>
                <a:gd name="connsiteX5" fmla="*/ 0 w 3963517"/>
                <a:gd name="connsiteY5" fmla="*/ 467539 h 935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963517" h="935078">
                  <a:moveTo>
                    <a:pt x="0" y="467539"/>
                  </a:moveTo>
                  <a:cubicBezTo>
                    <a:pt x="0" y="725754"/>
                    <a:pt x="209324" y="935078"/>
                    <a:pt x="467539" y="935078"/>
                  </a:cubicBezTo>
                  <a:lnTo>
                    <a:pt x="3963517" y="935078"/>
                  </a:lnTo>
                  <a:lnTo>
                    <a:pt x="3963517" y="0"/>
                  </a:lnTo>
                  <a:lnTo>
                    <a:pt x="467539" y="0"/>
                  </a:lnTo>
                  <a:cubicBezTo>
                    <a:pt x="209324" y="0"/>
                    <a:pt x="0" y="209324"/>
                    <a:pt x="0" y="467539"/>
                  </a:cubicBezTo>
                  <a:close/>
                </a:path>
              </a:pathLst>
            </a:custGeom>
            <a:gradFill>
              <a:gsLst>
                <a:gs pos="17000">
                  <a:schemeClr val="accent1">
                    <a:alpha val="70000"/>
                  </a:schemeClr>
                </a:gs>
                <a:gs pos="100000">
                  <a:schemeClr val="accent2">
                    <a:alpha val="70000"/>
                  </a:schemeClr>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50" name="Freeform: Shape 49">
              <a:extLst>
                <a:ext uri="{FF2B5EF4-FFF2-40B4-BE49-F238E27FC236}">
                  <a16:creationId xmlns:a16="http://schemas.microsoft.com/office/drawing/2014/main" id="{32E8AEDC-259F-4AC7-B8DE-6CB1FFBC0FD4}"/>
                </a:ext>
                <a:ext uri="{C183D7F6-B498-43B3-948B-1728B52AA6E4}">
                  <adec:decorative xmlns:adec="http://schemas.microsoft.com/office/drawing/2017/decorative" val="1"/>
                </a:ext>
              </a:extLst>
            </p:cNvPr>
            <p:cNvSpPr/>
            <p:nvPr userDrawn="1"/>
          </p:nvSpPr>
          <p:spPr bwMode="gray">
            <a:xfrm rot="16200000">
              <a:off x="8669581" y="3335583"/>
              <a:ext cx="6120293" cy="924545"/>
            </a:xfrm>
            <a:custGeom>
              <a:avLst/>
              <a:gdLst>
                <a:gd name="connsiteX0" fmla="*/ 6120293 w 6120293"/>
                <a:gd name="connsiteY0" fmla="*/ 924544 h 924545"/>
                <a:gd name="connsiteX1" fmla="*/ 0 w 6120293"/>
                <a:gd name="connsiteY1" fmla="*/ 924545 h 924545"/>
                <a:gd name="connsiteX2" fmla="*/ 0 w 6120293"/>
                <a:gd name="connsiteY2" fmla="*/ 645788 h 924545"/>
                <a:gd name="connsiteX3" fmla="*/ 53839 w 6120293"/>
                <a:gd name="connsiteY3" fmla="*/ 512884 h 924545"/>
                <a:gd name="connsiteX4" fmla="*/ 901027 w 6120293"/>
                <a:gd name="connsiteY4" fmla="*/ 1 h 924545"/>
                <a:gd name="connsiteX5" fmla="*/ 5170766 w 6120293"/>
                <a:gd name="connsiteY5" fmla="*/ 0 h 924545"/>
                <a:gd name="connsiteX6" fmla="*/ 6102695 w 6120293"/>
                <a:gd name="connsiteY6" fmla="*/ 751759 h 92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0293" h="924545">
                  <a:moveTo>
                    <a:pt x="6120293" y="924544"/>
                  </a:moveTo>
                  <a:lnTo>
                    <a:pt x="0" y="924545"/>
                  </a:lnTo>
                  <a:lnTo>
                    <a:pt x="0" y="645788"/>
                  </a:lnTo>
                  <a:lnTo>
                    <a:pt x="53839" y="512884"/>
                  </a:lnTo>
                  <a:cubicBezTo>
                    <a:pt x="211412" y="208396"/>
                    <a:pt x="531631" y="1"/>
                    <a:pt x="901027" y="1"/>
                  </a:cubicBezTo>
                  <a:lnTo>
                    <a:pt x="5170766" y="0"/>
                  </a:lnTo>
                  <a:cubicBezTo>
                    <a:pt x="5630459" y="0"/>
                    <a:pt x="6013994" y="322731"/>
                    <a:pt x="6102695" y="751759"/>
                  </a:cubicBezTo>
                  <a:close/>
                </a:path>
              </a:pathLst>
            </a:custGeom>
            <a:gradFill>
              <a:gsLst>
                <a:gs pos="0">
                  <a:srgbClr val="7B5DFD">
                    <a:alpha val="80000"/>
                  </a:srgbClr>
                </a:gs>
                <a:gs pos="85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sp>
          <p:nvSpPr>
            <p:cNvPr id="49" name="Freeform: Shape 48">
              <a:extLst>
                <a:ext uri="{FF2B5EF4-FFF2-40B4-BE49-F238E27FC236}">
                  <a16:creationId xmlns:a16="http://schemas.microsoft.com/office/drawing/2014/main" id="{9515BAEF-E1B2-4556-96E3-863416BD2113}"/>
                </a:ext>
                <a:ext uri="{C183D7F6-B498-43B3-948B-1728B52AA6E4}">
                  <adec:decorative xmlns:adec="http://schemas.microsoft.com/office/drawing/2017/decorative" val="1"/>
                </a:ext>
              </a:extLst>
            </p:cNvPr>
            <p:cNvSpPr/>
            <p:nvPr userDrawn="1"/>
          </p:nvSpPr>
          <p:spPr bwMode="gray">
            <a:xfrm rot="5400000" flipV="1">
              <a:off x="10831903" y="5497907"/>
              <a:ext cx="1795649" cy="924544"/>
            </a:xfrm>
            <a:custGeom>
              <a:avLst/>
              <a:gdLst>
                <a:gd name="connsiteX0" fmla="*/ 0 w 1795649"/>
                <a:gd name="connsiteY0" fmla="*/ 470727 h 924544"/>
                <a:gd name="connsiteX1" fmla="*/ 287499 w 1795649"/>
                <a:gd name="connsiteY1" fmla="*/ 904462 h 924544"/>
                <a:gd name="connsiteX2" fmla="*/ 352193 w 1795649"/>
                <a:gd name="connsiteY2" fmla="*/ 924544 h 924544"/>
                <a:gd name="connsiteX3" fmla="*/ 1795649 w 1795649"/>
                <a:gd name="connsiteY3" fmla="*/ 924544 h 924544"/>
                <a:gd name="connsiteX4" fmla="*/ 1795649 w 1795649"/>
                <a:gd name="connsiteY4" fmla="*/ 0 h 924544"/>
                <a:gd name="connsiteX5" fmla="*/ 470727 w 1795649"/>
                <a:gd name="connsiteY5" fmla="*/ 0 h 924544"/>
                <a:gd name="connsiteX6" fmla="*/ 0 w 1795649"/>
                <a:gd name="connsiteY6" fmla="*/ 470727 h 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5649" h="924544">
                  <a:moveTo>
                    <a:pt x="0" y="470727"/>
                  </a:moveTo>
                  <a:cubicBezTo>
                    <a:pt x="0" y="665708"/>
                    <a:pt x="118548" y="833002"/>
                    <a:pt x="287499" y="904462"/>
                  </a:cubicBezTo>
                  <a:lnTo>
                    <a:pt x="352193" y="924544"/>
                  </a:lnTo>
                  <a:lnTo>
                    <a:pt x="1795649" y="924544"/>
                  </a:lnTo>
                  <a:lnTo>
                    <a:pt x="1795649" y="0"/>
                  </a:lnTo>
                  <a:lnTo>
                    <a:pt x="470727" y="0"/>
                  </a:lnTo>
                  <a:cubicBezTo>
                    <a:pt x="210752" y="0"/>
                    <a:pt x="0" y="210752"/>
                    <a:pt x="0" y="470727"/>
                  </a:cubicBezTo>
                  <a:close/>
                </a:path>
              </a:pathLst>
            </a:custGeom>
            <a:gradFill>
              <a:gsLst>
                <a:gs pos="0">
                  <a:srgbClr val="7B5DFD"/>
                </a:gs>
                <a:gs pos="100000">
                  <a:srgbClr val="7B5DFD">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sp>
          <p:nvSpPr>
            <p:cNvPr id="46" name="Freeform: Shape 45">
              <a:extLst>
                <a:ext uri="{FF2B5EF4-FFF2-40B4-BE49-F238E27FC236}">
                  <a16:creationId xmlns:a16="http://schemas.microsoft.com/office/drawing/2014/main" id="{D0913F49-DD7F-4649-8B73-BF01E894AF6E}"/>
                </a:ext>
                <a:ext uri="{C183D7F6-B498-43B3-948B-1728B52AA6E4}">
                  <adec:decorative xmlns:adec="http://schemas.microsoft.com/office/drawing/2017/decorative" val="1"/>
                </a:ext>
              </a:extLst>
            </p:cNvPr>
            <p:cNvSpPr/>
            <p:nvPr userDrawn="1"/>
          </p:nvSpPr>
          <p:spPr bwMode="gray">
            <a:xfrm rot="16200000">
              <a:off x="8268150" y="2065849"/>
              <a:ext cx="5065200" cy="933504"/>
            </a:xfrm>
            <a:custGeom>
              <a:avLst/>
              <a:gdLst>
                <a:gd name="connsiteX0" fmla="*/ 5065200 w 5065200"/>
                <a:gd name="connsiteY0" fmla="*/ 0 h 933504"/>
                <a:gd name="connsiteX1" fmla="*/ 5065200 w 5065200"/>
                <a:gd name="connsiteY1" fmla="*/ 933503 h 933504"/>
                <a:gd name="connsiteX2" fmla="*/ 466751 w 5065200"/>
                <a:gd name="connsiteY2" fmla="*/ 933504 h 933504"/>
                <a:gd name="connsiteX3" fmla="*/ 0 w 5065200"/>
                <a:gd name="connsiteY3" fmla="*/ 466752 h 933504"/>
                <a:gd name="connsiteX4" fmla="*/ 466751 w 5065200"/>
                <a:gd name="connsiteY4" fmla="*/ 2 h 933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5200" h="933504">
                  <a:moveTo>
                    <a:pt x="5065200" y="0"/>
                  </a:moveTo>
                  <a:lnTo>
                    <a:pt x="5065200" y="933503"/>
                  </a:lnTo>
                  <a:lnTo>
                    <a:pt x="466751" y="933504"/>
                  </a:lnTo>
                  <a:cubicBezTo>
                    <a:pt x="208972" y="933504"/>
                    <a:pt x="0" y="724532"/>
                    <a:pt x="0" y="466752"/>
                  </a:cubicBezTo>
                  <a:cubicBezTo>
                    <a:pt x="0" y="208974"/>
                    <a:pt x="208972" y="2"/>
                    <a:pt x="466751" y="2"/>
                  </a:cubicBezTo>
                  <a:close/>
                </a:path>
              </a:pathLst>
            </a:custGeom>
            <a:gradFill>
              <a:gsLst>
                <a:gs pos="0">
                  <a:srgbClr val="7B5DFD"/>
                </a:gs>
                <a:gs pos="100000">
                  <a:srgbClr val="7B5DFD">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grpSp>
          <p:nvGrpSpPr>
            <p:cNvPr id="2" name="Group 1">
              <a:extLst>
                <a:ext uri="{FF2B5EF4-FFF2-40B4-BE49-F238E27FC236}">
                  <a16:creationId xmlns:a16="http://schemas.microsoft.com/office/drawing/2014/main" id="{CAD6750D-3265-4859-9A13-975569ECDAA6}"/>
                </a:ext>
                <a:ext uri="{C183D7F6-B498-43B3-948B-1728B52AA6E4}">
                  <adec:decorative xmlns:adec="http://schemas.microsoft.com/office/drawing/2017/decorative" val="1"/>
                </a:ext>
              </a:extLst>
            </p:cNvPr>
            <p:cNvGrpSpPr/>
            <p:nvPr userDrawn="1"/>
          </p:nvGrpSpPr>
          <p:grpSpPr>
            <a:xfrm>
              <a:off x="6556843" y="3"/>
              <a:ext cx="2824464" cy="6858001"/>
              <a:chOff x="9367537" y="0"/>
              <a:chExt cx="2824464" cy="6858001"/>
            </a:xfrm>
          </p:grpSpPr>
          <p:sp>
            <p:nvSpPr>
              <p:cNvPr id="18" name="Freeform: Shape 17">
                <a:extLst>
                  <a:ext uri="{FF2B5EF4-FFF2-40B4-BE49-F238E27FC236}">
                    <a16:creationId xmlns:a16="http://schemas.microsoft.com/office/drawing/2014/main" id="{E740D791-32E1-431C-AEA9-185C588C0DC2}"/>
                  </a:ext>
                </a:extLst>
              </p:cNvPr>
              <p:cNvSpPr/>
              <p:nvPr userDrawn="1"/>
            </p:nvSpPr>
            <p:spPr bwMode="gray">
              <a:xfrm rot="5400000" flipV="1">
                <a:off x="9546992" y="4212992"/>
                <a:ext cx="4348561" cy="941457"/>
              </a:xfrm>
              <a:custGeom>
                <a:avLst/>
                <a:gdLst>
                  <a:gd name="connsiteX0" fmla="*/ 0 w 4348561"/>
                  <a:gd name="connsiteY0" fmla="*/ 470729 h 941457"/>
                  <a:gd name="connsiteX1" fmla="*/ 470728 w 4348561"/>
                  <a:gd name="connsiteY1" fmla="*/ 941457 h 941457"/>
                  <a:gd name="connsiteX2" fmla="*/ 4348561 w 4348561"/>
                  <a:gd name="connsiteY2" fmla="*/ 941457 h 941457"/>
                  <a:gd name="connsiteX3" fmla="*/ 4348561 w 4348561"/>
                  <a:gd name="connsiteY3" fmla="*/ 0 h 941457"/>
                  <a:gd name="connsiteX4" fmla="*/ 470728 w 4348561"/>
                  <a:gd name="connsiteY4" fmla="*/ 0 h 941457"/>
                  <a:gd name="connsiteX5" fmla="*/ 0 w 4348561"/>
                  <a:gd name="connsiteY5" fmla="*/ 470729 h 941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561" h="941457">
                    <a:moveTo>
                      <a:pt x="0" y="470729"/>
                    </a:moveTo>
                    <a:cubicBezTo>
                      <a:pt x="0" y="730705"/>
                      <a:pt x="210752" y="941457"/>
                      <a:pt x="470728" y="941457"/>
                    </a:cubicBezTo>
                    <a:lnTo>
                      <a:pt x="4348561" y="941457"/>
                    </a:lnTo>
                    <a:lnTo>
                      <a:pt x="4348561" y="0"/>
                    </a:lnTo>
                    <a:lnTo>
                      <a:pt x="470728" y="0"/>
                    </a:lnTo>
                    <a:cubicBezTo>
                      <a:pt x="210752" y="0"/>
                      <a:pt x="0" y="210753"/>
                      <a:pt x="0" y="470729"/>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19" name="Freeform: Shape 18">
                <a:extLst>
                  <a:ext uri="{FF2B5EF4-FFF2-40B4-BE49-F238E27FC236}">
                    <a16:creationId xmlns:a16="http://schemas.microsoft.com/office/drawing/2014/main" id="{C2E71C92-3D7F-4843-927A-9FB703A1E59E}"/>
                  </a:ext>
                </a:extLst>
              </p:cNvPr>
              <p:cNvSpPr/>
              <p:nvPr userDrawn="1"/>
            </p:nvSpPr>
            <p:spPr bwMode="gray">
              <a:xfrm rot="16200000">
                <a:off x="9246143" y="2004401"/>
                <a:ext cx="4950258" cy="941456"/>
              </a:xfrm>
              <a:custGeom>
                <a:avLst/>
                <a:gdLst>
                  <a:gd name="connsiteX0" fmla="*/ 4950258 w 4950258"/>
                  <a:gd name="connsiteY0" fmla="*/ 0 h 941456"/>
                  <a:gd name="connsiteX1" fmla="*/ 4950258 w 4950258"/>
                  <a:gd name="connsiteY1" fmla="*/ 941456 h 941456"/>
                  <a:gd name="connsiteX2" fmla="*/ 470728 w 4950258"/>
                  <a:gd name="connsiteY2" fmla="*/ 941456 h 941456"/>
                  <a:gd name="connsiteX3" fmla="*/ 0 w 4950258"/>
                  <a:gd name="connsiteY3" fmla="*/ 470728 h 941456"/>
                  <a:gd name="connsiteX4" fmla="*/ 470728 w 4950258"/>
                  <a:gd name="connsiteY4" fmla="*/ 0 h 94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0258" h="941456">
                    <a:moveTo>
                      <a:pt x="4950258" y="0"/>
                    </a:moveTo>
                    <a:lnTo>
                      <a:pt x="4950258" y="941456"/>
                    </a:lnTo>
                    <a:lnTo>
                      <a:pt x="470728" y="941456"/>
                    </a:lnTo>
                    <a:cubicBezTo>
                      <a:pt x="210752" y="941456"/>
                      <a:pt x="0" y="730704"/>
                      <a:pt x="0" y="470728"/>
                    </a:cubicBezTo>
                    <a:cubicBezTo>
                      <a:pt x="0" y="210752"/>
                      <a:pt x="210752" y="0"/>
                      <a:pt x="470728" y="0"/>
                    </a:cubicBezTo>
                    <a:close/>
                  </a:path>
                </a:pathLst>
              </a:custGeom>
              <a:gradFill>
                <a:gsLst>
                  <a:gs pos="0">
                    <a:schemeClr val="accent1"/>
                  </a:gs>
                  <a:gs pos="100000">
                    <a:schemeClr val="accent1">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20" name="Freeform: Shape 19">
                <a:extLst>
                  <a:ext uri="{FF2B5EF4-FFF2-40B4-BE49-F238E27FC236}">
                    <a16:creationId xmlns:a16="http://schemas.microsoft.com/office/drawing/2014/main" id="{157E0682-F66A-4424-B4B5-C5657A066BF3}"/>
                  </a:ext>
                </a:extLst>
              </p:cNvPr>
              <p:cNvSpPr/>
              <p:nvPr userDrawn="1"/>
            </p:nvSpPr>
            <p:spPr bwMode="gray">
              <a:xfrm rot="16200000">
                <a:off x="9666185" y="2077770"/>
                <a:ext cx="2227165" cy="941553"/>
              </a:xfrm>
              <a:custGeom>
                <a:avLst/>
                <a:gdLst>
                  <a:gd name="connsiteX0" fmla="*/ 2227165 w 2227165"/>
                  <a:gd name="connsiteY0" fmla="*/ 947470 h 947470"/>
                  <a:gd name="connsiteX1" fmla="*/ 473735 w 2227165"/>
                  <a:gd name="connsiteY1" fmla="*/ 947470 h 947470"/>
                  <a:gd name="connsiteX2" fmla="*/ 0 w 2227165"/>
                  <a:gd name="connsiteY2" fmla="*/ 473735 h 947470"/>
                  <a:gd name="connsiteX3" fmla="*/ 473735 w 2227165"/>
                  <a:gd name="connsiteY3" fmla="*/ 0 h 947470"/>
                  <a:gd name="connsiteX4" fmla="*/ 1286016 w 2227165"/>
                  <a:gd name="connsiteY4" fmla="*/ 0 h 947470"/>
                  <a:gd name="connsiteX5" fmla="*/ 1285712 w 2227165"/>
                  <a:gd name="connsiteY5" fmla="*/ 6017 h 947470"/>
                  <a:gd name="connsiteX6" fmla="*/ 2227165 w 2227165"/>
                  <a:gd name="connsiteY6" fmla="*/ 947470 h 94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7165" h="947470">
                    <a:moveTo>
                      <a:pt x="2227165" y="947470"/>
                    </a:moveTo>
                    <a:lnTo>
                      <a:pt x="473735" y="947470"/>
                    </a:lnTo>
                    <a:cubicBezTo>
                      <a:pt x="212098" y="947470"/>
                      <a:pt x="0" y="735372"/>
                      <a:pt x="0" y="473735"/>
                    </a:cubicBezTo>
                    <a:cubicBezTo>
                      <a:pt x="0" y="212098"/>
                      <a:pt x="212098" y="0"/>
                      <a:pt x="473735" y="0"/>
                    </a:cubicBezTo>
                    <a:lnTo>
                      <a:pt x="1286016" y="0"/>
                    </a:lnTo>
                    <a:lnTo>
                      <a:pt x="1285712" y="6017"/>
                    </a:lnTo>
                    <a:cubicBezTo>
                      <a:pt x="1285712" y="525967"/>
                      <a:pt x="1707215" y="947470"/>
                      <a:pt x="2227165" y="947470"/>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Roboto" panose="02000000000000000000" pitchFamily="2" charset="0"/>
                </a:endParaRPr>
              </a:p>
            </p:txBody>
          </p:sp>
          <p:sp>
            <p:nvSpPr>
              <p:cNvPr id="25" name="Freeform: Shape 24">
                <a:extLst>
                  <a:ext uri="{FF2B5EF4-FFF2-40B4-BE49-F238E27FC236}">
                    <a16:creationId xmlns:a16="http://schemas.microsoft.com/office/drawing/2014/main" id="{41B47EA5-81F6-4AEE-B572-6AD727093EAF}"/>
                  </a:ext>
                </a:extLst>
              </p:cNvPr>
              <p:cNvSpPr/>
              <p:nvPr userDrawn="1"/>
            </p:nvSpPr>
            <p:spPr bwMode="gray">
              <a:xfrm rot="16200000">
                <a:off x="9120984" y="246553"/>
                <a:ext cx="2376113" cy="1883008"/>
              </a:xfrm>
              <a:custGeom>
                <a:avLst/>
                <a:gdLst>
                  <a:gd name="connsiteX0" fmla="*/ 2376113 w 2376113"/>
                  <a:gd name="connsiteY0" fmla="*/ 1875870 h 1883008"/>
                  <a:gd name="connsiteX1" fmla="*/ 2376113 w 2376113"/>
                  <a:gd name="connsiteY1" fmla="*/ 1883008 h 1883008"/>
                  <a:gd name="connsiteX2" fmla="*/ 2305311 w 2376113"/>
                  <a:gd name="connsiteY2" fmla="*/ 1883008 h 1883008"/>
                  <a:gd name="connsiteX3" fmla="*/ 2376113 w 2376113"/>
                  <a:gd name="connsiteY3" fmla="*/ 0 h 1883008"/>
                  <a:gd name="connsiteX4" fmla="*/ 2376113 w 2376113"/>
                  <a:gd name="connsiteY4" fmla="*/ 942624 h 1883008"/>
                  <a:gd name="connsiteX5" fmla="*/ 2305311 w 2376113"/>
                  <a:gd name="connsiteY5" fmla="*/ 935486 h 1883008"/>
                  <a:gd name="connsiteX6" fmla="*/ 0 w 2376113"/>
                  <a:gd name="connsiteY6" fmla="*/ 935486 h 1883008"/>
                  <a:gd name="connsiteX7" fmla="*/ 4557 w 2376113"/>
                  <a:gd name="connsiteY7" fmla="*/ 845241 h 1883008"/>
                  <a:gd name="connsiteX8" fmla="*/ 941149 w 2376113"/>
                  <a:gd name="connsiteY8" fmla="*/ 0 h 1883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6113" h="1883008">
                    <a:moveTo>
                      <a:pt x="2376113" y="1875870"/>
                    </a:moveTo>
                    <a:lnTo>
                      <a:pt x="2376113" y="1883008"/>
                    </a:lnTo>
                    <a:lnTo>
                      <a:pt x="2305311" y="1883008"/>
                    </a:lnTo>
                    <a:close/>
                    <a:moveTo>
                      <a:pt x="2376113" y="0"/>
                    </a:moveTo>
                    <a:lnTo>
                      <a:pt x="2376113" y="942624"/>
                    </a:lnTo>
                    <a:lnTo>
                      <a:pt x="2305311" y="935486"/>
                    </a:lnTo>
                    <a:lnTo>
                      <a:pt x="0" y="935486"/>
                    </a:lnTo>
                    <a:lnTo>
                      <a:pt x="4557" y="845241"/>
                    </a:lnTo>
                    <a:cubicBezTo>
                      <a:pt x="52768" y="370481"/>
                      <a:pt x="453696" y="0"/>
                      <a:pt x="941149" y="0"/>
                    </a:cubicBezTo>
                    <a:close/>
                  </a:path>
                </a:pathLst>
              </a:custGeom>
              <a:gradFill>
                <a:gsLst>
                  <a:gs pos="0">
                    <a:schemeClr val="accent1"/>
                  </a:gs>
                  <a:gs pos="100000">
                    <a:srgbClr val="7B5DFD">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panose="02000000000000000000" pitchFamily="2" charset="0"/>
                </a:endParaRPr>
              </a:p>
            </p:txBody>
          </p:sp>
        </p:grpSp>
        <p:sp>
          <p:nvSpPr>
            <p:cNvPr id="41" name="Freeform: Shape 40">
              <a:extLst>
                <a:ext uri="{FF2B5EF4-FFF2-40B4-BE49-F238E27FC236}">
                  <a16:creationId xmlns:a16="http://schemas.microsoft.com/office/drawing/2014/main" id="{1F55654B-3B59-450F-A4FF-D8CB51BFCE2B}"/>
                </a:ext>
                <a:ext uri="{C183D7F6-B498-43B3-948B-1728B52AA6E4}">
                  <adec:decorative xmlns:adec="http://schemas.microsoft.com/office/drawing/2017/decorative" val="1"/>
                </a:ext>
              </a:extLst>
            </p:cNvPr>
            <p:cNvSpPr/>
            <p:nvPr userDrawn="1"/>
          </p:nvSpPr>
          <p:spPr bwMode="gray">
            <a:xfrm rot="5400000">
              <a:off x="8730060" y="4320560"/>
              <a:ext cx="3195872" cy="1879016"/>
            </a:xfrm>
            <a:custGeom>
              <a:avLst/>
              <a:gdLst>
                <a:gd name="connsiteX0" fmla="*/ 0 w 3195872"/>
                <a:gd name="connsiteY0" fmla="*/ 933503 h 1879016"/>
                <a:gd name="connsiteX1" fmla="*/ 4557 w 3195872"/>
                <a:gd name="connsiteY1" fmla="*/ 843449 h 1879016"/>
                <a:gd name="connsiteX2" fmla="*/ 941149 w 3195872"/>
                <a:gd name="connsiteY2" fmla="*/ 0 h 1879016"/>
                <a:gd name="connsiteX3" fmla="*/ 3195872 w 3195872"/>
                <a:gd name="connsiteY3" fmla="*/ 0 h 1879016"/>
                <a:gd name="connsiteX4" fmla="*/ 3195872 w 3195872"/>
                <a:gd name="connsiteY4" fmla="*/ 1879016 h 1879016"/>
                <a:gd name="connsiteX5" fmla="*/ 2305311 w 3195872"/>
                <a:gd name="connsiteY5" fmla="*/ 1879016 h 1879016"/>
                <a:gd name="connsiteX6" fmla="*/ 2779046 w 3195872"/>
                <a:gd name="connsiteY6" fmla="*/ 1406260 h 1879016"/>
                <a:gd name="connsiteX7" fmla="*/ 2305311 w 3195872"/>
                <a:gd name="connsiteY7" fmla="*/ 933503 h 187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5872" h="1879016">
                  <a:moveTo>
                    <a:pt x="0" y="933503"/>
                  </a:moveTo>
                  <a:lnTo>
                    <a:pt x="4557" y="843449"/>
                  </a:lnTo>
                  <a:cubicBezTo>
                    <a:pt x="52768" y="369696"/>
                    <a:pt x="453696" y="0"/>
                    <a:pt x="941149" y="0"/>
                  </a:cubicBezTo>
                  <a:lnTo>
                    <a:pt x="3195872" y="0"/>
                  </a:lnTo>
                  <a:lnTo>
                    <a:pt x="3195872" y="1879016"/>
                  </a:lnTo>
                  <a:lnTo>
                    <a:pt x="2305311" y="1879016"/>
                  </a:lnTo>
                  <a:cubicBezTo>
                    <a:pt x="2566948" y="1879016"/>
                    <a:pt x="2779046" y="1667356"/>
                    <a:pt x="2779046" y="1406260"/>
                  </a:cubicBezTo>
                  <a:cubicBezTo>
                    <a:pt x="2779046" y="1145163"/>
                    <a:pt x="2566948" y="933503"/>
                    <a:pt x="2305311" y="933503"/>
                  </a:cubicBezTo>
                  <a:close/>
                </a:path>
              </a:pathLst>
            </a:custGeom>
            <a:gradFill>
              <a:gsLst>
                <a:gs pos="0">
                  <a:schemeClr val="accent1">
                    <a:alpha val="70000"/>
                  </a:schemeClr>
                </a:gs>
                <a:gs pos="100000">
                  <a:schemeClr val="accent2">
                    <a:alpha val="70000"/>
                  </a:schemeClr>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sp>
          <p:nvSpPr>
            <p:cNvPr id="45" name="Freeform: Shape 44">
              <a:extLst>
                <a:ext uri="{FF2B5EF4-FFF2-40B4-BE49-F238E27FC236}">
                  <a16:creationId xmlns:a16="http://schemas.microsoft.com/office/drawing/2014/main" id="{AD26AD24-2C58-47EC-91CE-C63D7102492A}"/>
                </a:ext>
                <a:ext uri="{C183D7F6-B498-43B3-948B-1728B52AA6E4}">
                  <adec:decorative xmlns:adec="http://schemas.microsoft.com/office/drawing/2017/decorative" val="1"/>
                </a:ext>
              </a:extLst>
            </p:cNvPr>
            <p:cNvSpPr/>
            <p:nvPr userDrawn="1"/>
          </p:nvSpPr>
          <p:spPr bwMode="gray">
            <a:xfrm rot="5400000">
              <a:off x="9013973" y="374512"/>
              <a:ext cx="1694534" cy="945514"/>
            </a:xfrm>
            <a:custGeom>
              <a:avLst/>
              <a:gdLst>
                <a:gd name="connsiteX0" fmla="*/ 0 w 1694534"/>
                <a:gd name="connsiteY0" fmla="*/ 945514 h 945514"/>
                <a:gd name="connsiteX1" fmla="*/ 0 w 1694534"/>
                <a:gd name="connsiteY1" fmla="*/ 0 h 945514"/>
                <a:gd name="connsiteX2" fmla="*/ 753385 w 1694534"/>
                <a:gd name="connsiteY2" fmla="*/ 0 h 945514"/>
                <a:gd name="connsiteX3" fmla="*/ 753081 w 1694534"/>
                <a:gd name="connsiteY3" fmla="*/ 6004 h 945514"/>
                <a:gd name="connsiteX4" fmla="*/ 1694534 w 1694534"/>
                <a:gd name="connsiteY4" fmla="*/ 945514 h 94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534" h="945514">
                  <a:moveTo>
                    <a:pt x="0" y="945514"/>
                  </a:moveTo>
                  <a:lnTo>
                    <a:pt x="0" y="0"/>
                  </a:lnTo>
                  <a:lnTo>
                    <a:pt x="753385" y="0"/>
                  </a:lnTo>
                  <a:lnTo>
                    <a:pt x="753081" y="6004"/>
                  </a:lnTo>
                  <a:cubicBezTo>
                    <a:pt x="753081" y="524881"/>
                    <a:pt x="1174584" y="945514"/>
                    <a:pt x="1694534" y="945514"/>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Roboto" panose="02000000000000000000" pitchFamily="2" charset="0"/>
              </a:endParaRPr>
            </a:p>
          </p:txBody>
        </p:sp>
        <p:sp>
          <p:nvSpPr>
            <p:cNvPr id="39" name="Freeform: Shape 38">
              <a:extLst>
                <a:ext uri="{FF2B5EF4-FFF2-40B4-BE49-F238E27FC236}">
                  <a16:creationId xmlns:a16="http://schemas.microsoft.com/office/drawing/2014/main" id="{4D407921-77B5-44C4-9CFA-0D27C64F7058}"/>
                </a:ext>
                <a:ext uri="{C183D7F6-B498-43B3-948B-1728B52AA6E4}">
                  <adec:decorative xmlns:adec="http://schemas.microsoft.com/office/drawing/2017/decorative" val="1"/>
                </a:ext>
              </a:extLst>
            </p:cNvPr>
            <p:cNvSpPr/>
            <p:nvPr userDrawn="1"/>
          </p:nvSpPr>
          <p:spPr bwMode="gray">
            <a:xfrm rot="5400000" flipV="1">
              <a:off x="7072711" y="5479682"/>
              <a:ext cx="1795650" cy="960997"/>
            </a:xfrm>
            <a:custGeom>
              <a:avLst/>
              <a:gdLst>
                <a:gd name="connsiteX0" fmla="*/ 0 w 1795650"/>
                <a:gd name="connsiteY0" fmla="*/ 480498 h 960997"/>
                <a:gd name="connsiteX1" fmla="*/ 480498 w 1795650"/>
                <a:gd name="connsiteY1" fmla="*/ 960997 h 960997"/>
                <a:gd name="connsiteX2" fmla="*/ 1795650 w 1795650"/>
                <a:gd name="connsiteY2" fmla="*/ 960997 h 960997"/>
                <a:gd name="connsiteX3" fmla="*/ 1795650 w 1795650"/>
                <a:gd name="connsiteY3" fmla="*/ 0 h 960997"/>
                <a:gd name="connsiteX4" fmla="*/ 480498 w 1795650"/>
                <a:gd name="connsiteY4" fmla="*/ 0 h 960997"/>
                <a:gd name="connsiteX5" fmla="*/ 0 w 1795650"/>
                <a:gd name="connsiteY5" fmla="*/ 480498 h 96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95650" h="960997">
                  <a:moveTo>
                    <a:pt x="0" y="480498"/>
                  </a:moveTo>
                  <a:cubicBezTo>
                    <a:pt x="0" y="745870"/>
                    <a:pt x="215126" y="960997"/>
                    <a:pt x="480498" y="960997"/>
                  </a:cubicBezTo>
                  <a:lnTo>
                    <a:pt x="1795650" y="960997"/>
                  </a:lnTo>
                  <a:lnTo>
                    <a:pt x="1795650" y="0"/>
                  </a:lnTo>
                  <a:lnTo>
                    <a:pt x="480498" y="0"/>
                  </a:lnTo>
                  <a:cubicBezTo>
                    <a:pt x="215126" y="0"/>
                    <a:pt x="0" y="215126"/>
                    <a:pt x="0" y="480498"/>
                  </a:cubicBezTo>
                  <a:close/>
                </a:path>
              </a:pathLst>
            </a:custGeom>
            <a:gradFill>
              <a:gsLst>
                <a:gs pos="0">
                  <a:schemeClr val="accent1">
                    <a:alpha val="70000"/>
                  </a:schemeClr>
                </a:gs>
                <a:gs pos="100000">
                  <a:srgbClr val="647DBA">
                    <a:alpha val="70000"/>
                  </a:srgbClr>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grpSp>
      <p:sp>
        <p:nvSpPr>
          <p:cNvPr id="24" name="Subtitle 2">
            <a:extLst>
              <a:ext uri="{FF2B5EF4-FFF2-40B4-BE49-F238E27FC236}">
                <a16:creationId xmlns:a16="http://schemas.microsoft.com/office/drawing/2014/main" id="{C1BE9F13-6C03-4572-9BFB-ABDC22683F23}"/>
              </a:ext>
            </a:extLst>
          </p:cNvPr>
          <p:cNvSpPr>
            <a:spLocks noGrp="1"/>
          </p:cNvSpPr>
          <p:nvPr userDrawn="1">
            <p:ph type="subTitle" idx="10" hasCustomPrompt="1"/>
          </p:nvPr>
        </p:nvSpPr>
        <p:spPr>
          <a:xfrm>
            <a:off x="1078991" y="737706"/>
            <a:ext cx="914400" cy="636072"/>
          </a:xfrm>
        </p:spPr>
        <p:txBody>
          <a:bodyPr wrap="square" anchor="b">
            <a:spAutoFit/>
          </a:bodyPr>
          <a:lstStyle>
            <a:lvl1pPr marL="0" indent="0" algn="l">
              <a:buNone/>
              <a:defRPr sz="400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t>
            </a:r>
          </a:p>
        </p:txBody>
      </p:sp>
      <p:sp>
        <p:nvSpPr>
          <p:cNvPr id="9" name="Title 1">
            <a:extLst>
              <a:ext uri="{FF2B5EF4-FFF2-40B4-BE49-F238E27FC236}">
                <a16:creationId xmlns:a16="http://schemas.microsoft.com/office/drawing/2014/main" id="{9E8C898B-F191-4731-BE4F-907DFBF6D198}"/>
              </a:ext>
            </a:extLst>
          </p:cNvPr>
          <p:cNvSpPr>
            <a:spLocks noGrp="1"/>
          </p:cNvSpPr>
          <p:nvPr>
            <p:ph type="title" hasCustomPrompt="1"/>
          </p:nvPr>
        </p:nvSpPr>
        <p:spPr>
          <a:xfrm>
            <a:off x="1078992" y="1762125"/>
            <a:ext cx="4756945" cy="1853910"/>
          </a:xfrm>
        </p:spPr>
        <p:txBody>
          <a:bodyPr anchor="b"/>
          <a:lstStyle>
            <a:lvl1pPr>
              <a:defRPr sz="5400">
                <a:solidFill>
                  <a:schemeClr val="bg1"/>
                </a:solidFill>
              </a:defRPr>
            </a:lvl1pPr>
          </a:lstStyle>
          <a:p>
            <a:r>
              <a:rPr lang="en-US" dirty="0"/>
              <a:t>Click to edit title</a:t>
            </a:r>
          </a:p>
        </p:txBody>
      </p:sp>
      <p:sp>
        <p:nvSpPr>
          <p:cNvPr id="21" name="Text Placeholder 2">
            <a:extLst>
              <a:ext uri="{FF2B5EF4-FFF2-40B4-BE49-F238E27FC236}">
                <a16:creationId xmlns:a16="http://schemas.microsoft.com/office/drawing/2014/main" id="{DBAB84F9-62BD-4458-A99E-FBC3F9F5FAE0}"/>
              </a:ext>
            </a:extLst>
          </p:cNvPr>
          <p:cNvSpPr>
            <a:spLocks noGrp="1"/>
          </p:cNvSpPr>
          <p:nvPr>
            <p:ph type="body" idx="1" hasCustomPrompt="1"/>
          </p:nvPr>
        </p:nvSpPr>
        <p:spPr>
          <a:xfrm>
            <a:off x="1078992" y="3715795"/>
            <a:ext cx="4756944" cy="935048"/>
          </a:xfrm>
        </p:spPr>
        <p:txBody>
          <a:bodyPr anchor="t"/>
          <a:lstStyle>
            <a:lvl1pPr marL="0" indent="0">
              <a:buNone/>
              <a:defRPr sz="2000" b="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p>
        </p:txBody>
      </p:sp>
      <p:sp>
        <p:nvSpPr>
          <p:cNvPr id="23" name="Picture Placeholder 6">
            <a:extLst>
              <a:ext uri="{FF2B5EF4-FFF2-40B4-BE49-F238E27FC236}">
                <a16:creationId xmlns:a16="http://schemas.microsoft.com/office/drawing/2014/main" id="{6A177297-494B-44AF-B799-9370CFA64B65}"/>
              </a:ext>
              <a:ext uri="{C183D7F6-B498-43B3-948B-1728B52AA6E4}">
                <adec:decorative xmlns:adec="http://schemas.microsoft.com/office/drawing/2017/decorative" val="0"/>
              </a:ext>
            </a:extLst>
          </p:cNvPr>
          <p:cNvSpPr>
            <a:spLocks noGrp="1"/>
          </p:cNvSpPr>
          <p:nvPr>
            <p:ph type="pic" sz="quarter" idx="19" hasCustomPrompt="1"/>
          </p:nvPr>
        </p:nvSpPr>
        <p:spPr bwMode="gray">
          <a:xfrm>
            <a:off x="7171944" y="3"/>
            <a:ext cx="5020056" cy="6858000"/>
          </a:xfrm>
        </p:spPr>
        <p:txBody>
          <a:bodyPr anchor="ctr"/>
          <a:lstStyle>
            <a:lvl1pPr algn="ctr">
              <a:buNone/>
              <a:defRPr/>
            </a:lvl1pPr>
          </a:lstStyle>
          <a:p>
            <a:r>
              <a:rPr lang="en-US" dirty="0"/>
              <a:t>Click to insert picture</a:t>
            </a:r>
          </a:p>
        </p:txBody>
      </p:sp>
      <p:sp>
        <p:nvSpPr>
          <p:cNvPr id="7" name="Footer Placeholder 2">
            <a:extLst>
              <a:ext uri="{FF2B5EF4-FFF2-40B4-BE49-F238E27FC236}">
                <a16:creationId xmlns:a16="http://schemas.microsoft.com/office/drawing/2014/main" id="{0E23990E-5A7B-46EC-A03B-304F7FA19CA0}"/>
              </a:ext>
            </a:extLst>
          </p:cNvPr>
          <p:cNvSpPr>
            <a:spLocks noGrp="1"/>
          </p:cNvSpPr>
          <p:nvPr>
            <p:ph type="ftr" sz="quarter" idx="17"/>
          </p:nvPr>
        </p:nvSpPr>
        <p:spPr>
          <a:xfrm>
            <a:off x="1078992" y="6172200"/>
            <a:ext cx="5212080" cy="249329"/>
          </a:xfrm>
        </p:spPr>
        <p:txBody>
          <a:bodyPr/>
          <a:lstStyle/>
          <a:p>
            <a:endParaRPr lang="en-US" dirty="0"/>
          </a:p>
        </p:txBody>
      </p:sp>
    </p:spTree>
    <p:extLst>
      <p:ext uri="{BB962C8B-B14F-4D97-AF65-F5344CB8AC3E}">
        <p14:creationId xmlns:p14="http://schemas.microsoft.com/office/powerpoint/2010/main" val="302340966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mphasis _ Img R">
    <p:spTree>
      <p:nvGrpSpPr>
        <p:cNvPr id="1" name=""/>
        <p:cNvGrpSpPr/>
        <p:nvPr/>
      </p:nvGrpSpPr>
      <p:grpSpPr>
        <a:xfrm>
          <a:off x="0" y="0"/>
          <a:ext cx="0" cy="0"/>
          <a:chOff x="0" y="0"/>
          <a:chExt cx="0" cy="0"/>
        </a:xfrm>
      </p:grpSpPr>
      <p:sp>
        <p:nvSpPr>
          <p:cNvPr id="8" name="Subtitle 2">
            <a:extLst>
              <a:ext uri="{FF2B5EF4-FFF2-40B4-BE49-F238E27FC236}">
                <a16:creationId xmlns:a16="http://schemas.microsoft.com/office/drawing/2014/main" id="{43F67190-67D5-415C-BBF8-E4C97ED0FCF1}"/>
              </a:ext>
            </a:extLst>
          </p:cNvPr>
          <p:cNvSpPr>
            <a:spLocks noGrp="1"/>
          </p:cNvSpPr>
          <p:nvPr>
            <p:ph type="subTitle" idx="1" hasCustomPrompt="1"/>
          </p:nvPr>
        </p:nvSpPr>
        <p:spPr>
          <a:xfrm>
            <a:off x="1078992" y="436471"/>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2" name="Title 1">
            <a:extLst>
              <a:ext uri="{FF2B5EF4-FFF2-40B4-BE49-F238E27FC236}">
                <a16:creationId xmlns:a16="http://schemas.microsoft.com/office/drawing/2014/main" id="{DFA73C57-86A3-4B0F-A621-33EFF10BAFDB}"/>
              </a:ext>
            </a:extLst>
          </p:cNvPr>
          <p:cNvSpPr>
            <a:spLocks noGrp="1"/>
          </p:cNvSpPr>
          <p:nvPr>
            <p:ph type="title" hasCustomPrompt="1"/>
          </p:nvPr>
        </p:nvSpPr>
        <p:spPr>
          <a:xfrm>
            <a:off x="1078992" y="867432"/>
            <a:ext cx="5217386" cy="2748603"/>
          </a:xfrm>
        </p:spPr>
        <p:txBody>
          <a:bodyPr anchor="b"/>
          <a:lstStyle>
            <a:lvl1pPr>
              <a:defRPr sz="6000">
                <a:gradFill>
                  <a:gsLst>
                    <a:gs pos="100000">
                      <a:schemeClr val="accent2">
                        <a:lumMod val="75000"/>
                        <a:lumOff val="25000"/>
                      </a:schemeClr>
                    </a:gs>
                    <a:gs pos="0">
                      <a:schemeClr val="accent1">
                        <a:lumMod val="50000"/>
                      </a:schemeClr>
                    </a:gs>
                  </a:gsLst>
                  <a:path path="circle">
                    <a:fillToRect l="100000" t="100000"/>
                  </a:path>
                </a:gradFill>
              </a:defRPr>
            </a:lvl1pPr>
          </a:lstStyle>
          <a:p>
            <a:r>
              <a:rPr lang="en-US" dirty="0"/>
              <a:t>Click to edit title</a:t>
            </a:r>
          </a:p>
        </p:txBody>
      </p:sp>
      <p:sp>
        <p:nvSpPr>
          <p:cNvPr id="5" name="Text Placeholder 4">
            <a:extLst>
              <a:ext uri="{FF2B5EF4-FFF2-40B4-BE49-F238E27FC236}">
                <a16:creationId xmlns:a16="http://schemas.microsoft.com/office/drawing/2014/main" id="{69CF33FF-E9E7-43CA-8C15-9082029158D8}"/>
              </a:ext>
            </a:extLst>
          </p:cNvPr>
          <p:cNvSpPr>
            <a:spLocks noGrp="1"/>
          </p:cNvSpPr>
          <p:nvPr>
            <p:ph type="body" sz="quarter" idx="18" hasCustomPrompt="1"/>
          </p:nvPr>
        </p:nvSpPr>
        <p:spPr>
          <a:xfrm>
            <a:off x="1079500" y="3962400"/>
            <a:ext cx="5216078" cy="1981200"/>
          </a:xfrm>
        </p:spPr>
        <p:txBody>
          <a:bodyPr/>
          <a:lstStyle>
            <a:lvl1pPr>
              <a:defRPr/>
            </a:lvl1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F31BAC0F-4CA9-466C-A9CB-5D80C221EEDC}"/>
              </a:ext>
            </a:extLst>
          </p:cNvPr>
          <p:cNvSpPr>
            <a:spLocks noGrp="1"/>
          </p:cNvSpPr>
          <p:nvPr>
            <p:ph type="pic" sz="quarter" idx="19" hasCustomPrompt="1"/>
          </p:nvPr>
        </p:nvSpPr>
        <p:spPr>
          <a:xfrm>
            <a:off x="7171944" y="0"/>
            <a:ext cx="5020056" cy="6858000"/>
          </a:xfrm>
        </p:spPr>
        <p:txBody>
          <a:bodyPr anchor="ctr"/>
          <a:lstStyle>
            <a:lvl1pPr algn="ctr">
              <a:buNone/>
              <a:defRPr/>
            </a:lvl1pPr>
          </a:lstStyle>
          <a:p>
            <a:r>
              <a:rPr lang="en-US" dirty="0"/>
              <a:t>Click to insert picture</a:t>
            </a:r>
          </a:p>
        </p:txBody>
      </p:sp>
      <p:sp>
        <p:nvSpPr>
          <p:cNvPr id="3" name="Footer Placeholder 2">
            <a:extLst>
              <a:ext uri="{FF2B5EF4-FFF2-40B4-BE49-F238E27FC236}">
                <a16:creationId xmlns:a16="http://schemas.microsoft.com/office/drawing/2014/main" id="{629BEC03-F729-443F-8C0B-5945207E20E0}"/>
              </a:ext>
            </a:extLst>
          </p:cNvPr>
          <p:cNvSpPr>
            <a:spLocks noGrp="1"/>
          </p:cNvSpPr>
          <p:nvPr>
            <p:ph type="ftr" sz="quarter" idx="17"/>
          </p:nvPr>
        </p:nvSpPr>
        <p:spPr>
          <a:xfrm>
            <a:off x="1078992" y="6172200"/>
            <a:ext cx="5212080" cy="249329"/>
          </a:xfrm>
        </p:spPr>
        <p:txBody>
          <a:bodyPr/>
          <a:lstStyle/>
          <a:p>
            <a:endParaRPr lang="en-US" dirty="0"/>
          </a:p>
        </p:txBody>
      </p:sp>
    </p:spTree>
    <p:extLst>
      <p:ext uri="{BB962C8B-B14F-4D97-AF65-F5344CB8AC3E}">
        <p14:creationId xmlns:p14="http://schemas.microsoft.com/office/powerpoint/2010/main" val="22819319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mphasis _ Img L">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7B0DAA75-9D14-49CF-85B6-DE3AC08F137E}"/>
              </a:ext>
            </a:extLst>
          </p:cNvPr>
          <p:cNvSpPr>
            <a:spLocks noGrp="1"/>
          </p:cNvSpPr>
          <p:nvPr>
            <p:ph type="subTitle" idx="1" hasCustomPrompt="1"/>
          </p:nvPr>
        </p:nvSpPr>
        <p:spPr>
          <a:xfrm>
            <a:off x="5885743" y="436471"/>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9" name="Title 1">
            <a:extLst>
              <a:ext uri="{FF2B5EF4-FFF2-40B4-BE49-F238E27FC236}">
                <a16:creationId xmlns:a16="http://schemas.microsoft.com/office/drawing/2014/main" id="{869479EA-C5FF-4497-B58F-B4C032969979}"/>
              </a:ext>
            </a:extLst>
          </p:cNvPr>
          <p:cNvSpPr>
            <a:spLocks noGrp="1"/>
          </p:cNvSpPr>
          <p:nvPr>
            <p:ph type="title" hasCustomPrompt="1"/>
          </p:nvPr>
        </p:nvSpPr>
        <p:spPr>
          <a:xfrm>
            <a:off x="5885743" y="867432"/>
            <a:ext cx="5217386" cy="2748603"/>
          </a:xfrm>
        </p:spPr>
        <p:txBody>
          <a:bodyPr anchor="b"/>
          <a:lstStyle>
            <a:lvl1pPr>
              <a:defRPr sz="6000">
                <a:gradFill>
                  <a:gsLst>
                    <a:gs pos="100000">
                      <a:schemeClr val="accent3"/>
                    </a:gs>
                    <a:gs pos="0">
                      <a:schemeClr val="accent1">
                        <a:lumMod val="50000"/>
                      </a:schemeClr>
                    </a:gs>
                  </a:gsLst>
                  <a:path path="circle">
                    <a:fillToRect l="100000" t="100000"/>
                  </a:path>
                </a:gradFill>
              </a:defRPr>
            </a:lvl1pPr>
          </a:lstStyle>
          <a:p>
            <a:r>
              <a:rPr lang="en-US" dirty="0"/>
              <a:t>Click to edit title</a:t>
            </a:r>
          </a:p>
        </p:txBody>
      </p:sp>
      <p:sp>
        <p:nvSpPr>
          <p:cNvPr id="10" name="Text Placeholder 4">
            <a:extLst>
              <a:ext uri="{FF2B5EF4-FFF2-40B4-BE49-F238E27FC236}">
                <a16:creationId xmlns:a16="http://schemas.microsoft.com/office/drawing/2014/main" id="{CBA7FA6F-042E-4CD2-98C6-4B821D885C73}"/>
              </a:ext>
            </a:extLst>
          </p:cNvPr>
          <p:cNvSpPr>
            <a:spLocks noGrp="1"/>
          </p:cNvSpPr>
          <p:nvPr>
            <p:ph type="body" sz="quarter" idx="18" hasCustomPrompt="1"/>
          </p:nvPr>
        </p:nvSpPr>
        <p:spPr>
          <a:xfrm>
            <a:off x="5885743" y="3962400"/>
            <a:ext cx="5216078" cy="1981200"/>
          </a:xfrm>
        </p:spPr>
        <p:txBody>
          <a:bodyPr/>
          <a:lstStyle>
            <a:lvl1pPr>
              <a:defRPr/>
            </a:lvl1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72CB4C6-C2B7-48E9-B9D4-798937676E50}"/>
              </a:ext>
            </a:extLst>
          </p:cNvPr>
          <p:cNvSpPr>
            <a:spLocks noGrp="1"/>
          </p:cNvSpPr>
          <p:nvPr>
            <p:ph type="pic" sz="quarter" idx="20" hasCustomPrompt="1"/>
          </p:nvPr>
        </p:nvSpPr>
        <p:spPr>
          <a:xfrm>
            <a:off x="0" y="0"/>
            <a:ext cx="5020056" cy="6858000"/>
          </a:xfrm>
        </p:spPr>
        <p:txBody>
          <a:bodyPr anchor="ctr"/>
          <a:lstStyle>
            <a:lvl1pPr algn="ctr">
              <a:buNone/>
              <a:defRPr/>
            </a:lvl1pPr>
          </a:lstStyle>
          <a:p>
            <a:r>
              <a:rPr lang="en-US" dirty="0"/>
              <a:t>Click to insert picture</a:t>
            </a:r>
          </a:p>
        </p:txBody>
      </p:sp>
      <p:sp>
        <p:nvSpPr>
          <p:cNvPr id="3" name="Footer Placeholder 2">
            <a:extLst>
              <a:ext uri="{FF2B5EF4-FFF2-40B4-BE49-F238E27FC236}">
                <a16:creationId xmlns:a16="http://schemas.microsoft.com/office/drawing/2014/main" id="{E4FF49BF-D6EC-497D-8EDB-D669A04F7352}"/>
              </a:ext>
            </a:extLst>
          </p:cNvPr>
          <p:cNvSpPr>
            <a:spLocks noGrp="1"/>
          </p:cNvSpPr>
          <p:nvPr>
            <p:ph type="ftr" sz="quarter" idx="19"/>
          </p:nvPr>
        </p:nvSpPr>
        <p:spPr>
          <a:xfrm>
            <a:off x="5885743" y="6172200"/>
            <a:ext cx="4809744" cy="249329"/>
          </a:xfrm>
        </p:spPr>
        <p:txBody>
          <a:bodyPr/>
          <a:lstStyle/>
          <a:p>
            <a:endParaRPr lang="en-US" dirty="0"/>
          </a:p>
        </p:txBody>
      </p:sp>
    </p:spTree>
    <p:extLst>
      <p:ext uri="{BB962C8B-B14F-4D97-AF65-F5344CB8AC3E}">
        <p14:creationId xmlns:p14="http://schemas.microsoft.com/office/powerpoint/2010/main" val="20219440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g _ Title">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8B6AF4A2-BA7E-46E8-A548-8A95036ED911}"/>
              </a:ext>
            </a:extLst>
          </p:cNvPr>
          <p:cNvSpPr>
            <a:spLocks noGrp="1"/>
          </p:cNvSpPr>
          <p:nvPr>
            <p:ph type="pic" sz="quarter" idx="14" hasCustomPrompt="1"/>
          </p:nvPr>
        </p:nvSpPr>
        <p:spPr>
          <a:xfrm>
            <a:off x="0" y="0"/>
            <a:ext cx="12192000" cy="6858000"/>
          </a:xfrm>
        </p:spPr>
        <p:txBody>
          <a:bodyPr anchor="ctr"/>
          <a:lstStyle>
            <a:lvl1pPr algn="ctr">
              <a:defRPr/>
            </a:lvl1pPr>
          </a:lstStyle>
          <a:p>
            <a:r>
              <a:rPr lang="en-US" dirty="0"/>
              <a:t>Click to insert picture</a:t>
            </a:r>
          </a:p>
        </p:txBody>
      </p:sp>
      <p:sp>
        <p:nvSpPr>
          <p:cNvPr id="11" name="Subtitle 2">
            <a:extLst>
              <a:ext uri="{FF2B5EF4-FFF2-40B4-BE49-F238E27FC236}">
                <a16:creationId xmlns:a16="http://schemas.microsoft.com/office/drawing/2014/main" id="{F2A52569-E5A4-4809-8C59-D7CEC5307853}"/>
              </a:ext>
            </a:extLst>
          </p:cNvPr>
          <p:cNvSpPr>
            <a:spLocks noGrp="1"/>
          </p:cNvSpPr>
          <p:nvPr>
            <p:ph type="subTitle" idx="1" hasCustomPrompt="1"/>
          </p:nvPr>
        </p:nvSpPr>
        <p:spPr>
          <a:xfrm>
            <a:off x="1078992" y="436471"/>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2" name="Title 1">
            <a:extLst>
              <a:ext uri="{FF2B5EF4-FFF2-40B4-BE49-F238E27FC236}">
                <a16:creationId xmlns:a16="http://schemas.microsoft.com/office/drawing/2014/main" id="{8B48B2F4-C1E3-4545-9F40-2BE3FD7853F6}"/>
              </a:ext>
            </a:extLst>
          </p:cNvPr>
          <p:cNvSpPr>
            <a:spLocks noGrp="1"/>
          </p:cNvSpPr>
          <p:nvPr>
            <p:ph type="title" hasCustomPrompt="1"/>
          </p:nvPr>
        </p:nvSpPr>
        <p:spPr>
          <a:xfrm>
            <a:off x="1078992" y="4305068"/>
            <a:ext cx="6704186" cy="1558052"/>
          </a:xfrm>
          <a:prstGeom prst="rect">
            <a:avLst/>
          </a:prstGeom>
          <a:noFill/>
        </p:spPr>
        <p:txBody>
          <a:bodyPr wrap="square" lIns="0" anchor="ctr">
            <a:noAutofit/>
          </a:bodyPr>
          <a:lstStyle>
            <a:lvl1pPr>
              <a:defRPr sz="4000"/>
            </a:lvl1pPr>
          </a:lstStyle>
          <a:p>
            <a:r>
              <a:rPr lang="en-US" dirty="0"/>
              <a:t>Click to edit title</a:t>
            </a:r>
          </a:p>
        </p:txBody>
      </p:sp>
      <p:sp>
        <p:nvSpPr>
          <p:cNvPr id="5" name="Footer Placeholder 4">
            <a:extLst>
              <a:ext uri="{FF2B5EF4-FFF2-40B4-BE49-F238E27FC236}">
                <a16:creationId xmlns:a16="http://schemas.microsoft.com/office/drawing/2014/main" id="{783C20B5-0B8C-4254-B376-A3D7B43A332D}"/>
              </a:ext>
            </a:extLst>
          </p:cNvPr>
          <p:cNvSpPr>
            <a:spLocks noGrp="1"/>
          </p:cNvSpPr>
          <p:nvPr>
            <p:ph type="ftr" sz="quarter" idx="13"/>
          </p:nvPr>
        </p:nvSpPr>
        <p:spPr/>
        <p:txBody>
          <a:bodyPr/>
          <a:lstStyle/>
          <a:p>
            <a:endParaRPr lang="en-US" dirty="0"/>
          </a:p>
        </p:txBody>
      </p:sp>
      <p:grpSp>
        <p:nvGrpSpPr>
          <p:cNvPr id="13" name="Group 12">
            <a:extLst>
              <a:ext uri="{FF2B5EF4-FFF2-40B4-BE49-F238E27FC236}">
                <a16:creationId xmlns:a16="http://schemas.microsoft.com/office/drawing/2014/main" id="{16F95443-C522-4CCB-9FE8-6879D6556AAC}"/>
              </a:ext>
              <a:ext uri="{C183D7F6-B498-43B3-948B-1728B52AA6E4}">
                <adec:decorative xmlns:adec="http://schemas.microsoft.com/office/drawing/2017/decorative" val="1"/>
              </a:ext>
            </a:extLst>
          </p:cNvPr>
          <p:cNvGrpSpPr/>
          <p:nvPr userDrawn="1"/>
        </p:nvGrpSpPr>
        <p:grpSpPr bwMode="ltGray">
          <a:xfrm rot="10800000" flipH="1" flipV="1">
            <a:off x="-142698" y="4155970"/>
            <a:ext cx="2316245" cy="260180"/>
            <a:chOff x="4489873" y="1902282"/>
            <a:chExt cx="2206033" cy="247799"/>
          </a:xfrm>
        </p:grpSpPr>
        <p:sp>
          <p:nvSpPr>
            <p:cNvPr id="14" name="Rectangle: Rounded Corners 13">
              <a:extLst>
                <a:ext uri="{FF2B5EF4-FFF2-40B4-BE49-F238E27FC236}">
                  <a16:creationId xmlns:a16="http://schemas.microsoft.com/office/drawing/2014/main" id="{413470A4-4BE8-43CB-AF3F-52975E375259}"/>
                </a:ext>
              </a:extLst>
            </p:cNvPr>
            <p:cNvSpPr/>
            <p:nvPr/>
          </p:nvSpPr>
          <p:spPr bwMode="ltGray">
            <a:xfrm>
              <a:off x="4489873" y="1902282"/>
              <a:ext cx="1741782" cy="247223"/>
            </a:xfrm>
            <a:prstGeom prst="roundRect">
              <a:avLst>
                <a:gd name="adj" fmla="val 50000"/>
              </a:avLst>
            </a:prstGeom>
            <a:gradFill flip="none" rotWithShape="1">
              <a:gsLst>
                <a:gs pos="0">
                  <a:srgbClr val="FF69B0">
                    <a:alpha val="80000"/>
                  </a:srgbClr>
                </a:gs>
                <a:gs pos="85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a:endParaRPr>
            </a:p>
          </p:txBody>
        </p:sp>
        <p:sp>
          <p:nvSpPr>
            <p:cNvPr id="15" name="Oval 14">
              <a:extLst>
                <a:ext uri="{FF2B5EF4-FFF2-40B4-BE49-F238E27FC236}">
                  <a16:creationId xmlns:a16="http://schemas.microsoft.com/office/drawing/2014/main" id="{3FEFEB34-A4E8-4D8C-87D8-17D712EC72B0}"/>
                </a:ext>
              </a:extLst>
            </p:cNvPr>
            <p:cNvSpPr/>
            <p:nvPr/>
          </p:nvSpPr>
          <p:spPr bwMode="ltGray">
            <a:xfrm>
              <a:off x="5984510" y="1902858"/>
              <a:ext cx="247223" cy="2472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16" name="Oval 15">
              <a:extLst>
                <a:ext uri="{FF2B5EF4-FFF2-40B4-BE49-F238E27FC236}">
                  <a16:creationId xmlns:a16="http://schemas.microsoft.com/office/drawing/2014/main" id="{1EECBC02-A6BC-4403-874C-EF5DFAD4F241}"/>
                </a:ext>
              </a:extLst>
            </p:cNvPr>
            <p:cNvSpPr/>
            <p:nvPr userDrawn="1"/>
          </p:nvSpPr>
          <p:spPr bwMode="ltGray">
            <a:xfrm>
              <a:off x="6448683" y="1902858"/>
              <a:ext cx="247223" cy="247223"/>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spTree>
    <p:extLst>
      <p:ext uri="{BB962C8B-B14F-4D97-AF65-F5344CB8AC3E}">
        <p14:creationId xmlns:p14="http://schemas.microsoft.com/office/powerpoint/2010/main" val="7885847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53F93B10-0CB8-479F-A8FC-BE4F1ED3B9A4}"/>
              </a:ext>
            </a:extLst>
          </p:cNvPr>
          <p:cNvSpPr>
            <a:spLocks noGrp="1"/>
          </p:cNvSpPr>
          <p:nvPr>
            <p:ph type="pic" sz="quarter" idx="10" hasCustomPrompt="1"/>
          </p:nvPr>
        </p:nvSpPr>
        <p:spPr>
          <a:xfrm>
            <a:off x="0" y="0"/>
            <a:ext cx="12192000" cy="6858000"/>
          </a:xfrm>
          <a:noFill/>
        </p:spPr>
        <p:txBody>
          <a:bodyPr vert="horz" lIns="0" tIns="548640" rIns="0" bIns="0" rtlCol="0" anchor="ctr">
            <a:noAutofit/>
          </a:bodyPr>
          <a:lstStyle>
            <a:lvl1pPr>
              <a:buNone/>
              <a:defRPr lang="en-US" dirty="0"/>
            </a:lvl1pPr>
          </a:lstStyle>
          <a:p>
            <a:pPr lvl="0" algn="ctr"/>
            <a:r>
              <a:rPr lang="en-US" dirty="0"/>
              <a:t>Click to insert picture</a:t>
            </a:r>
          </a:p>
        </p:txBody>
      </p:sp>
      <p:sp>
        <p:nvSpPr>
          <p:cNvPr id="4" name="Subtitle 2">
            <a:extLst>
              <a:ext uri="{FF2B5EF4-FFF2-40B4-BE49-F238E27FC236}">
                <a16:creationId xmlns:a16="http://schemas.microsoft.com/office/drawing/2014/main" id="{944FA54E-3D23-8AC4-24D4-E6584443B904}"/>
              </a:ext>
            </a:extLst>
          </p:cNvPr>
          <p:cNvSpPr>
            <a:spLocks noGrp="1"/>
          </p:cNvSpPr>
          <p:nvPr>
            <p:ph type="subTitle" idx="1" hasCustomPrompt="1"/>
          </p:nvPr>
        </p:nvSpPr>
        <p:spPr>
          <a:xfrm>
            <a:off x="1078992" y="436471"/>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3" name="Title 1">
            <a:extLst>
              <a:ext uri="{FF2B5EF4-FFF2-40B4-BE49-F238E27FC236}">
                <a16:creationId xmlns:a16="http://schemas.microsoft.com/office/drawing/2014/main" id="{1A35C6F6-131A-80EA-73B3-72FAF2BCEC34}"/>
              </a:ext>
            </a:extLst>
          </p:cNvPr>
          <p:cNvSpPr>
            <a:spLocks noGrp="1"/>
          </p:cNvSpPr>
          <p:nvPr>
            <p:ph type="title" hasCustomPrompt="1"/>
          </p:nvPr>
        </p:nvSpPr>
        <p:spPr>
          <a:xfrm>
            <a:off x="1078992" y="-963676"/>
            <a:ext cx="8924544" cy="694944"/>
          </a:xfrm>
        </p:spPr>
        <p:txBody>
          <a:bodyPr/>
          <a:lstStyle>
            <a:lvl1pPr>
              <a:defRPr>
                <a:solidFill>
                  <a:schemeClr val="tx1"/>
                </a:solidFill>
              </a:defRPr>
            </a:lvl1pPr>
          </a:lstStyle>
          <a:p>
            <a:r>
              <a:rPr lang="en-US" dirty="0"/>
              <a:t>Click to edit title to meet accessibility standards</a:t>
            </a:r>
          </a:p>
        </p:txBody>
      </p:sp>
    </p:spTree>
    <p:extLst>
      <p:ext uri="{BB962C8B-B14F-4D97-AF65-F5344CB8AC3E}">
        <p14:creationId xmlns:p14="http://schemas.microsoft.com/office/powerpoint/2010/main" val="34360580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g _ Grid">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0BAFAAEC-1722-4687-B465-8C31EF423FBE}"/>
              </a:ext>
            </a:extLst>
          </p:cNvPr>
          <p:cNvSpPr>
            <a:spLocks noGrp="1"/>
          </p:cNvSpPr>
          <p:nvPr>
            <p:ph type="pic" sz="quarter" idx="21" hasCustomPrompt="1"/>
          </p:nvPr>
        </p:nvSpPr>
        <p:spPr>
          <a:xfrm>
            <a:off x="0" y="0"/>
            <a:ext cx="5003800" cy="3924300"/>
          </a:xfrm>
        </p:spPr>
        <p:txBody>
          <a:bodyPr anchor="ctr"/>
          <a:lstStyle>
            <a:lvl1pPr algn="ctr">
              <a:buNone/>
              <a:defRPr/>
            </a:lvl1pPr>
          </a:lstStyle>
          <a:p>
            <a:r>
              <a:rPr lang="en-US" dirty="0"/>
              <a:t>Click to insert picture</a:t>
            </a:r>
          </a:p>
        </p:txBody>
      </p:sp>
      <p:sp>
        <p:nvSpPr>
          <p:cNvPr id="19" name="Picture Placeholder 3">
            <a:extLst>
              <a:ext uri="{FF2B5EF4-FFF2-40B4-BE49-F238E27FC236}">
                <a16:creationId xmlns:a16="http://schemas.microsoft.com/office/drawing/2014/main" id="{912138F1-01C8-477C-8D3B-89388D189E1E}"/>
              </a:ext>
            </a:extLst>
          </p:cNvPr>
          <p:cNvSpPr>
            <a:spLocks noGrp="1"/>
          </p:cNvSpPr>
          <p:nvPr>
            <p:ph type="pic" sz="quarter" idx="22" hasCustomPrompt="1"/>
          </p:nvPr>
        </p:nvSpPr>
        <p:spPr>
          <a:xfrm>
            <a:off x="5321300" y="0"/>
            <a:ext cx="3416300" cy="3924300"/>
          </a:xfrm>
        </p:spPr>
        <p:txBody>
          <a:bodyPr anchor="ctr"/>
          <a:lstStyle>
            <a:lvl1pPr algn="ctr">
              <a:buNone/>
              <a:defRPr/>
            </a:lvl1pPr>
          </a:lstStyle>
          <a:p>
            <a:pPr marL="0" marR="0" lvl="0" indent="0" algn="ctr" defTabSz="914400" rtl="0" eaLnBrk="1" fontAlgn="auto" latinLnBrk="0" hangingPunct="1">
              <a:lnSpc>
                <a:spcPct val="110000"/>
              </a:lnSpc>
              <a:spcBef>
                <a:spcPts val="0"/>
              </a:spcBef>
              <a:spcAft>
                <a:spcPts val="900"/>
              </a:spcAft>
              <a:buClrTx/>
              <a:buSzTx/>
              <a:buFont typeface="Roboto" panose="02000000000000000000" pitchFamily="2" charset="0"/>
              <a:buNone/>
              <a:tabLst/>
              <a:defRPr/>
            </a:pPr>
            <a:r>
              <a:rPr lang="en-US" dirty="0"/>
              <a:t>Click to insert picture</a:t>
            </a:r>
          </a:p>
        </p:txBody>
      </p:sp>
      <p:sp>
        <p:nvSpPr>
          <p:cNvPr id="20" name="Picture Placeholder 3">
            <a:extLst>
              <a:ext uri="{FF2B5EF4-FFF2-40B4-BE49-F238E27FC236}">
                <a16:creationId xmlns:a16="http://schemas.microsoft.com/office/drawing/2014/main" id="{65638AF6-DCDD-4FC7-8338-051CC6D67F30}"/>
              </a:ext>
            </a:extLst>
          </p:cNvPr>
          <p:cNvSpPr>
            <a:spLocks noGrp="1"/>
          </p:cNvSpPr>
          <p:nvPr>
            <p:ph type="pic" sz="quarter" idx="23" hasCustomPrompt="1"/>
          </p:nvPr>
        </p:nvSpPr>
        <p:spPr>
          <a:xfrm>
            <a:off x="9062720" y="0"/>
            <a:ext cx="3129280" cy="1791508"/>
          </a:xfrm>
        </p:spPr>
        <p:txBody>
          <a:bodyPr anchor="ctr"/>
          <a:lstStyle>
            <a:lvl1pPr algn="ctr">
              <a:buNone/>
              <a:defRPr/>
            </a:lvl1pPr>
          </a:lstStyle>
          <a:p>
            <a:pPr marL="0" marR="0" lvl="0" indent="0" algn="ctr" defTabSz="914400" rtl="0" eaLnBrk="1" fontAlgn="auto" latinLnBrk="0" hangingPunct="1">
              <a:lnSpc>
                <a:spcPct val="110000"/>
              </a:lnSpc>
              <a:spcBef>
                <a:spcPts val="0"/>
              </a:spcBef>
              <a:spcAft>
                <a:spcPts val="900"/>
              </a:spcAft>
              <a:buClrTx/>
              <a:buSzTx/>
              <a:buFont typeface="Roboto" panose="02000000000000000000" pitchFamily="2" charset="0"/>
              <a:buNone/>
              <a:tabLst/>
              <a:defRPr/>
            </a:pPr>
            <a:r>
              <a:rPr lang="en-US" dirty="0"/>
              <a:t>Click to insert picture</a:t>
            </a:r>
          </a:p>
        </p:txBody>
      </p:sp>
      <p:sp>
        <p:nvSpPr>
          <p:cNvPr id="21" name="Picture Placeholder 3">
            <a:extLst>
              <a:ext uri="{FF2B5EF4-FFF2-40B4-BE49-F238E27FC236}">
                <a16:creationId xmlns:a16="http://schemas.microsoft.com/office/drawing/2014/main" id="{4FE3DA0B-4929-4BEF-A48D-E20F6A735DD0}"/>
              </a:ext>
            </a:extLst>
          </p:cNvPr>
          <p:cNvSpPr>
            <a:spLocks noGrp="1"/>
          </p:cNvSpPr>
          <p:nvPr>
            <p:ph type="pic" sz="quarter" idx="24" hasCustomPrompt="1"/>
          </p:nvPr>
        </p:nvSpPr>
        <p:spPr>
          <a:xfrm>
            <a:off x="9062720" y="2132792"/>
            <a:ext cx="3129280" cy="1791508"/>
          </a:xfrm>
        </p:spPr>
        <p:txBody>
          <a:bodyPr anchor="ctr"/>
          <a:lstStyle>
            <a:lvl1pPr algn="ctr">
              <a:buNone/>
              <a:defRPr/>
            </a:lvl1pPr>
          </a:lstStyle>
          <a:p>
            <a:pPr marL="0" marR="0" lvl="0" indent="0" algn="ctr" defTabSz="914400" rtl="0" eaLnBrk="1" fontAlgn="auto" latinLnBrk="0" hangingPunct="1">
              <a:lnSpc>
                <a:spcPct val="110000"/>
              </a:lnSpc>
              <a:spcBef>
                <a:spcPts val="0"/>
              </a:spcBef>
              <a:spcAft>
                <a:spcPts val="900"/>
              </a:spcAft>
              <a:buClrTx/>
              <a:buSzTx/>
              <a:buFont typeface="Roboto" panose="02000000000000000000" pitchFamily="2" charset="0"/>
              <a:buNone/>
              <a:tabLst/>
              <a:defRPr/>
            </a:pPr>
            <a:r>
              <a:rPr lang="en-US" dirty="0"/>
              <a:t>Click to insert picture</a:t>
            </a:r>
          </a:p>
        </p:txBody>
      </p:sp>
      <p:sp>
        <p:nvSpPr>
          <p:cNvPr id="22" name="Picture Placeholder 3">
            <a:extLst>
              <a:ext uri="{FF2B5EF4-FFF2-40B4-BE49-F238E27FC236}">
                <a16:creationId xmlns:a16="http://schemas.microsoft.com/office/drawing/2014/main" id="{790FB876-F4CB-41D3-A4B8-2F7E53D16AE5}"/>
              </a:ext>
            </a:extLst>
          </p:cNvPr>
          <p:cNvSpPr>
            <a:spLocks noGrp="1"/>
          </p:cNvSpPr>
          <p:nvPr>
            <p:ph type="pic" sz="quarter" idx="25" hasCustomPrompt="1"/>
          </p:nvPr>
        </p:nvSpPr>
        <p:spPr>
          <a:xfrm>
            <a:off x="9062720" y="4191194"/>
            <a:ext cx="3129280" cy="2666808"/>
          </a:xfrm>
        </p:spPr>
        <p:txBody>
          <a:bodyPr anchor="ctr"/>
          <a:lstStyle>
            <a:lvl1pPr algn="ctr">
              <a:buNone/>
              <a:defRPr/>
            </a:lvl1pPr>
          </a:lstStyle>
          <a:p>
            <a:r>
              <a:rPr lang="en-US" dirty="0"/>
              <a:t>Click to insert picture</a:t>
            </a:r>
          </a:p>
        </p:txBody>
      </p:sp>
      <p:sp>
        <p:nvSpPr>
          <p:cNvPr id="23" name="Picture Placeholder 3">
            <a:extLst>
              <a:ext uri="{FF2B5EF4-FFF2-40B4-BE49-F238E27FC236}">
                <a16:creationId xmlns:a16="http://schemas.microsoft.com/office/drawing/2014/main" id="{DFFB39D3-37A2-439A-89BA-F5EBBC278DF5}"/>
              </a:ext>
            </a:extLst>
          </p:cNvPr>
          <p:cNvSpPr>
            <a:spLocks noGrp="1"/>
          </p:cNvSpPr>
          <p:nvPr>
            <p:ph type="pic" sz="quarter" idx="26" hasCustomPrompt="1"/>
          </p:nvPr>
        </p:nvSpPr>
        <p:spPr>
          <a:xfrm>
            <a:off x="4494106" y="4191194"/>
            <a:ext cx="4243494" cy="2666808"/>
          </a:xfrm>
        </p:spPr>
        <p:txBody>
          <a:bodyPr anchor="ctr"/>
          <a:lstStyle>
            <a:lvl1pPr algn="ctr">
              <a:buNone/>
              <a:defRPr/>
            </a:lvl1pPr>
          </a:lstStyle>
          <a:p>
            <a:r>
              <a:rPr lang="en-US" dirty="0"/>
              <a:t>Click to insert picture</a:t>
            </a:r>
          </a:p>
        </p:txBody>
      </p:sp>
      <p:sp>
        <p:nvSpPr>
          <p:cNvPr id="24" name="Picture Placeholder 3">
            <a:extLst>
              <a:ext uri="{FF2B5EF4-FFF2-40B4-BE49-F238E27FC236}">
                <a16:creationId xmlns:a16="http://schemas.microsoft.com/office/drawing/2014/main" id="{E45098FE-D8B8-450B-949D-251B838FF6A1}"/>
              </a:ext>
            </a:extLst>
          </p:cNvPr>
          <p:cNvSpPr>
            <a:spLocks noGrp="1"/>
          </p:cNvSpPr>
          <p:nvPr>
            <p:ph type="pic" sz="quarter" idx="27" hasCustomPrompt="1"/>
          </p:nvPr>
        </p:nvSpPr>
        <p:spPr>
          <a:xfrm>
            <a:off x="0" y="4191194"/>
            <a:ext cx="4148666" cy="2666808"/>
          </a:xfrm>
        </p:spPr>
        <p:txBody>
          <a:bodyPr anchor="ctr"/>
          <a:lstStyle>
            <a:lvl1pPr algn="ctr">
              <a:buNone/>
              <a:defRPr/>
            </a:lvl1pPr>
          </a:lstStyle>
          <a:p>
            <a:r>
              <a:rPr lang="en-US" dirty="0"/>
              <a:t>Click to insert picture</a:t>
            </a:r>
          </a:p>
        </p:txBody>
      </p:sp>
      <p:sp>
        <p:nvSpPr>
          <p:cNvPr id="2" name="Title 1">
            <a:extLst>
              <a:ext uri="{FF2B5EF4-FFF2-40B4-BE49-F238E27FC236}">
                <a16:creationId xmlns:a16="http://schemas.microsoft.com/office/drawing/2014/main" id="{D1CE288C-D486-6E7B-42AB-80A22C7CD6D0}"/>
              </a:ext>
            </a:extLst>
          </p:cNvPr>
          <p:cNvSpPr>
            <a:spLocks noGrp="1"/>
          </p:cNvSpPr>
          <p:nvPr>
            <p:ph type="title" hasCustomPrompt="1"/>
          </p:nvPr>
        </p:nvSpPr>
        <p:spPr>
          <a:xfrm>
            <a:off x="1078992" y="-961838"/>
            <a:ext cx="8924544" cy="694944"/>
          </a:xfrm>
        </p:spPr>
        <p:txBody>
          <a:bodyPr/>
          <a:lstStyle>
            <a:lvl1pPr>
              <a:defRPr>
                <a:solidFill>
                  <a:schemeClr val="tx1"/>
                </a:solidFill>
              </a:defRPr>
            </a:lvl1pPr>
          </a:lstStyle>
          <a:p>
            <a:r>
              <a:rPr lang="en-US" dirty="0"/>
              <a:t>Click to edit title to meet accessibility standards</a:t>
            </a:r>
          </a:p>
        </p:txBody>
      </p:sp>
    </p:spTree>
    <p:extLst>
      <p:ext uri="{BB962C8B-B14F-4D97-AF65-F5344CB8AC3E}">
        <p14:creationId xmlns:p14="http://schemas.microsoft.com/office/powerpoint/2010/main" val="39384814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ig _ Sta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3BBDE9D-EE88-BFE8-9B06-816FF7CD57E2}"/>
              </a:ext>
              <a:ext uri="{C183D7F6-B498-43B3-948B-1728B52AA6E4}">
                <adec:decorative xmlns:adec="http://schemas.microsoft.com/office/drawing/2017/decorative" val="1"/>
              </a:ext>
            </a:extLst>
          </p:cNvPr>
          <p:cNvGrpSpPr/>
          <p:nvPr userDrawn="1"/>
        </p:nvGrpSpPr>
        <p:grpSpPr>
          <a:xfrm>
            <a:off x="9296639" y="1127507"/>
            <a:ext cx="3156539" cy="2369298"/>
            <a:chOff x="9296639" y="1127507"/>
            <a:chExt cx="3156539" cy="2369298"/>
          </a:xfrm>
        </p:grpSpPr>
        <p:sp>
          <p:nvSpPr>
            <p:cNvPr id="31" name="Freeform: Shape 30">
              <a:extLst>
                <a:ext uri="{FF2B5EF4-FFF2-40B4-BE49-F238E27FC236}">
                  <a16:creationId xmlns:a16="http://schemas.microsoft.com/office/drawing/2014/main" id="{10B372BF-696B-4E87-A6CF-58632E5CD0C4}"/>
                </a:ext>
              </a:extLst>
            </p:cNvPr>
            <p:cNvSpPr/>
            <p:nvPr userDrawn="1"/>
          </p:nvSpPr>
          <p:spPr bwMode="gray">
            <a:xfrm rot="19800000">
              <a:off x="10230094" y="1936949"/>
              <a:ext cx="2223084" cy="449043"/>
            </a:xfrm>
            <a:custGeom>
              <a:avLst/>
              <a:gdLst>
                <a:gd name="connsiteX0" fmla="*/ 2223084 w 2223084"/>
                <a:gd name="connsiteY0" fmla="*/ 0 h 449043"/>
                <a:gd name="connsiteX1" fmla="*/ 1963828 w 2223084"/>
                <a:gd name="connsiteY1" fmla="*/ 449043 h 449043"/>
                <a:gd name="connsiteX2" fmla="*/ 224522 w 2223084"/>
                <a:gd name="connsiteY2" fmla="*/ 449043 h 449043"/>
                <a:gd name="connsiteX3" fmla="*/ 0 w 2223084"/>
                <a:gd name="connsiteY3" fmla="*/ 224521 h 449043"/>
                <a:gd name="connsiteX4" fmla="*/ 0 w 2223084"/>
                <a:gd name="connsiteY4" fmla="*/ 224522 h 449043"/>
                <a:gd name="connsiteX5" fmla="*/ 224522 w 2223084"/>
                <a:gd name="connsiteY5" fmla="*/ 0 h 4490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23084" h="449043">
                  <a:moveTo>
                    <a:pt x="2223084" y="0"/>
                  </a:moveTo>
                  <a:lnTo>
                    <a:pt x="1963828" y="449043"/>
                  </a:lnTo>
                  <a:lnTo>
                    <a:pt x="224522" y="449043"/>
                  </a:lnTo>
                  <a:cubicBezTo>
                    <a:pt x="100522" y="449043"/>
                    <a:pt x="0" y="348521"/>
                    <a:pt x="0" y="224521"/>
                  </a:cubicBezTo>
                  <a:lnTo>
                    <a:pt x="0" y="224522"/>
                  </a:lnTo>
                  <a:cubicBezTo>
                    <a:pt x="0" y="100522"/>
                    <a:pt x="100522" y="0"/>
                    <a:pt x="224522" y="0"/>
                  </a:cubicBezTo>
                  <a:close/>
                </a:path>
              </a:pathLst>
            </a:custGeom>
            <a:gradFill flip="none" rotWithShape="1">
              <a:gsLst>
                <a:gs pos="0">
                  <a:srgbClr val="FF69B0">
                    <a:alpha val="20000"/>
                  </a:srgbClr>
                </a:gs>
                <a:gs pos="100000">
                  <a:srgbClr val="FF69B0">
                    <a:alpha val="80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grpSp>
          <p:nvGrpSpPr>
            <p:cNvPr id="20" name="Group 19">
              <a:extLst>
                <a:ext uri="{FF2B5EF4-FFF2-40B4-BE49-F238E27FC236}">
                  <a16:creationId xmlns:a16="http://schemas.microsoft.com/office/drawing/2014/main" id="{46B24763-3410-469C-A504-82D37EC87F37}"/>
                </a:ext>
              </a:extLst>
            </p:cNvPr>
            <p:cNvGrpSpPr/>
            <p:nvPr userDrawn="1"/>
          </p:nvGrpSpPr>
          <p:grpSpPr bwMode="gray">
            <a:xfrm rot="-1800000" flipV="1">
              <a:off x="9565762" y="3236624"/>
              <a:ext cx="2550964" cy="260181"/>
              <a:chOff x="4256707" y="1902281"/>
              <a:chExt cx="2429583" cy="247800"/>
            </a:xfrm>
          </p:grpSpPr>
          <p:sp>
            <p:nvSpPr>
              <p:cNvPr id="21" name="Rectangle: Rounded Corners 20">
                <a:extLst>
                  <a:ext uri="{FF2B5EF4-FFF2-40B4-BE49-F238E27FC236}">
                    <a16:creationId xmlns:a16="http://schemas.microsoft.com/office/drawing/2014/main" id="{B8E2B5A5-8B5A-4D2A-8A9A-ADBF4F52DE5F}"/>
                  </a:ext>
                </a:extLst>
              </p:cNvPr>
              <p:cNvSpPr/>
              <p:nvPr/>
            </p:nvSpPr>
            <p:spPr bwMode="gray">
              <a:xfrm>
                <a:off x="4256707" y="1902281"/>
                <a:ext cx="1974946" cy="247223"/>
              </a:xfrm>
              <a:prstGeom prst="roundRect">
                <a:avLst>
                  <a:gd name="adj" fmla="val 50000"/>
                </a:avLst>
              </a:prstGeom>
              <a:gradFill>
                <a:gsLst>
                  <a:gs pos="0">
                    <a:srgbClr val="7B5DFD">
                      <a:alpha val="80000"/>
                    </a:srgbClr>
                  </a:gs>
                  <a:gs pos="85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grpSp>
            <p:nvGrpSpPr>
              <p:cNvPr id="22" name="Group 21">
                <a:extLst>
                  <a:ext uri="{FF2B5EF4-FFF2-40B4-BE49-F238E27FC236}">
                    <a16:creationId xmlns:a16="http://schemas.microsoft.com/office/drawing/2014/main" id="{304FE056-374C-4596-994C-B0971E8D1367}"/>
                  </a:ext>
                </a:extLst>
              </p:cNvPr>
              <p:cNvGrpSpPr/>
              <p:nvPr/>
            </p:nvGrpSpPr>
            <p:grpSpPr bwMode="gray">
              <a:xfrm>
                <a:off x="5984510" y="1902858"/>
                <a:ext cx="701780" cy="247223"/>
                <a:chOff x="5984510" y="1902858"/>
                <a:chExt cx="701780" cy="247223"/>
              </a:xfrm>
            </p:grpSpPr>
            <p:sp>
              <p:nvSpPr>
                <p:cNvPr id="23" name="Oval 22">
                  <a:extLst>
                    <a:ext uri="{FF2B5EF4-FFF2-40B4-BE49-F238E27FC236}">
                      <a16:creationId xmlns:a16="http://schemas.microsoft.com/office/drawing/2014/main" id="{DA4E3351-47E9-4302-A7E2-F36B187EB3B6}"/>
                    </a:ext>
                  </a:extLst>
                </p:cNvPr>
                <p:cNvSpPr/>
                <p:nvPr/>
              </p:nvSpPr>
              <p:spPr bwMode="gray">
                <a:xfrm>
                  <a:off x="5984510" y="1902858"/>
                  <a:ext cx="247223" cy="2472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24" name="Oval 23">
                  <a:extLst>
                    <a:ext uri="{FF2B5EF4-FFF2-40B4-BE49-F238E27FC236}">
                      <a16:creationId xmlns:a16="http://schemas.microsoft.com/office/drawing/2014/main" id="{590B7ECB-50D9-4717-A568-2BDF5FFE36D6}"/>
                    </a:ext>
                  </a:extLst>
                </p:cNvPr>
                <p:cNvSpPr>
                  <a:spLocks noChangeAspect="1"/>
                </p:cNvSpPr>
                <p:nvPr/>
              </p:nvSpPr>
              <p:spPr bwMode="gray">
                <a:xfrm>
                  <a:off x="6488512" y="1939433"/>
                  <a:ext cx="197778" cy="19777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grpSp>
        </p:grpSp>
        <p:grpSp>
          <p:nvGrpSpPr>
            <p:cNvPr id="26" name="Group 25">
              <a:extLst>
                <a:ext uri="{FF2B5EF4-FFF2-40B4-BE49-F238E27FC236}">
                  <a16:creationId xmlns:a16="http://schemas.microsoft.com/office/drawing/2014/main" id="{E8BE2862-3AD0-4723-9DD8-74BF236D0475}"/>
                </a:ext>
              </a:extLst>
            </p:cNvPr>
            <p:cNvGrpSpPr/>
            <p:nvPr userDrawn="1"/>
          </p:nvGrpSpPr>
          <p:grpSpPr bwMode="gray">
            <a:xfrm rot="9000000" flipV="1">
              <a:off x="9296639" y="2003414"/>
              <a:ext cx="1527391" cy="260181"/>
              <a:chOff x="5171523" y="1902281"/>
              <a:chExt cx="1454714" cy="247800"/>
            </a:xfrm>
          </p:grpSpPr>
          <p:sp>
            <p:nvSpPr>
              <p:cNvPr id="27" name="Rectangle: Rounded Corners 26">
                <a:extLst>
                  <a:ext uri="{FF2B5EF4-FFF2-40B4-BE49-F238E27FC236}">
                    <a16:creationId xmlns:a16="http://schemas.microsoft.com/office/drawing/2014/main" id="{9A41BFDF-4140-41F9-ABCF-C52420E39651}"/>
                  </a:ext>
                </a:extLst>
              </p:cNvPr>
              <p:cNvSpPr/>
              <p:nvPr/>
            </p:nvSpPr>
            <p:spPr bwMode="gray">
              <a:xfrm>
                <a:off x="5171523" y="1902281"/>
                <a:ext cx="1060129" cy="247223"/>
              </a:xfrm>
              <a:prstGeom prst="roundRect">
                <a:avLst>
                  <a:gd name="adj" fmla="val 50000"/>
                </a:avLst>
              </a:prstGeom>
              <a:gradFill flip="none" rotWithShape="1">
                <a:gsLst>
                  <a:gs pos="0">
                    <a:srgbClr val="FF69B0">
                      <a:alpha val="80000"/>
                    </a:srgbClr>
                  </a:gs>
                  <a:gs pos="85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a:endParaRPr>
              </a:p>
            </p:txBody>
          </p:sp>
          <p:grpSp>
            <p:nvGrpSpPr>
              <p:cNvPr id="28" name="Group 27">
                <a:extLst>
                  <a:ext uri="{FF2B5EF4-FFF2-40B4-BE49-F238E27FC236}">
                    <a16:creationId xmlns:a16="http://schemas.microsoft.com/office/drawing/2014/main" id="{B45E1D34-70B8-4906-90FF-6812D2CC259D}"/>
                  </a:ext>
                </a:extLst>
              </p:cNvPr>
              <p:cNvGrpSpPr/>
              <p:nvPr/>
            </p:nvGrpSpPr>
            <p:grpSpPr bwMode="gray">
              <a:xfrm>
                <a:off x="5984510" y="1902858"/>
                <a:ext cx="641727" cy="247223"/>
                <a:chOff x="5984510" y="1902858"/>
                <a:chExt cx="641727" cy="247223"/>
              </a:xfrm>
            </p:grpSpPr>
            <p:sp>
              <p:nvSpPr>
                <p:cNvPr id="29" name="Oval 28">
                  <a:extLst>
                    <a:ext uri="{FF2B5EF4-FFF2-40B4-BE49-F238E27FC236}">
                      <a16:creationId xmlns:a16="http://schemas.microsoft.com/office/drawing/2014/main" id="{E6502E91-C3A8-42A1-88A0-E71FE1C488E1}"/>
                    </a:ext>
                  </a:extLst>
                </p:cNvPr>
                <p:cNvSpPr/>
                <p:nvPr/>
              </p:nvSpPr>
              <p:spPr bwMode="gray">
                <a:xfrm>
                  <a:off x="5984510" y="1902858"/>
                  <a:ext cx="247223" cy="2472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30" name="Oval 29">
                  <a:extLst>
                    <a:ext uri="{FF2B5EF4-FFF2-40B4-BE49-F238E27FC236}">
                      <a16:creationId xmlns:a16="http://schemas.microsoft.com/office/drawing/2014/main" id="{C278D589-9D7C-4286-90B6-CD62F26D8FEF}"/>
                    </a:ext>
                  </a:extLst>
                </p:cNvPr>
                <p:cNvSpPr>
                  <a:spLocks noChangeAspect="1"/>
                </p:cNvSpPr>
                <p:nvPr/>
              </p:nvSpPr>
              <p:spPr bwMode="gray">
                <a:xfrm>
                  <a:off x="6428459" y="1904762"/>
                  <a:ext cx="197778" cy="197778"/>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grpSp>
        </p:grpSp>
        <p:sp>
          <p:nvSpPr>
            <p:cNvPr id="32" name="Freeform: Shape 31">
              <a:extLst>
                <a:ext uri="{FF2B5EF4-FFF2-40B4-BE49-F238E27FC236}">
                  <a16:creationId xmlns:a16="http://schemas.microsoft.com/office/drawing/2014/main" id="{7CD7B3ED-F765-49A3-9B56-EC76E4CB5865}"/>
                </a:ext>
              </a:extLst>
            </p:cNvPr>
            <p:cNvSpPr/>
            <p:nvPr userDrawn="1"/>
          </p:nvSpPr>
          <p:spPr bwMode="gray">
            <a:xfrm rot="19800000" flipV="1">
              <a:off x="10771413" y="1127507"/>
              <a:ext cx="1597991" cy="281440"/>
            </a:xfrm>
            <a:custGeom>
              <a:avLst/>
              <a:gdLst>
                <a:gd name="connsiteX0" fmla="*/ 1597991 w 1597991"/>
                <a:gd name="connsiteY0" fmla="*/ 281440 h 281440"/>
                <a:gd name="connsiteX1" fmla="*/ 1435502 w 1597991"/>
                <a:gd name="connsiteY1" fmla="*/ 0 h 281440"/>
                <a:gd name="connsiteX2" fmla="*/ 140720 w 1597991"/>
                <a:gd name="connsiteY2" fmla="*/ 0 h 281440"/>
                <a:gd name="connsiteX3" fmla="*/ 0 w 1597991"/>
                <a:gd name="connsiteY3" fmla="*/ 140720 h 281440"/>
                <a:gd name="connsiteX4" fmla="*/ 0 w 1597991"/>
                <a:gd name="connsiteY4" fmla="*/ 140719 h 281440"/>
                <a:gd name="connsiteX5" fmla="*/ 140720 w 1597991"/>
                <a:gd name="connsiteY5" fmla="*/ 281439 h 28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97991" h="281440">
                  <a:moveTo>
                    <a:pt x="1597991" y="281440"/>
                  </a:moveTo>
                  <a:lnTo>
                    <a:pt x="1435502" y="0"/>
                  </a:lnTo>
                  <a:lnTo>
                    <a:pt x="140720" y="0"/>
                  </a:lnTo>
                  <a:cubicBezTo>
                    <a:pt x="63002" y="0"/>
                    <a:pt x="0" y="63002"/>
                    <a:pt x="0" y="140720"/>
                  </a:cubicBezTo>
                  <a:lnTo>
                    <a:pt x="0" y="140719"/>
                  </a:lnTo>
                  <a:cubicBezTo>
                    <a:pt x="0" y="218437"/>
                    <a:pt x="63002" y="281439"/>
                    <a:pt x="140720" y="281439"/>
                  </a:cubicBezTo>
                  <a:close/>
                </a:path>
              </a:pathLst>
            </a:custGeom>
            <a:gradFill flip="none" rotWithShape="1">
              <a:gsLst>
                <a:gs pos="43000">
                  <a:srgbClr val="FF69B0">
                    <a:alpha val="80000"/>
                  </a:srgbClr>
                </a:gs>
                <a:gs pos="100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Roboto"/>
              </a:endParaRPr>
            </a:p>
          </p:txBody>
        </p:sp>
      </p:grpSp>
      <p:sp>
        <p:nvSpPr>
          <p:cNvPr id="25" name="Subtitle 2">
            <a:extLst>
              <a:ext uri="{FF2B5EF4-FFF2-40B4-BE49-F238E27FC236}">
                <a16:creationId xmlns:a16="http://schemas.microsoft.com/office/drawing/2014/main" id="{6143822D-F4A9-AB47-D00B-43AD4986B222}"/>
              </a:ext>
            </a:extLst>
          </p:cNvPr>
          <p:cNvSpPr>
            <a:spLocks noGrp="1"/>
          </p:cNvSpPr>
          <p:nvPr>
            <p:ph type="subTitle" idx="1" hasCustomPrompt="1"/>
          </p:nvPr>
        </p:nvSpPr>
        <p:spPr>
          <a:xfrm>
            <a:off x="1078992" y="436471"/>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19" name="Title 1">
            <a:extLst>
              <a:ext uri="{FF2B5EF4-FFF2-40B4-BE49-F238E27FC236}">
                <a16:creationId xmlns:a16="http://schemas.microsoft.com/office/drawing/2014/main" id="{06B84CB2-68F6-D2CA-165C-0A66F6F56A79}"/>
              </a:ext>
            </a:extLst>
          </p:cNvPr>
          <p:cNvSpPr>
            <a:spLocks noGrp="1"/>
          </p:cNvSpPr>
          <p:nvPr>
            <p:ph type="title" hasCustomPrompt="1"/>
          </p:nvPr>
        </p:nvSpPr>
        <p:spPr>
          <a:xfrm>
            <a:off x="1078992" y="-961838"/>
            <a:ext cx="8924544" cy="694944"/>
          </a:xfrm>
        </p:spPr>
        <p:txBody>
          <a:bodyPr/>
          <a:lstStyle>
            <a:lvl1pPr>
              <a:defRPr>
                <a:solidFill>
                  <a:schemeClr val="tx1"/>
                </a:solidFill>
              </a:defRPr>
            </a:lvl1pPr>
          </a:lstStyle>
          <a:p>
            <a:r>
              <a:rPr lang="en-US" dirty="0"/>
              <a:t>Click to edit title to meet accessibility standards</a:t>
            </a:r>
          </a:p>
        </p:txBody>
      </p:sp>
      <p:sp>
        <p:nvSpPr>
          <p:cNvPr id="36" name="Text Placeholder 13">
            <a:extLst>
              <a:ext uri="{FF2B5EF4-FFF2-40B4-BE49-F238E27FC236}">
                <a16:creationId xmlns:a16="http://schemas.microsoft.com/office/drawing/2014/main" id="{491776B0-BA4A-47C9-BDDC-EC235347EF56}"/>
              </a:ext>
            </a:extLst>
          </p:cNvPr>
          <p:cNvSpPr>
            <a:spLocks noGrp="1"/>
          </p:cNvSpPr>
          <p:nvPr>
            <p:ph type="body" sz="quarter" idx="16" hasCustomPrompt="1"/>
          </p:nvPr>
        </p:nvSpPr>
        <p:spPr>
          <a:xfrm>
            <a:off x="1078993" y="2420173"/>
            <a:ext cx="4779880" cy="2025637"/>
          </a:xfrm>
        </p:spPr>
        <p:txBody>
          <a:bodyPr wrap="square" anchor="b">
            <a:noAutofit/>
          </a:bodyPr>
          <a:lstStyle>
            <a:lvl1pPr marL="0" indent="0" algn="r" defTabSz="914400" rtl="0" eaLnBrk="1" latinLnBrk="0" hangingPunct="1">
              <a:lnSpc>
                <a:spcPct val="110000"/>
              </a:lnSpc>
              <a:spcBef>
                <a:spcPts val="0"/>
              </a:spcBef>
              <a:spcAft>
                <a:spcPts val="900"/>
              </a:spcAft>
              <a:buFont typeface="Roboto" panose="02000000000000000000" pitchFamily="2" charset="0"/>
              <a:buChar char="​"/>
              <a:defRPr lang="en-US" sz="15000" b="1" kern="1200" dirty="0">
                <a:gradFill>
                  <a:gsLst>
                    <a:gs pos="20000">
                      <a:schemeClr val="accent3"/>
                    </a:gs>
                    <a:gs pos="85000">
                      <a:schemeClr val="accent1"/>
                    </a:gs>
                  </a:gsLst>
                  <a:lin ang="2700000" scaled="0"/>
                </a:gradFill>
                <a:latin typeface="+mn-lt"/>
                <a:ea typeface="+mn-ea"/>
                <a:cs typeface="+mn-cs"/>
              </a:defRPr>
            </a:lvl1pPr>
          </a:lstStyle>
          <a:p>
            <a:pPr lvl="0"/>
            <a:r>
              <a:rPr lang="en-US" dirty="0"/>
              <a:t>##%</a:t>
            </a:r>
          </a:p>
        </p:txBody>
      </p:sp>
      <p:sp>
        <p:nvSpPr>
          <p:cNvPr id="18" name="Text Placeholder 17">
            <a:extLst>
              <a:ext uri="{FF2B5EF4-FFF2-40B4-BE49-F238E27FC236}">
                <a16:creationId xmlns:a16="http://schemas.microsoft.com/office/drawing/2014/main" id="{08B6156B-0C00-495C-87C3-E8E326761A07}"/>
              </a:ext>
            </a:extLst>
          </p:cNvPr>
          <p:cNvSpPr>
            <a:spLocks noGrp="1"/>
          </p:cNvSpPr>
          <p:nvPr>
            <p:ph type="body" sz="quarter" idx="15" hasCustomPrompt="1"/>
          </p:nvPr>
        </p:nvSpPr>
        <p:spPr>
          <a:xfrm>
            <a:off x="1469461" y="4305068"/>
            <a:ext cx="4389412" cy="863047"/>
          </a:xfrm>
        </p:spPr>
        <p:txBody>
          <a:bodyPr/>
          <a:lstStyle>
            <a:lvl1pPr algn="r">
              <a:defRPr sz="2000">
                <a:solidFill>
                  <a:schemeClr val="accent3"/>
                </a:solidFill>
              </a:defRPr>
            </a:lvl1pPr>
            <a:lvl2pPr marL="0" indent="0">
              <a:buFont typeface="Roboto" panose="02000000000000000000" pitchFamily="2" charset="0"/>
              <a:buChar char="​"/>
              <a:defRPr sz="1500"/>
            </a:lvl2pPr>
          </a:lstStyle>
          <a:p>
            <a:pPr lvl="0"/>
            <a:r>
              <a:rPr lang="en-US" dirty="0"/>
              <a:t>Click to edit text</a:t>
            </a:r>
          </a:p>
        </p:txBody>
      </p:sp>
      <p:sp>
        <p:nvSpPr>
          <p:cNvPr id="3" name="Text Placeholder 2">
            <a:extLst>
              <a:ext uri="{FF2B5EF4-FFF2-40B4-BE49-F238E27FC236}">
                <a16:creationId xmlns:a16="http://schemas.microsoft.com/office/drawing/2014/main" id="{7A45F4C8-F12E-4307-9AA1-D64921B0D3C2}"/>
              </a:ext>
            </a:extLst>
          </p:cNvPr>
          <p:cNvSpPr>
            <a:spLocks noGrp="1"/>
          </p:cNvSpPr>
          <p:nvPr>
            <p:ph type="body" sz="quarter" idx="17" hasCustomPrompt="1"/>
          </p:nvPr>
        </p:nvSpPr>
        <p:spPr>
          <a:xfrm>
            <a:off x="6305550" y="3209925"/>
            <a:ext cx="3097213" cy="2733675"/>
          </a:xfrm>
        </p:spPr>
        <p:txBody>
          <a:bodyPr/>
          <a:lstStyle>
            <a:lvl1pPr>
              <a:defRPr/>
            </a:lvl1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E268C7B3-03A8-498A-ADB9-426A8F8D4AB3}"/>
              </a:ext>
            </a:extLst>
          </p:cNvPr>
          <p:cNvSpPr>
            <a:spLocks noGrp="1"/>
          </p:cNvSpPr>
          <p:nvPr>
            <p:ph type="ftr" sz="quarter" idx="18"/>
          </p:nvPr>
        </p:nvSpPr>
        <p:spPr/>
        <p:txBody>
          <a:bodyPr/>
          <a:lstStyle/>
          <a:p>
            <a:endParaRPr lang="en-US" dirty="0"/>
          </a:p>
        </p:txBody>
      </p:sp>
    </p:spTree>
    <p:extLst>
      <p:ext uri="{BB962C8B-B14F-4D97-AF65-F5344CB8AC3E}">
        <p14:creationId xmlns:p14="http://schemas.microsoft.com/office/powerpoint/2010/main" val="134417617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lumMod val="75000"/>
          </a:schemeClr>
        </a:solidFill>
        <a:effectLst/>
      </p:bgPr>
    </p:bg>
    <p:spTree>
      <p:nvGrpSpPr>
        <p:cNvPr id="1" name=""/>
        <p:cNvGrpSpPr/>
        <p:nvPr/>
      </p:nvGrpSpPr>
      <p:grpSpPr>
        <a:xfrm>
          <a:off x="0" y="0"/>
          <a:ext cx="0" cy="0"/>
          <a:chOff x="0" y="0"/>
          <a:chExt cx="0" cy="0"/>
        </a:xfrm>
      </p:grpSpPr>
      <p:grpSp>
        <p:nvGrpSpPr>
          <p:cNvPr id="72" name="Group 71">
            <a:extLst>
              <a:ext uri="{FF2B5EF4-FFF2-40B4-BE49-F238E27FC236}">
                <a16:creationId xmlns:a16="http://schemas.microsoft.com/office/drawing/2014/main" id="{89365C07-DC0F-4B69-AAE0-AB65734C4E3F}"/>
              </a:ext>
              <a:ext uri="{C183D7F6-B498-43B3-948B-1728B52AA6E4}">
                <adec:decorative xmlns:adec="http://schemas.microsoft.com/office/drawing/2017/decorative" val="1"/>
              </a:ext>
            </a:extLst>
          </p:cNvPr>
          <p:cNvGrpSpPr/>
          <p:nvPr userDrawn="1"/>
        </p:nvGrpSpPr>
        <p:grpSpPr bwMode="gray">
          <a:xfrm rot="10800000">
            <a:off x="9903466" y="4352718"/>
            <a:ext cx="1732026" cy="1145417"/>
            <a:chOff x="1507680" y="3769469"/>
            <a:chExt cx="2754679" cy="1821715"/>
          </a:xfrm>
        </p:grpSpPr>
        <p:grpSp>
          <p:nvGrpSpPr>
            <p:cNvPr id="73" name="Group 72">
              <a:extLst>
                <a:ext uri="{FF2B5EF4-FFF2-40B4-BE49-F238E27FC236}">
                  <a16:creationId xmlns:a16="http://schemas.microsoft.com/office/drawing/2014/main" id="{A49A178F-F71A-4BC6-95F6-3A7D413272E5}"/>
                </a:ext>
              </a:extLst>
            </p:cNvPr>
            <p:cNvGrpSpPr/>
            <p:nvPr/>
          </p:nvGrpSpPr>
          <p:grpSpPr bwMode="gray">
            <a:xfrm>
              <a:off x="1507680" y="3769469"/>
              <a:ext cx="1331763" cy="1821715"/>
              <a:chOff x="826382" y="-774640"/>
              <a:chExt cx="2163513" cy="2959467"/>
            </a:xfrm>
          </p:grpSpPr>
          <p:sp>
            <p:nvSpPr>
              <p:cNvPr id="77" name="Freeform: Shape 76">
                <a:extLst>
                  <a:ext uri="{FF2B5EF4-FFF2-40B4-BE49-F238E27FC236}">
                    <a16:creationId xmlns:a16="http://schemas.microsoft.com/office/drawing/2014/main" id="{6F5E5539-0361-4CE5-8F53-1F56C580CC3F}"/>
                  </a:ext>
                </a:extLst>
              </p:cNvPr>
              <p:cNvSpPr/>
              <p:nvPr userDrawn="1"/>
            </p:nvSpPr>
            <p:spPr bwMode="gray">
              <a:xfrm rot="1211673">
                <a:off x="1189585" y="-774640"/>
                <a:ext cx="1800310" cy="2782290"/>
              </a:xfrm>
              <a:custGeom>
                <a:avLst/>
                <a:gdLst/>
                <a:ahLst/>
                <a:cxnLst/>
                <a:rect l="l" t="t" r="r" b="b"/>
                <a:pathLst>
                  <a:path w="321869" h="497433">
                    <a:moveTo>
                      <a:pt x="132893" y="0"/>
                    </a:moveTo>
                    <a:lnTo>
                      <a:pt x="303581" y="0"/>
                    </a:lnTo>
                    <a:lnTo>
                      <a:pt x="242621" y="206044"/>
                    </a:lnTo>
                    <a:cubicBezTo>
                      <a:pt x="267818" y="218236"/>
                      <a:pt x="287325" y="235915"/>
                      <a:pt x="301143" y="259080"/>
                    </a:cubicBezTo>
                    <a:cubicBezTo>
                      <a:pt x="314960" y="282244"/>
                      <a:pt x="321869" y="309676"/>
                      <a:pt x="321869" y="341376"/>
                    </a:cubicBezTo>
                    <a:cubicBezTo>
                      <a:pt x="321869" y="388518"/>
                      <a:pt x="306832" y="426313"/>
                      <a:pt x="276759" y="454761"/>
                    </a:cubicBezTo>
                    <a:cubicBezTo>
                      <a:pt x="246685" y="483209"/>
                      <a:pt x="208077" y="497433"/>
                      <a:pt x="160935" y="497433"/>
                    </a:cubicBezTo>
                    <a:cubicBezTo>
                      <a:pt x="113792" y="497433"/>
                      <a:pt x="75184" y="483209"/>
                      <a:pt x="45111" y="454761"/>
                    </a:cubicBezTo>
                    <a:cubicBezTo>
                      <a:pt x="15037" y="426313"/>
                      <a:pt x="0" y="388518"/>
                      <a:pt x="0" y="341376"/>
                    </a:cubicBezTo>
                    <a:cubicBezTo>
                      <a:pt x="0" y="320243"/>
                      <a:pt x="2845" y="299110"/>
                      <a:pt x="8535" y="277977"/>
                    </a:cubicBezTo>
                    <a:cubicBezTo>
                      <a:pt x="14224" y="256844"/>
                      <a:pt x="27229" y="224739"/>
                      <a:pt x="47549" y="181660"/>
                    </a:cubicBezTo>
                    <a:lnTo>
                      <a:pt x="132893" y="0"/>
                    </a:lnTo>
                    <a:close/>
                  </a:path>
                </a:pathLst>
              </a:custGeom>
              <a:gradFill flip="none" rotWithShape="1">
                <a:gsLst>
                  <a:gs pos="7000">
                    <a:schemeClr val="accent2"/>
                  </a:gs>
                  <a:gs pos="67000">
                    <a:srgbClr val="7B5DFD">
                      <a:alpha val="8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a:endParaRPr>
              </a:p>
            </p:txBody>
          </p:sp>
          <p:sp>
            <p:nvSpPr>
              <p:cNvPr id="78" name="Freeform: Shape 77">
                <a:extLst>
                  <a:ext uri="{FF2B5EF4-FFF2-40B4-BE49-F238E27FC236}">
                    <a16:creationId xmlns:a16="http://schemas.microsoft.com/office/drawing/2014/main" id="{0B4E82AF-6110-4DD2-BBC9-EE81DCB67B03}"/>
                  </a:ext>
                </a:extLst>
              </p:cNvPr>
              <p:cNvSpPr/>
              <p:nvPr userDrawn="1"/>
            </p:nvSpPr>
            <p:spPr bwMode="gray">
              <a:xfrm rot="1211673">
                <a:off x="826382" y="160435"/>
                <a:ext cx="2024399" cy="2024392"/>
              </a:xfrm>
              <a:custGeom>
                <a:avLst/>
                <a:gdLst/>
                <a:ahLst/>
                <a:cxnLst/>
                <a:rect l="l" t="t" r="r" b="b"/>
                <a:pathLst>
                  <a:path w="569936" h="569936">
                    <a:moveTo>
                      <a:pt x="284968" y="0"/>
                    </a:moveTo>
                    <a:cubicBezTo>
                      <a:pt x="442351" y="0"/>
                      <a:pt x="569936" y="127585"/>
                      <a:pt x="569936" y="284968"/>
                    </a:cubicBezTo>
                    <a:cubicBezTo>
                      <a:pt x="569936" y="442351"/>
                      <a:pt x="442351" y="569936"/>
                      <a:pt x="284968" y="569936"/>
                    </a:cubicBezTo>
                    <a:cubicBezTo>
                      <a:pt x="127585" y="569936"/>
                      <a:pt x="0" y="442351"/>
                      <a:pt x="0" y="284968"/>
                    </a:cubicBezTo>
                    <a:cubicBezTo>
                      <a:pt x="0" y="127585"/>
                      <a:pt x="127585" y="0"/>
                      <a:pt x="2849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grpSp>
        <p:grpSp>
          <p:nvGrpSpPr>
            <p:cNvPr id="74" name="Group 73">
              <a:extLst>
                <a:ext uri="{FF2B5EF4-FFF2-40B4-BE49-F238E27FC236}">
                  <a16:creationId xmlns:a16="http://schemas.microsoft.com/office/drawing/2014/main" id="{0721EFCA-4A50-4CD4-9AFE-CFD3C18BC4D3}"/>
                </a:ext>
              </a:extLst>
            </p:cNvPr>
            <p:cNvGrpSpPr/>
            <p:nvPr/>
          </p:nvGrpSpPr>
          <p:grpSpPr bwMode="gray">
            <a:xfrm>
              <a:off x="2930596" y="3769469"/>
              <a:ext cx="1331763" cy="1821715"/>
              <a:chOff x="826382" y="-774640"/>
              <a:chExt cx="2163513" cy="2959467"/>
            </a:xfrm>
          </p:grpSpPr>
          <p:sp>
            <p:nvSpPr>
              <p:cNvPr id="75" name="Freeform: Shape 74">
                <a:extLst>
                  <a:ext uri="{FF2B5EF4-FFF2-40B4-BE49-F238E27FC236}">
                    <a16:creationId xmlns:a16="http://schemas.microsoft.com/office/drawing/2014/main" id="{5AA9820F-AEFD-4E46-989C-529B90375AF2}"/>
                  </a:ext>
                </a:extLst>
              </p:cNvPr>
              <p:cNvSpPr/>
              <p:nvPr userDrawn="1"/>
            </p:nvSpPr>
            <p:spPr bwMode="gray">
              <a:xfrm rot="1211673">
                <a:off x="1189585" y="-774640"/>
                <a:ext cx="1800310" cy="2782290"/>
              </a:xfrm>
              <a:custGeom>
                <a:avLst/>
                <a:gdLst/>
                <a:ahLst/>
                <a:cxnLst/>
                <a:rect l="l" t="t" r="r" b="b"/>
                <a:pathLst>
                  <a:path w="321869" h="497433">
                    <a:moveTo>
                      <a:pt x="132893" y="0"/>
                    </a:moveTo>
                    <a:lnTo>
                      <a:pt x="303581" y="0"/>
                    </a:lnTo>
                    <a:lnTo>
                      <a:pt x="242621" y="206044"/>
                    </a:lnTo>
                    <a:cubicBezTo>
                      <a:pt x="267818" y="218236"/>
                      <a:pt x="287325" y="235915"/>
                      <a:pt x="301143" y="259080"/>
                    </a:cubicBezTo>
                    <a:cubicBezTo>
                      <a:pt x="314960" y="282244"/>
                      <a:pt x="321869" y="309676"/>
                      <a:pt x="321869" y="341376"/>
                    </a:cubicBezTo>
                    <a:cubicBezTo>
                      <a:pt x="321869" y="388518"/>
                      <a:pt x="306832" y="426313"/>
                      <a:pt x="276759" y="454761"/>
                    </a:cubicBezTo>
                    <a:cubicBezTo>
                      <a:pt x="246685" y="483209"/>
                      <a:pt x="208077" y="497433"/>
                      <a:pt x="160935" y="497433"/>
                    </a:cubicBezTo>
                    <a:cubicBezTo>
                      <a:pt x="113792" y="497433"/>
                      <a:pt x="75184" y="483209"/>
                      <a:pt x="45111" y="454761"/>
                    </a:cubicBezTo>
                    <a:cubicBezTo>
                      <a:pt x="15037" y="426313"/>
                      <a:pt x="0" y="388518"/>
                      <a:pt x="0" y="341376"/>
                    </a:cubicBezTo>
                    <a:cubicBezTo>
                      <a:pt x="0" y="320243"/>
                      <a:pt x="2845" y="299110"/>
                      <a:pt x="8535" y="277977"/>
                    </a:cubicBezTo>
                    <a:cubicBezTo>
                      <a:pt x="14224" y="256844"/>
                      <a:pt x="27229" y="224739"/>
                      <a:pt x="47549" y="181660"/>
                    </a:cubicBezTo>
                    <a:lnTo>
                      <a:pt x="132893" y="0"/>
                    </a:lnTo>
                    <a:close/>
                  </a:path>
                </a:pathLst>
              </a:custGeom>
              <a:gradFill flip="none" rotWithShape="1">
                <a:gsLst>
                  <a:gs pos="7000">
                    <a:schemeClr val="accent2"/>
                  </a:gs>
                  <a:gs pos="67000">
                    <a:srgbClr val="7B5DFD">
                      <a:alpha val="8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a:endParaRPr>
              </a:p>
            </p:txBody>
          </p:sp>
          <p:sp>
            <p:nvSpPr>
              <p:cNvPr id="76" name="Freeform: Shape 75">
                <a:extLst>
                  <a:ext uri="{FF2B5EF4-FFF2-40B4-BE49-F238E27FC236}">
                    <a16:creationId xmlns:a16="http://schemas.microsoft.com/office/drawing/2014/main" id="{39D47F05-D66A-4336-A42E-93C2FF39B78F}"/>
                  </a:ext>
                </a:extLst>
              </p:cNvPr>
              <p:cNvSpPr/>
              <p:nvPr userDrawn="1"/>
            </p:nvSpPr>
            <p:spPr bwMode="gray">
              <a:xfrm rot="1211673">
                <a:off x="826382" y="160435"/>
                <a:ext cx="2024399" cy="2024392"/>
              </a:xfrm>
              <a:custGeom>
                <a:avLst/>
                <a:gdLst/>
                <a:ahLst/>
                <a:cxnLst/>
                <a:rect l="l" t="t" r="r" b="b"/>
                <a:pathLst>
                  <a:path w="569936" h="569936">
                    <a:moveTo>
                      <a:pt x="284968" y="0"/>
                    </a:moveTo>
                    <a:cubicBezTo>
                      <a:pt x="442351" y="0"/>
                      <a:pt x="569936" y="127585"/>
                      <a:pt x="569936" y="284968"/>
                    </a:cubicBezTo>
                    <a:cubicBezTo>
                      <a:pt x="569936" y="442351"/>
                      <a:pt x="442351" y="569936"/>
                      <a:pt x="284968" y="569936"/>
                    </a:cubicBezTo>
                    <a:cubicBezTo>
                      <a:pt x="127585" y="569936"/>
                      <a:pt x="0" y="442351"/>
                      <a:pt x="0" y="284968"/>
                    </a:cubicBezTo>
                    <a:cubicBezTo>
                      <a:pt x="0" y="127585"/>
                      <a:pt x="127585" y="0"/>
                      <a:pt x="2849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grpSp>
      </p:grpSp>
      <p:grpSp>
        <p:nvGrpSpPr>
          <p:cNvPr id="79" name="Group 78">
            <a:extLst>
              <a:ext uri="{FF2B5EF4-FFF2-40B4-BE49-F238E27FC236}">
                <a16:creationId xmlns:a16="http://schemas.microsoft.com/office/drawing/2014/main" id="{B3556E6E-1060-456D-BFA3-FEC9B71DD4D3}"/>
              </a:ext>
              <a:ext uri="{C183D7F6-B498-43B3-948B-1728B52AA6E4}">
                <adec:decorative xmlns:adec="http://schemas.microsoft.com/office/drawing/2017/decorative" val="1"/>
              </a:ext>
            </a:extLst>
          </p:cNvPr>
          <p:cNvGrpSpPr/>
          <p:nvPr userDrawn="1"/>
        </p:nvGrpSpPr>
        <p:grpSpPr bwMode="gray">
          <a:xfrm rot="10800000" flipH="1" flipV="1">
            <a:off x="692097" y="1664209"/>
            <a:ext cx="1732026" cy="1145417"/>
            <a:chOff x="1507680" y="3769469"/>
            <a:chExt cx="2754679" cy="1821715"/>
          </a:xfrm>
        </p:grpSpPr>
        <p:grpSp>
          <p:nvGrpSpPr>
            <p:cNvPr id="80" name="Group 79">
              <a:extLst>
                <a:ext uri="{FF2B5EF4-FFF2-40B4-BE49-F238E27FC236}">
                  <a16:creationId xmlns:a16="http://schemas.microsoft.com/office/drawing/2014/main" id="{3F7CB09B-B90B-481B-B30F-CF9849E56735}"/>
                </a:ext>
              </a:extLst>
            </p:cNvPr>
            <p:cNvGrpSpPr/>
            <p:nvPr/>
          </p:nvGrpSpPr>
          <p:grpSpPr bwMode="gray">
            <a:xfrm>
              <a:off x="1507680" y="3769469"/>
              <a:ext cx="1331763" cy="1821715"/>
              <a:chOff x="826382" y="-774640"/>
              <a:chExt cx="2163513" cy="2959467"/>
            </a:xfrm>
          </p:grpSpPr>
          <p:sp>
            <p:nvSpPr>
              <p:cNvPr id="84" name="Freeform: Shape 83">
                <a:extLst>
                  <a:ext uri="{FF2B5EF4-FFF2-40B4-BE49-F238E27FC236}">
                    <a16:creationId xmlns:a16="http://schemas.microsoft.com/office/drawing/2014/main" id="{384A2AF4-CA8C-4F3D-BE44-6BB23A34C504}"/>
                  </a:ext>
                </a:extLst>
              </p:cNvPr>
              <p:cNvSpPr/>
              <p:nvPr userDrawn="1"/>
            </p:nvSpPr>
            <p:spPr bwMode="gray">
              <a:xfrm rot="1211673">
                <a:off x="1189585" y="-774640"/>
                <a:ext cx="1800310" cy="2782290"/>
              </a:xfrm>
              <a:custGeom>
                <a:avLst/>
                <a:gdLst/>
                <a:ahLst/>
                <a:cxnLst/>
                <a:rect l="l" t="t" r="r" b="b"/>
                <a:pathLst>
                  <a:path w="321869" h="497433">
                    <a:moveTo>
                      <a:pt x="132893" y="0"/>
                    </a:moveTo>
                    <a:lnTo>
                      <a:pt x="303581" y="0"/>
                    </a:lnTo>
                    <a:lnTo>
                      <a:pt x="242621" y="206044"/>
                    </a:lnTo>
                    <a:cubicBezTo>
                      <a:pt x="267818" y="218236"/>
                      <a:pt x="287325" y="235915"/>
                      <a:pt x="301143" y="259080"/>
                    </a:cubicBezTo>
                    <a:cubicBezTo>
                      <a:pt x="314960" y="282244"/>
                      <a:pt x="321869" y="309676"/>
                      <a:pt x="321869" y="341376"/>
                    </a:cubicBezTo>
                    <a:cubicBezTo>
                      <a:pt x="321869" y="388518"/>
                      <a:pt x="306832" y="426313"/>
                      <a:pt x="276759" y="454761"/>
                    </a:cubicBezTo>
                    <a:cubicBezTo>
                      <a:pt x="246685" y="483209"/>
                      <a:pt x="208077" y="497433"/>
                      <a:pt x="160935" y="497433"/>
                    </a:cubicBezTo>
                    <a:cubicBezTo>
                      <a:pt x="113792" y="497433"/>
                      <a:pt x="75184" y="483209"/>
                      <a:pt x="45111" y="454761"/>
                    </a:cubicBezTo>
                    <a:cubicBezTo>
                      <a:pt x="15037" y="426313"/>
                      <a:pt x="0" y="388518"/>
                      <a:pt x="0" y="341376"/>
                    </a:cubicBezTo>
                    <a:cubicBezTo>
                      <a:pt x="0" y="320243"/>
                      <a:pt x="2845" y="299110"/>
                      <a:pt x="8535" y="277977"/>
                    </a:cubicBezTo>
                    <a:cubicBezTo>
                      <a:pt x="14224" y="256844"/>
                      <a:pt x="27229" y="224739"/>
                      <a:pt x="47549" y="181660"/>
                    </a:cubicBezTo>
                    <a:lnTo>
                      <a:pt x="132893" y="0"/>
                    </a:lnTo>
                    <a:close/>
                  </a:path>
                </a:pathLst>
              </a:custGeom>
              <a:gradFill flip="none" rotWithShape="1">
                <a:gsLst>
                  <a:gs pos="7000">
                    <a:schemeClr val="accent2"/>
                  </a:gs>
                  <a:gs pos="67000">
                    <a:srgbClr val="7B5DFD">
                      <a:alpha val="8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a:endParaRPr>
              </a:p>
            </p:txBody>
          </p:sp>
          <p:sp>
            <p:nvSpPr>
              <p:cNvPr id="85" name="Freeform: Shape 84">
                <a:extLst>
                  <a:ext uri="{FF2B5EF4-FFF2-40B4-BE49-F238E27FC236}">
                    <a16:creationId xmlns:a16="http://schemas.microsoft.com/office/drawing/2014/main" id="{55DA4444-C4FB-40E7-A8A5-0B8D37820BDD}"/>
                  </a:ext>
                </a:extLst>
              </p:cNvPr>
              <p:cNvSpPr/>
              <p:nvPr userDrawn="1"/>
            </p:nvSpPr>
            <p:spPr bwMode="gray">
              <a:xfrm rot="1211673">
                <a:off x="826382" y="160435"/>
                <a:ext cx="2024399" cy="2024392"/>
              </a:xfrm>
              <a:custGeom>
                <a:avLst/>
                <a:gdLst/>
                <a:ahLst/>
                <a:cxnLst/>
                <a:rect l="l" t="t" r="r" b="b"/>
                <a:pathLst>
                  <a:path w="569936" h="569936">
                    <a:moveTo>
                      <a:pt x="284968" y="0"/>
                    </a:moveTo>
                    <a:cubicBezTo>
                      <a:pt x="442351" y="0"/>
                      <a:pt x="569936" y="127585"/>
                      <a:pt x="569936" y="284968"/>
                    </a:cubicBezTo>
                    <a:cubicBezTo>
                      <a:pt x="569936" y="442351"/>
                      <a:pt x="442351" y="569936"/>
                      <a:pt x="284968" y="569936"/>
                    </a:cubicBezTo>
                    <a:cubicBezTo>
                      <a:pt x="127585" y="569936"/>
                      <a:pt x="0" y="442351"/>
                      <a:pt x="0" y="284968"/>
                    </a:cubicBezTo>
                    <a:cubicBezTo>
                      <a:pt x="0" y="127585"/>
                      <a:pt x="127585" y="0"/>
                      <a:pt x="2849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grpSp>
        <p:grpSp>
          <p:nvGrpSpPr>
            <p:cNvPr id="81" name="Group 80">
              <a:extLst>
                <a:ext uri="{FF2B5EF4-FFF2-40B4-BE49-F238E27FC236}">
                  <a16:creationId xmlns:a16="http://schemas.microsoft.com/office/drawing/2014/main" id="{A3C144B0-1653-4B72-A298-CC8F58AC8675}"/>
                </a:ext>
              </a:extLst>
            </p:cNvPr>
            <p:cNvGrpSpPr/>
            <p:nvPr/>
          </p:nvGrpSpPr>
          <p:grpSpPr bwMode="gray">
            <a:xfrm>
              <a:off x="2930596" y="3769469"/>
              <a:ext cx="1331763" cy="1821715"/>
              <a:chOff x="826382" y="-774640"/>
              <a:chExt cx="2163513" cy="2959467"/>
            </a:xfrm>
          </p:grpSpPr>
          <p:sp>
            <p:nvSpPr>
              <p:cNvPr id="82" name="Freeform: Shape 81">
                <a:extLst>
                  <a:ext uri="{FF2B5EF4-FFF2-40B4-BE49-F238E27FC236}">
                    <a16:creationId xmlns:a16="http://schemas.microsoft.com/office/drawing/2014/main" id="{98F1EC3C-D815-4BD4-9F68-E0391FCD5DDB}"/>
                  </a:ext>
                </a:extLst>
              </p:cNvPr>
              <p:cNvSpPr/>
              <p:nvPr userDrawn="1"/>
            </p:nvSpPr>
            <p:spPr bwMode="gray">
              <a:xfrm rot="1211673">
                <a:off x="1189585" y="-774640"/>
                <a:ext cx="1800310" cy="2782290"/>
              </a:xfrm>
              <a:custGeom>
                <a:avLst/>
                <a:gdLst/>
                <a:ahLst/>
                <a:cxnLst/>
                <a:rect l="l" t="t" r="r" b="b"/>
                <a:pathLst>
                  <a:path w="321869" h="497433">
                    <a:moveTo>
                      <a:pt x="132893" y="0"/>
                    </a:moveTo>
                    <a:lnTo>
                      <a:pt x="303581" y="0"/>
                    </a:lnTo>
                    <a:lnTo>
                      <a:pt x="242621" y="206044"/>
                    </a:lnTo>
                    <a:cubicBezTo>
                      <a:pt x="267818" y="218236"/>
                      <a:pt x="287325" y="235915"/>
                      <a:pt x="301143" y="259080"/>
                    </a:cubicBezTo>
                    <a:cubicBezTo>
                      <a:pt x="314960" y="282244"/>
                      <a:pt x="321869" y="309676"/>
                      <a:pt x="321869" y="341376"/>
                    </a:cubicBezTo>
                    <a:cubicBezTo>
                      <a:pt x="321869" y="388518"/>
                      <a:pt x="306832" y="426313"/>
                      <a:pt x="276759" y="454761"/>
                    </a:cubicBezTo>
                    <a:cubicBezTo>
                      <a:pt x="246685" y="483209"/>
                      <a:pt x="208077" y="497433"/>
                      <a:pt x="160935" y="497433"/>
                    </a:cubicBezTo>
                    <a:cubicBezTo>
                      <a:pt x="113792" y="497433"/>
                      <a:pt x="75184" y="483209"/>
                      <a:pt x="45111" y="454761"/>
                    </a:cubicBezTo>
                    <a:cubicBezTo>
                      <a:pt x="15037" y="426313"/>
                      <a:pt x="0" y="388518"/>
                      <a:pt x="0" y="341376"/>
                    </a:cubicBezTo>
                    <a:cubicBezTo>
                      <a:pt x="0" y="320243"/>
                      <a:pt x="2845" y="299110"/>
                      <a:pt x="8535" y="277977"/>
                    </a:cubicBezTo>
                    <a:cubicBezTo>
                      <a:pt x="14224" y="256844"/>
                      <a:pt x="27229" y="224739"/>
                      <a:pt x="47549" y="181660"/>
                    </a:cubicBezTo>
                    <a:lnTo>
                      <a:pt x="132893" y="0"/>
                    </a:lnTo>
                    <a:close/>
                  </a:path>
                </a:pathLst>
              </a:custGeom>
              <a:gradFill flip="none" rotWithShape="1">
                <a:gsLst>
                  <a:gs pos="7000">
                    <a:schemeClr val="accent2"/>
                  </a:gs>
                  <a:gs pos="67000">
                    <a:srgbClr val="7B5DFD">
                      <a:alpha val="8000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a:endParaRPr>
              </a:p>
            </p:txBody>
          </p:sp>
          <p:sp>
            <p:nvSpPr>
              <p:cNvPr id="83" name="Freeform: Shape 82">
                <a:extLst>
                  <a:ext uri="{FF2B5EF4-FFF2-40B4-BE49-F238E27FC236}">
                    <a16:creationId xmlns:a16="http://schemas.microsoft.com/office/drawing/2014/main" id="{F33691F1-7720-498C-84B5-103B6EF52375}"/>
                  </a:ext>
                </a:extLst>
              </p:cNvPr>
              <p:cNvSpPr/>
              <p:nvPr userDrawn="1"/>
            </p:nvSpPr>
            <p:spPr bwMode="gray">
              <a:xfrm rot="1211673">
                <a:off x="826382" y="160435"/>
                <a:ext cx="2024399" cy="2024392"/>
              </a:xfrm>
              <a:custGeom>
                <a:avLst/>
                <a:gdLst/>
                <a:ahLst/>
                <a:cxnLst/>
                <a:rect l="l" t="t" r="r" b="b"/>
                <a:pathLst>
                  <a:path w="569936" h="569936">
                    <a:moveTo>
                      <a:pt x="284968" y="0"/>
                    </a:moveTo>
                    <a:cubicBezTo>
                      <a:pt x="442351" y="0"/>
                      <a:pt x="569936" y="127585"/>
                      <a:pt x="569936" y="284968"/>
                    </a:cubicBezTo>
                    <a:cubicBezTo>
                      <a:pt x="569936" y="442351"/>
                      <a:pt x="442351" y="569936"/>
                      <a:pt x="284968" y="569936"/>
                    </a:cubicBezTo>
                    <a:cubicBezTo>
                      <a:pt x="127585" y="569936"/>
                      <a:pt x="0" y="442351"/>
                      <a:pt x="0" y="284968"/>
                    </a:cubicBezTo>
                    <a:cubicBezTo>
                      <a:pt x="0" y="127585"/>
                      <a:pt x="127585" y="0"/>
                      <a:pt x="284968"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grpSp>
      </p:grpSp>
      <p:sp>
        <p:nvSpPr>
          <p:cNvPr id="19" name="Title 1">
            <a:extLst>
              <a:ext uri="{FF2B5EF4-FFF2-40B4-BE49-F238E27FC236}">
                <a16:creationId xmlns:a16="http://schemas.microsoft.com/office/drawing/2014/main" id="{2829E3A1-3ABE-708A-536B-54C79D686469}"/>
              </a:ext>
            </a:extLst>
          </p:cNvPr>
          <p:cNvSpPr>
            <a:spLocks noGrp="1"/>
          </p:cNvSpPr>
          <p:nvPr>
            <p:ph type="title" hasCustomPrompt="1"/>
          </p:nvPr>
        </p:nvSpPr>
        <p:spPr>
          <a:xfrm>
            <a:off x="1078992" y="-961838"/>
            <a:ext cx="8924544" cy="694944"/>
          </a:xfrm>
        </p:spPr>
        <p:txBody>
          <a:bodyPr/>
          <a:lstStyle>
            <a:lvl1pPr>
              <a:defRPr>
                <a:solidFill>
                  <a:schemeClr val="tx1"/>
                </a:solidFill>
              </a:defRPr>
            </a:lvl1pPr>
          </a:lstStyle>
          <a:p>
            <a:r>
              <a:rPr lang="en-US" dirty="0"/>
              <a:t>Click to edit title to meet accessibility standards</a:t>
            </a:r>
          </a:p>
        </p:txBody>
      </p:sp>
      <p:sp>
        <p:nvSpPr>
          <p:cNvPr id="14" name="Text Placeholder 13">
            <a:extLst>
              <a:ext uri="{FF2B5EF4-FFF2-40B4-BE49-F238E27FC236}">
                <a16:creationId xmlns:a16="http://schemas.microsoft.com/office/drawing/2014/main" id="{D2A87D98-D457-45CE-A256-B30C370CFC77}"/>
              </a:ext>
            </a:extLst>
          </p:cNvPr>
          <p:cNvSpPr>
            <a:spLocks noGrp="1"/>
          </p:cNvSpPr>
          <p:nvPr>
            <p:ph type="body" sz="quarter" idx="14" hasCustomPrompt="1"/>
          </p:nvPr>
        </p:nvSpPr>
        <p:spPr>
          <a:xfrm>
            <a:off x="3260317" y="877823"/>
            <a:ext cx="6121291" cy="3474895"/>
          </a:xfrm>
        </p:spPr>
        <p:txBody>
          <a:bodyPr anchor="b">
            <a:normAutofit/>
          </a:bodyPr>
          <a:lstStyle>
            <a:lvl1pPr marL="0" indent="0">
              <a:lnSpc>
                <a:spcPct val="100000"/>
              </a:lnSpc>
              <a:buSzPct val="110000"/>
              <a:buFont typeface="Roboto" panose="02000000000000000000" pitchFamily="2" charset="0"/>
              <a:buNone/>
              <a:defRPr sz="3600" b="0">
                <a:solidFill>
                  <a:schemeClr val="bg1"/>
                </a:solidFill>
                <a:latin typeface="+mj-lt"/>
              </a:defRPr>
            </a:lvl1pPr>
          </a:lstStyle>
          <a:p>
            <a:pPr lvl="0"/>
            <a:r>
              <a:rPr lang="en-US" dirty="0"/>
              <a:t>Click to insert quote</a:t>
            </a:r>
          </a:p>
        </p:txBody>
      </p:sp>
      <p:sp>
        <p:nvSpPr>
          <p:cNvPr id="18" name="Text Placeholder 17">
            <a:extLst>
              <a:ext uri="{FF2B5EF4-FFF2-40B4-BE49-F238E27FC236}">
                <a16:creationId xmlns:a16="http://schemas.microsoft.com/office/drawing/2014/main" id="{08B6156B-0C00-495C-87C3-E8E326761A07}"/>
              </a:ext>
            </a:extLst>
          </p:cNvPr>
          <p:cNvSpPr>
            <a:spLocks noGrp="1"/>
          </p:cNvSpPr>
          <p:nvPr>
            <p:ph type="body" sz="quarter" idx="15" hasCustomPrompt="1"/>
          </p:nvPr>
        </p:nvSpPr>
        <p:spPr>
          <a:xfrm>
            <a:off x="3260318" y="4610653"/>
            <a:ext cx="6121290" cy="863047"/>
          </a:xfrm>
        </p:spPr>
        <p:txBody>
          <a:bodyPr/>
          <a:lstStyle>
            <a:lvl1pPr>
              <a:spcAft>
                <a:spcPts val="600"/>
              </a:spcAft>
              <a:defRPr sz="2000" b="1">
                <a:solidFill>
                  <a:schemeClr val="accent2"/>
                </a:solidFill>
              </a:defRPr>
            </a:lvl1pPr>
            <a:lvl2pPr marL="0" indent="0">
              <a:lnSpc>
                <a:spcPct val="80000"/>
              </a:lnSpc>
              <a:spcAft>
                <a:spcPts val="300"/>
              </a:spcAft>
              <a:buFont typeface="Roboto" panose="02000000000000000000" pitchFamily="2" charset="0"/>
              <a:buChar char="​"/>
              <a:defRPr sz="1500">
                <a:solidFill>
                  <a:schemeClr val="accent1">
                    <a:lumMod val="40000"/>
                    <a:lumOff val="60000"/>
                  </a:schemeClr>
                </a:solidFill>
              </a:defRPr>
            </a:lvl2pPr>
            <a:lvl3pPr marL="0" indent="0">
              <a:buNone/>
              <a:defRPr>
                <a:solidFill>
                  <a:schemeClr val="bg1"/>
                </a:solidFill>
              </a:defRPr>
            </a:lvl3pPr>
          </a:lstStyle>
          <a:p>
            <a:r>
              <a:rPr lang="en-US" dirty="0"/>
              <a:t>Click to edit source</a:t>
            </a:r>
          </a:p>
        </p:txBody>
      </p:sp>
    </p:spTree>
    <p:extLst>
      <p:ext uri="{BB962C8B-B14F-4D97-AF65-F5344CB8AC3E}">
        <p14:creationId xmlns:p14="http://schemas.microsoft.com/office/powerpoint/2010/main" val="35752161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tatement">
    <p:bg>
      <p:bgPr>
        <a:solidFill>
          <a:schemeClr val="accent4">
            <a:lumMod val="75000"/>
          </a:schemeClr>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9E2835BD-B3A8-3AA3-72EC-33E79EB46AB6}"/>
              </a:ext>
              <a:ext uri="{C183D7F6-B498-43B3-948B-1728B52AA6E4}">
                <adec:decorative xmlns:adec="http://schemas.microsoft.com/office/drawing/2017/decorative" val="1"/>
              </a:ext>
            </a:extLst>
          </p:cNvPr>
          <p:cNvGrpSpPr/>
          <p:nvPr userDrawn="1"/>
        </p:nvGrpSpPr>
        <p:grpSpPr>
          <a:xfrm>
            <a:off x="-313918" y="844314"/>
            <a:ext cx="4226621" cy="1633522"/>
            <a:chOff x="-313918" y="844314"/>
            <a:chExt cx="4226621" cy="1633522"/>
          </a:xfrm>
        </p:grpSpPr>
        <p:sp>
          <p:nvSpPr>
            <p:cNvPr id="36" name="Freeform: Shape 35">
              <a:extLst>
                <a:ext uri="{FF2B5EF4-FFF2-40B4-BE49-F238E27FC236}">
                  <a16:creationId xmlns:a16="http://schemas.microsoft.com/office/drawing/2014/main" id="{3A9CE158-971D-4010-AB7D-4142A5222D55}"/>
                </a:ext>
              </a:extLst>
            </p:cNvPr>
            <p:cNvSpPr/>
            <p:nvPr userDrawn="1"/>
          </p:nvSpPr>
          <p:spPr bwMode="gray">
            <a:xfrm rot="9000000">
              <a:off x="-313918" y="1791350"/>
              <a:ext cx="2124225" cy="686486"/>
            </a:xfrm>
            <a:custGeom>
              <a:avLst/>
              <a:gdLst>
                <a:gd name="connsiteX0" fmla="*/ 209637 w 2124225"/>
                <a:gd name="connsiteY0" fmla="*/ 659512 h 686486"/>
                <a:gd name="connsiteX1" fmla="*/ 0 w 2124225"/>
                <a:gd name="connsiteY1" fmla="*/ 343243 h 686486"/>
                <a:gd name="connsiteX2" fmla="*/ 343243 w 2124225"/>
                <a:gd name="connsiteY2" fmla="*/ 0 h 686486"/>
                <a:gd name="connsiteX3" fmla="*/ 2124225 w 2124225"/>
                <a:gd name="connsiteY3" fmla="*/ 0 h 686486"/>
                <a:gd name="connsiteX4" fmla="*/ 1727882 w 2124225"/>
                <a:gd name="connsiteY4" fmla="*/ 686486 h 686486"/>
                <a:gd name="connsiteX5" fmla="*/ 343243 w 2124225"/>
                <a:gd name="connsiteY5" fmla="*/ 686486 h 686486"/>
                <a:gd name="connsiteX6" fmla="*/ 209637 w 2124225"/>
                <a:gd name="connsiteY6" fmla="*/ 659512 h 686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24225" h="686486">
                  <a:moveTo>
                    <a:pt x="209637" y="659512"/>
                  </a:moveTo>
                  <a:cubicBezTo>
                    <a:pt x="86442" y="607405"/>
                    <a:pt x="0" y="485419"/>
                    <a:pt x="0" y="343243"/>
                  </a:cubicBezTo>
                  <a:cubicBezTo>
                    <a:pt x="0" y="153675"/>
                    <a:pt x="153675" y="0"/>
                    <a:pt x="343243" y="0"/>
                  </a:cubicBezTo>
                  <a:lnTo>
                    <a:pt x="2124225" y="0"/>
                  </a:lnTo>
                  <a:lnTo>
                    <a:pt x="1727882" y="686486"/>
                  </a:lnTo>
                  <a:lnTo>
                    <a:pt x="343243" y="686486"/>
                  </a:lnTo>
                  <a:cubicBezTo>
                    <a:pt x="295851" y="686486"/>
                    <a:pt x="250702" y="676881"/>
                    <a:pt x="209637" y="659512"/>
                  </a:cubicBezTo>
                  <a:close/>
                </a:path>
              </a:pathLst>
            </a:custGeom>
            <a:gradFill flip="none" rotWithShape="1">
              <a:gsLst>
                <a:gs pos="0">
                  <a:srgbClr val="FF69B0"/>
                </a:gs>
                <a:gs pos="85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37" name="Group 36">
              <a:extLst>
                <a:ext uri="{FF2B5EF4-FFF2-40B4-BE49-F238E27FC236}">
                  <a16:creationId xmlns:a16="http://schemas.microsoft.com/office/drawing/2014/main" id="{EAFC29F3-9532-4879-98E8-7A0CD7C9431F}"/>
                </a:ext>
              </a:extLst>
            </p:cNvPr>
            <p:cNvGrpSpPr/>
            <p:nvPr userDrawn="1"/>
          </p:nvGrpSpPr>
          <p:grpSpPr bwMode="gray">
            <a:xfrm rot="19800000">
              <a:off x="870723" y="844314"/>
              <a:ext cx="3041980" cy="686486"/>
              <a:chOff x="5984510" y="1902858"/>
              <a:chExt cx="1095507" cy="247223"/>
            </a:xfrm>
          </p:grpSpPr>
          <p:sp>
            <p:nvSpPr>
              <p:cNvPr id="38" name="Oval 37">
                <a:extLst>
                  <a:ext uri="{FF2B5EF4-FFF2-40B4-BE49-F238E27FC236}">
                    <a16:creationId xmlns:a16="http://schemas.microsoft.com/office/drawing/2014/main" id="{9CD8D7A9-26A9-43E9-9BBE-255500B010D8}"/>
                  </a:ext>
                </a:extLst>
              </p:cNvPr>
              <p:cNvSpPr/>
              <p:nvPr/>
            </p:nvSpPr>
            <p:spPr bwMode="gray">
              <a:xfrm>
                <a:off x="5984510" y="1902858"/>
                <a:ext cx="247223" cy="2472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39" name="Oval 38">
                <a:extLst>
                  <a:ext uri="{FF2B5EF4-FFF2-40B4-BE49-F238E27FC236}">
                    <a16:creationId xmlns:a16="http://schemas.microsoft.com/office/drawing/2014/main" id="{676A69ED-1DC2-4AA9-98AA-9CD7E4C1F677}"/>
                  </a:ext>
                </a:extLst>
              </p:cNvPr>
              <p:cNvSpPr>
                <a:spLocks noChangeAspect="1"/>
              </p:cNvSpPr>
              <p:nvPr/>
            </p:nvSpPr>
            <p:spPr bwMode="gray">
              <a:xfrm>
                <a:off x="6488512" y="1939433"/>
                <a:ext cx="197778" cy="197778"/>
              </a:xfrm>
              <a:prstGeom prst="ellipse">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sp>
            <p:nvSpPr>
              <p:cNvPr id="40" name="Oval 39">
                <a:extLst>
                  <a:ext uri="{FF2B5EF4-FFF2-40B4-BE49-F238E27FC236}">
                    <a16:creationId xmlns:a16="http://schemas.microsoft.com/office/drawing/2014/main" id="{E032D150-274B-4FFC-9606-5E320BC59CDD}"/>
                  </a:ext>
                </a:extLst>
              </p:cNvPr>
              <p:cNvSpPr>
                <a:spLocks noChangeAspect="1"/>
              </p:cNvSpPr>
              <p:nvPr/>
            </p:nvSpPr>
            <p:spPr bwMode="gray">
              <a:xfrm>
                <a:off x="6956405" y="1971770"/>
                <a:ext cx="123612" cy="123612"/>
              </a:xfrm>
              <a:prstGeom prst="ellipse">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grpSp>
      <p:grpSp>
        <p:nvGrpSpPr>
          <p:cNvPr id="3" name="Group 2">
            <a:extLst>
              <a:ext uri="{FF2B5EF4-FFF2-40B4-BE49-F238E27FC236}">
                <a16:creationId xmlns:a16="http://schemas.microsoft.com/office/drawing/2014/main" id="{6EC2105A-58F7-6AF2-E0DA-8D496DE654EC}"/>
              </a:ext>
              <a:ext uri="{C183D7F6-B498-43B3-948B-1728B52AA6E4}">
                <adec:decorative xmlns:adec="http://schemas.microsoft.com/office/drawing/2017/decorative" val="1"/>
              </a:ext>
            </a:extLst>
          </p:cNvPr>
          <p:cNvGrpSpPr/>
          <p:nvPr userDrawn="1"/>
        </p:nvGrpSpPr>
        <p:grpSpPr>
          <a:xfrm>
            <a:off x="6971024" y="3218847"/>
            <a:ext cx="5522357" cy="3290230"/>
            <a:chOff x="6971024" y="3218847"/>
            <a:chExt cx="5522357" cy="3290230"/>
          </a:xfrm>
        </p:grpSpPr>
        <p:sp>
          <p:nvSpPr>
            <p:cNvPr id="41" name="Freeform: Shape 40">
              <a:extLst>
                <a:ext uri="{FF2B5EF4-FFF2-40B4-BE49-F238E27FC236}">
                  <a16:creationId xmlns:a16="http://schemas.microsoft.com/office/drawing/2014/main" id="{6F52BCA7-1655-483C-8A9E-60E838F34981}"/>
                </a:ext>
              </a:extLst>
            </p:cNvPr>
            <p:cNvSpPr/>
            <p:nvPr userDrawn="1"/>
          </p:nvSpPr>
          <p:spPr bwMode="gray">
            <a:xfrm rot="19800000">
              <a:off x="6971024" y="6079213"/>
              <a:ext cx="2999966" cy="429864"/>
            </a:xfrm>
            <a:custGeom>
              <a:avLst/>
              <a:gdLst>
                <a:gd name="connsiteX0" fmla="*/ 2905205 w 2999966"/>
                <a:gd name="connsiteY0" fmla="*/ 36707 h 429864"/>
                <a:gd name="connsiteX1" fmla="*/ 2999966 w 2999966"/>
                <a:gd name="connsiteY1" fmla="*/ 214932 h 429864"/>
                <a:gd name="connsiteX2" fmla="*/ 2785034 w 2999966"/>
                <a:gd name="connsiteY2" fmla="*/ 429864 h 429864"/>
                <a:gd name="connsiteX3" fmla="*/ 744547 w 2999966"/>
                <a:gd name="connsiteY3" fmla="*/ 429864 h 429864"/>
                <a:gd name="connsiteX4" fmla="*/ 0 w 2999966"/>
                <a:gd name="connsiteY4" fmla="*/ 0 h 429864"/>
                <a:gd name="connsiteX5" fmla="*/ 2785034 w 2999966"/>
                <a:gd name="connsiteY5" fmla="*/ 0 h 429864"/>
                <a:gd name="connsiteX6" fmla="*/ 2905205 w 2999966"/>
                <a:gd name="connsiteY6" fmla="*/ 36707 h 429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9966" h="429864">
                  <a:moveTo>
                    <a:pt x="2905205" y="36707"/>
                  </a:moveTo>
                  <a:cubicBezTo>
                    <a:pt x="2962377" y="75332"/>
                    <a:pt x="2999966" y="140742"/>
                    <a:pt x="2999966" y="214932"/>
                  </a:cubicBezTo>
                  <a:cubicBezTo>
                    <a:pt x="2999966" y="333636"/>
                    <a:pt x="2903738" y="429864"/>
                    <a:pt x="2785034" y="429864"/>
                  </a:cubicBezTo>
                  <a:lnTo>
                    <a:pt x="744547" y="429864"/>
                  </a:lnTo>
                  <a:lnTo>
                    <a:pt x="0" y="0"/>
                  </a:lnTo>
                  <a:lnTo>
                    <a:pt x="2785034" y="0"/>
                  </a:lnTo>
                  <a:cubicBezTo>
                    <a:pt x="2829548" y="0"/>
                    <a:pt x="2870901" y="13532"/>
                    <a:pt x="2905205" y="36707"/>
                  </a:cubicBezTo>
                  <a:close/>
                </a:path>
              </a:pathLst>
            </a:custGeom>
            <a:gradFill>
              <a:gsLst>
                <a:gs pos="0">
                  <a:srgbClr val="7B5DFD">
                    <a:alpha val="80000"/>
                  </a:srgbClr>
                </a:gs>
                <a:gs pos="85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Roboto" panose="02000000000000000000" pitchFamily="2" charset="0"/>
              </a:endParaRPr>
            </a:p>
          </p:txBody>
        </p:sp>
        <p:grpSp>
          <p:nvGrpSpPr>
            <p:cNvPr id="42" name="Group 41">
              <a:extLst>
                <a:ext uri="{FF2B5EF4-FFF2-40B4-BE49-F238E27FC236}">
                  <a16:creationId xmlns:a16="http://schemas.microsoft.com/office/drawing/2014/main" id="{A0A16322-187E-40B9-91A6-CCD312654D79}"/>
                </a:ext>
              </a:extLst>
            </p:cNvPr>
            <p:cNvGrpSpPr/>
            <p:nvPr userDrawn="1"/>
          </p:nvGrpSpPr>
          <p:grpSpPr bwMode="gray">
            <a:xfrm rot="19800000">
              <a:off x="9270782" y="5068746"/>
              <a:ext cx="1904826" cy="429864"/>
              <a:chOff x="5984510" y="1902858"/>
              <a:chExt cx="1095507" cy="247223"/>
            </a:xfrm>
          </p:grpSpPr>
          <p:sp>
            <p:nvSpPr>
              <p:cNvPr id="43" name="Oval 42">
                <a:extLst>
                  <a:ext uri="{FF2B5EF4-FFF2-40B4-BE49-F238E27FC236}">
                    <a16:creationId xmlns:a16="http://schemas.microsoft.com/office/drawing/2014/main" id="{6F3696EB-D8D0-47C0-B572-DF5B59158FAE}"/>
                  </a:ext>
                </a:extLst>
              </p:cNvPr>
              <p:cNvSpPr/>
              <p:nvPr/>
            </p:nvSpPr>
            <p:spPr bwMode="gray">
              <a:xfrm>
                <a:off x="5984510" y="1902858"/>
                <a:ext cx="247223" cy="2472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44" name="Oval 43">
                <a:extLst>
                  <a:ext uri="{FF2B5EF4-FFF2-40B4-BE49-F238E27FC236}">
                    <a16:creationId xmlns:a16="http://schemas.microsoft.com/office/drawing/2014/main" id="{CE097D2C-74E1-4301-9663-1A7A2594F6AC}"/>
                  </a:ext>
                </a:extLst>
              </p:cNvPr>
              <p:cNvSpPr>
                <a:spLocks noChangeAspect="1"/>
              </p:cNvSpPr>
              <p:nvPr/>
            </p:nvSpPr>
            <p:spPr bwMode="gray">
              <a:xfrm>
                <a:off x="6488512" y="1939433"/>
                <a:ext cx="197778" cy="19777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sp>
            <p:nvSpPr>
              <p:cNvPr id="45" name="Oval 44">
                <a:extLst>
                  <a:ext uri="{FF2B5EF4-FFF2-40B4-BE49-F238E27FC236}">
                    <a16:creationId xmlns:a16="http://schemas.microsoft.com/office/drawing/2014/main" id="{FEB740AB-9901-4C60-90D8-8D3AC552C294}"/>
                  </a:ext>
                </a:extLst>
              </p:cNvPr>
              <p:cNvSpPr>
                <a:spLocks noChangeAspect="1"/>
              </p:cNvSpPr>
              <p:nvPr/>
            </p:nvSpPr>
            <p:spPr bwMode="gray">
              <a:xfrm>
                <a:off x="6956405" y="1971770"/>
                <a:ext cx="123612" cy="123612"/>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sp>
          <p:nvSpPr>
            <p:cNvPr id="46" name="Rectangle: Rounded Corners 45">
              <a:extLst>
                <a:ext uri="{FF2B5EF4-FFF2-40B4-BE49-F238E27FC236}">
                  <a16:creationId xmlns:a16="http://schemas.microsoft.com/office/drawing/2014/main" id="{C8AC1931-045B-4F4E-B361-6552BD59EE58}"/>
                </a:ext>
              </a:extLst>
            </p:cNvPr>
            <p:cNvSpPr/>
            <p:nvPr userDrawn="1"/>
          </p:nvSpPr>
          <p:spPr bwMode="gray">
            <a:xfrm rot="19800000">
              <a:off x="9972107" y="3919105"/>
              <a:ext cx="1843312" cy="429864"/>
            </a:xfrm>
            <a:prstGeom prst="roundRect">
              <a:avLst>
                <a:gd name="adj" fmla="val 50000"/>
              </a:avLst>
            </a:prstGeom>
            <a:gradFill flip="none" rotWithShape="1">
              <a:gsLst>
                <a:gs pos="0">
                  <a:srgbClr val="FF69B0">
                    <a:alpha val="80000"/>
                  </a:srgbClr>
                </a:gs>
                <a:gs pos="85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a:endParaRPr>
            </a:p>
          </p:txBody>
        </p:sp>
        <p:sp>
          <p:nvSpPr>
            <p:cNvPr id="47" name="Oval 46">
              <a:extLst>
                <a:ext uri="{FF2B5EF4-FFF2-40B4-BE49-F238E27FC236}">
                  <a16:creationId xmlns:a16="http://schemas.microsoft.com/office/drawing/2014/main" id="{DB94623B-FCC1-4EDF-A7A7-84590FEC5754}"/>
                </a:ext>
              </a:extLst>
            </p:cNvPr>
            <p:cNvSpPr/>
            <p:nvPr userDrawn="1"/>
          </p:nvSpPr>
          <p:spPr bwMode="gray">
            <a:xfrm rot="19800000">
              <a:off x="11291498" y="3566540"/>
              <a:ext cx="429862" cy="42986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48" name="Freeform: Shape 47">
              <a:extLst>
                <a:ext uri="{FF2B5EF4-FFF2-40B4-BE49-F238E27FC236}">
                  <a16:creationId xmlns:a16="http://schemas.microsoft.com/office/drawing/2014/main" id="{1FB3F3C2-58EA-4F1A-8336-79A8F36BFA41}"/>
                </a:ext>
              </a:extLst>
            </p:cNvPr>
            <p:cNvSpPr>
              <a:spLocks noChangeAspect="1"/>
            </p:cNvSpPr>
            <p:nvPr userDrawn="1"/>
          </p:nvSpPr>
          <p:spPr bwMode="gray">
            <a:xfrm rot="19800000">
              <a:off x="11947444" y="3218847"/>
              <a:ext cx="311959" cy="341420"/>
            </a:xfrm>
            <a:custGeom>
              <a:avLst/>
              <a:gdLst>
                <a:gd name="connsiteX0" fmla="*/ 238874 w 311959"/>
                <a:gd name="connsiteY0" fmla="*/ 13512 h 341420"/>
                <a:gd name="connsiteX1" fmla="*/ 293529 w 311959"/>
                <a:gd name="connsiteY1" fmla="*/ 50362 h 341420"/>
                <a:gd name="connsiteX2" fmla="*/ 311959 w 311959"/>
                <a:gd name="connsiteY2" fmla="*/ 77698 h 341420"/>
                <a:gd name="connsiteX3" fmla="*/ 159699 w 311959"/>
                <a:gd name="connsiteY3" fmla="*/ 341420 h 341420"/>
                <a:gd name="connsiteX4" fmla="*/ 105016 w 311959"/>
                <a:gd name="connsiteY4" fmla="*/ 330380 h 341420"/>
                <a:gd name="connsiteX5" fmla="*/ 0 w 311959"/>
                <a:gd name="connsiteY5" fmla="*/ 171946 h 341420"/>
                <a:gd name="connsiteX6" fmla="*/ 171945 w 311959"/>
                <a:gd name="connsiteY6" fmla="*/ 0 h 341420"/>
                <a:gd name="connsiteX7" fmla="*/ 238874 w 311959"/>
                <a:gd name="connsiteY7" fmla="*/ 13512 h 341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959" h="341420">
                  <a:moveTo>
                    <a:pt x="238874" y="13512"/>
                  </a:moveTo>
                  <a:cubicBezTo>
                    <a:pt x="259445" y="22213"/>
                    <a:pt x="277971" y="34804"/>
                    <a:pt x="293529" y="50362"/>
                  </a:cubicBezTo>
                  <a:lnTo>
                    <a:pt x="311959" y="77698"/>
                  </a:lnTo>
                  <a:lnTo>
                    <a:pt x="159699" y="341420"/>
                  </a:lnTo>
                  <a:lnTo>
                    <a:pt x="105016" y="330380"/>
                  </a:lnTo>
                  <a:cubicBezTo>
                    <a:pt x="43303" y="304277"/>
                    <a:pt x="0" y="243168"/>
                    <a:pt x="0" y="171946"/>
                  </a:cubicBezTo>
                  <a:cubicBezTo>
                    <a:pt x="0" y="76983"/>
                    <a:pt x="76982" y="0"/>
                    <a:pt x="171945" y="0"/>
                  </a:cubicBezTo>
                  <a:cubicBezTo>
                    <a:pt x="195686" y="0"/>
                    <a:pt x="218303" y="4811"/>
                    <a:pt x="238874" y="13512"/>
                  </a:cubicBezTo>
                  <a:close/>
                </a:path>
              </a:pathLst>
            </a:cu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sp>
          <p:nvSpPr>
            <p:cNvPr id="49" name="Freeform: Shape 48">
              <a:extLst>
                <a:ext uri="{FF2B5EF4-FFF2-40B4-BE49-F238E27FC236}">
                  <a16:creationId xmlns:a16="http://schemas.microsoft.com/office/drawing/2014/main" id="{B4B42BE7-100B-40CE-8376-150555E7C73E}"/>
                </a:ext>
              </a:extLst>
            </p:cNvPr>
            <p:cNvSpPr/>
            <p:nvPr userDrawn="1"/>
          </p:nvSpPr>
          <p:spPr bwMode="gray">
            <a:xfrm rot="19800000">
              <a:off x="9598582" y="5509519"/>
              <a:ext cx="2894799" cy="429864"/>
            </a:xfrm>
            <a:custGeom>
              <a:avLst/>
              <a:gdLst>
                <a:gd name="connsiteX0" fmla="*/ 2894799 w 2894799"/>
                <a:gd name="connsiteY0" fmla="*/ 0 h 429864"/>
                <a:gd name="connsiteX1" fmla="*/ 2646616 w 2894799"/>
                <a:gd name="connsiteY1" fmla="*/ 429864 h 429864"/>
                <a:gd name="connsiteX2" fmla="*/ 214932 w 2894799"/>
                <a:gd name="connsiteY2" fmla="*/ 429864 h 429864"/>
                <a:gd name="connsiteX3" fmla="*/ 0 w 2894799"/>
                <a:gd name="connsiteY3" fmla="*/ 214932 h 429864"/>
                <a:gd name="connsiteX4" fmla="*/ 214932 w 2894799"/>
                <a:gd name="connsiteY4" fmla="*/ 0 h 4298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94799" h="429864">
                  <a:moveTo>
                    <a:pt x="2894799" y="0"/>
                  </a:moveTo>
                  <a:lnTo>
                    <a:pt x="2646616" y="429864"/>
                  </a:lnTo>
                  <a:lnTo>
                    <a:pt x="214932" y="429864"/>
                  </a:lnTo>
                  <a:cubicBezTo>
                    <a:pt x="96228" y="429864"/>
                    <a:pt x="0" y="333636"/>
                    <a:pt x="0" y="214932"/>
                  </a:cubicBezTo>
                  <a:cubicBezTo>
                    <a:pt x="0" y="96228"/>
                    <a:pt x="96228" y="0"/>
                    <a:pt x="214932" y="0"/>
                  </a:cubicBezTo>
                  <a:close/>
                </a:path>
              </a:pathLst>
            </a:custGeom>
            <a:gradFill flip="none" rotWithShape="1">
              <a:gsLst>
                <a:gs pos="0">
                  <a:srgbClr val="2367F8">
                    <a:lumMod val="75000"/>
                    <a:alpha val="80000"/>
                  </a:srgbClr>
                </a:gs>
                <a:gs pos="85000">
                  <a:srgbClr val="7B5DFD">
                    <a:alpha val="8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Roboto"/>
              </a:endParaRPr>
            </a:p>
          </p:txBody>
        </p:sp>
      </p:grpSp>
      <p:sp>
        <p:nvSpPr>
          <p:cNvPr id="19" name="Title 1">
            <a:extLst>
              <a:ext uri="{FF2B5EF4-FFF2-40B4-BE49-F238E27FC236}">
                <a16:creationId xmlns:a16="http://schemas.microsoft.com/office/drawing/2014/main" id="{0865B8F4-C2C6-C838-32D7-7DA79D361515}"/>
              </a:ext>
            </a:extLst>
          </p:cNvPr>
          <p:cNvSpPr>
            <a:spLocks noGrp="1"/>
          </p:cNvSpPr>
          <p:nvPr>
            <p:ph type="title" hasCustomPrompt="1"/>
          </p:nvPr>
        </p:nvSpPr>
        <p:spPr>
          <a:xfrm>
            <a:off x="1078992" y="-961838"/>
            <a:ext cx="8924544" cy="694944"/>
          </a:xfrm>
        </p:spPr>
        <p:txBody>
          <a:bodyPr/>
          <a:lstStyle>
            <a:lvl1pPr>
              <a:defRPr>
                <a:solidFill>
                  <a:schemeClr val="tx1"/>
                </a:solidFill>
              </a:defRPr>
            </a:lvl1pPr>
          </a:lstStyle>
          <a:p>
            <a:r>
              <a:rPr lang="en-US" dirty="0"/>
              <a:t>Click to edit title to meet accessibility standards</a:t>
            </a:r>
          </a:p>
        </p:txBody>
      </p:sp>
      <p:sp>
        <p:nvSpPr>
          <p:cNvPr id="14" name="Text Placeholder 13">
            <a:extLst>
              <a:ext uri="{FF2B5EF4-FFF2-40B4-BE49-F238E27FC236}">
                <a16:creationId xmlns:a16="http://schemas.microsoft.com/office/drawing/2014/main" id="{D2A87D98-D457-45CE-A256-B30C370CFC77}"/>
              </a:ext>
            </a:extLst>
          </p:cNvPr>
          <p:cNvSpPr>
            <a:spLocks noGrp="1"/>
          </p:cNvSpPr>
          <p:nvPr>
            <p:ph type="body" sz="quarter" idx="14" hasCustomPrompt="1"/>
          </p:nvPr>
        </p:nvSpPr>
        <p:spPr>
          <a:xfrm>
            <a:off x="1943630" y="1306279"/>
            <a:ext cx="7431145" cy="3474724"/>
          </a:xfrm>
        </p:spPr>
        <p:txBody>
          <a:bodyPr anchor="b"/>
          <a:lstStyle>
            <a:lvl1pPr>
              <a:lnSpc>
                <a:spcPct val="100000"/>
              </a:lnSpc>
              <a:defRPr sz="4000" b="0">
                <a:solidFill>
                  <a:schemeClr val="bg1"/>
                </a:solidFill>
                <a:latin typeface="+mj-lt"/>
              </a:defRPr>
            </a:lvl1pPr>
            <a:lvl2pPr marL="0" indent="0">
              <a:buFont typeface="Roboto" panose="02000000000000000000" pitchFamily="2" charset="0"/>
              <a:buChar char="​"/>
              <a:defRPr sz="2400"/>
            </a:lvl2pPr>
            <a:lvl3pPr marL="0" indent="0">
              <a:buNone/>
              <a:defRPr sz="2400"/>
            </a:lvl3pPr>
          </a:lstStyle>
          <a:p>
            <a:pPr lvl="0"/>
            <a:r>
              <a:rPr lang="en-US" dirty="0"/>
              <a:t>Click to edit text</a:t>
            </a:r>
          </a:p>
        </p:txBody>
      </p:sp>
    </p:spTree>
    <p:extLst>
      <p:ext uri="{BB962C8B-B14F-4D97-AF65-F5344CB8AC3E}">
        <p14:creationId xmlns:p14="http://schemas.microsoft.com/office/powerpoint/2010/main" val="2442048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OC">
    <p:bg>
      <p:bgPr>
        <a:solidFill>
          <a:schemeClr val="tx2"/>
        </a:solidFill>
        <a:effectLst/>
      </p:bgPr>
    </p:bg>
    <p:spTree>
      <p:nvGrpSpPr>
        <p:cNvPr id="1" name=""/>
        <p:cNvGrpSpPr/>
        <p:nvPr/>
      </p:nvGrpSpPr>
      <p:grpSpPr>
        <a:xfrm>
          <a:off x="0" y="0"/>
          <a:ext cx="0" cy="0"/>
          <a:chOff x="0" y="0"/>
          <a:chExt cx="0" cy="0"/>
        </a:xfrm>
      </p:grpSpPr>
      <p:sp>
        <p:nvSpPr>
          <p:cNvPr id="17" name="Subtitle 2">
            <a:extLst>
              <a:ext uri="{FF2B5EF4-FFF2-40B4-BE49-F238E27FC236}">
                <a16:creationId xmlns:a16="http://schemas.microsoft.com/office/drawing/2014/main" id="{54BE92CB-7746-48AC-8AB5-BD4E68EC172A}"/>
              </a:ext>
            </a:extLst>
          </p:cNvPr>
          <p:cNvSpPr>
            <a:spLocks noGrp="1"/>
          </p:cNvSpPr>
          <p:nvPr>
            <p:ph type="subTitle" idx="1" hasCustomPrompt="1"/>
          </p:nvPr>
        </p:nvSpPr>
        <p:spPr>
          <a:xfrm>
            <a:off x="1078992" y="433144"/>
            <a:ext cx="4809744" cy="228600"/>
          </a:xfrm>
        </p:spPr>
        <p:txBody>
          <a:bodyPr wrap="none"/>
          <a:lstStyle>
            <a:lvl1pPr marL="0" indent="0" algn="l">
              <a:buNone/>
              <a:defRPr sz="1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a:t>
            </a:r>
          </a:p>
        </p:txBody>
      </p:sp>
      <p:sp>
        <p:nvSpPr>
          <p:cNvPr id="2" name="Title 1">
            <a:extLst>
              <a:ext uri="{FF2B5EF4-FFF2-40B4-BE49-F238E27FC236}">
                <a16:creationId xmlns:a16="http://schemas.microsoft.com/office/drawing/2014/main" id="{0E6FE6B7-8805-4582-84B0-25D75248FFCA}"/>
              </a:ext>
            </a:extLst>
          </p:cNvPr>
          <p:cNvSpPr>
            <a:spLocks noGrp="1"/>
          </p:cNvSpPr>
          <p:nvPr userDrawn="1">
            <p:ph type="title" hasCustomPrompt="1"/>
          </p:nvPr>
        </p:nvSpPr>
        <p:spPr/>
        <p:txBody>
          <a:bodyPr/>
          <a:lstStyle>
            <a:lvl1pPr>
              <a:defRPr>
                <a:solidFill>
                  <a:schemeClr val="bg2"/>
                </a:solidFill>
              </a:defRPr>
            </a:lvl1pPr>
          </a:lstStyle>
          <a:p>
            <a:r>
              <a:rPr lang="en-US" dirty="0"/>
              <a:t>Click to add title</a:t>
            </a:r>
          </a:p>
        </p:txBody>
      </p:sp>
      <p:sp>
        <p:nvSpPr>
          <p:cNvPr id="14" name="Text Placeholder 13">
            <a:extLst>
              <a:ext uri="{FF2B5EF4-FFF2-40B4-BE49-F238E27FC236}">
                <a16:creationId xmlns:a16="http://schemas.microsoft.com/office/drawing/2014/main" id="{D2A87D98-D457-45CE-A256-B30C370CFC77}"/>
              </a:ext>
            </a:extLst>
          </p:cNvPr>
          <p:cNvSpPr>
            <a:spLocks noGrp="1"/>
          </p:cNvSpPr>
          <p:nvPr userDrawn="1">
            <p:ph type="body" sz="quarter" idx="14" hasCustomPrompt="1"/>
          </p:nvPr>
        </p:nvSpPr>
        <p:spPr>
          <a:xfrm>
            <a:off x="1078992" y="1811782"/>
            <a:ext cx="3063240" cy="1280160"/>
          </a:xfrm>
        </p:spPr>
        <p:txBody>
          <a:bodyPr wrap="none">
            <a:spAutoFit/>
          </a:bodyPr>
          <a:lstStyle>
            <a:lvl1pPr marL="857250" indent="-857250">
              <a:buFontTx/>
              <a:buNone/>
              <a:defRPr lang="en-US" sz="8800" b="1" kern="1200" dirty="0">
                <a:gradFill flip="none" rotWithShape="1">
                  <a:gsLst>
                    <a:gs pos="0">
                      <a:srgbClr val="FF69B0"/>
                    </a:gs>
                    <a:gs pos="100000">
                      <a:srgbClr val="FF69B0">
                        <a:alpha val="0"/>
                      </a:srgbClr>
                    </a:gs>
                  </a:gsLst>
                  <a:lin ang="108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4" name="Text Placeholder 3">
            <a:extLst>
              <a:ext uri="{FF2B5EF4-FFF2-40B4-BE49-F238E27FC236}">
                <a16:creationId xmlns:a16="http://schemas.microsoft.com/office/drawing/2014/main" id="{6135387B-B66A-4B5A-A7C6-030CC5193D64}"/>
              </a:ext>
            </a:extLst>
          </p:cNvPr>
          <p:cNvSpPr>
            <a:spLocks noGrp="1"/>
          </p:cNvSpPr>
          <p:nvPr>
            <p:ph type="body" sz="quarter" idx="32"/>
          </p:nvPr>
        </p:nvSpPr>
        <p:spPr>
          <a:xfrm>
            <a:off x="1079500" y="3136900"/>
            <a:ext cx="3063240" cy="640080"/>
          </a:xfrm>
        </p:spPr>
        <p:txBody>
          <a:bodyPr/>
          <a:lstStyle>
            <a:lvl1pPr>
              <a:defRPr sz="1600"/>
            </a:lvl1pPr>
            <a:lvl2pPr>
              <a:defRPr sz="1400"/>
            </a:lvl2pPr>
            <a:lvl3pPr marL="0" indent="0">
              <a:buNone/>
              <a:defRPr/>
            </a:lvl3pPr>
          </a:lstStyle>
          <a:p>
            <a:pPr lvl="0"/>
            <a:r>
              <a:rPr lang="en-US" dirty="0"/>
              <a:t>Click to edit Master text styles</a:t>
            </a:r>
          </a:p>
          <a:p>
            <a:pPr lvl="1"/>
            <a:r>
              <a:rPr lang="en-US" dirty="0"/>
              <a:t>Second level</a:t>
            </a:r>
          </a:p>
        </p:txBody>
      </p:sp>
      <p:sp>
        <p:nvSpPr>
          <p:cNvPr id="47" name="Text Placeholder 13">
            <a:extLst>
              <a:ext uri="{FF2B5EF4-FFF2-40B4-BE49-F238E27FC236}">
                <a16:creationId xmlns:a16="http://schemas.microsoft.com/office/drawing/2014/main" id="{528E2B5A-DF23-4AC9-A4A2-68902AB9B60E}"/>
              </a:ext>
            </a:extLst>
          </p:cNvPr>
          <p:cNvSpPr>
            <a:spLocks noGrp="1"/>
          </p:cNvSpPr>
          <p:nvPr userDrawn="1">
            <p:ph type="body" sz="quarter" idx="17" hasCustomPrompt="1"/>
          </p:nvPr>
        </p:nvSpPr>
        <p:spPr>
          <a:xfrm>
            <a:off x="4562856" y="1811782"/>
            <a:ext cx="3063240" cy="1280160"/>
          </a:xfrm>
        </p:spPr>
        <p:txBody>
          <a:bodyPr wrap="none">
            <a:spAutoFit/>
          </a:bodyPr>
          <a:lstStyle>
            <a:lvl1pPr marL="857250" indent="-857250">
              <a:buFontTx/>
              <a:buNone/>
              <a:defRPr lang="en-US" sz="8800" b="1" kern="1200" dirty="0">
                <a:gradFill flip="none" rotWithShape="1">
                  <a:gsLst>
                    <a:gs pos="0">
                      <a:srgbClr val="7B5DFD"/>
                    </a:gs>
                    <a:gs pos="100000">
                      <a:srgbClr val="7B5DFD">
                        <a:alpha val="0"/>
                      </a:srgbClr>
                    </a:gs>
                  </a:gsLst>
                  <a:lin ang="108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68" name="Text Placeholder 3">
            <a:extLst>
              <a:ext uri="{FF2B5EF4-FFF2-40B4-BE49-F238E27FC236}">
                <a16:creationId xmlns:a16="http://schemas.microsoft.com/office/drawing/2014/main" id="{AA8D0371-1A21-476E-B70F-1DACB3FE7499}"/>
              </a:ext>
            </a:extLst>
          </p:cNvPr>
          <p:cNvSpPr>
            <a:spLocks noGrp="1"/>
          </p:cNvSpPr>
          <p:nvPr>
            <p:ph type="body" sz="quarter" idx="33"/>
          </p:nvPr>
        </p:nvSpPr>
        <p:spPr>
          <a:xfrm>
            <a:off x="4562856" y="3136900"/>
            <a:ext cx="3063240" cy="640080"/>
          </a:xfrm>
        </p:spPr>
        <p:txBody>
          <a:bodyPr/>
          <a:lstStyle>
            <a:lvl1pPr>
              <a:defRPr sz="1600"/>
            </a:lvl1pPr>
            <a:lvl2pPr>
              <a:defRPr sz="1400"/>
            </a:lvl2pPr>
            <a:lvl3pPr marL="0" indent="0">
              <a:buNone/>
              <a:defRPr/>
            </a:lvl3pPr>
          </a:lstStyle>
          <a:p>
            <a:pPr lvl="0"/>
            <a:r>
              <a:rPr lang="en-US" dirty="0"/>
              <a:t>Click to edit Master text styles</a:t>
            </a:r>
          </a:p>
          <a:p>
            <a:pPr lvl="1"/>
            <a:r>
              <a:rPr lang="en-US" dirty="0"/>
              <a:t>Second level</a:t>
            </a:r>
          </a:p>
        </p:txBody>
      </p:sp>
      <p:sp>
        <p:nvSpPr>
          <p:cNvPr id="49" name="Text Placeholder 13">
            <a:extLst>
              <a:ext uri="{FF2B5EF4-FFF2-40B4-BE49-F238E27FC236}">
                <a16:creationId xmlns:a16="http://schemas.microsoft.com/office/drawing/2014/main" id="{68E5F757-10F6-45EE-889F-9667EB3672A4}"/>
              </a:ext>
            </a:extLst>
          </p:cNvPr>
          <p:cNvSpPr>
            <a:spLocks noGrp="1"/>
          </p:cNvSpPr>
          <p:nvPr userDrawn="1">
            <p:ph type="body" sz="quarter" idx="31" hasCustomPrompt="1"/>
          </p:nvPr>
        </p:nvSpPr>
        <p:spPr>
          <a:xfrm>
            <a:off x="8046720" y="1811782"/>
            <a:ext cx="3063240" cy="1280160"/>
          </a:xfrm>
        </p:spPr>
        <p:txBody>
          <a:bodyPr wrap="none">
            <a:spAutoFit/>
          </a:bodyPr>
          <a:lstStyle>
            <a:lvl1pPr marL="857250" indent="-857250">
              <a:buFontTx/>
              <a:buNone/>
              <a:defRPr lang="en-US" sz="8800" b="1" kern="1200" dirty="0">
                <a:gradFill flip="none" rotWithShape="1">
                  <a:gsLst>
                    <a:gs pos="0">
                      <a:srgbClr val="2AD8D9"/>
                    </a:gs>
                    <a:gs pos="100000">
                      <a:srgbClr val="2AD8D9">
                        <a:alpha val="0"/>
                      </a:srgbClr>
                    </a:gs>
                  </a:gsLst>
                  <a:lin ang="108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69" name="Text Placeholder 3">
            <a:extLst>
              <a:ext uri="{FF2B5EF4-FFF2-40B4-BE49-F238E27FC236}">
                <a16:creationId xmlns:a16="http://schemas.microsoft.com/office/drawing/2014/main" id="{AA9C4FD8-20A4-4EF3-BE9D-2531BD859A98}"/>
              </a:ext>
            </a:extLst>
          </p:cNvPr>
          <p:cNvSpPr>
            <a:spLocks noGrp="1"/>
          </p:cNvSpPr>
          <p:nvPr>
            <p:ph type="body" sz="quarter" idx="34"/>
          </p:nvPr>
        </p:nvSpPr>
        <p:spPr>
          <a:xfrm>
            <a:off x="8046720" y="3136900"/>
            <a:ext cx="3063240" cy="640080"/>
          </a:xfrm>
        </p:spPr>
        <p:txBody>
          <a:bodyPr/>
          <a:lstStyle>
            <a:lvl1pPr>
              <a:defRPr sz="1600"/>
            </a:lvl1pPr>
            <a:lvl2pPr>
              <a:defRPr sz="1400"/>
            </a:lvl2pPr>
            <a:lvl3pPr marL="0" indent="0">
              <a:buNone/>
              <a:defRPr/>
            </a:lvl3pPr>
          </a:lstStyle>
          <a:p>
            <a:pPr lvl="0"/>
            <a:r>
              <a:rPr lang="en-US" dirty="0"/>
              <a:t>Click to edit Master text styles</a:t>
            </a:r>
          </a:p>
          <a:p>
            <a:pPr lvl="1"/>
            <a:r>
              <a:rPr lang="en-US" dirty="0"/>
              <a:t>Second level</a:t>
            </a:r>
          </a:p>
        </p:txBody>
      </p:sp>
      <p:sp>
        <p:nvSpPr>
          <p:cNvPr id="70" name="Text Placeholder 13">
            <a:extLst>
              <a:ext uri="{FF2B5EF4-FFF2-40B4-BE49-F238E27FC236}">
                <a16:creationId xmlns:a16="http://schemas.microsoft.com/office/drawing/2014/main" id="{B12323A3-88BE-4B3F-8CB9-95329350E116}"/>
              </a:ext>
            </a:extLst>
          </p:cNvPr>
          <p:cNvSpPr>
            <a:spLocks noGrp="1"/>
          </p:cNvSpPr>
          <p:nvPr>
            <p:ph type="body" sz="quarter" idx="35" hasCustomPrompt="1"/>
          </p:nvPr>
        </p:nvSpPr>
        <p:spPr>
          <a:xfrm>
            <a:off x="1078992" y="3910204"/>
            <a:ext cx="3063240" cy="1280160"/>
          </a:xfrm>
        </p:spPr>
        <p:txBody>
          <a:bodyPr wrap="none">
            <a:spAutoFit/>
          </a:bodyPr>
          <a:lstStyle>
            <a:lvl1pPr marL="857250" indent="-857250">
              <a:buFontTx/>
              <a:buNone/>
              <a:defRPr lang="en-US" sz="8800" b="1" kern="1200" dirty="0">
                <a:gradFill flip="none" rotWithShape="1">
                  <a:gsLst>
                    <a:gs pos="0">
                      <a:srgbClr val="FF69B0"/>
                    </a:gs>
                    <a:gs pos="100000">
                      <a:srgbClr val="FF69B0">
                        <a:alpha val="0"/>
                      </a:srgbClr>
                    </a:gs>
                  </a:gsLst>
                  <a:lin ang="108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73" name="Text Placeholder 3">
            <a:extLst>
              <a:ext uri="{FF2B5EF4-FFF2-40B4-BE49-F238E27FC236}">
                <a16:creationId xmlns:a16="http://schemas.microsoft.com/office/drawing/2014/main" id="{EEC54454-8556-45B8-97F6-348F9C7E803E}"/>
              </a:ext>
            </a:extLst>
          </p:cNvPr>
          <p:cNvSpPr>
            <a:spLocks noGrp="1"/>
          </p:cNvSpPr>
          <p:nvPr>
            <p:ph type="body" sz="quarter" idx="38"/>
          </p:nvPr>
        </p:nvSpPr>
        <p:spPr>
          <a:xfrm>
            <a:off x="1079500" y="5235322"/>
            <a:ext cx="3063240" cy="640080"/>
          </a:xfrm>
        </p:spPr>
        <p:txBody>
          <a:bodyPr/>
          <a:lstStyle>
            <a:lvl1pPr>
              <a:defRPr sz="1600"/>
            </a:lvl1pPr>
            <a:lvl2pPr>
              <a:defRPr sz="1400"/>
            </a:lvl2pPr>
            <a:lvl3pPr marL="0" indent="0">
              <a:buNone/>
              <a:defRPr/>
            </a:lvl3pPr>
          </a:lstStyle>
          <a:p>
            <a:pPr lvl="0"/>
            <a:r>
              <a:rPr lang="en-US" dirty="0"/>
              <a:t>Click to edit Master text styles</a:t>
            </a:r>
          </a:p>
          <a:p>
            <a:pPr lvl="1"/>
            <a:r>
              <a:rPr lang="en-US" dirty="0"/>
              <a:t>Second level</a:t>
            </a:r>
          </a:p>
        </p:txBody>
      </p:sp>
      <p:sp>
        <p:nvSpPr>
          <p:cNvPr id="71" name="Text Placeholder 13">
            <a:extLst>
              <a:ext uri="{FF2B5EF4-FFF2-40B4-BE49-F238E27FC236}">
                <a16:creationId xmlns:a16="http://schemas.microsoft.com/office/drawing/2014/main" id="{C479D78C-C39C-4E71-898C-44590C2223DE}"/>
              </a:ext>
            </a:extLst>
          </p:cNvPr>
          <p:cNvSpPr>
            <a:spLocks noGrp="1"/>
          </p:cNvSpPr>
          <p:nvPr>
            <p:ph type="body" sz="quarter" idx="36" hasCustomPrompt="1"/>
          </p:nvPr>
        </p:nvSpPr>
        <p:spPr>
          <a:xfrm>
            <a:off x="4562856" y="3910204"/>
            <a:ext cx="3063240" cy="1280160"/>
          </a:xfrm>
        </p:spPr>
        <p:txBody>
          <a:bodyPr wrap="none">
            <a:spAutoFit/>
          </a:bodyPr>
          <a:lstStyle>
            <a:lvl1pPr marL="857250" indent="-857250">
              <a:buFontTx/>
              <a:buNone/>
              <a:defRPr lang="en-US" sz="8800" b="1" kern="1200" dirty="0">
                <a:gradFill flip="none" rotWithShape="1">
                  <a:gsLst>
                    <a:gs pos="0">
                      <a:srgbClr val="7B5DFD"/>
                    </a:gs>
                    <a:gs pos="100000">
                      <a:srgbClr val="7B5DFD">
                        <a:alpha val="0"/>
                      </a:srgbClr>
                    </a:gs>
                  </a:gsLst>
                  <a:lin ang="108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74" name="Text Placeholder 3">
            <a:extLst>
              <a:ext uri="{FF2B5EF4-FFF2-40B4-BE49-F238E27FC236}">
                <a16:creationId xmlns:a16="http://schemas.microsoft.com/office/drawing/2014/main" id="{3B139C85-5889-420A-98DB-1BAA90151E5E}"/>
              </a:ext>
            </a:extLst>
          </p:cNvPr>
          <p:cNvSpPr>
            <a:spLocks noGrp="1"/>
          </p:cNvSpPr>
          <p:nvPr>
            <p:ph type="body" sz="quarter" idx="39"/>
          </p:nvPr>
        </p:nvSpPr>
        <p:spPr>
          <a:xfrm>
            <a:off x="4562856" y="5235322"/>
            <a:ext cx="3063240" cy="640080"/>
          </a:xfrm>
        </p:spPr>
        <p:txBody>
          <a:bodyPr/>
          <a:lstStyle>
            <a:lvl1pPr>
              <a:defRPr sz="1600"/>
            </a:lvl1pPr>
            <a:lvl2pPr>
              <a:defRPr sz="1400"/>
            </a:lvl2pPr>
            <a:lvl3pPr marL="0" indent="0">
              <a:buNone/>
              <a:defRPr/>
            </a:lvl3pPr>
          </a:lstStyle>
          <a:p>
            <a:pPr lvl="0"/>
            <a:r>
              <a:rPr lang="en-US" dirty="0"/>
              <a:t>Click to edit Master text styles</a:t>
            </a:r>
          </a:p>
          <a:p>
            <a:pPr lvl="1"/>
            <a:r>
              <a:rPr lang="en-US" dirty="0"/>
              <a:t>Second level</a:t>
            </a:r>
          </a:p>
        </p:txBody>
      </p:sp>
      <p:sp>
        <p:nvSpPr>
          <p:cNvPr id="72" name="Text Placeholder 13">
            <a:extLst>
              <a:ext uri="{FF2B5EF4-FFF2-40B4-BE49-F238E27FC236}">
                <a16:creationId xmlns:a16="http://schemas.microsoft.com/office/drawing/2014/main" id="{79F4BFDC-FD0F-4D0D-8E83-6D5B0973CE77}"/>
              </a:ext>
            </a:extLst>
          </p:cNvPr>
          <p:cNvSpPr>
            <a:spLocks noGrp="1"/>
          </p:cNvSpPr>
          <p:nvPr>
            <p:ph type="body" sz="quarter" idx="37" hasCustomPrompt="1"/>
          </p:nvPr>
        </p:nvSpPr>
        <p:spPr>
          <a:xfrm>
            <a:off x="8046720" y="3910204"/>
            <a:ext cx="3063240" cy="1280160"/>
          </a:xfrm>
        </p:spPr>
        <p:txBody>
          <a:bodyPr wrap="none">
            <a:spAutoFit/>
          </a:bodyPr>
          <a:lstStyle>
            <a:lvl1pPr marL="857250" indent="-857250">
              <a:buFontTx/>
              <a:buNone/>
              <a:defRPr lang="en-US" sz="8800" b="1" kern="1200" dirty="0">
                <a:gradFill flip="none" rotWithShape="1">
                  <a:gsLst>
                    <a:gs pos="0">
                      <a:srgbClr val="2AD8D9"/>
                    </a:gs>
                    <a:gs pos="100000">
                      <a:srgbClr val="2AD8D9">
                        <a:alpha val="0"/>
                      </a:srgbClr>
                    </a:gs>
                  </a:gsLst>
                  <a:lin ang="10800000" scaled="1"/>
                  <a:tileRect/>
                </a:gradFill>
                <a:latin typeface="+mn-lt"/>
                <a:ea typeface="+mn-ea"/>
                <a:cs typeface="+mn-cs"/>
              </a:defRPr>
            </a:lvl1pPr>
          </a:lstStyle>
          <a:p>
            <a:pPr marL="0" lvl="0" indent="0" algn="l" defTabSz="914400" rtl="0" eaLnBrk="1" latinLnBrk="0" hangingPunct="1">
              <a:lnSpc>
                <a:spcPct val="110000"/>
              </a:lnSpc>
              <a:spcBef>
                <a:spcPts val="0"/>
              </a:spcBef>
              <a:spcAft>
                <a:spcPts val="900"/>
              </a:spcAft>
              <a:buFont typeface="Roboto" panose="02000000000000000000" pitchFamily="2" charset="0"/>
              <a:buChar char="​"/>
            </a:pPr>
            <a:r>
              <a:rPr lang="en-US" dirty="0"/>
              <a:t>##</a:t>
            </a:r>
          </a:p>
        </p:txBody>
      </p:sp>
      <p:sp>
        <p:nvSpPr>
          <p:cNvPr id="75" name="Text Placeholder 3">
            <a:extLst>
              <a:ext uri="{FF2B5EF4-FFF2-40B4-BE49-F238E27FC236}">
                <a16:creationId xmlns:a16="http://schemas.microsoft.com/office/drawing/2014/main" id="{B1234C06-2D89-42F8-80FD-DFF62AB3A2F5}"/>
              </a:ext>
            </a:extLst>
          </p:cNvPr>
          <p:cNvSpPr>
            <a:spLocks noGrp="1"/>
          </p:cNvSpPr>
          <p:nvPr>
            <p:ph type="body" sz="quarter" idx="40"/>
          </p:nvPr>
        </p:nvSpPr>
        <p:spPr>
          <a:xfrm>
            <a:off x="8046720" y="5235322"/>
            <a:ext cx="3063240" cy="640080"/>
          </a:xfrm>
        </p:spPr>
        <p:txBody>
          <a:bodyPr/>
          <a:lstStyle>
            <a:lvl1pPr>
              <a:defRPr sz="1600"/>
            </a:lvl1pPr>
            <a:lvl2pPr>
              <a:defRPr sz="1400"/>
            </a:lvl2pPr>
            <a:lvl3pPr marL="0" indent="0">
              <a:buNone/>
              <a:defRPr/>
            </a:lvl3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4596400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tx2"/>
        </a:solidFill>
        <a:effectLst/>
      </p:bgPr>
    </p:bg>
    <p:spTree>
      <p:nvGrpSpPr>
        <p:cNvPr id="1" name=""/>
        <p:cNvGrpSpPr/>
        <p:nvPr/>
      </p:nvGrpSpPr>
      <p:grpSpPr>
        <a:xfrm>
          <a:off x="0" y="0"/>
          <a:ext cx="0" cy="0"/>
          <a:chOff x="0" y="0"/>
          <a:chExt cx="0" cy="0"/>
        </a:xfrm>
      </p:grpSpPr>
      <p:sp>
        <p:nvSpPr>
          <p:cNvPr id="40" name="Freeform: Shape 39">
            <a:extLst>
              <a:ext uri="{FF2B5EF4-FFF2-40B4-BE49-F238E27FC236}">
                <a16:creationId xmlns:a16="http://schemas.microsoft.com/office/drawing/2014/main" id="{20650434-90C1-4A47-BA96-679D495540CE}"/>
              </a:ext>
              <a:ext uri="{C183D7F6-B498-43B3-948B-1728B52AA6E4}">
                <adec:decorative xmlns:adec="http://schemas.microsoft.com/office/drawing/2017/decorative" val="1"/>
              </a:ext>
            </a:extLst>
          </p:cNvPr>
          <p:cNvSpPr/>
          <p:nvPr userDrawn="1"/>
        </p:nvSpPr>
        <p:spPr bwMode="ltGray">
          <a:xfrm rot="12327515" flipH="1">
            <a:off x="7605095" y="-385443"/>
            <a:ext cx="5681725" cy="8290862"/>
          </a:xfrm>
          <a:custGeom>
            <a:avLst/>
            <a:gdLst>
              <a:gd name="connsiteX0" fmla="*/ 167866 w 5681725"/>
              <a:gd name="connsiteY0" fmla="*/ 7037212 h 8290862"/>
              <a:gd name="connsiteX1" fmla="*/ 2801094 w 5681725"/>
              <a:gd name="connsiteY1" fmla="*/ 8290862 h 8290862"/>
              <a:gd name="connsiteX2" fmla="*/ 5681725 w 5681725"/>
              <a:gd name="connsiteY2" fmla="*/ 2240242 h 8290862"/>
              <a:gd name="connsiteX3" fmla="*/ 5525126 w 5681725"/>
              <a:gd name="connsiteY3" fmla="*/ 2087334 h 8290862"/>
              <a:gd name="connsiteX4" fmla="*/ 5313101 w 5681725"/>
              <a:gd name="connsiteY4" fmla="*/ 1924797 h 8290862"/>
              <a:gd name="connsiteX5" fmla="*/ 5262060 w 5681725"/>
              <a:gd name="connsiteY5" fmla="*/ 1893790 h 8290862"/>
              <a:gd name="connsiteX6" fmla="*/ 5276866 w 5681725"/>
              <a:gd name="connsiteY6" fmla="*/ 1873991 h 8290862"/>
              <a:gd name="connsiteX7" fmla="*/ 1340642 w 5681725"/>
              <a:gd name="connsiteY7" fmla="*/ 0 h 8290862"/>
              <a:gd name="connsiteX8" fmla="*/ 1306898 w 5681725"/>
              <a:gd name="connsiteY8" fmla="*/ 150550 h 8290862"/>
              <a:gd name="connsiteX9" fmla="*/ 1272154 w 5681725"/>
              <a:gd name="connsiteY9" fmla="*/ 544314 h 8290862"/>
              <a:gd name="connsiteX10" fmla="*/ 1942662 w 5681725"/>
              <a:gd name="connsiteY10" fmla="*/ 2135994 h 8290862"/>
              <a:gd name="connsiteX11" fmla="*/ 2027149 w 5681725"/>
              <a:gd name="connsiteY11" fmla="*/ 2213707 h 8290862"/>
              <a:gd name="connsiteX12" fmla="*/ 2039164 w 5681725"/>
              <a:gd name="connsiteY12" fmla="*/ 2213230 h 8290862"/>
              <a:gd name="connsiteX13" fmla="*/ 3110064 w 5681725"/>
              <a:gd name="connsiteY13" fmla="*/ 3107626 h 8290862"/>
              <a:gd name="connsiteX14" fmla="*/ 2235914 w 5681725"/>
              <a:gd name="connsiteY14" fmla="*/ 4401227 h 8290862"/>
              <a:gd name="connsiteX15" fmla="*/ 1323223 w 5681725"/>
              <a:gd name="connsiteY15" fmla="*/ 4168632 h 8290862"/>
              <a:gd name="connsiteX16" fmla="*/ 1315534 w 5681725"/>
              <a:gd name="connsiteY16" fmla="*/ 4161645 h 8290862"/>
              <a:gd name="connsiteX17" fmla="*/ 1235829 w 5681725"/>
              <a:gd name="connsiteY17" fmla="*/ 4197088 h 8290862"/>
              <a:gd name="connsiteX18" fmla="*/ 0 w 5681725"/>
              <a:gd name="connsiteY18" fmla="*/ 6190324 h 8290862"/>
              <a:gd name="connsiteX19" fmla="*/ 100007 w 5681725"/>
              <a:gd name="connsiteY19" fmla="*/ 6851807 h 8290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681725" h="8290862">
                <a:moveTo>
                  <a:pt x="167866" y="7037212"/>
                </a:moveTo>
                <a:lnTo>
                  <a:pt x="2801094" y="8290862"/>
                </a:lnTo>
                <a:lnTo>
                  <a:pt x="5681725" y="2240242"/>
                </a:lnTo>
                <a:lnTo>
                  <a:pt x="5525126" y="2087334"/>
                </a:lnTo>
                <a:cubicBezTo>
                  <a:pt x="5457860" y="2029067"/>
                  <a:pt x="5387064" y="1974766"/>
                  <a:pt x="5313101" y="1924797"/>
                </a:cubicBezTo>
                <a:lnTo>
                  <a:pt x="5262060" y="1893790"/>
                </a:lnTo>
                <a:lnTo>
                  <a:pt x="5276866" y="1873991"/>
                </a:lnTo>
                <a:lnTo>
                  <a:pt x="1340642" y="0"/>
                </a:lnTo>
                <a:lnTo>
                  <a:pt x="1306898" y="150550"/>
                </a:lnTo>
                <a:cubicBezTo>
                  <a:pt x="1284068" y="278356"/>
                  <a:pt x="1272154" y="409944"/>
                  <a:pt x="1272154" y="544314"/>
                </a:cubicBezTo>
                <a:cubicBezTo>
                  <a:pt x="1272154" y="1168176"/>
                  <a:pt x="1528976" y="1732055"/>
                  <a:pt x="1942662" y="2135994"/>
                </a:cubicBezTo>
                <a:lnTo>
                  <a:pt x="2027149" y="2213707"/>
                </a:lnTo>
                <a:lnTo>
                  <a:pt x="2039164" y="2213230"/>
                </a:lnTo>
                <a:cubicBezTo>
                  <a:pt x="2552623" y="2218729"/>
                  <a:pt x="3008715" y="2583845"/>
                  <a:pt x="3110064" y="3107626"/>
                </a:cubicBezTo>
                <a:cubicBezTo>
                  <a:pt x="3225892" y="3706235"/>
                  <a:pt x="2834522" y="4285399"/>
                  <a:pt x="2235914" y="4401227"/>
                </a:cubicBezTo>
                <a:cubicBezTo>
                  <a:pt x="1899197" y="4466380"/>
                  <a:pt x="1568632" y="4371052"/>
                  <a:pt x="1323223" y="4168632"/>
                </a:cubicBezTo>
                <a:lnTo>
                  <a:pt x="1315534" y="4161645"/>
                </a:lnTo>
                <a:lnTo>
                  <a:pt x="1235829" y="4197088"/>
                </a:lnTo>
                <a:cubicBezTo>
                  <a:pt x="503370" y="4561078"/>
                  <a:pt x="0" y="5316916"/>
                  <a:pt x="0" y="6190324"/>
                </a:cubicBezTo>
                <a:cubicBezTo>
                  <a:pt x="0" y="6420673"/>
                  <a:pt x="35013" y="6642844"/>
                  <a:pt x="100007" y="6851807"/>
                </a:cubicBezTo>
                <a:close/>
              </a:path>
            </a:pathLst>
          </a:custGeom>
          <a:gradFill>
            <a:gsLst>
              <a:gs pos="0">
                <a:srgbClr val="7B5DFD"/>
              </a:gs>
              <a:gs pos="100000">
                <a:srgbClr val="7B5DFD">
                  <a:alpha val="0"/>
                </a:srgbClr>
              </a:gs>
            </a:gsLst>
            <a:lin ang="0" scaled="0"/>
          </a:gradFill>
          <a:ln>
            <a:noFill/>
          </a:ln>
          <a:effectLst>
            <a:outerShdw blurRad="698500" sx="102000" sy="102000" algn="ctr" rotWithShape="0">
              <a:prstClr val="black">
                <a:alpha val="41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grpSp>
        <p:nvGrpSpPr>
          <p:cNvPr id="14" name="Group 13">
            <a:extLst>
              <a:ext uri="{FF2B5EF4-FFF2-40B4-BE49-F238E27FC236}">
                <a16:creationId xmlns:a16="http://schemas.microsoft.com/office/drawing/2014/main" id="{D561E30D-A683-4668-90CB-8BFD8F8F78AD}"/>
              </a:ext>
              <a:ext uri="{C183D7F6-B498-43B3-948B-1728B52AA6E4}">
                <adec:decorative xmlns:adec="http://schemas.microsoft.com/office/drawing/2017/decorative" val="1"/>
              </a:ext>
            </a:extLst>
          </p:cNvPr>
          <p:cNvGrpSpPr/>
          <p:nvPr userDrawn="1"/>
        </p:nvGrpSpPr>
        <p:grpSpPr bwMode="ltGray">
          <a:xfrm rot="-1800000">
            <a:off x="6673785" y="4906029"/>
            <a:ext cx="3175070" cy="251917"/>
            <a:chOff x="4625153" y="1902158"/>
            <a:chExt cx="3175070" cy="251917"/>
          </a:xfrm>
        </p:grpSpPr>
        <p:sp>
          <p:nvSpPr>
            <p:cNvPr id="15" name="Rectangle: Rounded Corners 14">
              <a:extLst>
                <a:ext uri="{FF2B5EF4-FFF2-40B4-BE49-F238E27FC236}">
                  <a16:creationId xmlns:a16="http://schemas.microsoft.com/office/drawing/2014/main" id="{A778AB3C-C2AE-4EFD-99B2-90FC9ED8C4F7}"/>
                </a:ext>
              </a:extLst>
            </p:cNvPr>
            <p:cNvSpPr/>
            <p:nvPr/>
          </p:nvSpPr>
          <p:spPr bwMode="ltGray">
            <a:xfrm>
              <a:off x="5017290" y="1906852"/>
              <a:ext cx="1222284" cy="247223"/>
            </a:xfrm>
            <a:prstGeom prst="roundRect">
              <a:avLst>
                <a:gd name="adj" fmla="val 50000"/>
              </a:avLst>
            </a:prstGeom>
            <a:gradFill>
              <a:gsLst>
                <a:gs pos="0">
                  <a:srgbClr val="7B5DFD">
                    <a:alpha val="80000"/>
                  </a:srgbClr>
                </a:gs>
                <a:gs pos="85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Roboto" panose="02000000000000000000" pitchFamily="2" charset="0"/>
              </a:endParaRPr>
            </a:p>
          </p:txBody>
        </p:sp>
        <p:grpSp>
          <p:nvGrpSpPr>
            <p:cNvPr id="16" name="Group 15">
              <a:extLst>
                <a:ext uri="{FF2B5EF4-FFF2-40B4-BE49-F238E27FC236}">
                  <a16:creationId xmlns:a16="http://schemas.microsoft.com/office/drawing/2014/main" id="{2A03833D-8E5C-4C83-82D0-F075E8436701}"/>
                </a:ext>
              </a:extLst>
            </p:cNvPr>
            <p:cNvGrpSpPr/>
            <p:nvPr/>
          </p:nvGrpSpPr>
          <p:grpSpPr bwMode="ltGray">
            <a:xfrm>
              <a:off x="4625153" y="1902158"/>
              <a:ext cx="3175070" cy="250898"/>
              <a:chOff x="4625153" y="1902158"/>
              <a:chExt cx="3175070" cy="250898"/>
            </a:xfrm>
          </p:grpSpPr>
          <p:sp>
            <p:nvSpPr>
              <p:cNvPr id="17" name="Oval 16">
                <a:extLst>
                  <a:ext uri="{FF2B5EF4-FFF2-40B4-BE49-F238E27FC236}">
                    <a16:creationId xmlns:a16="http://schemas.microsoft.com/office/drawing/2014/main" id="{1C1970C0-8352-4F46-96C0-24184979CC3F}"/>
                  </a:ext>
                </a:extLst>
              </p:cNvPr>
              <p:cNvSpPr/>
              <p:nvPr/>
            </p:nvSpPr>
            <p:spPr bwMode="ltGray">
              <a:xfrm>
                <a:off x="5012987" y="1905833"/>
                <a:ext cx="247223" cy="247223"/>
              </a:xfrm>
              <a:prstGeom prst="ellipse">
                <a:avLst/>
              </a:prstGeom>
              <a:solidFill>
                <a:srgbClr val="7B5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18" name="Oval 17">
                <a:extLst>
                  <a:ext uri="{FF2B5EF4-FFF2-40B4-BE49-F238E27FC236}">
                    <a16:creationId xmlns:a16="http://schemas.microsoft.com/office/drawing/2014/main" id="{5E1D46A3-B3DE-438F-A74C-980485A1D79A}"/>
                  </a:ext>
                </a:extLst>
              </p:cNvPr>
              <p:cNvSpPr/>
              <p:nvPr/>
            </p:nvSpPr>
            <p:spPr bwMode="ltGray">
              <a:xfrm>
                <a:off x="6475961" y="1902858"/>
                <a:ext cx="247223" cy="247223"/>
              </a:xfrm>
              <a:prstGeom prst="ellipse">
                <a:avLst/>
              </a:prstGeom>
              <a:solidFill>
                <a:srgbClr val="00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19" name="Oval 18">
                <a:extLst>
                  <a:ext uri="{FF2B5EF4-FFF2-40B4-BE49-F238E27FC236}">
                    <a16:creationId xmlns:a16="http://schemas.microsoft.com/office/drawing/2014/main" id="{801514D7-D96E-4BA8-8809-B00C0878D424}"/>
                  </a:ext>
                </a:extLst>
              </p:cNvPr>
              <p:cNvSpPr/>
              <p:nvPr/>
            </p:nvSpPr>
            <p:spPr bwMode="ltGray">
              <a:xfrm>
                <a:off x="6974802" y="1918091"/>
                <a:ext cx="210140" cy="210140"/>
              </a:xfrm>
              <a:prstGeom prst="ellipse">
                <a:avLst/>
              </a:prstGeom>
              <a:solidFill>
                <a:srgbClr val="00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20" name="Oval 19">
                <a:extLst>
                  <a:ext uri="{FF2B5EF4-FFF2-40B4-BE49-F238E27FC236}">
                    <a16:creationId xmlns:a16="http://schemas.microsoft.com/office/drawing/2014/main" id="{C7E9CDC2-2DBA-4596-A5AE-E125CD77B121}"/>
                  </a:ext>
                </a:extLst>
              </p:cNvPr>
              <p:cNvSpPr/>
              <p:nvPr/>
            </p:nvSpPr>
            <p:spPr bwMode="ltGray">
              <a:xfrm>
                <a:off x="4625153" y="1902158"/>
                <a:ext cx="247223" cy="247223"/>
              </a:xfrm>
              <a:prstGeom prst="ellipse">
                <a:avLst/>
              </a:prstGeom>
              <a:solidFill>
                <a:srgbClr val="7B5DFD">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21" name="Oval 20">
                <a:extLst>
                  <a:ext uri="{FF2B5EF4-FFF2-40B4-BE49-F238E27FC236}">
                    <a16:creationId xmlns:a16="http://schemas.microsoft.com/office/drawing/2014/main" id="{D9275778-68C7-456F-89A1-C3154470D043}"/>
                  </a:ext>
                </a:extLst>
              </p:cNvPr>
              <p:cNvSpPr/>
              <p:nvPr/>
            </p:nvSpPr>
            <p:spPr bwMode="ltGray">
              <a:xfrm>
                <a:off x="7695153" y="2009483"/>
                <a:ext cx="105070" cy="105070"/>
              </a:xfrm>
              <a:prstGeom prst="ellipse">
                <a:avLst/>
              </a:prstGeom>
              <a:solidFill>
                <a:srgbClr val="00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grpSp>
      <p:grpSp>
        <p:nvGrpSpPr>
          <p:cNvPr id="10" name="Group 9">
            <a:extLst>
              <a:ext uri="{FF2B5EF4-FFF2-40B4-BE49-F238E27FC236}">
                <a16:creationId xmlns:a16="http://schemas.microsoft.com/office/drawing/2014/main" id="{8F63836D-CA84-401B-A189-486DD62F7C76}"/>
              </a:ext>
              <a:ext uri="{C183D7F6-B498-43B3-948B-1728B52AA6E4}">
                <adec:decorative xmlns:adec="http://schemas.microsoft.com/office/drawing/2017/decorative" val="1"/>
              </a:ext>
            </a:extLst>
          </p:cNvPr>
          <p:cNvGrpSpPr/>
          <p:nvPr userDrawn="1"/>
        </p:nvGrpSpPr>
        <p:grpSpPr bwMode="ltGray">
          <a:xfrm rot="-1800000">
            <a:off x="9608436" y="5069403"/>
            <a:ext cx="2374900" cy="457200"/>
            <a:chOff x="3472180" y="2331720"/>
            <a:chExt cx="2374900" cy="457200"/>
          </a:xfrm>
        </p:grpSpPr>
        <p:sp>
          <p:nvSpPr>
            <p:cNvPr id="11" name="Rectangle 10">
              <a:extLst>
                <a:ext uri="{FF2B5EF4-FFF2-40B4-BE49-F238E27FC236}">
                  <a16:creationId xmlns:a16="http://schemas.microsoft.com/office/drawing/2014/main" id="{A34FA05E-B4E0-4E23-A2B4-D363F449E222}"/>
                </a:ext>
              </a:extLst>
            </p:cNvPr>
            <p:cNvSpPr/>
            <p:nvPr/>
          </p:nvSpPr>
          <p:spPr bwMode="ltGray">
            <a:xfrm>
              <a:off x="3700780" y="2331720"/>
              <a:ext cx="2146300" cy="457200"/>
            </a:xfrm>
            <a:prstGeom prst="rect">
              <a:avLst/>
            </a:prstGeom>
            <a:gradFill flip="none" rotWithShape="1">
              <a:gsLst>
                <a:gs pos="18000">
                  <a:srgbClr val="00FFFF">
                    <a:alpha val="0"/>
                  </a:srgbClr>
                </a:gs>
                <a:gs pos="100000">
                  <a:srgbClr val="00FFFF">
                    <a:alpha val="80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F142E7D6-24AC-4155-A2D2-2B3955142D66}"/>
                </a:ext>
              </a:extLst>
            </p:cNvPr>
            <p:cNvSpPr/>
            <p:nvPr/>
          </p:nvSpPr>
          <p:spPr bwMode="ltGray">
            <a:xfrm>
              <a:off x="3472180" y="2331720"/>
              <a:ext cx="457200" cy="4572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noProof="0"/>
            </a:p>
          </p:txBody>
        </p:sp>
      </p:grpSp>
      <p:grpSp>
        <p:nvGrpSpPr>
          <p:cNvPr id="4" name="Group 3">
            <a:extLst>
              <a:ext uri="{FF2B5EF4-FFF2-40B4-BE49-F238E27FC236}">
                <a16:creationId xmlns:a16="http://schemas.microsoft.com/office/drawing/2014/main" id="{C668CEA7-6C57-4FCD-9483-EA847EA7B773}"/>
              </a:ext>
              <a:ext uri="{C183D7F6-B498-43B3-948B-1728B52AA6E4}">
                <adec:decorative xmlns:adec="http://schemas.microsoft.com/office/drawing/2017/decorative" val="1"/>
              </a:ext>
            </a:extLst>
          </p:cNvPr>
          <p:cNvGrpSpPr/>
          <p:nvPr userDrawn="1"/>
        </p:nvGrpSpPr>
        <p:grpSpPr bwMode="ltGray">
          <a:xfrm rot="-1800000">
            <a:off x="6835180" y="3421113"/>
            <a:ext cx="2374900" cy="457200"/>
            <a:chOff x="3472180" y="2331720"/>
            <a:chExt cx="2374900" cy="457200"/>
          </a:xfrm>
        </p:grpSpPr>
        <p:sp>
          <p:nvSpPr>
            <p:cNvPr id="5" name="Rectangle 4">
              <a:extLst>
                <a:ext uri="{FF2B5EF4-FFF2-40B4-BE49-F238E27FC236}">
                  <a16:creationId xmlns:a16="http://schemas.microsoft.com/office/drawing/2014/main" id="{B21756C8-7A1B-4644-B269-75DAE4926EBA}"/>
                </a:ext>
              </a:extLst>
            </p:cNvPr>
            <p:cNvSpPr/>
            <p:nvPr/>
          </p:nvSpPr>
          <p:spPr bwMode="ltGray">
            <a:xfrm>
              <a:off x="3700780" y="2331720"/>
              <a:ext cx="2146300" cy="457200"/>
            </a:xfrm>
            <a:prstGeom prst="rect">
              <a:avLst/>
            </a:prstGeom>
            <a:gradFill flip="none" rotWithShape="1">
              <a:gsLst>
                <a:gs pos="18000">
                  <a:schemeClr val="accent1">
                    <a:alpha val="0"/>
                  </a:schemeClr>
                </a:gs>
                <a:gs pos="100000">
                  <a:schemeClr val="accent1">
                    <a:alpha val="6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6" name="Oval 5">
              <a:extLst>
                <a:ext uri="{FF2B5EF4-FFF2-40B4-BE49-F238E27FC236}">
                  <a16:creationId xmlns:a16="http://schemas.microsoft.com/office/drawing/2014/main" id="{518359DD-0226-4511-89D2-DA497AEA9CCF}"/>
                </a:ext>
              </a:extLst>
            </p:cNvPr>
            <p:cNvSpPr/>
            <p:nvPr/>
          </p:nvSpPr>
          <p:spPr bwMode="ltGray">
            <a:xfrm>
              <a:off x="3472180" y="233172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grpSp>
      <p:sp>
        <p:nvSpPr>
          <p:cNvPr id="2" name="Title 1">
            <a:extLst>
              <a:ext uri="{FF2B5EF4-FFF2-40B4-BE49-F238E27FC236}">
                <a16:creationId xmlns:a16="http://schemas.microsoft.com/office/drawing/2014/main" id="{5F7DC24D-2FF7-4500-8465-B347DD08C984}"/>
              </a:ext>
              <a:ext uri="{C183D7F6-B498-43B3-948B-1728B52AA6E4}">
                <adec:decorative xmlns:adec="http://schemas.microsoft.com/office/drawing/2017/decorative" val="0"/>
              </a:ext>
            </a:extLst>
          </p:cNvPr>
          <p:cNvSpPr>
            <a:spLocks noGrp="1"/>
          </p:cNvSpPr>
          <p:nvPr>
            <p:ph type="ctrTitle" hasCustomPrompt="1"/>
          </p:nvPr>
        </p:nvSpPr>
        <p:spPr>
          <a:xfrm>
            <a:off x="1078992" y="1030230"/>
            <a:ext cx="4809744" cy="2551175"/>
          </a:xfrm>
        </p:spPr>
        <p:txBody>
          <a:bodyPr anchor="b">
            <a:noAutofit/>
          </a:bodyPr>
          <a:lstStyle>
            <a:lvl1pPr algn="l">
              <a:lnSpc>
                <a:spcPct val="100000"/>
              </a:lnSpc>
              <a:defRPr sz="4800" b="1">
                <a:solidFill>
                  <a:schemeClr val="bg2"/>
                </a:solidFill>
              </a:defRPr>
            </a:lvl1pPr>
          </a:lstStyle>
          <a:p>
            <a:r>
              <a:rPr lang="en-US" dirty="0"/>
              <a:t>Click to edit title</a:t>
            </a:r>
          </a:p>
        </p:txBody>
      </p:sp>
      <p:sp>
        <p:nvSpPr>
          <p:cNvPr id="12" name="Text Placeholder 11">
            <a:extLst>
              <a:ext uri="{FF2B5EF4-FFF2-40B4-BE49-F238E27FC236}">
                <a16:creationId xmlns:a16="http://schemas.microsoft.com/office/drawing/2014/main" id="{6366D640-A2E4-41D1-8AA4-D7BB772CE4A3}"/>
              </a:ext>
              <a:ext uri="{C183D7F6-B498-43B3-948B-1728B52AA6E4}">
                <adec:decorative xmlns:adec="http://schemas.microsoft.com/office/drawing/2017/decorative" val="0"/>
              </a:ext>
            </a:extLst>
          </p:cNvPr>
          <p:cNvSpPr>
            <a:spLocks noGrp="1"/>
          </p:cNvSpPr>
          <p:nvPr>
            <p:ph type="body" sz="quarter" idx="11" hasCustomPrompt="1"/>
          </p:nvPr>
        </p:nvSpPr>
        <p:spPr>
          <a:xfrm>
            <a:off x="1078992" y="3716016"/>
            <a:ext cx="4809744" cy="788535"/>
          </a:xfrm>
        </p:spPr>
        <p:txBody>
          <a:bodyPr anchor="t">
            <a:noAutofit/>
          </a:bodyPr>
          <a:lstStyle>
            <a:lvl1pPr>
              <a:defRPr sz="2000" b="1">
                <a:solidFill>
                  <a:srgbClr val="2AD8D9"/>
                </a:solidFill>
              </a:defRPr>
            </a:lvl1pPr>
            <a:lvl2pPr marL="0" indent="0">
              <a:spcAft>
                <a:spcPts val="300"/>
              </a:spcAft>
              <a:buFont typeface="Roboto" panose="02000000000000000000" pitchFamily="2" charset="0"/>
              <a:buChar char="​"/>
              <a:defRPr sz="1400">
                <a:solidFill>
                  <a:srgbClr val="2AD8D9"/>
                </a:solidFill>
              </a:defRPr>
            </a:lvl2pPr>
            <a:lvl3pPr marL="0" indent="0">
              <a:spcBef>
                <a:spcPts val="800"/>
              </a:spcBef>
              <a:spcAft>
                <a:spcPts val="300"/>
              </a:spcAft>
              <a:buNone/>
              <a:defRPr sz="1400" b="0">
                <a:solidFill>
                  <a:schemeClr val="bg1"/>
                </a:solidFill>
              </a:defRPr>
            </a:lvl3pPr>
            <a:lvl4pPr>
              <a:defRPr>
                <a:solidFill>
                  <a:schemeClr val="bg1"/>
                </a:solidFill>
              </a:defRPr>
            </a:lvl4pPr>
            <a:lvl5pPr>
              <a:defRPr>
                <a:solidFill>
                  <a:schemeClr val="bg1"/>
                </a:solidFill>
              </a:defRPr>
            </a:lvl5pPr>
          </a:lstStyle>
          <a:p>
            <a:pPr lvl="0"/>
            <a:r>
              <a:rPr lang="en-US" dirty="0"/>
              <a:t>Click to edit subtitle</a:t>
            </a:r>
          </a:p>
        </p:txBody>
      </p:sp>
      <p:grpSp>
        <p:nvGrpSpPr>
          <p:cNvPr id="7" name="Group 6">
            <a:extLst>
              <a:ext uri="{FF2B5EF4-FFF2-40B4-BE49-F238E27FC236}">
                <a16:creationId xmlns:a16="http://schemas.microsoft.com/office/drawing/2014/main" id="{2BA756AE-B420-4F34-8DD4-C188D2230D0A}"/>
              </a:ext>
              <a:ext uri="{C183D7F6-B498-43B3-948B-1728B52AA6E4}">
                <adec:decorative xmlns:adec="http://schemas.microsoft.com/office/drawing/2017/decorative" val="1"/>
              </a:ext>
            </a:extLst>
          </p:cNvPr>
          <p:cNvGrpSpPr/>
          <p:nvPr userDrawn="1"/>
        </p:nvGrpSpPr>
        <p:grpSpPr bwMode="ltGray">
          <a:xfrm rot="-1800000">
            <a:off x="6625117" y="1089520"/>
            <a:ext cx="2374900" cy="457200"/>
            <a:chOff x="3472180" y="2331720"/>
            <a:chExt cx="2374900" cy="457200"/>
          </a:xfrm>
        </p:grpSpPr>
        <p:sp>
          <p:nvSpPr>
            <p:cNvPr id="8" name="Rectangle 7">
              <a:extLst>
                <a:ext uri="{FF2B5EF4-FFF2-40B4-BE49-F238E27FC236}">
                  <a16:creationId xmlns:a16="http://schemas.microsoft.com/office/drawing/2014/main" id="{D665EACE-409D-4389-AE0C-B24E959F792D}"/>
                </a:ext>
              </a:extLst>
            </p:cNvPr>
            <p:cNvSpPr/>
            <p:nvPr/>
          </p:nvSpPr>
          <p:spPr bwMode="ltGray">
            <a:xfrm>
              <a:off x="3700780" y="2331720"/>
              <a:ext cx="2146300" cy="457200"/>
            </a:xfrm>
            <a:prstGeom prst="rect">
              <a:avLst/>
            </a:prstGeom>
            <a:gradFill flip="none" rotWithShape="1">
              <a:gsLst>
                <a:gs pos="18000">
                  <a:srgbClr val="00FFFF">
                    <a:alpha val="0"/>
                  </a:srgbClr>
                </a:gs>
                <a:gs pos="100000">
                  <a:srgbClr val="00FFFF">
                    <a:alpha val="80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Roboto" panose="02000000000000000000" pitchFamily="2" charset="0"/>
              </a:endParaRPr>
            </a:p>
          </p:txBody>
        </p:sp>
        <p:sp>
          <p:nvSpPr>
            <p:cNvPr id="9" name="Oval 8">
              <a:extLst>
                <a:ext uri="{FF2B5EF4-FFF2-40B4-BE49-F238E27FC236}">
                  <a16:creationId xmlns:a16="http://schemas.microsoft.com/office/drawing/2014/main" id="{57CFD655-D4B8-4329-AB67-958E6F12B9FE}"/>
                </a:ext>
              </a:extLst>
            </p:cNvPr>
            <p:cNvSpPr/>
            <p:nvPr/>
          </p:nvSpPr>
          <p:spPr bwMode="ltGray">
            <a:xfrm>
              <a:off x="3472180" y="2331720"/>
              <a:ext cx="457200" cy="457200"/>
            </a:xfrm>
            <a:prstGeom prst="ellipse">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grpSp>
      <p:pic>
        <p:nvPicPr>
          <p:cNvPr id="33" name="Picture 32">
            <a:extLst>
              <a:ext uri="{FF2B5EF4-FFF2-40B4-BE49-F238E27FC236}">
                <a16:creationId xmlns:a16="http://schemas.microsoft.com/office/drawing/2014/main" id="{0FD7A73D-9DE2-4660-9316-8C3FB56B65CD}"/>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7781546" y="607934"/>
            <a:ext cx="2302980" cy="6394278"/>
          </a:xfrm>
          <a:prstGeom prst="rect">
            <a:avLst/>
          </a:prstGeom>
        </p:spPr>
      </p:pic>
      <p:grpSp>
        <p:nvGrpSpPr>
          <p:cNvPr id="24" name="Group 23">
            <a:extLst>
              <a:ext uri="{FF2B5EF4-FFF2-40B4-BE49-F238E27FC236}">
                <a16:creationId xmlns:a16="http://schemas.microsoft.com/office/drawing/2014/main" id="{D170D120-2E84-4935-8B61-C24A956A3872}"/>
              </a:ext>
              <a:ext uri="{C183D7F6-B498-43B3-948B-1728B52AA6E4}">
                <adec:decorative xmlns:adec="http://schemas.microsoft.com/office/drawing/2017/decorative" val="1"/>
              </a:ext>
            </a:extLst>
          </p:cNvPr>
          <p:cNvGrpSpPr/>
          <p:nvPr userDrawn="1"/>
        </p:nvGrpSpPr>
        <p:grpSpPr bwMode="ltGray">
          <a:xfrm rot="-1800000">
            <a:off x="9582946" y="1684001"/>
            <a:ext cx="2062726" cy="251216"/>
            <a:chOff x="5017291" y="1902858"/>
            <a:chExt cx="2062726" cy="251216"/>
          </a:xfrm>
        </p:grpSpPr>
        <p:sp>
          <p:nvSpPr>
            <p:cNvPr id="25" name="Rectangle: Rounded Corners 24">
              <a:extLst>
                <a:ext uri="{FF2B5EF4-FFF2-40B4-BE49-F238E27FC236}">
                  <a16:creationId xmlns:a16="http://schemas.microsoft.com/office/drawing/2014/main" id="{27D4D8D6-9CA6-4A7E-AD00-C5F383BA6B39}"/>
                </a:ext>
              </a:extLst>
            </p:cNvPr>
            <p:cNvSpPr/>
            <p:nvPr/>
          </p:nvSpPr>
          <p:spPr bwMode="ltGray">
            <a:xfrm rot="10800000">
              <a:off x="5017291" y="1906851"/>
              <a:ext cx="1222284" cy="247223"/>
            </a:xfrm>
            <a:prstGeom prst="roundRect">
              <a:avLst>
                <a:gd name="adj" fmla="val 50000"/>
              </a:avLst>
            </a:prstGeom>
            <a:gradFill flip="none" rotWithShape="1">
              <a:gsLst>
                <a:gs pos="0">
                  <a:schemeClr val="accent3">
                    <a:alpha val="80000"/>
                  </a:schemeClr>
                </a:gs>
                <a:gs pos="85000">
                  <a:schemeClr val="accent1">
                    <a:alpha val="80000"/>
                  </a:scheme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6" name="Group 25">
              <a:extLst>
                <a:ext uri="{FF2B5EF4-FFF2-40B4-BE49-F238E27FC236}">
                  <a16:creationId xmlns:a16="http://schemas.microsoft.com/office/drawing/2014/main" id="{6625DA8E-B745-44E0-B05A-CC1C82CCE753}"/>
                </a:ext>
              </a:extLst>
            </p:cNvPr>
            <p:cNvGrpSpPr/>
            <p:nvPr/>
          </p:nvGrpSpPr>
          <p:grpSpPr bwMode="ltGray">
            <a:xfrm>
              <a:off x="5984510" y="1902858"/>
              <a:ext cx="1095507" cy="247223"/>
              <a:chOff x="5984510" y="1902858"/>
              <a:chExt cx="1095507" cy="247223"/>
            </a:xfrm>
          </p:grpSpPr>
          <p:sp>
            <p:nvSpPr>
              <p:cNvPr id="27" name="Oval 26">
                <a:extLst>
                  <a:ext uri="{FF2B5EF4-FFF2-40B4-BE49-F238E27FC236}">
                    <a16:creationId xmlns:a16="http://schemas.microsoft.com/office/drawing/2014/main" id="{C4E1B116-EDBC-4C7C-BB52-3C56AF8B536F}"/>
                  </a:ext>
                </a:extLst>
              </p:cNvPr>
              <p:cNvSpPr/>
              <p:nvPr/>
            </p:nvSpPr>
            <p:spPr bwMode="ltGray">
              <a:xfrm>
                <a:off x="5984510" y="1902858"/>
                <a:ext cx="247223" cy="2472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28" name="Oval 27">
                <a:extLst>
                  <a:ext uri="{FF2B5EF4-FFF2-40B4-BE49-F238E27FC236}">
                    <a16:creationId xmlns:a16="http://schemas.microsoft.com/office/drawing/2014/main" id="{49389860-0BE5-4BD7-8519-98F2D75E36EB}"/>
                  </a:ext>
                </a:extLst>
              </p:cNvPr>
              <p:cNvSpPr>
                <a:spLocks noChangeAspect="1"/>
              </p:cNvSpPr>
              <p:nvPr/>
            </p:nvSpPr>
            <p:spPr bwMode="ltGray">
              <a:xfrm>
                <a:off x="6488512" y="1939433"/>
                <a:ext cx="197778" cy="197778"/>
              </a:xfrm>
              <a:prstGeom prst="ellipse">
                <a:avLst/>
              </a:prstGeom>
              <a:solidFill>
                <a:schemeClr val="accent3">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sp>
            <p:nvSpPr>
              <p:cNvPr id="29" name="Oval 28">
                <a:extLst>
                  <a:ext uri="{FF2B5EF4-FFF2-40B4-BE49-F238E27FC236}">
                    <a16:creationId xmlns:a16="http://schemas.microsoft.com/office/drawing/2014/main" id="{F5ABF757-3131-4EB5-A871-004DE430D3B3}"/>
                  </a:ext>
                </a:extLst>
              </p:cNvPr>
              <p:cNvSpPr>
                <a:spLocks noChangeAspect="1"/>
              </p:cNvSpPr>
              <p:nvPr/>
            </p:nvSpPr>
            <p:spPr bwMode="ltGray">
              <a:xfrm>
                <a:off x="6956405" y="1971770"/>
                <a:ext cx="123612" cy="123612"/>
              </a:xfrm>
              <a:prstGeom prst="ellipse">
                <a:avLst/>
              </a:prstGeom>
              <a:solidFill>
                <a:schemeClr val="accent3">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grpSp>
      <p:grpSp>
        <p:nvGrpSpPr>
          <p:cNvPr id="34" name="Group 33">
            <a:extLst>
              <a:ext uri="{FF2B5EF4-FFF2-40B4-BE49-F238E27FC236}">
                <a16:creationId xmlns:a16="http://schemas.microsoft.com/office/drawing/2014/main" id="{36CB4DEE-AEDA-4D22-A222-50B7C3574821}"/>
              </a:ext>
              <a:ext uri="{C183D7F6-B498-43B3-948B-1728B52AA6E4}">
                <adec:decorative xmlns:adec="http://schemas.microsoft.com/office/drawing/2017/decorative" val="1"/>
              </a:ext>
            </a:extLst>
          </p:cNvPr>
          <p:cNvGrpSpPr/>
          <p:nvPr userDrawn="1"/>
        </p:nvGrpSpPr>
        <p:grpSpPr bwMode="ltGray">
          <a:xfrm rot="-1800000">
            <a:off x="9667118" y="3322687"/>
            <a:ext cx="2787236" cy="251217"/>
            <a:chOff x="5012987" y="1902858"/>
            <a:chExt cx="2787236" cy="251217"/>
          </a:xfrm>
        </p:grpSpPr>
        <p:sp>
          <p:nvSpPr>
            <p:cNvPr id="35" name="Rectangle: Rounded Corners 34">
              <a:extLst>
                <a:ext uri="{FF2B5EF4-FFF2-40B4-BE49-F238E27FC236}">
                  <a16:creationId xmlns:a16="http://schemas.microsoft.com/office/drawing/2014/main" id="{8D835045-B95C-444A-BEEB-0BF9F7A57E08}"/>
                </a:ext>
              </a:extLst>
            </p:cNvPr>
            <p:cNvSpPr/>
            <p:nvPr/>
          </p:nvSpPr>
          <p:spPr bwMode="ltGray">
            <a:xfrm>
              <a:off x="5017290" y="1906852"/>
              <a:ext cx="1222284" cy="247223"/>
            </a:xfrm>
            <a:prstGeom prst="roundRect">
              <a:avLst>
                <a:gd name="adj" fmla="val 50000"/>
              </a:avLst>
            </a:prstGeom>
            <a:gradFill>
              <a:gsLst>
                <a:gs pos="0">
                  <a:srgbClr val="7B5DFD">
                    <a:alpha val="80000"/>
                  </a:srgbClr>
                </a:gs>
                <a:gs pos="85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Roboto" panose="02000000000000000000" pitchFamily="2" charset="0"/>
              </a:endParaRPr>
            </a:p>
          </p:txBody>
        </p:sp>
        <p:grpSp>
          <p:nvGrpSpPr>
            <p:cNvPr id="36" name="Group 35">
              <a:extLst>
                <a:ext uri="{FF2B5EF4-FFF2-40B4-BE49-F238E27FC236}">
                  <a16:creationId xmlns:a16="http://schemas.microsoft.com/office/drawing/2014/main" id="{93D89E4B-3F75-4F97-BF89-EF28AA27C47C}"/>
                </a:ext>
              </a:extLst>
            </p:cNvPr>
            <p:cNvGrpSpPr/>
            <p:nvPr/>
          </p:nvGrpSpPr>
          <p:grpSpPr bwMode="ltGray">
            <a:xfrm>
              <a:off x="5012987" y="1902858"/>
              <a:ext cx="2787236" cy="250198"/>
              <a:chOff x="5012987" y="1902858"/>
              <a:chExt cx="2787236" cy="250198"/>
            </a:xfrm>
          </p:grpSpPr>
          <p:sp>
            <p:nvSpPr>
              <p:cNvPr id="37" name="Oval 36">
                <a:extLst>
                  <a:ext uri="{FF2B5EF4-FFF2-40B4-BE49-F238E27FC236}">
                    <a16:creationId xmlns:a16="http://schemas.microsoft.com/office/drawing/2014/main" id="{3A8B3704-07AD-40FB-AF4D-92208AA05A10}"/>
                  </a:ext>
                </a:extLst>
              </p:cNvPr>
              <p:cNvSpPr/>
              <p:nvPr/>
            </p:nvSpPr>
            <p:spPr bwMode="ltGray">
              <a:xfrm>
                <a:off x="5012987" y="1905833"/>
                <a:ext cx="247223" cy="247223"/>
              </a:xfrm>
              <a:prstGeom prst="ellipse">
                <a:avLst/>
              </a:prstGeom>
              <a:solidFill>
                <a:srgbClr val="7B5D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38" name="Oval 37">
                <a:extLst>
                  <a:ext uri="{FF2B5EF4-FFF2-40B4-BE49-F238E27FC236}">
                    <a16:creationId xmlns:a16="http://schemas.microsoft.com/office/drawing/2014/main" id="{A83AAAB6-0B11-431B-9320-96238D43304B}"/>
                  </a:ext>
                </a:extLst>
              </p:cNvPr>
              <p:cNvSpPr/>
              <p:nvPr/>
            </p:nvSpPr>
            <p:spPr bwMode="ltGray">
              <a:xfrm>
                <a:off x="6475961" y="1902858"/>
                <a:ext cx="247223" cy="247223"/>
              </a:xfrm>
              <a:prstGeom prst="ellipse">
                <a:avLst/>
              </a:prstGeom>
              <a:solidFill>
                <a:srgbClr val="00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39" name="Oval 38">
                <a:extLst>
                  <a:ext uri="{FF2B5EF4-FFF2-40B4-BE49-F238E27FC236}">
                    <a16:creationId xmlns:a16="http://schemas.microsoft.com/office/drawing/2014/main" id="{C3EBCC5C-7835-44AF-A8F8-6B3D947A364F}"/>
                  </a:ext>
                </a:extLst>
              </p:cNvPr>
              <p:cNvSpPr/>
              <p:nvPr/>
            </p:nvSpPr>
            <p:spPr bwMode="ltGray">
              <a:xfrm>
                <a:off x="6974802" y="1918091"/>
                <a:ext cx="210140" cy="210140"/>
              </a:xfrm>
              <a:prstGeom prst="ellipse">
                <a:avLst/>
              </a:prstGeom>
              <a:solidFill>
                <a:srgbClr val="00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41" name="Oval 40">
                <a:extLst>
                  <a:ext uri="{FF2B5EF4-FFF2-40B4-BE49-F238E27FC236}">
                    <a16:creationId xmlns:a16="http://schemas.microsoft.com/office/drawing/2014/main" id="{90EC209F-371B-418F-8078-D438E8E67659}"/>
                  </a:ext>
                </a:extLst>
              </p:cNvPr>
              <p:cNvSpPr/>
              <p:nvPr/>
            </p:nvSpPr>
            <p:spPr bwMode="ltGray">
              <a:xfrm>
                <a:off x="7695153" y="2009483"/>
                <a:ext cx="105070" cy="105070"/>
              </a:xfrm>
              <a:prstGeom prst="ellipse">
                <a:avLst/>
              </a:prstGeom>
              <a:solidFill>
                <a:srgbClr val="00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grpSp>
      <p:sp>
        <p:nvSpPr>
          <p:cNvPr id="22" name="Picture Placeholder 21">
            <a:extLst>
              <a:ext uri="{FF2B5EF4-FFF2-40B4-BE49-F238E27FC236}">
                <a16:creationId xmlns:a16="http://schemas.microsoft.com/office/drawing/2014/main" id="{CFA10824-4A1F-0149-21EE-E970892E5E8D}"/>
              </a:ext>
            </a:extLst>
          </p:cNvPr>
          <p:cNvSpPr>
            <a:spLocks noGrp="1"/>
          </p:cNvSpPr>
          <p:nvPr>
            <p:ph type="pic" sz="quarter" idx="12" hasCustomPrompt="1"/>
          </p:nvPr>
        </p:nvSpPr>
        <p:spPr>
          <a:xfrm>
            <a:off x="1078992" y="4846638"/>
            <a:ext cx="1096963" cy="1096962"/>
          </a:xfrm>
        </p:spPr>
        <p:txBody>
          <a:bodyPr/>
          <a:lstStyle>
            <a:lvl1pPr algn="ctr">
              <a:defRPr/>
            </a:lvl1pPr>
          </a:lstStyle>
          <a:p>
            <a:r>
              <a:rPr lang="en-US" dirty="0"/>
              <a:t>Click to </a:t>
            </a:r>
            <a:br>
              <a:rPr lang="en-US" dirty="0"/>
            </a:br>
            <a:r>
              <a:rPr lang="en-US" dirty="0"/>
              <a:t>insert logo</a:t>
            </a:r>
          </a:p>
        </p:txBody>
      </p:sp>
    </p:spTree>
    <p:extLst>
      <p:ext uri="{BB962C8B-B14F-4D97-AF65-F5344CB8AC3E}">
        <p14:creationId xmlns:p14="http://schemas.microsoft.com/office/powerpoint/2010/main" val="286129545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chemeClr val="tx2"/>
        </a:solidFill>
        <a:effectLst/>
      </p:bgPr>
    </p:bg>
    <p:spTree>
      <p:nvGrpSpPr>
        <p:cNvPr id="1" name=""/>
        <p:cNvGrpSpPr/>
        <p:nvPr/>
      </p:nvGrpSpPr>
      <p:grpSpPr>
        <a:xfrm>
          <a:off x="0" y="0"/>
          <a:ext cx="0" cy="0"/>
          <a:chOff x="0" y="0"/>
          <a:chExt cx="0" cy="0"/>
        </a:xfrm>
      </p:grpSpPr>
      <p:sp>
        <p:nvSpPr>
          <p:cNvPr id="78" name="Title 1">
            <a:extLst>
              <a:ext uri="{FF2B5EF4-FFF2-40B4-BE49-F238E27FC236}">
                <a16:creationId xmlns:a16="http://schemas.microsoft.com/office/drawing/2014/main" id="{A42C43FB-1A5A-4C90-A50F-BF8103645883}"/>
              </a:ext>
              <a:ext uri="{C183D7F6-B498-43B3-948B-1728B52AA6E4}">
                <adec:decorative xmlns:adec="http://schemas.microsoft.com/office/drawing/2017/decorative" val="0"/>
              </a:ext>
            </a:extLst>
          </p:cNvPr>
          <p:cNvSpPr txBox="1">
            <a:spLocks/>
          </p:cNvSpPr>
          <p:nvPr userDrawn="1"/>
        </p:nvSpPr>
        <p:spPr>
          <a:xfrm>
            <a:off x="1066800" y="2433547"/>
            <a:ext cx="6553199" cy="1248431"/>
          </a:xfrm>
          <a:prstGeom prst="rect">
            <a:avLst/>
          </a:prstGeom>
        </p:spPr>
        <p:txBody>
          <a:bodyPr vert="horz" lIns="0" tIns="0" rIns="0" bIns="0" rtlCol="0" anchor="b">
            <a:noAutofit/>
          </a:bodyPr>
          <a:lstStyle>
            <a:lvl1pPr algn="l" defTabSz="914400" rtl="0" eaLnBrk="1" latinLnBrk="0" hangingPunct="1">
              <a:lnSpc>
                <a:spcPct val="90000"/>
              </a:lnSpc>
              <a:spcBef>
                <a:spcPct val="0"/>
              </a:spcBef>
              <a:buNone/>
              <a:defRPr sz="3400" kern="1200">
                <a:solidFill>
                  <a:schemeClr val="bg1"/>
                </a:solidFill>
                <a:latin typeface="+mj-lt"/>
                <a:ea typeface="+mj-ea"/>
                <a:cs typeface="+mj-cs"/>
              </a:defRPr>
            </a:lvl1pPr>
          </a:lstStyle>
          <a:p>
            <a:pPr algn="l" defTabSz="914400" rtl="0" eaLnBrk="1" latinLnBrk="0" hangingPunct="1">
              <a:lnSpc>
                <a:spcPct val="90000"/>
              </a:lnSpc>
              <a:spcBef>
                <a:spcPct val="0"/>
              </a:spcBef>
              <a:buNone/>
            </a:pPr>
            <a:r>
              <a:rPr lang="en-US" sz="8800" kern="1200" dirty="0">
                <a:solidFill>
                  <a:schemeClr val="bg1"/>
                </a:solidFill>
                <a:latin typeface="+mj-lt"/>
                <a:ea typeface="+mj-ea"/>
                <a:cs typeface="+mj-cs"/>
              </a:rPr>
              <a:t>Thank </a:t>
            </a:r>
            <a:r>
              <a:rPr lang="en-US" sz="8800" kern="1200" spc="-500" baseline="0" dirty="0">
                <a:solidFill>
                  <a:schemeClr val="bg1"/>
                </a:solidFill>
                <a:latin typeface="+mj-lt"/>
                <a:ea typeface="+mj-ea"/>
                <a:cs typeface="+mj-cs"/>
              </a:rPr>
              <a:t>Y</a:t>
            </a:r>
            <a:r>
              <a:rPr lang="en-US" sz="8800" kern="1200" dirty="0">
                <a:solidFill>
                  <a:schemeClr val="bg1"/>
                </a:solidFill>
                <a:latin typeface="+mj-lt"/>
                <a:ea typeface="+mj-ea"/>
                <a:cs typeface="+mj-cs"/>
              </a:rPr>
              <a:t>ou.</a:t>
            </a:r>
          </a:p>
        </p:txBody>
      </p:sp>
      <p:sp>
        <p:nvSpPr>
          <p:cNvPr id="77" name="Text Placeholder 17">
            <a:extLst>
              <a:ext uri="{FF2B5EF4-FFF2-40B4-BE49-F238E27FC236}">
                <a16:creationId xmlns:a16="http://schemas.microsoft.com/office/drawing/2014/main" id="{403A1B84-8AFE-4EE0-A2AD-73920088A92D}"/>
              </a:ext>
            </a:extLst>
          </p:cNvPr>
          <p:cNvSpPr>
            <a:spLocks noGrp="1"/>
          </p:cNvSpPr>
          <p:nvPr>
            <p:ph type="body" sz="quarter" idx="15" hasCustomPrompt="1"/>
          </p:nvPr>
        </p:nvSpPr>
        <p:spPr>
          <a:xfrm>
            <a:off x="1078991" y="3509821"/>
            <a:ext cx="6541008" cy="704931"/>
          </a:xfrm>
        </p:spPr>
        <p:txBody>
          <a:bodyPr anchor="b"/>
          <a:lstStyle>
            <a:lvl1pPr>
              <a:lnSpc>
                <a:spcPct val="120000"/>
              </a:lnSpc>
              <a:spcAft>
                <a:spcPts val="600"/>
              </a:spcAft>
              <a:defRPr sz="2000" b="0">
                <a:solidFill>
                  <a:schemeClr val="accent2"/>
                </a:solidFill>
              </a:defRPr>
            </a:lvl1pPr>
            <a:lvl2pPr marL="0" indent="0">
              <a:lnSpc>
                <a:spcPct val="80000"/>
              </a:lnSpc>
              <a:spcAft>
                <a:spcPts val="300"/>
              </a:spcAft>
              <a:buFont typeface="Roboto" panose="02000000000000000000" pitchFamily="2" charset="0"/>
              <a:buChar char="​"/>
              <a:defRPr sz="1500">
                <a:solidFill>
                  <a:srgbClr val="2AD8D9"/>
                </a:solidFill>
              </a:defRPr>
            </a:lvl2pPr>
          </a:lstStyle>
          <a:p>
            <a:pPr lvl="0"/>
            <a:r>
              <a:rPr lang="en-US" dirty="0"/>
              <a:t>Click to edit contact info</a:t>
            </a:r>
          </a:p>
        </p:txBody>
      </p:sp>
      <p:grpSp>
        <p:nvGrpSpPr>
          <p:cNvPr id="2" name="Group 1">
            <a:extLst>
              <a:ext uri="{FF2B5EF4-FFF2-40B4-BE49-F238E27FC236}">
                <a16:creationId xmlns:a16="http://schemas.microsoft.com/office/drawing/2014/main" id="{7D651730-B7D5-E8A7-F6E1-91DB0DC7B9EB}"/>
              </a:ext>
              <a:ext uri="{C183D7F6-B498-43B3-948B-1728B52AA6E4}">
                <adec:decorative xmlns:adec="http://schemas.microsoft.com/office/drawing/2017/decorative" val="1"/>
              </a:ext>
            </a:extLst>
          </p:cNvPr>
          <p:cNvGrpSpPr/>
          <p:nvPr userDrawn="1"/>
        </p:nvGrpSpPr>
        <p:grpSpPr>
          <a:xfrm>
            <a:off x="6556843" y="-2"/>
            <a:ext cx="5635157" cy="6858003"/>
            <a:chOff x="6556843" y="-2"/>
            <a:chExt cx="5635157" cy="6858003"/>
          </a:xfrm>
        </p:grpSpPr>
        <p:sp>
          <p:nvSpPr>
            <p:cNvPr id="13" name="Freeform: Shape 12">
              <a:extLst>
                <a:ext uri="{FF2B5EF4-FFF2-40B4-BE49-F238E27FC236}">
                  <a16:creationId xmlns:a16="http://schemas.microsoft.com/office/drawing/2014/main" id="{34E3EB53-DB50-447E-A65B-BDB3EBC195B1}"/>
                </a:ext>
                <a:ext uri="{C183D7F6-B498-43B3-948B-1728B52AA6E4}">
                  <adec:decorative xmlns:adec="http://schemas.microsoft.com/office/drawing/2017/decorative" val="1"/>
                </a:ext>
              </a:extLst>
            </p:cNvPr>
            <p:cNvSpPr/>
            <p:nvPr userDrawn="1"/>
          </p:nvSpPr>
          <p:spPr bwMode="gray">
            <a:xfrm rot="16200000">
              <a:off x="8669581" y="3335580"/>
              <a:ext cx="6120293" cy="924545"/>
            </a:xfrm>
            <a:custGeom>
              <a:avLst/>
              <a:gdLst>
                <a:gd name="connsiteX0" fmla="*/ 6120293 w 6120293"/>
                <a:gd name="connsiteY0" fmla="*/ 924544 h 924545"/>
                <a:gd name="connsiteX1" fmla="*/ 0 w 6120293"/>
                <a:gd name="connsiteY1" fmla="*/ 924545 h 924545"/>
                <a:gd name="connsiteX2" fmla="*/ 0 w 6120293"/>
                <a:gd name="connsiteY2" fmla="*/ 645788 h 924545"/>
                <a:gd name="connsiteX3" fmla="*/ 53839 w 6120293"/>
                <a:gd name="connsiteY3" fmla="*/ 512884 h 924545"/>
                <a:gd name="connsiteX4" fmla="*/ 901027 w 6120293"/>
                <a:gd name="connsiteY4" fmla="*/ 1 h 924545"/>
                <a:gd name="connsiteX5" fmla="*/ 5170766 w 6120293"/>
                <a:gd name="connsiteY5" fmla="*/ 0 h 924545"/>
                <a:gd name="connsiteX6" fmla="*/ 6102695 w 6120293"/>
                <a:gd name="connsiteY6" fmla="*/ 751759 h 924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20293" h="924545">
                  <a:moveTo>
                    <a:pt x="6120293" y="924544"/>
                  </a:moveTo>
                  <a:lnTo>
                    <a:pt x="0" y="924545"/>
                  </a:lnTo>
                  <a:lnTo>
                    <a:pt x="0" y="645788"/>
                  </a:lnTo>
                  <a:lnTo>
                    <a:pt x="53839" y="512884"/>
                  </a:lnTo>
                  <a:cubicBezTo>
                    <a:pt x="211412" y="208396"/>
                    <a:pt x="531631" y="1"/>
                    <a:pt x="901027" y="1"/>
                  </a:cubicBezTo>
                  <a:lnTo>
                    <a:pt x="5170766" y="0"/>
                  </a:lnTo>
                  <a:cubicBezTo>
                    <a:pt x="5630459" y="0"/>
                    <a:pt x="6013994" y="322731"/>
                    <a:pt x="6102695" y="751759"/>
                  </a:cubicBezTo>
                  <a:close/>
                </a:path>
              </a:pathLst>
            </a:custGeom>
            <a:gradFill>
              <a:gsLst>
                <a:gs pos="0">
                  <a:srgbClr val="7B5DFD">
                    <a:alpha val="80000"/>
                  </a:srgbClr>
                </a:gs>
                <a:gs pos="85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sp>
          <p:nvSpPr>
            <p:cNvPr id="14" name="Freeform: Shape 13">
              <a:extLst>
                <a:ext uri="{FF2B5EF4-FFF2-40B4-BE49-F238E27FC236}">
                  <a16:creationId xmlns:a16="http://schemas.microsoft.com/office/drawing/2014/main" id="{9EEB7CFD-CDCF-417D-A4E0-C12B8AF93EFD}"/>
                </a:ext>
                <a:ext uri="{C183D7F6-B498-43B3-948B-1728B52AA6E4}">
                  <adec:decorative xmlns:adec="http://schemas.microsoft.com/office/drawing/2017/decorative" val="1"/>
                </a:ext>
              </a:extLst>
            </p:cNvPr>
            <p:cNvSpPr/>
            <p:nvPr userDrawn="1"/>
          </p:nvSpPr>
          <p:spPr bwMode="gray">
            <a:xfrm rot="5400000" flipV="1">
              <a:off x="10831903" y="5497904"/>
              <a:ext cx="1795649" cy="924544"/>
            </a:xfrm>
            <a:custGeom>
              <a:avLst/>
              <a:gdLst>
                <a:gd name="connsiteX0" fmla="*/ 0 w 1795649"/>
                <a:gd name="connsiteY0" fmla="*/ 470727 h 924544"/>
                <a:gd name="connsiteX1" fmla="*/ 287499 w 1795649"/>
                <a:gd name="connsiteY1" fmla="*/ 904462 h 924544"/>
                <a:gd name="connsiteX2" fmla="*/ 352193 w 1795649"/>
                <a:gd name="connsiteY2" fmla="*/ 924544 h 924544"/>
                <a:gd name="connsiteX3" fmla="*/ 1795649 w 1795649"/>
                <a:gd name="connsiteY3" fmla="*/ 924544 h 924544"/>
                <a:gd name="connsiteX4" fmla="*/ 1795649 w 1795649"/>
                <a:gd name="connsiteY4" fmla="*/ 0 h 924544"/>
                <a:gd name="connsiteX5" fmla="*/ 470727 w 1795649"/>
                <a:gd name="connsiteY5" fmla="*/ 0 h 924544"/>
                <a:gd name="connsiteX6" fmla="*/ 0 w 1795649"/>
                <a:gd name="connsiteY6" fmla="*/ 470727 h 924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95649" h="924544">
                  <a:moveTo>
                    <a:pt x="0" y="470727"/>
                  </a:moveTo>
                  <a:cubicBezTo>
                    <a:pt x="0" y="665708"/>
                    <a:pt x="118548" y="833002"/>
                    <a:pt x="287499" y="904462"/>
                  </a:cubicBezTo>
                  <a:lnTo>
                    <a:pt x="352193" y="924544"/>
                  </a:lnTo>
                  <a:lnTo>
                    <a:pt x="1795649" y="924544"/>
                  </a:lnTo>
                  <a:lnTo>
                    <a:pt x="1795649" y="0"/>
                  </a:lnTo>
                  <a:lnTo>
                    <a:pt x="470727" y="0"/>
                  </a:lnTo>
                  <a:cubicBezTo>
                    <a:pt x="210752" y="0"/>
                    <a:pt x="0" y="210752"/>
                    <a:pt x="0" y="470727"/>
                  </a:cubicBezTo>
                  <a:close/>
                </a:path>
              </a:pathLst>
            </a:custGeom>
            <a:gradFill>
              <a:gsLst>
                <a:gs pos="0">
                  <a:srgbClr val="7B5DFD"/>
                </a:gs>
                <a:gs pos="100000">
                  <a:srgbClr val="7B5DFD">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sp>
          <p:nvSpPr>
            <p:cNvPr id="15" name="Freeform: Shape 14">
              <a:extLst>
                <a:ext uri="{FF2B5EF4-FFF2-40B4-BE49-F238E27FC236}">
                  <a16:creationId xmlns:a16="http://schemas.microsoft.com/office/drawing/2014/main" id="{AD0C6E4E-643B-4762-BD20-D75FD623E153}"/>
                </a:ext>
                <a:ext uri="{C183D7F6-B498-43B3-948B-1728B52AA6E4}">
                  <adec:decorative xmlns:adec="http://schemas.microsoft.com/office/drawing/2017/decorative" val="1"/>
                </a:ext>
              </a:extLst>
            </p:cNvPr>
            <p:cNvSpPr/>
            <p:nvPr userDrawn="1"/>
          </p:nvSpPr>
          <p:spPr bwMode="gray">
            <a:xfrm rot="16200000">
              <a:off x="8268150" y="2065846"/>
              <a:ext cx="5065200" cy="933504"/>
            </a:xfrm>
            <a:custGeom>
              <a:avLst/>
              <a:gdLst>
                <a:gd name="connsiteX0" fmla="*/ 5065200 w 5065200"/>
                <a:gd name="connsiteY0" fmla="*/ 0 h 933504"/>
                <a:gd name="connsiteX1" fmla="*/ 5065200 w 5065200"/>
                <a:gd name="connsiteY1" fmla="*/ 933503 h 933504"/>
                <a:gd name="connsiteX2" fmla="*/ 466751 w 5065200"/>
                <a:gd name="connsiteY2" fmla="*/ 933504 h 933504"/>
                <a:gd name="connsiteX3" fmla="*/ 0 w 5065200"/>
                <a:gd name="connsiteY3" fmla="*/ 466752 h 933504"/>
                <a:gd name="connsiteX4" fmla="*/ 466751 w 5065200"/>
                <a:gd name="connsiteY4" fmla="*/ 2 h 933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65200" h="933504">
                  <a:moveTo>
                    <a:pt x="5065200" y="0"/>
                  </a:moveTo>
                  <a:lnTo>
                    <a:pt x="5065200" y="933503"/>
                  </a:lnTo>
                  <a:lnTo>
                    <a:pt x="466751" y="933504"/>
                  </a:lnTo>
                  <a:cubicBezTo>
                    <a:pt x="208972" y="933504"/>
                    <a:pt x="0" y="724532"/>
                    <a:pt x="0" y="466752"/>
                  </a:cubicBezTo>
                  <a:cubicBezTo>
                    <a:pt x="0" y="208974"/>
                    <a:pt x="208972" y="2"/>
                    <a:pt x="466751" y="2"/>
                  </a:cubicBezTo>
                  <a:close/>
                </a:path>
              </a:pathLst>
            </a:custGeom>
            <a:gradFill>
              <a:gsLst>
                <a:gs pos="0">
                  <a:srgbClr val="7B5DFD"/>
                </a:gs>
                <a:gs pos="100000">
                  <a:srgbClr val="7B5DFD">
                    <a:alpha val="2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grpSp>
          <p:nvGrpSpPr>
            <p:cNvPr id="16" name="Group 15">
              <a:extLst>
                <a:ext uri="{FF2B5EF4-FFF2-40B4-BE49-F238E27FC236}">
                  <a16:creationId xmlns:a16="http://schemas.microsoft.com/office/drawing/2014/main" id="{7C332391-7EBD-446C-A9E7-08E522E1615B}"/>
                </a:ext>
                <a:ext uri="{C183D7F6-B498-43B3-948B-1728B52AA6E4}">
                  <adec:decorative xmlns:adec="http://schemas.microsoft.com/office/drawing/2017/decorative" val="1"/>
                </a:ext>
              </a:extLst>
            </p:cNvPr>
            <p:cNvGrpSpPr/>
            <p:nvPr userDrawn="1"/>
          </p:nvGrpSpPr>
          <p:grpSpPr>
            <a:xfrm>
              <a:off x="6556843" y="0"/>
              <a:ext cx="2824464" cy="6858001"/>
              <a:chOff x="9367537" y="0"/>
              <a:chExt cx="2824464" cy="6858001"/>
            </a:xfrm>
          </p:grpSpPr>
          <p:sp>
            <p:nvSpPr>
              <p:cNvPr id="17" name="Freeform: Shape 16">
                <a:extLst>
                  <a:ext uri="{FF2B5EF4-FFF2-40B4-BE49-F238E27FC236}">
                    <a16:creationId xmlns:a16="http://schemas.microsoft.com/office/drawing/2014/main" id="{0065EC62-78C5-48D7-870D-0489B59CD19A}"/>
                  </a:ext>
                </a:extLst>
              </p:cNvPr>
              <p:cNvSpPr/>
              <p:nvPr userDrawn="1"/>
            </p:nvSpPr>
            <p:spPr bwMode="gray">
              <a:xfrm rot="5400000" flipV="1">
                <a:off x="9546992" y="4212992"/>
                <a:ext cx="4348561" cy="941457"/>
              </a:xfrm>
              <a:custGeom>
                <a:avLst/>
                <a:gdLst>
                  <a:gd name="connsiteX0" fmla="*/ 0 w 4348561"/>
                  <a:gd name="connsiteY0" fmla="*/ 470729 h 941457"/>
                  <a:gd name="connsiteX1" fmla="*/ 470728 w 4348561"/>
                  <a:gd name="connsiteY1" fmla="*/ 941457 h 941457"/>
                  <a:gd name="connsiteX2" fmla="*/ 4348561 w 4348561"/>
                  <a:gd name="connsiteY2" fmla="*/ 941457 h 941457"/>
                  <a:gd name="connsiteX3" fmla="*/ 4348561 w 4348561"/>
                  <a:gd name="connsiteY3" fmla="*/ 0 h 941457"/>
                  <a:gd name="connsiteX4" fmla="*/ 470728 w 4348561"/>
                  <a:gd name="connsiteY4" fmla="*/ 0 h 941457"/>
                  <a:gd name="connsiteX5" fmla="*/ 0 w 4348561"/>
                  <a:gd name="connsiteY5" fmla="*/ 470729 h 941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48561" h="941457">
                    <a:moveTo>
                      <a:pt x="0" y="470729"/>
                    </a:moveTo>
                    <a:cubicBezTo>
                      <a:pt x="0" y="730705"/>
                      <a:pt x="210752" y="941457"/>
                      <a:pt x="470728" y="941457"/>
                    </a:cubicBezTo>
                    <a:lnTo>
                      <a:pt x="4348561" y="941457"/>
                    </a:lnTo>
                    <a:lnTo>
                      <a:pt x="4348561" y="0"/>
                    </a:lnTo>
                    <a:lnTo>
                      <a:pt x="470728" y="0"/>
                    </a:lnTo>
                    <a:cubicBezTo>
                      <a:pt x="210752" y="0"/>
                      <a:pt x="0" y="210753"/>
                      <a:pt x="0" y="470729"/>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18" name="Freeform: Shape 17">
                <a:extLst>
                  <a:ext uri="{FF2B5EF4-FFF2-40B4-BE49-F238E27FC236}">
                    <a16:creationId xmlns:a16="http://schemas.microsoft.com/office/drawing/2014/main" id="{1EB89A5D-0EC2-4ACA-AC12-2D5E1C141ABE}"/>
                  </a:ext>
                </a:extLst>
              </p:cNvPr>
              <p:cNvSpPr/>
              <p:nvPr userDrawn="1"/>
            </p:nvSpPr>
            <p:spPr bwMode="gray">
              <a:xfrm rot="16200000">
                <a:off x="9246143" y="2004401"/>
                <a:ext cx="4950258" cy="941456"/>
              </a:xfrm>
              <a:custGeom>
                <a:avLst/>
                <a:gdLst>
                  <a:gd name="connsiteX0" fmla="*/ 4950258 w 4950258"/>
                  <a:gd name="connsiteY0" fmla="*/ 0 h 941456"/>
                  <a:gd name="connsiteX1" fmla="*/ 4950258 w 4950258"/>
                  <a:gd name="connsiteY1" fmla="*/ 941456 h 941456"/>
                  <a:gd name="connsiteX2" fmla="*/ 470728 w 4950258"/>
                  <a:gd name="connsiteY2" fmla="*/ 941456 h 941456"/>
                  <a:gd name="connsiteX3" fmla="*/ 0 w 4950258"/>
                  <a:gd name="connsiteY3" fmla="*/ 470728 h 941456"/>
                  <a:gd name="connsiteX4" fmla="*/ 470728 w 4950258"/>
                  <a:gd name="connsiteY4" fmla="*/ 0 h 9414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50258" h="941456">
                    <a:moveTo>
                      <a:pt x="4950258" y="0"/>
                    </a:moveTo>
                    <a:lnTo>
                      <a:pt x="4950258" y="941456"/>
                    </a:lnTo>
                    <a:lnTo>
                      <a:pt x="470728" y="941456"/>
                    </a:lnTo>
                    <a:cubicBezTo>
                      <a:pt x="210752" y="941456"/>
                      <a:pt x="0" y="730704"/>
                      <a:pt x="0" y="470728"/>
                    </a:cubicBezTo>
                    <a:cubicBezTo>
                      <a:pt x="0" y="210752"/>
                      <a:pt x="210752" y="0"/>
                      <a:pt x="470728" y="0"/>
                    </a:cubicBezTo>
                    <a:close/>
                  </a:path>
                </a:pathLst>
              </a:custGeom>
              <a:gradFill>
                <a:gsLst>
                  <a:gs pos="0">
                    <a:schemeClr val="accent1"/>
                  </a:gs>
                  <a:gs pos="100000">
                    <a:schemeClr val="accent1">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solidFill>
                    <a:prstClr val="white"/>
                  </a:solidFill>
                  <a:latin typeface="Roboto" panose="02000000000000000000" pitchFamily="2" charset="0"/>
                </a:endParaRPr>
              </a:p>
            </p:txBody>
          </p:sp>
          <p:sp>
            <p:nvSpPr>
              <p:cNvPr id="19" name="Freeform: Shape 18">
                <a:extLst>
                  <a:ext uri="{FF2B5EF4-FFF2-40B4-BE49-F238E27FC236}">
                    <a16:creationId xmlns:a16="http://schemas.microsoft.com/office/drawing/2014/main" id="{572C1951-537C-4D59-9667-52388718490E}"/>
                  </a:ext>
                </a:extLst>
              </p:cNvPr>
              <p:cNvSpPr/>
              <p:nvPr userDrawn="1"/>
            </p:nvSpPr>
            <p:spPr bwMode="gray">
              <a:xfrm rot="16200000">
                <a:off x="9666185" y="2077770"/>
                <a:ext cx="2227165" cy="941553"/>
              </a:xfrm>
              <a:custGeom>
                <a:avLst/>
                <a:gdLst>
                  <a:gd name="connsiteX0" fmla="*/ 2227165 w 2227165"/>
                  <a:gd name="connsiteY0" fmla="*/ 947470 h 947470"/>
                  <a:gd name="connsiteX1" fmla="*/ 473735 w 2227165"/>
                  <a:gd name="connsiteY1" fmla="*/ 947470 h 947470"/>
                  <a:gd name="connsiteX2" fmla="*/ 0 w 2227165"/>
                  <a:gd name="connsiteY2" fmla="*/ 473735 h 947470"/>
                  <a:gd name="connsiteX3" fmla="*/ 473735 w 2227165"/>
                  <a:gd name="connsiteY3" fmla="*/ 0 h 947470"/>
                  <a:gd name="connsiteX4" fmla="*/ 1286016 w 2227165"/>
                  <a:gd name="connsiteY4" fmla="*/ 0 h 947470"/>
                  <a:gd name="connsiteX5" fmla="*/ 1285712 w 2227165"/>
                  <a:gd name="connsiteY5" fmla="*/ 6017 h 947470"/>
                  <a:gd name="connsiteX6" fmla="*/ 2227165 w 2227165"/>
                  <a:gd name="connsiteY6" fmla="*/ 947470 h 947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27165" h="947470">
                    <a:moveTo>
                      <a:pt x="2227165" y="947470"/>
                    </a:moveTo>
                    <a:lnTo>
                      <a:pt x="473735" y="947470"/>
                    </a:lnTo>
                    <a:cubicBezTo>
                      <a:pt x="212098" y="947470"/>
                      <a:pt x="0" y="735372"/>
                      <a:pt x="0" y="473735"/>
                    </a:cubicBezTo>
                    <a:cubicBezTo>
                      <a:pt x="0" y="212098"/>
                      <a:pt x="212098" y="0"/>
                      <a:pt x="473735" y="0"/>
                    </a:cubicBezTo>
                    <a:lnTo>
                      <a:pt x="1286016" y="0"/>
                    </a:lnTo>
                    <a:lnTo>
                      <a:pt x="1285712" y="6017"/>
                    </a:lnTo>
                    <a:cubicBezTo>
                      <a:pt x="1285712" y="525967"/>
                      <a:pt x="1707215" y="947470"/>
                      <a:pt x="2227165" y="947470"/>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Roboto" panose="02000000000000000000" pitchFamily="2" charset="0"/>
                </a:endParaRPr>
              </a:p>
            </p:txBody>
          </p:sp>
          <p:sp>
            <p:nvSpPr>
              <p:cNvPr id="20" name="Freeform: Shape 19">
                <a:extLst>
                  <a:ext uri="{FF2B5EF4-FFF2-40B4-BE49-F238E27FC236}">
                    <a16:creationId xmlns:a16="http://schemas.microsoft.com/office/drawing/2014/main" id="{B8F58D7D-C42F-4762-911A-A084BFD398BF}"/>
                  </a:ext>
                </a:extLst>
              </p:cNvPr>
              <p:cNvSpPr/>
              <p:nvPr userDrawn="1"/>
            </p:nvSpPr>
            <p:spPr bwMode="gray">
              <a:xfrm rot="16200000">
                <a:off x="9120984" y="246553"/>
                <a:ext cx="2376113" cy="1883008"/>
              </a:xfrm>
              <a:custGeom>
                <a:avLst/>
                <a:gdLst>
                  <a:gd name="connsiteX0" fmla="*/ 2376113 w 2376113"/>
                  <a:gd name="connsiteY0" fmla="*/ 1875870 h 1883008"/>
                  <a:gd name="connsiteX1" fmla="*/ 2376113 w 2376113"/>
                  <a:gd name="connsiteY1" fmla="*/ 1883008 h 1883008"/>
                  <a:gd name="connsiteX2" fmla="*/ 2305311 w 2376113"/>
                  <a:gd name="connsiteY2" fmla="*/ 1883008 h 1883008"/>
                  <a:gd name="connsiteX3" fmla="*/ 2376113 w 2376113"/>
                  <a:gd name="connsiteY3" fmla="*/ 0 h 1883008"/>
                  <a:gd name="connsiteX4" fmla="*/ 2376113 w 2376113"/>
                  <a:gd name="connsiteY4" fmla="*/ 942624 h 1883008"/>
                  <a:gd name="connsiteX5" fmla="*/ 2305311 w 2376113"/>
                  <a:gd name="connsiteY5" fmla="*/ 935486 h 1883008"/>
                  <a:gd name="connsiteX6" fmla="*/ 0 w 2376113"/>
                  <a:gd name="connsiteY6" fmla="*/ 935486 h 1883008"/>
                  <a:gd name="connsiteX7" fmla="*/ 4557 w 2376113"/>
                  <a:gd name="connsiteY7" fmla="*/ 845241 h 1883008"/>
                  <a:gd name="connsiteX8" fmla="*/ 941149 w 2376113"/>
                  <a:gd name="connsiteY8" fmla="*/ 0 h 1883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76113" h="1883008">
                    <a:moveTo>
                      <a:pt x="2376113" y="1875870"/>
                    </a:moveTo>
                    <a:lnTo>
                      <a:pt x="2376113" y="1883008"/>
                    </a:lnTo>
                    <a:lnTo>
                      <a:pt x="2305311" y="1883008"/>
                    </a:lnTo>
                    <a:close/>
                    <a:moveTo>
                      <a:pt x="2376113" y="0"/>
                    </a:moveTo>
                    <a:lnTo>
                      <a:pt x="2376113" y="942624"/>
                    </a:lnTo>
                    <a:lnTo>
                      <a:pt x="2305311" y="935486"/>
                    </a:lnTo>
                    <a:lnTo>
                      <a:pt x="0" y="935486"/>
                    </a:lnTo>
                    <a:lnTo>
                      <a:pt x="4557" y="845241"/>
                    </a:lnTo>
                    <a:cubicBezTo>
                      <a:pt x="52768" y="370481"/>
                      <a:pt x="453696" y="0"/>
                      <a:pt x="941149" y="0"/>
                    </a:cubicBezTo>
                    <a:close/>
                  </a:path>
                </a:pathLst>
              </a:custGeom>
              <a:gradFill>
                <a:gsLst>
                  <a:gs pos="0">
                    <a:schemeClr val="accent1"/>
                  </a:gs>
                  <a:gs pos="100000">
                    <a:srgbClr val="7B5DFD">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panose="02000000000000000000" pitchFamily="2" charset="0"/>
                </a:endParaRPr>
              </a:p>
            </p:txBody>
          </p:sp>
        </p:grpSp>
        <p:sp>
          <p:nvSpPr>
            <p:cNvPr id="21" name="Freeform: Shape 20">
              <a:extLst>
                <a:ext uri="{FF2B5EF4-FFF2-40B4-BE49-F238E27FC236}">
                  <a16:creationId xmlns:a16="http://schemas.microsoft.com/office/drawing/2014/main" id="{A69467C2-F731-4171-A5D0-B355BB39F90D}"/>
                </a:ext>
                <a:ext uri="{C183D7F6-B498-43B3-948B-1728B52AA6E4}">
                  <adec:decorative xmlns:adec="http://schemas.microsoft.com/office/drawing/2017/decorative" val="1"/>
                </a:ext>
              </a:extLst>
            </p:cNvPr>
            <p:cNvSpPr/>
            <p:nvPr userDrawn="1"/>
          </p:nvSpPr>
          <p:spPr bwMode="gray">
            <a:xfrm rot="5400000">
              <a:off x="8730060" y="4320557"/>
              <a:ext cx="3195872" cy="1879016"/>
            </a:xfrm>
            <a:custGeom>
              <a:avLst/>
              <a:gdLst>
                <a:gd name="connsiteX0" fmla="*/ 0 w 3195872"/>
                <a:gd name="connsiteY0" fmla="*/ 933503 h 1879016"/>
                <a:gd name="connsiteX1" fmla="*/ 4557 w 3195872"/>
                <a:gd name="connsiteY1" fmla="*/ 843449 h 1879016"/>
                <a:gd name="connsiteX2" fmla="*/ 941149 w 3195872"/>
                <a:gd name="connsiteY2" fmla="*/ 0 h 1879016"/>
                <a:gd name="connsiteX3" fmla="*/ 3195872 w 3195872"/>
                <a:gd name="connsiteY3" fmla="*/ 0 h 1879016"/>
                <a:gd name="connsiteX4" fmla="*/ 3195872 w 3195872"/>
                <a:gd name="connsiteY4" fmla="*/ 1879016 h 1879016"/>
                <a:gd name="connsiteX5" fmla="*/ 2305311 w 3195872"/>
                <a:gd name="connsiteY5" fmla="*/ 1879016 h 1879016"/>
                <a:gd name="connsiteX6" fmla="*/ 2779046 w 3195872"/>
                <a:gd name="connsiteY6" fmla="*/ 1406260 h 1879016"/>
                <a:gd name="connsiteX7" fmla="*/ 2305311 w 3195872"/>
                <a:gd name="connsiteY7" fmla="*/ 933503 h 1879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95872" h="1879016">
                  <a:moveTo>
                    <a:pt x="0" y="933503"/>
                  </a:moveTo>
                  <a:lnTo>
                    <a:pt x="4557" y="843449"/>
                  </a:lnTo>
                  <a:cubicBezTo>
                    <a:pt x="52768" y="369696"/>
                    <a:pt x="453696" y="0"/>
                    <a:pt x="941149" y="0"/>
                  </a:cubicBezTo>
                  <a:lnTo>
                    <a:pt x="3195872" y="0"/>
                  </a:lnTo>
                  <a:lnTo>
                    <a:pt x="3195872" y="1879016"/>
                  </a:lnTo>
                  <a:lnTo>
                    <a:pt x="2305311" y="1879016"/>
                  </a:lnTo>
                  <a:cubicBezTo>
                    <a:pt x="2566948" y="1879016"/>
                    <a:pt x="2779046" y="1667356"/>
                    <a:pt x="2779046" y="1406260"/>
                  </a:cubicBezTo>
                  <a:cubicBezTo>
                    <a:pt x="2779046" y="1145163"/>
                    <a:pt x="2566948" y="933503"/>
                    <a:pt x="2305311" y="933503"/>
                  </a:cubicBezTo>
                  <a:close/>
                </a:path>
              </a:pathLst>
            </a:custGeom>
            <a:gradFill>
              <a:gsLst>
                <a:gs pos="0">
                  <a:schemeClr val="accent1">
                    <a:alpha val="70000"/>
                  </a:schemeClr>
                </a:gs>
                <a:gs pos="100000">
                  <a:schemeClr val="accent2">
                    <a:alpha val="70000"/>
                  </a:schemeClr>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latin typeface="Roboto" panose="02000000000000000000" pitchFamily="2" charset="0"/>
              </a:endParaRPr>
            </a:p>
          </p:txBody>
        </p:sp>
        <p:sp>
          <p:nvSpPr>
            <p:cNvPr id="22" name="Freeform: Shape 21">
              <a:extLst>
                <a:ext uri="{FF2B5EF4-FFF2-40B4-BE49-F238E27FC236}">
                  <a16:creationId xmlns:a16="http://schemas.microsoft.com/office/drawing/2014/main" id="{1E4F4D9E-5817-4568-9325-89B0DB437B42}"/>
                </a:ext>
                <a:ext uri="{C183D7F6-B498-43B3-948B-1728B52AA6E4}">
                  <adec:decorative xmlns:adec="http://schemas.microsoft.com/office/drawing/2017/decorative" val="1"/>
                </a:ext>
              </a:extLst>
            </p:cNvPr>
            <p:cNvSpPr/>
            <p:nvPr userDrawn="1"/>
          </p:nvSpPr>
          <p:spPr bwMode="gray">
            <a:xfrm rot="5400000">
              <a:off x="9013973" y="374509"/>
              <a:ext cx="1694534" cy="945514"/>
            </a:xfrm>
            <a:custGeom>
              <a:avLst/>
              <a:gdLst>
                <a:gd name="connsiteX0" fmla="*/ 0 w 1694534"/>
                <a:gd name="connsiteY0" fmla="*/ 945514 h 945514"/>
                <a:gd name="connsiteX1" fmla="*/ 0 w 1694534"/>
                <a:gd name="connsiteY1" fmla="*/ 0 h 945514"/>
                <a:gd name="connsiteX2" fmla="*/ 753385 w 1694534"/>
                <a:gd name="connsiteY2" fmla="*/ 0 h 945514"/>
                <a:gd name="connsiteX3" fmla="*/ 753081 w 1694534"/>
                <a:gd name="connsiteY3" fmla="*/ 6004 h 945514"/>
                <a:gd name="connsiteX4" fmla="*/ 1694534 w 1694534"/>
                <a:gd name="connsiteY4" fmla="*/ 945514 h 945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94534" h="945514">
                  <a:moveTo>
                    <a:pt x="0" y="945514"/>
                  </a:moveTo>
                  <a:lnTo>
                    <a:pt x="0" y="0"/>
                  </a:lnTo>
                  <a:lnTo>
                    <a:pt x="753385" y="0"/>
                  </a:lnTo>
                  <a:lnTo>
                    <a:pt x="753081" y="6004"/>
                  </a:lnTo>
                  <a:cubicBezTo>
                    <a:pt x="753081" y="524881"/>
                    <a:pt x="1174584" y="945514"/>
                    <a:pt x="1694534" y="945514"/>
                  </a:cubicBezTo>
                  <a:close/>
                </a:path>
              </a:pathLst>
            </a:custGeom>
            <a:gradFill>
              <a:gsLst>
                <a:gs pos="0">
                  <a:schemeClr val="accent2"/>
                </a:gs>
                <a:gs pos="100000">
                  <a:schemeClr val="accent2">
                    <a:alpha val="20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prstClr val="white"/>
                </a:solidFill>
                <a:latin typeface="Roboto" panose="02000000000000000000" pitchFamily="2" charset="0"/>
              </a:endParaRPr>
            </a:p>
          </p:txBody>
        </p:sp>
      </p:grpSp>
      <p:sp>
        <p:nvSpPr>
          <p:cNvPr id="23" name="Title 1">
            <a:extLst>
              <a:ext uri="{FF2B5EF4-FFF2-40B4-BE49-F238E27FC236}">
                <a16:creationId xmlns:a16="http://schemas.microsoft.com/office/drawing/2014/main" id="{84927EFD-3D39-F889-27CA-71D09763ADF9}"/>
              </a:ext>
            </a:extLst>
          </p:cNvPr>
          <p:cNvSpPr>
            <a:spLocks noGrp="1"/>
          </p:cNvSpPr>
          <p:nvPr>
            <p:ph type="title" hasCustomPrompt="1"/>
          </p:nvPr>
        </p:nvSpPr>
        <p:spPr>
          <a:xfrm>
            <a:off x="1078992" y="-961838"/>
            <a:ext cx="8924544" cy="694944"/>
          </a:xfrm>
        </p:spPr>
        <p:txBody>
          <a:bodyPr/>
          <a:lstStyle>
            <a:lvl1pPr>
              <a:defRPr>
                <a:solidFill>
                  <a:schemeClr val="tx1"/>
                </a:solidFill>
              </a:defRPr>
            </a:lvl1pPr>
          </a:lstStyle>
          <a:p>
            <a:r>
              <a:rPr lang="en-US" dirty="0"/>
              <a:t>Click to edit title to meet accessibility standards</a:t>
            </a:r>
          </a:p>
        </p:txBody>
      </p:sp>
    </p:spTree>
    <p:extLst>
      <p:ext uri="{BB962C8B-B14F-4D97-AF65-F5344CB8AC3E}">
        <p14:creationId xmlns:p14="http://schemas.microsoft.com/office/powerpoint/2010/main" val="35537037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id">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044D2669-0A86-416D-B896-630E3B20D024}"/>
              </a:ext>
              <a:ext uri="{C183D7F6-B498-43B3-948B-1728B52AA6E4}">
                <adec:decorative xmlns:adec="http://schemas.microsoft.com/office/drawing/2017/decorative" val="1"/>
              </a:ext>
            </a:extLst>
          </p:cNvPr>
          <p:cNvGrpSpPr/>
          <p:nvPr userDrawn="1"/>
        </p:nvGrpSpPr>
        <p:grpSpPr bwMode="invGray">
          <a:xfrm>
            <a:off x="0" y="0"/>
            <a:ext cx="12192000" cy="6858000"/>
            <a:chOff x="0" y="0"/>
            <a:chExt cx="12192000" cy="6858000"/>
          </a:xfrm>
        </p:grpSpPr>
        <p:grpSp>
          <p:nvGrpSpPr>
            <p:cNvPr id="54" name="Group 53">
              <a:extLst>
                <a:ext uri="{FF2B5EF4-FFF2-40B4-BE49-F238E27FC236}">
                  <a16:creationId xmlns:a16="http://schemas.microsoft.com/office/drawing/2014/main" id="{8703DD57-73F4-4DCB-A8CC-E73DB9E4D530}"/>
                </a:ext>
              </a:extLst>
            </p:cNvPr>
            <p:cNvGrpSpPr/>
            <p:nvPr userDrawn="1"/>
          </p:nvGrpSpPr>
          <p:grpSpPr bwMode="invGray">
            <a:xfrm>
              <a:off x="0" y="0"/>
              <a:ext cx="12191970" cy="6858000"/>
              <a:chOff x="0" y="0"/>
              <a:chExt cx="12191970" cy="6858000"/>
            </a:xfrm>
          </p:grpSpPr>
          <p:sp>
            <p:nvSpPr>
              <p:cNvPr id="93" name="Freeform: Shape 92">
                <a:extLst>
                  <a:ext uri="{FF2B5EF4-FFF2-40B4-BE49-F238E27FC236}">
                    <a16:creationId xmlns:a16="http://schemas.microsoft.com/office/drawing/2014/main" id="{A74152C8-85FE-41FC-864B-DCA93604D492}"/>
                  </a:ext>
                </a:extLst>
              </p:cNvPr>
              <p:cNvSpPr/>
              <p:nvPr/>
            </p:nvSpPr>
            <p:spPr bwMode="invGray">
              <a:xfrm>
                <a:off x="4141034" y="2103120"/>
                <a:ext cx="420353" cy="3858768"/>
              </a:xfrm>
              <a:custGeom>
                <a:avLst/>
                <a:gdLst>
                  <a:gd name="connsiteX0" fmla="*/ 0 w 420353"/>
                  <a:gd name="connsiteY0" fmla="*/ 0 h 3858768"/>
                  <a:gd name="connsiteX1" fmla="*/ 420353 w 420353"/>
                  <a:gd name="connsiteY1" fmla="*/ 0 h 3858768"/>
                  <a:gd name="connsiteX2" fmla="*/ 420353 w 420353"/>
                  <a:gd name="connsiteY2" fmla="*/ 3858768 h 3858768"/>
                  <a:gd name="connsiteX3" fmla="*/ 0 w 420353"/>
                  <a:gd name="connsiteY3" fmla="*/ 3858768 h 3858768"/>
                  <a:gd name="connsiteX4" fmla="*/ 0 w 420353"/>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3" h="3858768">
                    <a:moveTo>
                      <a:pt x="0" y="0"/>
                    </a:moveTo>
                    <a:lnTo>
                      <a:pt x="420353" y="0"/>
                    </a:lnTo>
                    <a:lnTo>
                      <a:pt x="420353"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4" name="Freeform: Shape 93">
                <a:extLst>
                  <a:ext uri="{FF2B5EF4-FFF2-40B4-BE49-F238E27FC236}">
                    <a16:creationId xmlns:a16="http://schemas.microsoft.com/office/drawing/2014/main" id="{DCCD5C81-F8C6-4A1A-9250-A5DAD9B1F7EC}"/>
                  </a:ext>
                </a:extLst>
              </p:cNvPr>
              <p:cNvSpPr/>
              <p:nvPr/>
            </p:nvSpPr>
            <p:spPr bwMode="invGray">
              <a:xfrm>
                <a:off x="7630609"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5" name="Freeform: Shape 94">
                <a:extLst>
                  <a:ext uri="{FF2B5EF4-FFF2-40B4-BE49-F238E27FC236}">
                    <a16:creationId xmlns:a16="http://schemas.microsoft.com/office/drawing/2014/main" id="{01E76B6B-0930-4A08-A67E-B85400E6E9F0}"/>
                  </a:ext>
                </a:extLst>
              </p:cNvPr>
              <p:cNvSpPr/>
              <p:nvPr/>
            </p:nvSpPr>
            <p:spPr bwMode="invGray">
              <a:xfrm>
                <a:off x="8503004"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6" name="Freeform: Shape 95">
                <a:extLst>
                  <a:ext uri="{FF2B5EF4-FFF2-40B4-BE49-F238E27FC236}">
                    <a16:creationId xmlns:a16="http://schemas.microsoft.com/office/drawing/2014/main" id="{086A629A-88BD-4C89-B094-E69058CBEBD6}"/>
                  </a:ext>
                </a:extLst>
              </p:cNvPr>
              <p:cNvSpPr/>
              <p:nvPr/>
            </p:nvSpPr>
            <p:spPr bwMode="invGray">
              <a:xfrm>
                <a:off x="9375399" y="2103120"/>
                <a:ext cx="420353" cy="3858768"/>
              </a:xfrm>
              <a:custGeom>
                <a:avLst/>
                <a:gdLst>
                  <a:gd name="connsiteX0" fmla="*/ 0 w 420353"/>
                  <a:gd name="connsiteY0" fmla="*/ 0 h 3858768"/>
                  <a:gd name="connsiteX1" fmla="*/ 420353 w 420353"/>
                  <a:gd name="connsiteY1" fmla="*/ 0 h 3858768"/>
                  <a:gd name="connsiteX2" fmla="*/ 420353 w 420353"/>
                  <a:gd name="connsiteY2" fmla="*/ 3858768 h 3858768"/>
                  <a:gd name="connsiteX3" fmla="*/ 0 w 420353"/>
                  <a:gd name="connsiteY3" fmla="*/ 3858768 h 3858768"/>
                  <a:gd name="connsiteX4" fmla="*/ 0 w 420353"/>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3" h="3858768">
                    <a:moveTo>
                      <a:pt x="0" y="0"/>
                    </a:moveTo>
                    <a:lnTo>
                      <a:pt x="420353" y="0"/>
                    </a:lnTo>
                    <a:lnTo>
                      <a:pt x="420353"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7" name="Freeform: Shape 96">
                <a:extLst>
                  <a:ext uri="{FF2B5EF4-FFF2-40B4-BE49-F238E27FC236}">
                    <a16:creationId xmlns:a16="http://schemas.microsoft.com/office/drawing/2014/main" id="{EF6704F1-5322-4F9F-B456-D8CBF72D6839}"/>
                  </a:ext>
                </a:extLst>
              </p:cNvPr>
              <p:cNvSpPr/>
              <p:nvPr/>
            </p:nvSpPr>
            <p:spPr bwMode="invGray">
              <a:xfrm>
                <a:off x="10247793" y="2103120"/>
                <a:ext cx="419527" cy="3858768"/>
              </a:xfrm>
              <a:custGeom>
                <a:avLst/>
                <a:gdLst>
                  <a:gd name="connsiteX0" fmla="*/ 0 w 419527"/>
                  <a:gd name="connsiteY0" fmla="*/ 0 h 3858768"/>
                  <a:gd name="connsiteX1" fmla="*/ 419527 w 419527"/>
                  <a:gd name="connsiteY1" fmla="*/ 0 h 3858768"/>
                  <a:gd name="connsiteX2" fmla="*/ 419527 w 419527"/>
                  <a:gd name="connsiteY2" fmla="*/ 3858768 h 3858768"/>
                  <a:gd name="connsiteX3" fmla="*/ 0 w 419527"/>
                  <a:gd name="connsiteY3" fmla="*/ 3858768 h 3858768"/>
                  <a:gd name="connsiteX4" fmla="*/ 0 w 419527"/>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527" h="3858768">
                    <a:moveTo>
                      <a:pt x="0" y="0"/>
                    </a:moveTo>
                    <a:lnTo>
                      <a:pt x="419527" y="0"/>
                    </a:lnTo>
                    <a:lnTo>
                      <a:pt x="419527"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8" name="Freeform: Shape 97">
                <a:extLst>
                  <a:ext uri="{FF2B5EF4-FFF2-40B4-BE49-F238E27FC236}">
                    <a16:creationId xmlns:a16="http://schemas.microsoft.com/office/drawing/2014/main" id="{02FF0DA7-0E96-4B28-899B-66ED7CABF65E}"/>
                  </a:ext>
                </a:extLst>
              </p:cNvPr>
              <p:cNvSpPr/>
              <p:nvPr/>
            </p:nvSpPr>
            <p:spPr bwMode="invGray">
              <a:xfrm>
                <a:off x="0" y="0"/>
                <a:ext cx="12191970" cy="6858000"/>
              </a:xfrm>
              <a:custGeom>
                <a:avLst/>
                <a:gdLst>
                  <a:gd name="connsiteX0" fmla="*/ 0 w 12191970"/>
                  <a:gd name="connsiteY0" fmla="*/ 0 h 6858000"/>
                  <a:gd name="connsiteX1" fmla="*/ 12191970 w 12191970"/>
                  <a:gd name="connsiteY1" fmla="*/ 0 h 6858000"/>
                  <a:gd name="connsiteX2" fmla="*/ 12191970 w 12191970"/>
                  <a:gd name="connsiteY2" fmla="*/ 6858000 h 6858000"/>
                  <a:gd name="connsiteX3" fmla="*/ 0 w 12191970"/>
                  <a:gd name="connsiteY3" fmla="*/ 6858000 h 6858000"/>
                  <a:gd name="connsiteX4" fmla="*/ 0 w 12191970"/>
                  <a:gd name="connsiteY4" fmla="*/ 0 h 6858000"/>
                  <a:gd name="connsiteX5" fmla="*/ 1080516 w 12191970"/>
                  <a:gd name="connsiteY5" fmla="*/ 2103120 h 6858000"/>
                  <a:gd name="connsiteX6" fmla="*/ 1080516 w 12191970"/>
                  <a:gd name="connsiteY6" fmla="*/ 5961888 h 6858000"/>
                  <a:gd name="connsiteX7" fmla="*/ 11111484 w 12191970"/>
                  <a:gd name="connsiteY7" fmla="*/ 5961888 h 6858000"/>
                  <a:gd name="connsiteX8" fmla="*/ 11111484 w 12191970"/>
                  <a:gd name="connsiteY8" fmla="*/ 2103120 h 6858000"/>
                  <a:gd name="connsiteX9" fmla="*/ 1080516 w 12191970"/>
                  <a:gd name="connsiteY9" fmla="*/ 21031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1970" h="6858000">
                    <a:moveTo>
                      <a:pt x="0" y="0"/>
                    </a:moveTo>
                    <a:lnTo>
                      <a:pt x="12191970" y="0"/>
                    </a:lnTo>
                    <a:lnTo>
                      <a:pt x="12191970" y="6858000"/>
                    </a:lnTo>
                    <a:lnTo>
                      <a:pt x="0" y="6858000"/>
                    </a:lnTo>
                    <a:lnTo>
                      <a:pt x="0" y="0"/>
                    </a:lnTo>
                    <a:close/>
                    <a:moveTo>
                      <a:pt x="1080516" y="2103120"/>
                    </a:moveTo>
                    <a:lnTo>
                      <a:pt x="1080516" y="5961888"/>
                    </a:lnTo>
                    <a:lnTo>
                      <a:pt x="11111484" y="5961888"/>
                    </a:lnTo>
                    <a:lnTo>
                      <a:pt x="11111484" y="2103120"/>
                    </a:lnTo>
                    <a:lnTo>
                      <a:pt x="1080516" y="210312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900"/>
                  </a:spcAft>
                  <a:buFont typeface="Roboto" panose="02000000000000000000" pitchFamily="2" charset="0"/>
                  <a:buChar char="​"/>
                </a:pPr>
                <a:endParaRPr lang="en-US" sz="1400" b="1" dirty="0" err="1">
                  <a:solidFill>
                    <a:schemeClr val="tx1"/>
                  </a:solidFill>
                </a:endParaRPr>
              </a:p>
            </p:txBody>
          </p:sp>
          <p:sp>
            <p:nvSpPr>
              <p:cNvPr id="99" name="Freeform: Shape 98">
                <a:extLst>
                  <a:ext uri="{FF2B5EF4-FFF2-40B4-BE49-F238E27FC236}">
                    <a16:creationId xmlns:a16="http://schemas.microsoft.com/office/drawing/2014/main" id="{A2979BA3-A5E5-4739-BD83-270768C58CE5}"/>
                  </a:ext>
                </a:extLst>
              </p:cNvPr>
              <p:cNvSpPr/>
              <p:nvPr/>
            </p:nvSpPr>
            <p:spPr bwMode="invGray">
              <a:xfrm>
                <a:off x="1524679" y="2103120"/>
                <a:ext cx="419525" cy="3858768"/>
              </a:xfrm>
              <a:custGeom>
                <a:avLst/>
                <a:gdLst>
                  <a:gd name="connsiteX0" fmla="*/ 0 w 419525"/>
                  <a:gd name="connsiteY0" fmla="*/ 0 h 3858768"/>
                  <a:gd name="connsiteX1" fmla="*/ 419525 w 419525"/>
                  <a:gd name="connsiteY1" fmla="*/ 0 h 3858768"/>
                  <a:gd name="connsiteX2" fmla="*/ 419525 w 419525"/>
                  <a:gd name="connsiteY2" fmla="*/ 3858768 h 3858768"/>
                  <a:gd name="connsiteX3" fmla="*/ 0 w 419525"/>
                  <a:gd name="connsiteY3" fmla="*/ 3858768 h 3858768"/>
                  <a:gd name="connsiteX4" fmla="*/ 0 w 419525"/>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525" h="3858768">
                    <a:moveTo>
                      <a:pt x="0" y="0"/>
                    </a:moveTo>
                    <a:lnTo>
                      <a:pt x="419525" y="0"/>
                    </a:lnTo>
                    <a:lnTo>
                      <a:pt x="419525"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0" name="Freeform: Shape 99">
                <a:extLst>
                  <a:ext uri="{FF2B5EF4-FFF2-40B4-BE49-F238E27FC236}">
                    <a16:creationId xmlns:a16="http://schemas.microsoft.com/office/drawing/2014/main" id="{4A1F33AE-19CB-4F8A-9907-834C5B894BDC}"/>
                  </a:ext>
                </a:extLst>
              </p:cNvPr>
              <p:cNvSpPr/>
              <p:nvPr/>
            </p:nvSpPr>
            <p:spPr bwMode="invGray">
              <a:xfrm>
                <a:off x="2396245" y="2103120"/>
                <a:ext cx="420355" cy="3858768"/>
              </a:xfrm>
              <a:custGeom>
                <a:avLst/>
                <a:gdLst>
                  <a:gd name="connsiteX0" fmla="*/ 0 w 420355"/>
                  <a:gd name="connsiteY0" fmla="*/ 0 h 3858768"/>
                  <a:gd name="connsiteX1" fmla="*/ 420355 w 420355"/>
                  <a:gd name="connsiteY1" fmla="*/ 0 h 3858768"/>
                  <a:gd name="connsiteX2" fmla="*/ 420355 w 420355"/>
                  <a:gd name="connsiteY2" fmla="*/ 3858768 h 3858768"/>
                  <a:gd name="connsiteX3" fmla="*/ 0 w 420355"/>
                  <a:gd name="connsiteY3" fmla="*/ 3858768 h 3858768"/>
                  <a:gd name="connsiteX4" fmla="*/ 0 w 420355"/>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5" h="3858768">
                    <a:moveTo>
                      <a:pt x="0" y="0"/>
                    </a:moveTo>
                    <a:lnTo>
                      <a:pt x="420355" y="0"/>
                    </a:lnTo>
                    <a:lnTo>
                      <a:pt x="420355"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1" name="Freeform: Shape 100">
                <a:extLst>
                  <a:ext uri="{FF2B5EF4-FFF2-40B4-BE49-F238E27FC236}">
                    <a16:creationId xmlns:a16="http://schemas.microsoft.com/office/drawing/2014/main" id="{FFF75AB8-E822-49F2-9CF8-9E0285F20479}"/>
                  </a:ext>
                </a:extLst>
              </p:cNvPr>
              <p:cNvSpPr/>
              <p:nvPr/>
            </p:nvSpPr>
            <p:spPr bwMode="invGray">
              <a:xfrm>
                <a:off x="3268640" y="2103120"/>
                <a:ext cx="420353" cy="3858768"/>
              </a:xfrm>
              <a:custGeom>
                <a:avLst/>
                <a:gdLst>
                  <a:gd name="connsiteX0" fmla="*/ 0 w 420353"/>
                  <a:gd name="connsiteY0" fmla="*/ 0 h 3858768"/>
                  <a:gd name="connsiteX1" fmla="*/ 420353 w 420353"/>
                  <a:gd name="connsiteY1" fmla="*/ 0 h 3858768"/>
                  <a:gd name="connsiteX2" fmla="*/ 420353 w 420353"/>
                  <a:gd name="connsiteY2" fmla="*/ 3858768 h 3858768"/>
                  <a:gd name="connsiteX3" fmla="*/ 0 w 420353"/>
                  <a:gd name="connsiteY3" fmla="*/ 3858768 h 3858768"/>
                  <a:gd name="connsiteX4" fmla="*/ 0 w 420353"/>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3" h="3858768">
                    <a:moveTo>
                      <a:pt x="0" y="0"/>
                    </a:moveTo>
                    <a:lnTo>
                      <a:pt x="420353" y="0"/>
                    </a:lnTo>
                    <a:lnTo>
                      <a:pt x="420353"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2" name="Freeform: Shape 101">
                <a:extLst>
                  <a:ext uri="{FF2B5EF4-FFF2-40B4-BE49-F238E27FC236}">
                    <a16:creationId xmlns:a16="http://schemas.microsoft.com/office/drawing/2014/main" id="{41546B19-8F72-4252-B6DE-A6C4C504B551}"/>
                  </a:ext>
                </a:extLst>
              </p:cNvPr>
              <p:cNvSpPr/>
              <p:nvPr userDrawn="1"/>
            </p:nvSpPr>
            <p:spPr bwMode="invGray">
              <a:xfrm>
                <a:off x="5013427"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3" name="Freeform: Shape 102">
                <a:extLst>
                  <a:ext uri="{FF2B5EF4-FFF2-40B4-BE49-F238E27FC236}">
                    <a16:creationId xmlns:a16="http://schemas.microsoft.com/office/drawing/2014/main" id="{CB41C228-D93A-4CF5-AEB7-C1D57BAC4C5E}"/>
                  </a:ext>
                </a:extLst>
              </p:cNvPr>
              <p:cNvSpPr/>
              <p:nvPr userDrawn="1"/>
            </p:nvSpPr>
            <p:spPr bwMode="invGray">
              <a:xfrm>
                <a:off x="5885822"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4" name="Freeform: Shape 103">
                <a:extLst>
                  <a:ext uri="{FF2B5EF4-FFF2-40B4-BE49-F238E27FC236}">
                    <a16:creationId xmlns:a16="http://schemas.microsoft.com/office/drawing/2014/main" id="{31AA8552-727E-4622-A663-CB8F4C4040C1}"/>
                  </a:ext>
                </a:extLst>
              </p:cNvPr>
              <p:cNvSpPr/>
              <p:nvPr userDrawn="1"/>
            </p:nvSpPr>
            <p:spPr bwMode="invGray">
              <a:xfrm>
                <a:off x="6758216" y="2103120"/>
                <a:ext cx="420352" cy="3858768"/>
              </a:xfrm>
              <a:custGeom>
                <a:avLst/>
                <a:gdLst>
                  <a:gd name="connsiteX0" fmla="*/ 0 w 420352"/>
                  <a:gd name="connsiteY0" fmla="*/ 0 h 3858768"/>
                  <a:gd name="connsiteX1" fmla="*/ 420352 w 420352"/>
                  <a:gd name="connsiteY1" fmla="*/ 0 h 3858768"/>
                  <a:gd name="connsiteX2" fmla="*/ 420352 w 420352"/>
                  <a:gd name="connsiteY2" fmla="*/ 3858768 h 3858768"/>
                  <a:gd name="connsiteX3" fmla="*/ 0 w 420352"/>
                  <a:gd name="connsiteY3" fmla="*/ 3858768 h 3858768"/>
                  <a:gd name="connsiteX4" fmla="*/ 0 w 420352"/>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2" h="3858768">
                    <a:moveTo>
                      <a:pt x="0" y="0"/>
                    </a:moveTo>
                    <a:lnTo>
                      <a:pt x="420352" y="0"/>
                    </a:lnTo>
                    <a:lnTo>
                      <a:pt x="420352"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nvGrpSpPr>
            <p:cNvPr id="55" name="Group 54">
              <a:extLst>
                <a:ext uri="{FF2B5EF4-FFF2-40B4-BE49-F238E27FC236}">
                  <a16:creationId xmlns:a16="http://schemas.microsoft.com/office/drawing/2014/main" id="{6343B036-4DE3-4FF9-A306-74D09622C7AD}"/>
                </a:ext>
              </a:extLst>
            </p:cNvPr>
            <p:cNvGrpSpPr/>
            <p:nvPr userDrawn="1"/>
          </p:nvGrpSpPr>
          <p:grpSpPr bwMode="invGray">
            <a:xfrm>
              <a:off x="1078992" y="2103120"/>
              <a:ext cx="10033985" cy="3858768"/>
              <a:chOff x="1078992" y="2103120"/>
              <a:chExt cx="10033985" cy="3858768"/>
            </a:xfrm>
          </p:grpSpPr>
          <p:grpSp>
            <p:nvGrpSpPr>
              <p:cNvPr id="78" name="Group 77">
                <a:extLst>
                  <a:ext uri="{FF2B5EF4-FFF2-40B4-BE49-F238E27FC236}">
                    <a16:creationId xmlns:a16="http://schemas.microsoft.com/office/drawing/2014/main" id="{1B236D12-64F8-45C8-966D-400593EC18C1}"/>
                  </a:ext>
                </a:extLst>
              </p:cNvPr>
              <p:cNvGrpSpPr/>
              <p:nvPr userDrawn="1"/>
            </p:nvGrpSpPr>
            <p:grpSpPr bwMode="invGray">
              <a:xfrm>
                <a:off x="1078992" y="2103120"/>
                <a:ext cx="3061715" cy="3858768"/>
                <a:chOff x="1078992" y="2103120"/>
                <a:chExt cx="3061715" cy="3858768"/>
              </a:xfrm>
            </p:grpSpPr>
            <p:sp>
              <p:nvSpPr>
                <p:cNvPr id="89" name="Freeform: Shape 88">
                  <a:extLst>
                    <a:ext uri="{FF2B5EF4-FFF2-40B4-BE49-F238E27FC236}">
                      <a16:creationId xmlns:a16="http://schemas.microsoft.com/office/drawing/2014/main" id="{58B7B7E1-E84F-4B56-BF19-156658DBADCE}"/>
                    </a:ext>
                  </a:extLst>
                </p:cNvPr>
                <p:cNvSpPr/>
                <p:nvPr/>
              </p:nvSpPr>
              <p:spPr bwMode="invGray">
                <a:xfrm>
                  <a:off x="1078992" y="2103120"/>
                  <a:ext cx="444162" cy="3858768"/>
                </a:xfrm>
                <a:custGeom>
                  <a:avLst/>
                  <a:gdLst>
                    <a:gd name="connsiteX0" fmla="*/ 0 w 572773"/>
                    <a:gd name="connsiteY0" fmla="*/ 0 h 4471416"/>
                    <a:gd name="connsiteX1" fmla="*/ 572773 w 572773"/>
                    <a:gd name="connsiteY1" fmla="*/ 0 h 4471416"/>
                    <a:gd name="connsiteX2" fmla="*/ 572773 w 572773"/>
                    <a:gd name="connsiteY2" fmla="*/ 4471416 h 4471416"/>
                    <a:gd name="connsiteX3" fmla="*/ 0 w 572773"/>
                    <a:gd name="connsiteY3" fmla="*/ 4471416 h 4471416"/>
                    <a:gd name="connsiteX4" fmla="*/ 0 w 57277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773" h="4471416">
                      <a:moveTo>
                        <a:pt x="0" y="0"/>
                      </a:moveTo>
                      <a:lnTo>
                        <a:pt x="572773" y="0"/>
                      </a:lnTo>
                      <a:lnTo>
                        <a:pt x="57277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a:solidFill>
                      <a:schemeClr val="tx1"/>
                    </a:solidFill>
                  </a:endParaRPr>
                </a:p>
              </p:txBody>
            </p:sp>
            <p:sp>
              <p:nvSpPr>
                <p:cNvPr id="90" name="Freeform: Shape 89">
                  <a:extLst>
                    <a:ext uri="{FF2B5EF4-FFF2-40B4-BE49-F238E27FC236}">
                      <a16:creationId xmlns:a16="http://schemas.microsoft.com/office/drawing/2014/main" id="{F617CE6B-FA83-4C4F-B791-93254884E366}"/>
                    </a:ext>
                  </a:extLst>
                </p:cNvPr>
                <p:cNvSpPr/>
                <p:nvPr/>
              </p:nvSpPr>
              <p:spPr bwMode="invGray">
                <a:xfrm>
                  <a:off x="1943631"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1" name="Freeform: Shape 90">
                  <a:extLst>
                    <a:ext uri="{FF2B5EF4-FFF2-40B4-BE49-F238E27FC236}">
                      <a16:creationId xmlns:a16="http://schemas.microsoft.com/office/drawing/2014/main" id="{EE4CC395-EC83-45B8-A0EA-14C28A27D98E}"/>
                    </a:ext>
                  </a:extLst>
                </p:cNvPr>
                <p:cNvSpPr/>
                <p:nvPr/>
              </p:nvSpPr>
              <p:spPr bwMode="invGray">
                <a:xfrm>
                  <a:off x="2816149" y="2103120"/>
                  <a:ext cx="452040" cy="3858768"/>
                </a:xfrm>
                <a:custGeom>
                  <a:avLst/>
                  <a:gdLst>
                    <a:gd name="connsiteX0" fmla="*/ 0 w 582932"/>
                    <a:gd name="connsiteY0" fmla="*/ 0 h 4471416"/>
                    <a:gd name="connsiteX1" fmla="*/ 582932 w 582932"/>
                    <a:gd name="connsiteY1" fmla="*/ 0 h 4471416"/>
                    <a:gd name="connsiteX2" fmla="*/ 582932 w 582932"/>
                    <a:gd name="connsiteY2" fmla="*/ 4471416 h 4471416"/>
                    <a:gd name="connsiteX3" fmla="*/ 0 w 582932"/>
                    <a:gd name="connsiteY3" fmla="*/ 4471416 h 4471416"/>
                    <a:gd name="connsiteX4" fmla="*/ 0 w 582932"/>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2" h="4471416">
                      <a:moveTo>
                        <a:pt x="0" y="0"/>
                      </a:moveTo>
                      <a:lnTo>
                        <a:pt x="582932" y="0"/>
                      </a:lnTo>
                      <a:lnTo>
                        <a:pt x="582932"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2" name="Freeform: Shape 91">
                  <a:extLst>
                    <a:ext uri="{FF2B5EF4-FFF2-40B4-BE49-F238E27FC236}">
                      <a16:creationId xmlns:a16="http://schemas.microsoft.com/office/drawing/2014/main" id="{897E2D96-9BCF-4423-9832-CC2634BF0E25}"/>
                    </a:ext>
                  </a:extLst>
                </p:cNvPr>
                <p:cNvSpPr/>
                <p:nvPr/>
              </p:nvSpPr>
              <p:spPr bwMode="invGray">
                <a:xfrm>
                  <a:off x="3688666"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nvGrpSpPr>
              <p:cNvPr id="79" name="Group 78">
                <a:extLst>
                  <a:ext uri="{FF2B5EF4-FFF2-40B4-BE49-F238E27FC236}">
                    <a16:creationId xmlns:a16="http://schemas.microsoft.com/office/drawing/2014/main" id="{F9B430DA-4580-4650-9647-6C1E67DE097F}"/>
                  </a:ext>
                </a:extLst>
              </p:cNvPr>
              <p:cNvGrpSpPr/>
              <p:nvPr userDrawn="1"/>
            </p:nvGrpSpPr>
            <p:grpSpPr bwMode="invGray">
              <a:xfrm>
                <a:off x="4561184" y="2103120"/>
                <a:ext cx="3069594" cy="3858768"/>
                <a:chOff x="4561184" y="2103120"/>
                <a:chExt cx="3069594" cy="3858768"/>
              </a:xfrm>
            </p:grpSpPr>
            <p:sp>
              <p:nvSpPr>
                <p:cNvPr id="85" name="Freeform: Shape 84">
                  <a:extLst>
                    <a:ext uri="{FF2B5EF4-FFF2-40B4-BE49-F238E27FC236}">
                      <a16:creationId xmlns:a16="http://schemas.microsoft.com/office/drawing/2014/main" id="{B5AF79AE-E281-4D4D-A917-843BDE31AE44}"/>
                    </a:ext>
                  </a:extLst>
                </p:cNvPr>
                <p:cNvSpPr/>
                <p:nvPr userDrawn="1"/>
              </p:nvSpPr>
              <p:spPr bwMode="invGray">
                <a:xfrm>
                  <a:off x="4561184"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86" name="Freeform: Shape 85">
                  <a:extLst>
                    <a:ext uri="{FF2B5EF4-FFF2-40B4-BE49-F238E27FC236}">
                      <a16:creationId xmlns:a16="http://schemas.microsoft.com/office/drawing/2014/main" id="{071E16E0-F9D4-4F79-8904-8BEC6F0E2514}"/>
                    </a:ext>
                  </a:extLst>
                </p:cNvPr>
                <p:cNvSpPr/>
                <p:nvPr userDrawn="1"/>
              </p:nvSpPr>
              <p:spPr bwMode="invGray">
                <a:xfrm>
                  <a:off x="5433702"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87" name="Freeform: Shape 86">
                  <a:extLst>
                    <a:ext uri="{FF2B5EF4-FFF2-40B4-BE49-F238E27FC236}">
                      <a16:creationId xmlns:a16="http://schemas.microsoft.com/office/drawing/2014/main" id="{BFA72A0E-F8C8-4816-9785-171B37C797C9}"/>
                    </a:ext>
                  </a:extLst>
                </p:cNvPr>
                <p:cNvSpPr/>
                <p:nvPr userDrawn="1"/>
              </p:nvSpPr>
              <p:spPr bwMode="invGray">
                <a:xfrm>
                  <a:off x="6306220" y="2103120"/>
                  <a:ext cx="452040" cy="3858768"/>
                </a:xfrm>
                <a:custGeom>
                  <a:avLst/>
                  <a:gdLst>
                    <a:gd name="connsiteX0" fmla="*/ 0 w 582932"/>
                    <a:gd name="connsiteY0" fmla="*/ 0 h 4471416"/>
                    <a:gd name="connsiteX1" fmla="*/ 582932 w 582932"/>
                    <a:gd name="connsiteY1" fmla="*/ 0 h 4471416"/>
                    <a:gd name="connsiteX2" fmla="*/ 582932 w 582932"/>
                    <a:gd name="connsiteY2" fmla="*/ 4471416 h 4471416"/>
                    <a:gd name="connsiteX3" fmla="*/ 0 w 582932"/>
                    <a:gd name="connsiteY3" fmla="*/ 4471416 h 4471416"/>
                    <a:gd name="connsiteX4" fmla="*/ 0 w 582932"/>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2" h="4471416">
                      <a:moveTo>
                        <a:pt x="0" y="0"/>
                      </a:moveTo>
                      <a:lnTo>
                        <a:pt x="582932" y="0"/>
                      </a:lnTo>
                      <a:lnTo>
                        <a:pt x="582932"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88" name="Freeform: Shape 87">
                  <a:extLst>
                    <a:ext uri="{FF2B5EF4-FFF2-40B4-BE49-F238E27FC236}">
                      <a16:creationId xmlns:a16="http://schemas.microsoft.com/office/drawing/2014/main" id="{9CCAA609-8779-445D-BC9A-457835C6E41A}"/>
                    </a:ext>
                  </a:extLst>
                </p:cNvPr>
                <p:cNvSpPr/>
                <p:nvPr userDrawn="1"/>
              </p:nvSpPr>
              <p:spPr bwMode="invGray">
                <a:xfrm>
                  <a:off x="7178737"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nvGrpSpPr>
              <p:cNvPr id="80" name="Group 79">
                <a:extLst>
                  <a:ext uri="{FF2B5EF4-FFF2-40B4-BE49-F238E27FC236}">
                    <a16:creationId xmlns:a16="http://schemas.microsoft.com/office/drawing/2014/main" id="{BC08B73F-E194-4105-B6E6-56543C0BC308}"/>
                  </a:ext>
                </a:extLst>
              </p:cNvPr>
              <p:cNvGrpSpPr/>
              <p:nvPr userDrawn="1"/>
            </p:nvGrpSpPr>
            <p:grpSpPr bwMode="invGray">
              <a:xfrm>
                <a:off x="8051255" y="2103120"/>
                <a:ext cx="3061722" cy="3858768"/>
                <a:chOff x="8051255" y="2103120"/>
                <a:chExt cx="3061722" cy="3858768"/>
              </a:xfrm>
            </p:grpSpPr>
            <p:sp>
              <p:nvSpPr>
                <p:cNvPr id="81" name="Freeform: Shape 80">
                  <a:extLst>
                    <a:ext uri="{FF2B5EF4-FFF2-40B4-BE49-F238E27FC236}">
                      <a16:creationId xmlns:a16="http://schemas.microsoft.com/office/drawing/2014/main" id="{135EBD24-D4E7-4BFE-A16F-242A4C73FD80}"/>
                    </a:ext>
                  </a:extLst>
                </p:cNvPr>
                <p:cNvSpPr/>
                <p:nvPr userDrawn="1"/>
              </p:nvSpPr>
              <p:spPr bwMode="invGray">
                <a:xfrm>
                  <a:off x="8051255"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82" name="Freeform: Shape 81">
                  <a:extLst>
                    <a:ext uri="{FF2B5EF4-FFF2-40B4-BE49-F238E27FC236}">
                      <a16:creationId xmlns:a16="http://schemas.microsoft.com/office/drawing/2014/main" id="{49DEBF3F-3135-4C12-B488-37A824863ECD}"/>
                    </a:ext>
                  </a:extLst>
                </p:cNvPr>
                <p:cNvSpPr/>
                <p:nvPr userDrawn="1"/>
              </p:nvSpPr>
              <p:spPr bwMode="invGray">
                <a:xfrm>
                  <a:off x="8923773" y="2103120"/>
                  <a:ext cx="452040" cy="3858768"/>
                </a:xfrm>
                <a:custGeom>
                  <a:avLst/>
                  <a:gdLst>
                    <a:gd name="connsiteX0" fmla="*/ 0 w 582932"/>
                    <a:gd name="connsiteY0" fmla="*/ 0 h 4471416"/>
                    <a:gd name="connsiteX1" fmla="*/ 582932 w 582932"/>
                    <a:gd name="connsiteY1" fmla="*/ 0 h 4471416"/>
                    <a:gd name="connsiteX2" fmla="*/ 582932 w 582932"/>
                    <a:gd name="connsiteY2" fmla="*/ 4471416 h 4471416"/>
                    <a:gd name="connsiteX3" fmla="*/ 0 w 582932"/>
                    <a:gd name="connsiteY3" fmla="*/ 4471416 h 4471416"/>
                    <a:gd name="connsiteX4" fmla="*/ 0 w 582932"/>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2" h="4471416">
                      <a:moveTo>
                        <a:pt x="0" y="0"/>
                      </a:moveTo>
                      <a:lnTo>
                        <a:pt x="582932" y="0"/>
                      </a:lnTo>
                      <a:lnTo>
                        <a:pt x="582932"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83" name="Freeform: Shape 82">
                  <a:extLst>
                    <a:ext uri="{FF2B5EF4-FFF2-40B4-BE49-F238E27FC236}">
                      <a16:creationId xmlns:a16="http://schemas.microsoft.com/office/drawing/2014/main" id="{AF70974E-AB34-47D3-B17A-C815D70D16BA}"/>
                    </a:ext>
                  </a:extLst>
                </p:cNvPr>
                <p:cNvSpPr/>
                <p:nvPr userDrawn="1"/>
              </p:nvSpPr>
              <p:spPr bwMode="invGray">
                <a:xfrm>
                  <a:off x="9796290"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84" name="Freeform: Shape 83">
                  <a:extLst>
                    <a:ext uri="{FF2B5EF4-FFF2-40B4-BE49-F238E27FC236}">
                      <a16:creationId xmlns:a16="http://schemas.microsoft.com/office/drawing/2014/main" id="{EBA4414F-D81C-4DEA-B2F4-092A24E5A335}"/>
                    </a:ext>
                  </a:extLst>
                </p:cNvPr>
                <p:cNvSpPr/>
                <p:nvPr userDrawn="1"/>
              </p:nvSpPr>
              <p:spPr bwMode="invGray">
                <a:xfrm>
                  <a:off x="10668812" y="2103120"/>
                  <a:ext cx="444165" cy="3858768"/>
                </a:xfrm>
                <a:custGeom>
                  <a:avLst/>
                  <a:gdLst>
                    <a:gd name="connsiteX0" fmla="*/ 0 w 572778"/>
                    <a:gd name="connsiteY0" fmla="*/ 0 h 4471416"/>
                    <a:gd name="connsiteX1" fmla="*/ 572778 w 572778"/>
                    <a:gd name="connsiteY1" fmla="*/ 0 h 4471416"/>
                    <a:gd name="connsiteX2" fmla="*/ 572778 w 572778"/>
                    <a:gd name="connsiteY2" fmla="*/ 4471416 h 4471416"/>
                    <a:gd name="connsiteX3" fmla="*/ 0 w 572778"/>
                    <a:gd name="connsiteY3" fmla="*/ 4471416 h 4471416"/>
                    <a:gd name="connsiteX4" fmla="*/ 0 w 572778"/>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778" h="4471416">
                      <a:moveTo>
                        <a:pt x="0" y="0"/>
                      </a:moveTo>
                      <a:lnTo>
                        <a:pt x="572778" y="0"/>
                      </a:lnTo>
                      <a:lnTo>
                        <a:pt x="572778"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grpSp>
          <p:nvGrpSpPr>
            <p:cNvPr id="56" name="Group 55">
              <a:extLst>
                <a:ext uri="{FF2B5EF4-FFF2-40B4-BE49-F238E27FC236}">
                  <a16:creationId xmlns:a16="http://schemas.microsoft.com/office/drawing/2014/main" id="{EA9175D1-679B-4607-A601-4998F663AE14}"/>
                </a:ext>
              </a:extLst>
            </p:cNvPr>
            <p:cNvGrpSpPr/>
            <p:nvPr/>
          </p:nvGrpSpPr>
          <p:grpSpPr bwMode="invGray">
            <a:xfrm>
              <a:off x="0" y="0"/>
              <a:ext cx="12192000" cy="6858000"/>
              <a:chOff x="0" y="0"/>
              <a:chExt cx="12192000" cy="6858000"/>
            </a:xfrm>
          </p:grpSpPr>
          <p:cxnSp>
            <p:nvCxnSpPr>
              <p:cNvPr id="57" name="Straight Connector 56">
                <a:extLst>
                  <a:ext uri="{FF2B5EF4-FFF2-40B4-BE49-F238E27FC236}">
                    <a16:creationId xmlns:a16="http://schemas.microsoft.com/office/drawing/2014/main" id="{4356C956-F34E-4C30-85A8-87C038E528B2}"/>
                  </a:ext>
                </a:extLst>
              </p:cNvPr>
              <p:cNvCxnSpPr/>
              <p:nvPr userDrawn="1"/>
            </p:nvCxnSpPr>
            <p:spPr bwMode="invGray">
              <a:xfrm>
                <a:off x="1078992" y="0"/>
                <a:ext cx="0" cy="685800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5DB37D5-D5A0-4F02-9746-4B0F0C82C229}"/>
                  </a:ext>
                </a:extLst>
              </p:cNvPr>
              <p:cNvCxnSpPr/>
              <p:nvPr userDrawn="1"/>
            </p:nvCxnSpPr>
            <p:spPr bwMode="invGray">
              <a:xfrm>
                <a:off x="11112977" y="0"/>
                <a:ext cx="0" cy="685800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8A25E94C-9E24-4D0B-8305-20630F177F2D}"/>
                  </a:ext>
                </a:extLst>
              </p:cNvPr>
              <p:cNvCxnSpPr/>
              <p:nvPr userDrawn="1"/>
            </p:nvCxnSpPr>
            <p:spPr bwMode="invGray">
              <a:xfrm>
                <a:off x="0" y="548640"/>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C4D92F85-1323-48D9-A4CF-9CB432EE06F4}"/>
                  </a:ext>
                </a:extLst>
              </p:cNvPr>
              <p:cNvCxnSpPr/>
              <p:nvPr userDrawn="1"/>
            </p:nvCxnSpPr>
            <p:spPr bwMode="invGray">
              <a:xfrm>
                <a:off x="0" y="5961888"/>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F7E2C83-6DAA-4A42-BDA5-3A475554A2DC}"/>
                  </a:ext>
                </a:extLst>
              </p:cNvPr>
              <p:cNvCxnSpPr/>
              <p:nvPr userDrawn="1"/>
            </p:nvCxnSpPr>
            <p:spPr bwMode="invGray">
              <a:xfrm>
                <a:off x="0" y="6400800"/>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7906FD7A-CE00-43CC-9F79-72960F09C5A3}"/>
                  </a:ext>
                </a:extLst>
              </p:cNvPr>
              <p:cNvCxnSpPr/>
              <p:nvPr userDrawn="1"/>
            </p:nvCxnSpPr>
            <p:spPr bwMode="invGray">
              <a:xfrm flipH="1">
                <a:off x="0" y="2103120"/>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1FAA972-D93C-41FD-BAC7-7F8F72C6BC10}"/>
                  </a:ext>
                </a:extLst>
              </p:cNvPr>
              <p:cNvCxnSpPr/>
              <p:nvPr userDrawn="1"/>
            </p:nvCxnSpPr>
            <p:spPr bwMode="invGray">
              <a:xfrm flipH="1">
                <a:off x="0" y="877824"/>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grpSp>
      </p:grpSp>
      <p:sp>
        <p:nvSpPr>
          <p:cNvPr id="15" name="Title 14">
            <a:extLst>
              <a:ext uri="{FF2B5EF4-FFF2-40B4-BE49-F238E27FC236}">
                <a16:creationId xmlns:a16="http://schemas.microsoft.com/office/drawing/2014/main" id="{6276ACB6-CB71-423E-89A3-D94FF570F128}"/>
              </a:ext>
            </a:extLst>
          </p:cNvPr>
          <p:cNvSpPr>
            <a:spLocks noGrp="1"/>
          </p:cNvSpPr>
          <p:nvPr userDrawn="1">
            <p:ph type="title" hasCustomPrompt="1"/>
          </p:nvPr>
        </p:nvSpPr>
        <p:spPr/>
        <p:txBody>
          <a:bodyPr/>
          <a:lstStyle>
            <a:lvl1pPr>
              <a:defRPr/>
            </a:lvl1pPr>
          </a:lstStyle>
          <a:p>
            <a:r>
              <a:rPr lang="en-US" dirty="0"/>
              <a:t>Grid</a:t>
            </a:r>
          </a:p>
        </p:txBody>
      </p:sp>
    </p:spTree>
    <p:extLst>
      <p:ext uri="{BB962C8B-B14F-4D97-AF65-F5344CB8AC3E}">
        <p14:creationId xmlns:p14="http://schemas.microsoft.com/office/powerpoint/2010/main" val="750631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181D34"/>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36861DAB-9135-4A48-8D6D-92443661B882}"/>
              </a:ext>
              <a:ext uri="{C183D7F6-B498-43B3-948B-1728B52AA6E4}">
                <adec:decorative xmlns:adec="http://schemas.microsoft.com/office/drawing/2017/decorative" val="1"/>
              </a:ext>
            </a:extLst>
          </p:cNvPr>
          <p:cNvSpPr txBox="1"/>
          <p:nvPr userDrawn="1"/>
        </p:nvSpPr>
        <p:spPr>
          <a:xfrm>
            <a:off x="10581432" y="6172200"/>
            <a:ext cx="531545" cy="249329"/>
          </a:xfrm>
          <a:prstGeom prst="rect">
            <a:avLst/>
          </a:prstGeom>
          <a:ln>
            <a:noFill/>
          </a:ln>
        </p:spPr>
        <p:txBody>
          <a:bodyPr vert="horz" wrap="square" lIns="0" tIns="0" rIns="0" bIns="0" rtlCol="0" anchor="b">
            <a:noAutofit/>
          </a:bodyPr>
          <a:lstStyle/>
          <a:p>
            <a:pPr marL="0" marR="0" lvl="0" indent="0" algn="r" defTabSz="914400" rtl="0" eaLnBrk="1" fontAlgn="auto" latinLnBrk="0" hangingPunct="1">
              <a:lnSpc>
                <a:spcPct val="100000"/>
              </a:lnSpc>
              <a:spcBef>
                <a:spcPts val="0"/>
              </a:spcBef>
              <a:spcAft>
                <a:spcPts val="400"/>
              </a:spcAft>
              <a:buClrTx/>
              <a:buSzTx/>
              <a:buFontTx/>
              <a:buNone/>
              <a:tabLst/>
              <a:defRPr/>
            </a:pPr>
            <a:fld id="{53D51DA2-7B77-4257-A587-3CFBA9565522}" type="slidenum">
              <a:rPr lang="en-US" sz="1000" smtClean="0">
                <a:solidFill>
                  <a:schemeClr val="bg2">
                    <a:lumMod val="75000"/>
                  </a:schemeClr>
                </a:solidFill>
              </a:rPr>
              <a:pPr marL="0" marR="0" lvl="0" indent="0" algn="r" defTabSz="914400" rtl="0" eaLnBrk="1" fontAlgn="auto" latinLnBrk="0" hangingPunct="1">
                <a:lnSpc>
                  <a:spcPct val="100000"/>
                </a:lnSpc>
                <a:spcBef>
                  <a:spcPts val="0"/>
                </a:spcBef>
                <a:spcAft>
                  <a:spcPts val="400"/>
                </a:spcAft>
                <a:buClrTx/>
                <a:buSzTx/>
                <a:buFontTx/>
                <a:buNone/>
                <a:tabLst/>
                <a:defRPr/>
              </a:pPr>
              <a:t>‹#›</a:t>
            </a:fld>
            <a:endParaRPr lang="en-US" sz="1000" dirty="0">
              <a:solidFill>
                <a:schemeClr val="bg2">
                  <a:lumMod val="75000"/>
                </a:schemeClr>
              </a:solidFill>
            </a:endParaRPr>
          </a:p>
        </p:txBody>
      </p:sp>
      <p:sp>
        <p:nvSpPr>
          <p:cNvPr id="2" name="Title Placeholder 1">
            <a:extLst>
              <a:ext uri="{FF2B5EF4-FFF2-40B4-BE49-F238E27FC236}">
                <a16:creationId xmlns:a16="http://schemas.microsoft.com/office/drawing/2014/main" id="{DF2FCE16-7C06-4F1C-B022-4D0D1A4B79C8}"/>
              </a:ext>
            </a:extLst>
          </p:cNvPr>
          <p:cNvSpPr>
            <a:spLocks noGrp="1"/>
          </p:cNvSpPr>
          <p:nvPr>
            <p:ph type="title"/>
          </p:nvPr>
        </p:nvSpPr>
        <p:spPr>
          <a:xfrm>
            <a:off x="1078992" y="877824"/>
            <a:ext cx="8924544" cy="694944"/>
          </a:xfrm>
          <a:prstGeom prst="rect">
            <a:avLst/>
          </a:prstGeom>
        </p:spPr>
        <p:txBody>
          <a:bodyPr vert="horz" lIns="0" tIns="0" rIns="0" bIns="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DD85D7FB-693A-45DC-8B41-73D676C37DA2}"/>
              </a:ext>
            </a:extLst>
          </p:cNvPr>
          <p:cNvSpPr>
            <a:spLocks noGrp="1"/>
          </p:cNvSpPr>
          <p:nvPr>
            <p:ph type="body" idx="1"/>
          </p:nvPr>
        </p:nvSpPr>
        <p:spPr>
          <a:xfrm>
            <a:off x="1078992" y="2103120"/>
            <a:ext cx="8924544" cy="3858768"/>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 Level</a:t>
            </a:r>
          </a:p>
          <a:p>
            <a:pPr lvl="6"/>
            <a:r>
              <a:rPr lang="en-US" dirty="0"/>
              <a:t>Seventh Level</a:t>
            </a:r>
          </a:p>
          <a:p>
            <a:pPr lvl="7"/>
            <a:r>
              <a:rPr lang="en-US" dirty="0"/>
              <a:t>Eighth Level</a:t>
            </a:r>
          </a:p>
          <a:p>
            <a:pPr lvl="8"/>
            <a:r>
              <a:rPr lang="en-US" dirty="0"/>
              <a:t>Ninth Level</a:t>
            </a:r>
          </a:p>
        </p:txBody>
      </p:sp>
      <p:sp>
        <p:nvSpPr>
          <p:cNvPr id="5" name="Footer Placeholder 4">
            <a:extLst>
              <a:ext uri="{FF2B5EF4-FFF2-40B4-BE49-F238E27FC236}">
                <a16:creationId xmlns:a16="http://schemas.microsoft.com/office/drawing/2014/main" id="{E5152091-C22B-4666-9A9A-70C796733141}"/>
              </a:ext>
            </a:extLst>
          </p:cNvPr>
          <p:cNvSpPr>
            <a:spLocks noGrp="1"/>
          </p:cNvSpPr>
          <p:nvPr>
            <p:ph type="ftr" sz="quarter" idx="3"/>
          </p:nvPr>
        </p:nvSpPr>
        <p:spPr>
          <a:xfrm>
            <a:off x="1078992" y="6172200"/>
            <a:ext cx="8924544" cy="249329"/>
          </a:xfrm>
          <a:prstGeom prst="rect">
            <a:avLst/>
          </a:prstGeom>
        </p:spPr>
        <p:txBody>
          <a:bodyPr vert="horz" lIns="0" tIns="0" rIns="0" bIns="0" rtlCol="0" anchor="b"/>
          <a:lstStyle>
            <a:lvl1pPr algn="l">
              <a:defRPr sz="1000">
                <a:solidFill>
                  <a:schemeClr val="bg2">
                    <a:lumMod val="75000"/>
                  </a:schemeClr>
                </a:solidFill>
              </a:defRPr>
            </a:lvl1pPr>
          </a:lstStyle>
          <a:p>
            <a:endParaRPr lang="en-US" dirty="0"/>
          </a:p>
        </p:txBody>
      </p:sp>
    </p:spTree>
    <p:extLst>
      <p:ext uri="{BB962C8B-B14F-4D97-AF65-F5344CB8AC3E}">
        <p14:creationId xmlns:p14="http://schemas.microsoft.com/office/powerpoint/2010/main" val="3325637679"/>
      </p:ext>
    </p:extLst>
  </p:cSld>
  <p:clrMap bg1="lt1" tx1="dk1" bg2="lt2" tx2="dk2" accent1="accent1" accent2="accent2" accent3="accent3" accent4="accent4" accent5="accent5" accent6="accent6" hlink="hlink" folHlink="folHlink"/>
  <p:sldLayoutIdLst>
    <p:sldLayoutId id="2147483663" r:id="rId1"/>
    <p:sldLayoutId id="2147483650" r:id="rId2"/>
    <p:sldLayoutId id="2147483664" r:id="rId3"/>
    <p:sldLayoutId id="2147483700" r:id="rId4"/>
    <p:sldLayoutId id="2147483701" r:id="rId5"/>
    <p:sldLayoutId id="2147483665" r:id="rId6"/>
    <p:sldLayoutId id="2147483666" r:id="rId7"/>
    <p:sldLayoutId id="2147483702" r:id="rId8"/>
    <p:sldLayoutId id="2147483677" r:id="rId9"/>
    <p:sldLayoutId id="2147483704" r:id="rId10"/>
    <p:sldLayoutId id="2147483678" r:id="rId11"/>
    <p:sldLayoutId id="2147483706" r:id="rId12"/>
    <p:sldLayoutId id="2147483707" r:id="rId13"/>
    <p:sldLayoutId id="2147483703" r:id="rId14"/>
    <p:sldLayoutId id="2147483709" r:id="rId15"/>
    <p:sldLayoutId id="2147483705" r:id="rId16"/>
    <p:sldLayoutId id="2147483695" r:id="rId17"/>
    <p:sldLayoutId id="2147483651" r:id="rId18"/>
    <p:sldLayoutId id="2147483682" r:id="rId19"/>
    <p:sldLayoutId id="2147483668" r:id="rId20"/>
    <p:sldLayoutId id="2147483693" r:id="rId21"/>
    <p:sldLayoutId id="2147483710" r:id="rId22"/>
    <p:sldLayoutId id="2147483694" r:id="rId23"/>
    <p:sldLayoutId id="2147483672" r:id="rId24"/>
    <p:sldLayoutId id="2147483675" r:id="rId25"/>
    <p:sldLayoutId id="2147483681" r:id="rId26"/>
    <p:sldLayoutId id="2147483661" r:id="rId27"/>
    <p:sldLayoutId id="2147483696" r:id="rId28"/>
    <p:sldLayoutId id="2147483649" r:id="rId29"/>
    <p:sldLayoutId id="2147483689" r:id="rId30"/>
    <p:sldLayoutId id="2147483659" r:id="rId31"/>
  </p:sldLayoutIdLst>
  <p:hf sldNum="0" hdr="0" ftr="0" dt="0"/>
  <p:txStyles>
    <p:titleStyle>
      <a:lvl1pPr algn="l" defTabSz="914400" rtl="0" eaLnBrk="1" latinLnBrk="0" hangingPunct="1">
        <a:lnSpc>
          <a:spcPct val="90000"/>
        </a:lnSpc>
        <a:spcBef>
          <a:spcPct val="0"/>
        </a:spcBef>
        <a:buNone/>
        <a:defRPr sz="3400" kern="1200">
          <a:solidFill>
            <a:schemeClr val="bg2"/>
          </a:solidFill>
          <a:latin typeface="Roboto Black" panose="02000000000000000000" pitchFamily="2" charset="0"/>
          <a:ea typeface="Roboto Black" panose="02000000000000000000" pitchFamily="2" charset="0"/>
          <a:cs typeface="+mj-cs"/>
        </a:defRPr>
      </a:lvl1pPr>
    </p:titleStyle>
    <p:body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2"/>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200" kern="1200">
          <a:solidFill>
            <a:schemeClr val="bg2"/>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200" b="0" kern="1200">
          <a:solidFill>
            <a:schemeClr val="accent2"/>
          </a:solidFill>
          <a:latin typeface="+mn-lt"/>
          <a:ea typeface="+mn-ea"/>
          <a:cs typeface="+mn-cs"/>
        </a:defRPr>
      </a:lvl3pPr>
      <a:lvl4pPr marL="0" indent="0" algn="l" defTabSz="914400" rtl="0" eaLnBrk="1" latinLnBrk="0" hangingPunct="1">
        <a:lnSpc>
          <a:spcPct val="110000"/>
        </a:lnSpc>
        <a:spcBef>
          <a:spcPts val="0"/>
        </a:spcBef>
        <a:spcAft>
          <a:spcPts val="900"/>
        </a:spcAft>
        <a:buFont typeface="Roboto" panose="02000000000000000000" pitchFamily="2" charset="0"/>
        <a:buChar char="​"/>
        <a:defRPr sz="1600" b="1" kern="1200">
          <a:solidFill>
            <a:schemeClr val="accent3"/>
          </a:solidFill>
          <a:latin typeface="+mn-lt"/>
          <a:ea typeface="+mn-ea"/>
          <a:cs typeface="+mn-cs"/>
        </a:defRPr>
      </a:lvl4pPr>
      <a:lvl5pPr marL="114300" indent="-114300" algn="l" defTabSz="914400" rtl="0" eaLnBrk="1" latinLnBrk="0" hangingPunct="1">
        <a:lnSpc>
          <a:spcPct val="110000"/>
        </a:lnSpc>
        <a:spcBef>
          <a:spcPts val="0"/>
        </a:spcBef>
        <a:spcAft>
          <a:spcPts val="900"/>
        </a:spcAft>
        <a:buFont typeface="Roboto" panose="02000000000000000000" pitchFamily="2" charset="0"/>
        <a:buChar char="•"/>
        <a:defRPr sz="1200" b="0" kern="1200">
          <a:solidFill>
            <a:schemeClr val="bg1"/>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2"/>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672" userDrawn="1">
          <p15:clr>
            <a:srgbClr val="5ACBF0"/>
          </p15:clr>
        </p15:guide>
        <p15:guide id="3" orient="horz" pos="3744" userDrawn="1">
          <p15:clr>
            <a:srgbClr val="5ACBF0"/>
          </p15:clr>
        </p15:guide>
        <p15:guide id="4" orient="horz" pos="4032" userDrawn="1">
          <p15:clr>
            <a:srgbClr val="5ACBF0"/>
          </p15:clr>
        </p15:guide>
        <p15:guide id="5" orient="horz" pos="552" userDrawn="1">
          <p15:clr>
            <a:srgbClr val="5ACBF0"/>
          </p15:clr>
        </p15:guide>
        <p15:guide id="6" orient="horz" pos="288" userDrawn="1">
          <p15:clr>
            <a:srgbClr val="5ACBF0"/>
          </p15:clr>
        </p15:guide>
        <p15:guide id="30" orient="horz" pos="1320" userDrawn="1">
          <p15:clr>
            <a:srgbClr val="5ACBF0"/>
          </p15:clr>
        </p15:guide>
        <p15:guide id="31" pos="7008" userDrawn="1">
          <p15:clr>
            <a:srgbClr val="5ACBF0"/>
          </p15:clr>
        </p15:guide>
        <p15:guide id="32" pos="2616" userDrawn="1">
          <p15:clr>
            <a:srgbClr val="5ACBF0"/>
          </p15:clr>
        </p15:guide>
        <p15:guide id="33" pos="2880" userDrawn="1">
          <p15:clr>
            <a:srgbClr val="5ACBF0"/>
          </p15:clr>
        </p15:guide>
        <p15:guide id="34" pos="4800" userDrawn="1">
          <p15:clr>
            <a:srgbClr val="5ACBF0"/>
          </p15:clr>
        </p15:guide>
        <p15:guide id="35" pos="5064" userDrawn="1">
          <p15:clr>
            <a:srgbClr val="5ACBF0"/>
          </p15:clr>
        </p15:guide>
        <p15:guide id="36" pos="3840" userDrawn="1">
          <p15:clr>
            <a:srgbClr val="FBAE40"/>
          </p15:clr>
        </p15:guide>
        <p15:guide id="37" orient="horz" pos="2496" userDrawn="1">
          <p15:clr>
            <a:srgbClr val="5ACBF0"/>
          </p15:clr>
        </p15:guide>
        <p15:guide id="38" orient="horz" pos="2160" userDrawn="1">
          <p15:clr>
            <a:srgbClr val="FBAE4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9.xml"/></Relationships>
</file>

<file path=ppt/slides/_rels/slide2.xml.rels><?xml version="1.0" encoding="UTF-8" standalone="yes"?>
<Relationships xmlns="http://schemas.openxmlformats.org/package/2006/relationships"><Relationship Id="rId3" Type="http://schemas.openxmlformats.org/officeDocument/2006/relationships/hyperlink" Target="https://fonts.google.com/specimen/Roboto"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mailto:contact@duarte.com?subject=Slidedoc%20accessibility%20issue" TargetMode="External"/><Relationship Id="rId2" Type="http://schemas.openxmlformats.org/officeDocument/2006/relationships/hyperlink" Target="https://support.microsoft.com/en-us/office/make-your-powerpoint-presentations-accessible-to-people-with-disabilities-6f7772b2-2f33-4bd2-8ca7-dae3b2b3ef25"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4.xml"/><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6.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jpg"/><Relationship Id="rId7" Type="http://schemas.openxmlformats.org/officeDocument/2006/relationships/image" Target="../media/image12.jpeg"/><Relationship Id="rId2" Type="http://schemas.openxmlformats.org/officeDocument/2006/relationships/notesSlide" Target="../notesSlides/notesSlide27.xml"/><Relationship Id="rId1" Type="http://schemas.openxmlformats.org/officeDocument/2006/relationships/slideLayout" Target="../slideLayouts/slideLayout24.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 Id="rId9" Type="http://schemas.openxmlformats.org/officeDocument/2006/relationships/image" Target="../media/image14.jpe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30.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3732E62A-4BA9-4A8F-949F-75FD69EA4865}"/>
              </a:ext>
            </a:extLst>
          </p:cNvPr>
          <p:cNvSpPr>
            <a:spLocks noGrp="1"/>
          </p:cNvSpPr>
          <p:nvPr>
            <p:ph type="ctrTitle"/>
          </p:nvPr>
        </p:nvSpPr>
        <p:spPr/>
        <p:txBody>
          <a:bodyPr/>
          <a:lstStyle/>
          <a:p>
            <a:r>
              <a:rPr lang="en-US" dirty="0"/>
              <a:t>Slidedoc</a:t>
            </a:r>
            <a:r>
              <a:rPr lang="en-US" b="0" baseline="30000" dirty="0"/>
              <a:t>™</a:t>
            </a:r>
            <a:r>
              <a:rPr lang="en-US" dirty="0"/>
              <a:t> Template</a:t>
            </a:r>
          </a:p>
        </p:txBody>
      </p:sp>
      <p:sp>
        <p:nvSpPr>
          <p:cNvPr id="3" name="Text Placeholder 2">
            <a:extLst>
              <a:ext uri="{FF2B5EF4-FFF2-40B4-BE49-F238E27FC236}">
                <a16:creationId xmlns:a16="http://schemas.microsoft.com/office/drawing/2014/main" id="{F62DE319-18F4-20AC-DA97-C68B9CAAB923}"/>
              </a:ext>
            </a:extLst>
          </p:cNvPr>
          <p:cNvSpPr>
            <a:spLocks noGrp="1"/>
          </p:cNvSpPr>
          <p:nvPr>
            <p:ph type="body" sz="quarter" idx="11"/>
          </p:nvPr>
        </p:nvSpPr>
        <p:spPr/>
        <p:txBody>
          <a:bodyPr/>
          <a:lstStyle/>
          <a:p>
            <a:r>
              <a:rPr lang="en-US" dirty="0"/>
              <a:t>Theme 3</a:t>
            </a:r>
          </a:p>
        </p:txBody>
      </p:sp>
      <p:sp>
        <p:nvSpPr>
          <p:cNvPr id="6" name="TextBox 5">
            <a:extLst>
              <a:ext uri="{FF2B5EF4-FFF2-40B4-BE49-F238E27FC236}">
                <a16:creationId xmlns:a16="http://schemas.microsoft.com/office/drawing/2014/main" id="{2BB38124-ABA5-481F-8CF7-8818C71BA87D}"/>
              </a:ext>
            </a:extLst>
          </p:cNvPr>
          <p:cNvSpPr txBox="1"/>
          <p:nvPr/>
        </p:nvSpPr>
        <p:spPr>
          <a:xfrm>
            <a:off x="7630777" y="6263017"/>
            <a:ext cx="3482199" cy="175491"/>
          </a:xfrm>
          <a:prstGeom prst="rect">
            <a:avLst/>
          </a:prstGeom>
        </p:spPr>
        <p:txBody>
          <a:bodyPr vert="horz" wrap="square" lIns="0" tIns="0" rIns="0" bIns="0" rtlCol="0" anchor="b">
            <a:noAutofit/>
          </a:bodyPr>
          <a:lstStyle/>
          <a:p>
            <a:pPr algn="r">
              <a:lnSpc>
                <a:spcPct val="110000"/>
              </a:lnSpc>
              <a:spcAft>
                <a:spcPts val="400"/>
              </a:spcAft>
            </a:pPr>
            <a:r>
              <a:rPr lang="en-US" sz="1000" dirty="0">
                <a:solidFill>
                  <a:schemeClr val="bg1">
                    <a:lumMod val="75000"/>
                  </a:schemeClr>
                </a:solidFill>
              </a:rPr>
              <a:t>Photo by Martin Sanchez on Unsplash</a:t>
            </a:r>
          </a:p>
        </p:txBody>
      </p:sp>
      <p:sp>
        <p:nvSpPr>
          <p:cNvPr id="7" name="Rectangle 6">
            <a:extLst>
              <a:ext uri="{FF2B5EF4-FFF2-40B4-BE49-F238E27FC236}">
                <a16:creationId xmlns:a16="http://schemas.microsoft.com/office/drawing/2014/main" id="{0B9B8AFA-3921-97D1-0F1A-2C3E9C0E818D}"/>
              </a:ext>
            </a:extLst>
          </p:cNvPr>
          <p:cNvSpPr/>
          <p:nvPr/>
        </p:nvSpPr>
        <p:spPr>
          <a:xfrm>
            <a:off x="1078992" y="6261535"/>
            <a:ext cx="4930837" cy="176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spAutoFit/>
          </a:bodyPr>
          <a:lstStyle/>
          <a:p>
            <a:pPr lvl="0" defTabSz="457200">
              <a:lnSpc>
                <a:spcPct val="120000"/>
              </a:lnSpc>
              <a:spcAft>
                <a:spcPts val="1200"/>
              </a:spcAft>
              <a:defRPr/>
            </a:pPr>
            <a:r>
              <a:rPr lang="en-US" sz="1000" dirty="0">
                <a:solidFill>
                  <a:schemeClr val="bg1">
                    <a:lumMod val="75000"/>
                  </a:schemeClr>
                </a:solidFill>
              </a:rPr>
              <a:t>© Duarte Press, LLC. All Rights Reserved. Slidedoc is a trademark of Duarte Press, LLC.</a:t>
            </a:r>
            <a:endParaRPr kumimoji="0" lang="en-US" sz="1000" b="0" i="0" u="none" strike="noStrike" kern="1200" cap="none" spc="0" normalizeH="0" baseline="0" noProof="0" dirty="0">
              <a:ln>
                <a:noFill/>
              </a:ln>
              <a:solidFill>
                <a:schemeClr val="bg1">
                  <a:lumMod val="75000"/>
                </a:schemeClr>
              </a:solidFill>
              <a:effectLst/>
              <a:uLnTx/>
              <a:uFillTx/>
              <a:latin typeface="Roboto" panose="02000000000000000000" pitchFamily="2" charset="0"/>
              <a:ea typeface="Roboto" panose="02000000000000000000" pitchFamily="2" charset="0"/>
              <a:cs typeface="+mn-cs"/>
            </a:endParaRPr>
          </a:p>
        </p:txBody>
      </p:sp>
    </p:spTree>
    <p:extLst>
      <p:ext uri="{BB962C8B-B14F-4D97-AF65-F5344CB8AC3E}">
        <p14:creationId xmlns:p14="http://schemas.microsoft.com/office/powerpoint/2010/main" val="2442024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39F84332-BED5-4816-94C0-ADBF41CD9EBF}"/>
              </a:ext>
            </a:extLst>
          </p:cNvPr>
          <p:cNvSpPr>
            <a:spLocks noGrp="1"/>
          </p:cNvSpPr>
          <p:nvPr>
            <p:ph type="title"/>
          </p:nvPr>
        </p:nvSpPr>
        <p:spPr/>
        <p:txBody>
          <a:bodyPr/>
          <a:lstStyle/>
          <a:p>
            <a:r>
              <a:rPr lang="en-US" sz="4400" dirty="0">
                <a:solidFill>
                  <a:schemeClr val="tx2"/>
                </a:solidFill>
              </a:rPr>
              <a:t>Font Check + Free Download</a:t>
            </a:r>
          </a:p>
        </p:txBody>
      </p:sp>
      <p:sp>
        <p:nvSpPr>
          <p:cNvPr id="26" name="Rectangle 25">
            <a:extLst>
              <a:ext uri="{FF2B5EF4-FFF2-40B4-BE49-F238E27FC236}">
                <a16:creationId xmlns:a16="http://schemas.microsoft.com/office/drawing/2014/main" id="{358A9CEE-A7FD-4048-B8EE-4B0D16B258FA}"/>
              </a:ext>
            </a:extLst>
          </p:cNvPr>
          <p:cNvSpPr/>
          <p:nvPr/>
        </p:nvSpPr>
        <p:spPr bwMode="blackGray">
          <a:xfrm>
            <a:off x="971988" y="1944644"/>
            <a:ext cx="5280274" cy="1077218"/>
          </a:xfrm>
          <a:prstGeom prst="rect">
            <a:avLst/>
          </a:prstGeom>
        </p:spPr>
        <p:txBody>
          <a:bodyPr wrap="square">
            <a:spAutoFit/>
          </a:bodyPr>
          <a:lstStyle/>
          <a:p>
            <a:pPr>
              <a:spcAft>
                <a:spcPts val="400"/>
              </a:spcAft>
            </a:pPr>
            <a:r>
              <a:rPr lang="en-US" sz="3200" dirty="0">
                <a:solidFill>
                  <a:schemeClr val="tx2"/>
                </a:solidFill>
              </a:rPr>
              <a:t>Does the </a:t>
            </a:r>
            <a:r>
              <a:rPr lang="en-US" sz="3200" b="1" dirty="0">
                <a:solidFill>
                  <a:schemeClr val="bg1"/>
                </a:solidFill>
              </a:rPr>
              <a:t>white</a:t>
            </a:r>
            <a:r>
              <a:rPr lang="en-US" sz="3200" dirty="0">
                <a:solidFill>
                  <a:schemeClr val="tx2"/>
                </a:solidFill>
              </a:rPr>
              <a:t> text match the </a:t>
            </a:r>
            <a:r>
              <a:rPr lang="en-US" sz="3200" b="1" dirty="0"/>
              <a:t>black</a:t>
            </a:r>
            <a:r>
              <a:rPr lang="en-US" sz="3200" b="1" dirty="0">
                <a:solidFill>
                  <a:schemeClr val="tx2"/>
                </a:solidFill>
              </a:rPr>
              <a:t> </a:t>
            </a:r>
            <a:r>
              <a:rPr lang="en-US" sz="3200" dirty="0">
                <a:solidFill>
                  <a:schemeClr val="tx2"/>
                </a:solidFill>
              </a:rPr>
              <a:t>image of the text?</a:t>
            </a:r>
          </a:p>
        </p:txBody>
      </p:sp>
      <p:sp>
        <p:nvSpPr>
          <p:cNvPr id="7" name="TextBox 6">
            <a:extLst>
              <a:ext uri="{FF2B5EF4-FFF2-40B4-BE49-F238E27FC236}">
                <a16:creationId xmlns:a16="http://schemas.microsoft.com/office/drawing/2014/main" id="{C84B313D-D484-4365-91CC-22C10C449772}"/>
              </a:ext>
            </a:extLst>
          </p:cNvPr>
          <p:cNvSpPr txBox="1"/>
          <p:nvPr/>
        </p:nvSpPr>
        <p:spPr bwMode="grayWhite">
          <a:xfrm>
            <a:off x="7595899" y="2036153"/>
            <a:ext cx="1467655" cy="534674"/>
          </a:xfrm>
          <a:prstGeom prst="rect">
            <a:avLst/>
          </a:prstGeom>
        </p:spPr>
        <p:txBody>
          <a:bodyPr vert="horz" wrap="square" lIns="0" tIns="0" rIns="0" bIns="0" rtlCol="0">
            <a:noAutofit/>
          </a:bodyPr>
          <a:lstStyle/>
          <a:p>
            <a:pPr algn="l">
              <a:spcAft>
                <a:spcPts val="400"/>
              </a:spcAft>
            </a:pPr>
            <a:r>
              <a:rPr lang="en-US" sz="3200" dirty="0">
                <a:solidFill>
                  <a:schemeClr val="bg1"/>
                </a:solidFill>
              </a:rPr>
              <a:t>Roboto</a:t>
            </a:r>
          </a:p>
        </p:txBody>
      </p:sp>
      <p:sp>
        <p:nvSpPr>
          <p:cNvPr id="35" name="Freeform: Shape 34">
            <a:extLst>
              <a:ext uri="{FF2B5EF4-FFF2-40B4-BE49-F238E27FC236}">
                <a16:creationId xmlns:a16="http://schemas.microsoft.com/office/drawing/2014/main" id="{50E1A399-C34C-4F7E-84CC-31884370EA76}"/>
              </a:ext>
              <a:ext uri="{C183D7F6-B498-43B3-948B-1728B52AA6E4}">
                <adec:decorative xmlns:adec="http://schemas.microsoft.com/office/drawing/2017/decorative" val="1"/>
              </a:ext>
            </a:extLst>
          </p:cNvPr>
          <p:cNvSpPr>
            <a:spLocks/>
          </p:cNvSpPr>
          <p:nvPr/>
        </p:nvSpPr>
        <p:spPr bwMode="black">
          <a:xfrm>
            <a:off x="7621899" y="2587386"/>
            <a:ext cx="1267439" cy="311181"/>
          </a:xfrm>
          <a:custGeom>
            <a:avLst/>
            <a:gdLst/>
            <a:ahLst/>
            <a:cxnLst/>
            <a:rect l="l" t="t" r="r" b="b"/>
            <a:pathLst>
              <a:path w="1267439" h="311181">
                <a:moveTo>
                  <a:pt x="569770" y="118193"/>
                </a:moveTo>
                <a:cubicBezTo>
                  <a:pt x="545372" y="118193"/>
                  <a:pt x="527839" y="129525"/>
                  <a:pt x="517173" y="152191"/>
                </a:cubicBezTo>
                <a:lnTo>
                  <a:pt x="517173" y="245785"/>
                </a:lnTo>
                <a:cubicBezTo>
                  <a:pt x="528506" y="268450"/>
                  <a:pt x="546171" y="279783"/>
                  <a:pt x="570170" y="279783"/>
                </a:cubicBezTo>
                <a:cubicBezTo>
                  <a:pt x="587902" y="279783"/>
                  <a:pt x="601701" y="272916"/>
                  <a:pt x="611567" y="259184"/>
                </a:cubicBezTo>
                <a:cubicBezTo>
                  <a:pt x="621434" y="245452"/>
                  <a:pt x="626367" y="224786"/>
                  <a:pt x="626367" y="197188"/>
                </a:cubicBezTo>
                <a:cubicBezTo>
                  <a:pt x="626367" y="171989"/>
                  <a:pt x="621500" y="152524"/>
                  <a:pt x="611767" y="138791"/>
                </a:cubicBezTo>
                <a:cubicBezTo>
                  <a:pt x="602035" y="125059"/>
                  <a:pt x="588036" y="118193"/>
                  <a:pt x="569770" y="118193"/>
                </a:cubicBezTo>
                <a:close/>
                <a:moveTo>
                  <a:pt x="1168645" y="117193"/>
                </a:moveTo>
                <a:cubicBezTo>
                  <a:pt x="1150380" y="117193"/>
                  <a:pt x="1135647" y="124459"/>
                  <a:pt x="1124448" y="138991"/>
                </a:cubicBezTo>
                <a:cubicBezTo>
                  <a:pt x="1113248" y="153524"/>
                  <a:pt x="1107649" y="174323"/>
                  <a:pt x="1107649" y="201388"/>
                </a:cubicBezTo>
                <a:cubicBezTo>
                  <a:pt x="1107649" y="225386"/>
                  <a:pt x="1113215" y="244652"/>
                  <a:pt x="1124348" y="259184"/>
                </a:cubicBezTo>
                <a:cubicBezTo>
                  <a:pt x="1135480" y="273716"/>
                  <a:pt x="1150380" y="280983"/>
                  <a:pt x="1169045" y="280983"/>
                </a:cubicBezTo>
                <a:cubicBezTo>
                  <a:pt x="1187844" y="280983"/>
                  <a:pt x="1202776" y="273616"/>
                  <a:pt x="1213842" y="258884"/>
                </a:cubicBezTo>
                <a:cubicBezTo>
                  <a:pt x="1224908" y="244152"/>
                  <a:pt x="1230441" y="223520"/>
                  <a:pt x="1230441" y="196988"/>
                </a:cubicBezTo>
                <a:cubicBezTo>
                  <a:pt x="1230441" y="173256"/>
                  <a:pt x="1224808" y="154024"/>
                  <a:pt x="1213542" y="139291"/>
                </a:cubicBezTo>
                <a:cubicBezTo>
                  <a:pt x="1202276" y="124559"/>
                  <a:pt x="1187311" y="117193"/>
                  <a:pt x="1168645" y="117193"/>
                </a:cubicBezTo>
                <a:close/>
                <a:moveTo>
                  <a:pt x="797170" y="117193"/>
                </a:moveTo>
                <a:cubicBezTo>
                  <a:pt x="778905" y="117193"/>
                  <a:pt x="764172" y="124459"/>
                  <a:pt x="752973" y="138991"/>
                </a:cubicBezTo>
                <a:cubicBezTo>
                  <a:pt x="741773" y="153524"/>
                  <a:pt x="736174" y="174323"/>
                  <a:pt x="736174" y="201388"/>
                </a:cubicBezTo>
                <a:cubicBezTo>
                  <a:pt x="736174" y="225386"/>
                  <a:pt x="741740" y="244652"/>
                  <a:pt x="752873" y="259184"/>
                </a:cubicBezTo>
                <a:cubicBezTo>
                  <a:pt x="764005" y="273716"/>
                  <a:pt x="778905" y="280983"/>
                  <a:pt x="797570" y="280983"/>
                </a:cubicBezTo>
                <a:cubicBezTo>
                  <a:pt x="816369" y="280983"/>
                  <a:pt x="831301" y="273616"/>
                  <a:pt x="842367" y="258884"/>
                </a:cubicBezTo>
                <a:cubicBezTo>
                  <a:pt x="853433" y="244152"/>
                  <a:pt x="858966" y="223520"/>
                  <a:pt x="858966" y="196988"/>
                </a:cubicBezTo>
                <a:cubicBezTo>
                  <a:pt x="858966" y="173256"/>
                  <a:pt x="853333" y="154024"/>
                  <a:pt x="842067" y="139291"/>
                </a:cubicBezTo>
                <a:cubicBezTo>
                  <a:pt x="830801" y="124559"/>
                  <a:pt x="815836" y="117193"/>
                  <a:pt x="797170" y="117193"/>
                </a:cubicBezTo>
                <a:close/>
                <a:moveTo>
                  <a:pt x="330445" y="117193"/>
                </a:moveTo>
                <a:cubicBezTo>
                  <a:pt x="312180" y="117193"/>
                  <a:pt x="297447" y="124459"/>
                  <a:pt x="286248" y="138991"/>
                </a:cubicBezTo>
                <a:cubicBezTo>
                  <a:pt x="275049" y="153524"/>
                  <a:pt x="269449" y="174323"/>
                  <a:pt x="269449" y="201388"/>
                </a:cubicBezTo>
                <a:cubicBezTo>
                  <a:pt x="269449" y="225386"/>
                  <a:pt x="275015" y="244652"/>
                  <a:pt x="286148" y="259184"/>
                </a:cubicBezTo>
                <a:cubicBezTo>
                  <a:pt x="297281" y="273716"/>
                  <a:pt x="312180" y="280983"/>
                  <a:pt x="330845" y="280983"/>
                </a:cubicBezTo>
                <a:cubicBezTo>
                  <a:pt x="349644" y="280983"/>
                  <a:pt x="364576" y="273616"/>
                  <a:pt x="375642" y="258884"/>
                </a:cubicBezTo>
                <a:cubicBezTo>
                  <a:pt x="386708" y="244152"/>
                  <a:pt x="392241" y="223520"/>
                  <a:pt x="392241" y="196988"/>
                </a:cubicBezTo>
                <a:cubicBezTo>
                  <a:pt x="392241" y="173256"/>
                  <a:pt x="386608" y="154024"/>
                  <a:pt x="375342" y="139291"/>
                </a:cubicBezTo>
                <a:cubicBezTo>
                  <a:pt x="364076" y="124559"/>
                  <a:pt x="349111" y="117193"/>
                  <a:pt x="330445" y="117193"/>
                </a:cubicBezTo>
                <a:close/>
                <a:moveTo>
                  <a:pt x="1168645" y="86795"/>
                </a:moveTo>
                <a:cubicBezTo>
                  <a:pt x="1198110" y="86795"/>
                  <a:pt x="1221942" y="96994"/>
                  <a:pt x="1240141" y="117393"/>
                </a:cubicBezTo>
                <a:cubicBezTo>
                  <a:pt x="1258340" y="137791"/>
                  <a:pt x="1267439" y="164923"/>
                  <a:pt x="1267439" y="198788"/>
                </a:cubicBezTo>
                <a:lnTo>
                  <a:pt x="1267439" y="201388"/>
                </a:lnTo>
                <a:cubicBezTo>
                  <a:pt x="1267439" y="222453"/>
                  <a:pt x="1263406" y="241352"/>
                  <a:pt x="1255340" y="258084"/>
                </a:cubicBezTo>
                <a:cubicBezTo>
                  <a:pt x="1247274" y="274816"/>
                  <a:pt x="1235741" y="287849"/>
                  <a:pt x="1220742" y="297182"/>
                </a:cubicBezTo>
                <a:cubicBezTo>
                  <a:pt x="1205743" y="306514"/>
                  <a:pt x="1188510" y="311181"/>
                  <a:pt x="1169045" y="311181"/>
                </a:cubicBezTo>
                <a:cubicBezTo>
                  <a:pt x="1139713" y="311181"/>
                  <a:pt x="1115948" y="300981"/>
                  <a:pt x="1097749" y="280583"/>
                </a:cubicBezTo>
                <a:cubicBezTo>
                  <a:pt x="1079551" y="260184"/>
                  <a:pt x="1070451" y="233186"/>
                  <a:pt x="1070451" y="199588"/>
                </a:cubicBezTo>
                <a:lnTo>
                  <a:pt x="1070451" y="196988"/>
                </a:lnTo>
                <a:cubicBezTo>
                  <a:pt x="1070451" y="175789"/>
                  <a:pt x="1074617" y="156724"/>
                  <a:pt x="1082950" y="139791"/>
                </a:cubicBezTo>
                <a:cubicBezTo>
                  <a:pt x="1091283" y="122859"/>
                  <a:pt x="1102882" y="109793"/>
                  <a:pt x="1117748" y="100594"/>
                </a:cubicBezTo>
                <a:cubicBezTo>
                  <a:pt x="1132614" y="91394"/>
                  <a:pt x="1149580" y="86795"/>
                  <a:pt x="1168645" y="86795"/>
                </a:cubicBezTo>
                <a:close/>
                <a:moveTo>
                  <a:pt x="797170" y="86795"/>
                </a:moveTo>
                <a:cubicBezTo>
                  <a:pt x="826635" y="86795"/>
                  <a:pt x="850467" y="96994"/>
                  <a:pt x="868666" y="117393"/>
                </a:cubicBezTo>
                <a:cubicBezTo>
                  <a:pt x="886865" y="137791"/>
                  <a:pt x="895964" y="164923"/>
                  <a:pt x="895964" y="198788"/>
                </a:cubicBezTo>
                <a:lnTo>
                  <a:pt x="895964" y="201388"/>
                </a:lnTo>
                <a:cubicBezTo>
                  <a:pt x="895964" y="222453"/>
                  <a:pt x="891931" y="241352"/>
                  <a:pt x="883865" y="258084"/>
                </a:cubicBezTo>
                <a:cubicBezTo>
                  <a:pt x="875799" y="274816"/>
                  <a:pt x="864266" y="287849"/>
                  <a:pt x="849267" y="297182"/>
                </a:cubicBezTo>
                <a:cubicBezTo>
                  <a:pt x="834268" y="306514"/>
                  <a:pt x="817036" y="311181"/>
                  <a:pt x="797570" y="311181"/>
                </a:cubicBezTo>
                <a:cubicBezTo>
                  <a:pt x="768239" y="311181"/>
                  <a:pt x="744473" y="300981"/>
                  <a:pt x="726274" y="280583"/>
                </a:cubicBezTo>
                <a:cubicBezTo>
                  <a:pt x="708076" y="260184"/>
                  <a:pt x="698976" y="233186"/>
                  <a:pt x="698976" y="199588"/>
                </a:cubicBezTo>
                <a:lnTo>
                  <a:pt x="698976" y="196988"/>
                </a:lnTo>
                <a:cubicBezTo>
                  <a:pt x="698976" y="175789"/>
                  <a:pt x="703142" y="156724"/>
                  <a:pt x="711475" y="139791"/>
                </a:cubicBezTo>
                <a:cubicBezTo>
                  <a:pt x="719808" y="122859"/>
                  <a:pt x="731407" y="109793"/>
                  <a:pt x="746273" y="100594"/>
                </a:cubicBezTo>
                <a:cubicBezTo>
                  <a:pt x="761139" y="91394"/>
                  <a:pt x="778105" y="86795"/>
                  <a:pt x="797170" y="86795"/>
                </a:cubicBezTo>
                <a:close/>
                <a:moveTo>
                  <a:pt x="330445" y="86795"/>
                </a:moveTo>
                <a:cubicBezTo>
                  <a:pt x="359910" y="86795"/>
                  <a:pt x="383742" y="96994"/>
                  <a:pt x="401941" y="117393"/>
                </a:cubicBezTo>
                <a:cubicBezTo>
                  <a:pt x="420140" y="137791"/>
                  <a:pt x="429239" y="164923"/>
                  <a:pt x="429239" y="198788"/>
                </a:cubicBezTo>
                <a:lnTo>
                  <a:pt x="429239" y="201388"/>
                </a:lnTo>
                <a:cubicBezTo>
                  <a:pt x="429239" y="222453"/>
                  <a:pt x="425206" y="241352"/>
                  <a:pt x="417140" y="258084"/>
                </a:cubicBezTo>
                <a:cubicBezTo>
                  <a:pt x="409074" y="274816"/>
                  <a:pt x="397541" y="287849"/>
                  <a:pt x="382542" y="297182"/>
                </a:cubicBezTo>
                <a:cubicBezTo>
                  <a:pt x="367543" y="306514"/>
                  <a:pt x="350311" y="311181"/>
                  <a:pt x="330845" y="311181"/>
                </a:cubicBezTo>
                <a:cubicBezTo>
                  <a:pt x="301514" y="311181"/>
                  <a:pt x="277748" y="300981"/>
                  <a:pt x="259549" y="280583"/>
                </a:cubicBezTo>
                <a:cubicBezTo>
                  <a:pt x="241351" y="260184"/>
                  <a:pt x="232251" y="233186"/>
                  <a:pt x="232251" y="199588"/>
                </a:cubicBezTo>
                <a:lnTo>
                  <a:pt x="232251" y="196988"/>
                </a:lnTo>
                <a:cubicBezTo>
                  <a:pt x="232251" y="175789"/>
                  <a:pt x="236418" y="156724"/>
                  <a:pt x="244750" y="139791"/>
                </a:cubicBezTo>
                <a:cubicBezTo>
                  <a:pt x="253083" y="122859"/>
                  <a:pt x="264683" y="109793"/>
                  <a:pt x="279548" y="100594"/>
                </a:cubicBezTo>
                <a:cubicBezTo>
                  <a:pt x="294414" y="91394"/>
                  <a:pt x="311380" y="86795"/>
                  <a:pt x="330445" y="86795"/>
                </a:cubicBezTo>
                <a:close/>
                <a:moveTo>
                  <a:pt x="38598" y="47397"/>
                </a:moveTo>
                <a:lnTo>
                  <a:pt x="38598" y="157990"/>
                </a:lnTo>
                <a:lnTo>
                  <a:pt x="97594" y="157990"/>
                </a:lnTo>
                <a:cubicBezTo>
                  <a:pt x="116660" y="157990"/>
                  <a:pt x="131826" y="153048"/>
                  <a:pt x="143091" y="143165"/>
                </a:cubicBezTo>
                <a:cubicBezTo>
                  <a:pt x="154357" y="133281"/>
                  <a:pt x="159990" y="120057"/>
                  <a:pt x="159990" y="103494"/>
                </a:cubicBezTo>
                <a:cubicBezTo>
                  <a:pt x="159990" y="85463"/>
                  <a:pt x="154624" y="71640"/>
                  <a:pt x="143891" y="62023"/>
                </a:cubicBezTo>
                <a:cubicBezTo>
                  <a:pt x="133159" y="52405"/>
                  <a:pt x="117660" y="47530"/>
                  <a:pt x="97394" y="47397"/>
                </a:cubicBezTo>
                <a:close/>
                <a:moveTo>
                  <a:pt x="960100" y="38397"/>
                </a:moveTo>
                <a:lnTo>
                  <a:pt x="997097" y="38397"/>
                </a:lnTo>
                <a:lnTo>
                  <a:pt x="997097" y="90794"/>
                </a:lnTo>
                <a:lnTo>
                  <a:pt x="1037495" y="90794"/>
                </a:lnTo>
                <a:lnTo>
                  <a:pt x="1037495" y="119393"/>
                </a:lnTo>
                <a:lnTo>
                  <a:pt x="997097" y="119393"/>
                </a:lnTo>
                <a:lnTo>
                  <a:pt x="997097" y="253753"/>
                </a:lnTo>
                <a:cubicBezTo>
                  <a:pt x="997097" y="262430"/>
                  <a:pt x="998897" y="268937"/>
                  <a:pt x="1002497" y="273275"/>
                </a:cubicBezTo>
                <a:cubicBezTo>
                  <a:pt x="1006097" y="277614"/>
                  <a:pt x="1012230" y="279783"/>
                  <a:pt x="1020896" y="279783"/>
                </a:cubicBezTo>
                <a:cubicBezTo>
                  <a:pt x="1025162" y="279783"/>
                  <a:pt x="1031029" y="278983"/>
                  <a:pt x="1038495" y="277383"/>
                </a:cubicBezTo>
                <a:lnTo>
                  <a:pt x="1038495" y="307206"/>
                </a:lnTo>
                <a:cubicBezTo>
                  <a:pt x="1028762" y="309856"/>
                  <a:pt x="1019296" y="311181"/>
                  <a:pt x="1010097" y="311181"/>
                </a:cubicBezTo>
                <a:cubicBezTo>
                  <a:pt x="993564" y="311181"/>
                  <a:pt x="981098" y="306181"/>
                  <a:pt x="972699" y="296182"/>
                </a:cubicBezTo>
                <a:cubicBezTo>
                  <a:pt x="964299" y="286182"/>
                  <a:pt x="960100" y="271983"/>
                  <a:pt x="960100" y="253584"/>
                </a:cubicBezTo>
                <a:lnTo>
                  <a:pt x="960100" y="119393"/>
                </a:lnTo>
                <a:lnTo>
                  <a:pt x="920702" y="119393"/>
                </a:lnTo>
                <a:lnTo>
                  <a:pt x="920702" y="90794"/>
                </a:lnTo>
                <a:lnTo>
                  <a:pt x="960100" y="90794"/>
                </a:lnTo>
                <a:close/>
                <a:moveTo>
                  <a:pt x="0" y="15999"/>
                </a:moveTo>
                <a:lnTo>
                  <a:pt x="96394" y="15999"/>
                </a:lnTo>
                <a:cubicBezTo>
                  <a:pt x="129192" y="15999"/>
                  <a:pt x="154424" y="23465"/>
                  <a:pt x="172090" y="38397"/>
                </a:cubicBezTo>
                <a:cubicBezTo>
                  <a:pt x="189755" y="53330"/>
                  <a:pt x="198588" y="75062"/>
                  <a:pt x="198588" y="103593"/>
                </a:cubicBezTo>
                <a:cubicBezTo>
                  <a:pt x="198588" y="121726"/>
                  <a:pt x="193688" y="137525"/>
                  <a:pt x="183889" y="150991"/>
                </a:cubicBezTo>
                <a:cubicBezTo>
                  <a:pt x="174090" y="164456"/>
                  <a:pt x="160457" y="174523"/>
                  <a:pt x="142991" y="181189"/>
                </a:cubicBezTo>
                <a:lnTo>
                  <a:pt x="211387" y="304781"/>
                </a:lnTo>
                <a:lnTo>
                  <a:pt x="211387" y="307181"/>
                </a:lnTo>
                <a:lnTo>
                  <a:pt x="170190" y="307181"/>
                </a:lnTo>
                <a:lnTo>
                  <a:pt x="106994" y="189388"/>
                </a:lnTo>
                <a:lnTo>
                  <a:pt x="38598" y="189388"/>
                </a:lnTo>
                <a:lnTo>
                  <a:pt x="38598" y="307181"/>
                </a:lnTo>
                <a:lnTo>
                  <a:pt x="0" y="307181"/>
                </a:lnTo>
                <a:close/>
                <a:moveTo>
                  <a:pt x="480176" y="0"/>
                </a:moveTo>
                <a:lnTo>
                  <a:pt x="517173" y="0"/>
                </a:lnTo>
                <a:lnTo>
                  <a:pt x="517173" y="114593"/>
                </a:lnTo>
                <a:cubicBezTo>
                  <a:pt x="532106" y="96061"/>
                  <a:pt x="552704" y="86795"/>
                  <a:pt x="578969" y="86795"/>
                </a:cubicBezTo>
                <a:cubicBezTo>
                  <a:pt x="605235" y="86795"/>
                  <a:pt x="625867" y="96727"/>
                  <a:pt x="640866" y="116593"/>
                </a:cubicBezTo>
                <a:cubicBezTo>
                  <a:pt x="655865" y="136458"/>
                  <a:pt x="663364" y="163656"/>
                  <a:pt x="663364" y="198188"/>
                </a:cubicBezTo>
                <a:lnTo>
                  <a:pt x="663364" y="201388"/>
                </a:lnTo>
                <a:cubicBezTo>
                  <a:pt x="663364" y="234452"/>
                  <a:pt x="655765" y="261017"/>
                  <a:pt x="640566" y="281083"/>
                </a:cubicBezTo>
                <a:cubicBezTo>
                  <a:pt x="625367" y="301148"/>
                  <a:pt x="604968" y="311181"/>
                  <a:pt x="579369" y="311181"/>
                </a:cubicBezTo>
                <a:cubicBezTo>
                  <a:pt x="552038" y="311181"/>
                  <a:pt x="530906" y="301515"/>
                  <a:pt x="515973" y="282183"/>
                </a:cubicBezTo>
                <a:lnTo>
                  <a:pt x="514173" y="307181"/>
                </a:lnTo>
                <a:lnTo>
                  <a:pt x="480176" y="307181"/>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a:solidFill>
                <a:schemeClr val="tx1"/>
              </a:solidFill>
            </a:endParaRPr>
          </a:p>
        </p:txBody>
      </p:sp>
      <p:sp>
        <p:nvSpPr>
          <p:cNvPr id="28" name="TextBox 27">
            <a:extLst>
              <a:ext uri="{FF2B5EF4-FFF2-40B4-BE49-F238E27FC236}">
                <a16:creationId xmlns:a16="http://schemas.microsoft.com/office/drawing/2014/main" id="{E2B6767E-EC53-439F-BD78-1403FCC3D448}"/>
              </a:ext>
            </a:extLst>
          </p:cNvPr>
          <p:cNvSpPr txBox="1"/>
          <p:nvPr/>
        </p:nvSpPr>
        <p:spPr bwMode="grayWhite">
          <a:xfrm>
            <a:off x="7595899" y="3386217"/>
            <a:ext cx="2475372" cy="534674"/>
          </a:xfrm>
          <a:prstGeom prst="rect">
            <a:avLst/>
          </a:prstGeom>
        </p:spPr>
        <p:txBody>
          <a:bodyPr vert="horz" wrap="square" lIns="0" tIns="0" rIns="0" bIns="0" rtlCol="0">
            <a:noAutofit/>
          </a:bodyPr>
          <a:lstStyle/>
          <a:p>
            <a:pPr algn="l">
              <a:spcAft>
                <a:spcPts val="400"/>
              </a:spcAft>
            </a:pPr>
            <a:r>
              <a:rPr lang="en-US" sz="3200" b="1" dirty="0">
                <a:solidFill>
                  <a:schemeClr val="bg1"/>
                </a:solidFill>
                <a:latin typeface="+mj-lt"/>
              </a:rPr>
              <a:t>Roboto Black</a:t>
            </a:r>
          </a:p>
        </p:txBody>
      </p:sp>
      <p:sp>
        <p:nvSpPr>
          <p:cNvPr id="31" name="TextBox 30">
            <a:extLst>
              <a:ext uri="{FF2B5EF4-FFF2-40B4-BE49-F238E27FC236}">
                <a16:creationId xmlns:a16="http://schemas.microsoft.com/office/drawing/2014/main" id="{30560256-BED7-44A6-90D7-2F6FB682360F}"/>
              </a:ext>
            </a:extLst>
          </p:cNvPr>
          <p:cNvSpPr txBox="1"/>
          <p:nvPr/>
        </p:nvSpPr>
        <p:spPr>
          <a:xfrm>
            <a:off x="1078992" y="5172489"/>
            <a:ext cx="10739121" cy="904963"/>
          </a:xfrm>
          <a:prstGeom prst="rect">
            <a:avLst/>
          </a:prstGeom>
          <a:noFill/>
        </p:spPr>
        <p:txBody>
          <a:bodyPr wrap="square" lIns="0" tIns="0" rIns="0" bIns="0" rtlCol="0" anchor="t">
            <a:noAutofit/>
          </a:bodyPr>
          <a:lstStyle/>
          <a:p>
            <a:pPr>
              <a:lnSpc>
                <a:spcPct val="130000"/>
              </a:lnSpc>
            </a:pPr>
            <a:r>
              <a:rPr lang="en-US" sz="1400" dirty="0">
                <a:solidFill>
                  <a:schemeClr val="tx2"/>
                </a:solidFill>
              </a:rPr>
              <a:t>If they’re a match, you’re good to go!</a:t>
            </a:r>
          </a:p>
          <a:p>
            <a:pPr>
              <a:lnSpc>
                <a:spcPct val="130000"/>
              </a:lnSpc>
            </a:pPr>
            <a:r>
              <a:rPr lang="en-US" sz="1400" dirty="0">
                <a:solidFill>
                  <a:schemeClr val="tx2"/>
                </a:solidFill>
              </a:rPr>
              <a:t>If the answer is no, you don’t have the proper fonts installed on this computer.</a:t>
            </a:r>
          </a:p>
          <a:p>
            <a:pPr>
              <a:lnSpc>
                <a:spcPct val="130000"/>
              </a:lnSpc>
            </a:pPr>
            <a:r>
              <a:rPr lang="en-US" sz="1400" dirty="0">
                <a:solidFill>
                  <a:schemeClr val="tx2"/>
                </a:solidFill>
                <a:latin typeface="+mj-lt"/>
              </a:rPr>
              <a:t>Download the free Roboto font family used in this template from Google Fonts: </a:t>
            </a:r>
            <a:r>
              <a:rPr lang="en-US" sz="1400" dirty="0">
                <a:solidFill>
                  <a:schemeClr val="tx2"/>
                </a:solidFill>
                <a:latin typeface="+mj-lt"/>
                <a:hlinkClick r:id="rId3">
                  <a:extLst>
                    <a:ext uri="{A12FA001-AC4F-418D-AE19-62706E023703}">
                      <ahyp:hlinkClr xmlns:ahyp="http://schemas.microsoft.com/office/drawing/2018/hyperlinkcolor" val="tx"/>
                    </a:ext>
                  </a:extLst>
                </a:hlinkClick>
              </a:rPr>
              <a:t>https://fonts.google.com/specimen/Roboto</a:t>
            </a:r>
            <a:r>
              <a:rPr lang="en-US" sz="1400" dirty="0">
                <a:solidFill>
                  <a:schemeClr val="tx2"/>
                </a:solidFill>
                <a:latin typeface="+mj-lt"/>
              </a:rPr>
              <a:t> </a:t>
            </a:r>
          </a:p>
        </p:txBody>
      </p:sp>
      <p:cxnSp>
        <p:nvCxnSpPr>
          <p:cNvPr id="6" name="Straight Connector 5">
            <a:extLst>
              <a:ext uri="{FF2B5EF4-FFF2-40B4-BE49-F238E27FC236}">
                <a16:creationId xmlns:a16="http://schemas.microsoft.com/office/drawing/2014/main" id="{D23A5CFD-9710-40EC-A5FD-3DCBF50C2192}"/>
              </a:ext>
              <a:ext uri="{C183D7F6-B498-43B3-948B-1728B52AA6E4}">
                <adec:decorative xmlns:adec="http://schemas.microsoft.com/office/drawing/2017/decorative" val="1"/>
              </a:ext>
            </a:extLst>
          </p:cNvPr>
          <p:cNvCxnSpPr>
            <a:cxnSpLocks/>
          </p:cNvCxnSpPr>
          <p:nvPr/>
        </p:nvCxnSpPr>
        <p:spPr>
          <a:xfrm>
            <a:off x="1080516" y="4979498"/>
            <a:ext cx="10030968" cy="0"/>
          </a:xfrm>
          <a:prstGeom prst="line">
            <a:avLst/>
          </a:prstGeom>
          <a:ln w="12700" cap="sq">
            <a:solidFill>
              <a:schemeClr val="tx1"/>
            </a:solidFill>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Freeform: Shape 4">
            <a:extLst>
              <a:ext uri="{FF2B5EF4-FFF2-40B4-BE49-F238E27FC236}">
                <a16:creationId xmlns:a16="http://schemas.microsoft.com/office/drawing/2014/main" id="{E1F096A7-CB83-AA24-D37B-A029B2DAAA71}"/>
              </a:ext>
            </a:extLst>
          </p:cNvPr>
          <p:cNvSpPr/>
          <p:nvPr/>
        </p:nvSpPr>
        <p:spPr>
          <a:xfrm>
            <a:off x="7621898" y="3941585"/>
            <a:ext cx="2406588" cy="311181"/>
          </a:xfrm>
          <a:custGeom>
            <a:avLst/>
            <a:gdLst/>
            <a:ahLst/>
            <a:cxnLst/>
            <a:rect l="l" t="t" r="r" b="b"/>
            <a:pathLst>
              <a:path w="2406588" h="311181">
                <a:moveTo>
                  <a:pt x="1872969" y="208787"/>
                </a:moveTo>
                <a:cubicBezTo>
                  <a:pt x="1844037" y="208787"/>
                  <a:pt x="1828638" y="218787"/>
                  <a:pt x="1826772" y="238785"/>
                </a:cubicBezTo>
                <a:lnTo>
                  <a:pt x="1826572" y="242185"/>
                </a:lnTo>
                <a:cubicBezTo>
                  <a:pt x="1826572" y="249385"/>
                  <a:pt x="1829105" y="255318"/>
                  <a:pt x="1834171" y="259984"/>
                </a:cubicBezTo>
                <a:cubicBezTo>
                  <a:pt x="1839238" y="264651"/>
                  <a:pt x="1846170" y="266984"/>
                  <a:pt x="1854970" y="266984"/>
                </a:cubicBezTo>
                <a:cubicBezTo>
                  <a:pt x="1863503" y="266984"/>
                  <a:pt x="1871369" y="265084"/>
                  <a:pt x="1878568" y="261284"/>
                </a:cubicBezTo>
                <a:cubicBezTo>
                  <a:pt x="1885768" y="257484"/>
                  <a:pt x="1891101" y="252385"/>
                  <a:pt x="1894568" y="245985"/>
                </a:cubicBezTo>
                <a:lnTo>
                  <a:pt x="1894568" y="208787"/>
                </a:lnTo>
                <a:close/>
                <a:moveTo>
                  <a:pt x="1479221" y="180389"/>
                </a:moveTo>
                <a:lnTo>
                  <a:pt x="1479221" y="258984"/>
                </a:lnTo>
                <a:lnTo>
                  <a:pt x="1530618" y="258984"/>
                </a:lnTo>
                <a:cubicBezTo>
                  <a:pt x="1544750" y="258984"/>
                  <a:pt x="1555783" y="255618"/>
                  <a:pt x="1563716" y="248885"/>
                </a:cubicBezTo>
                <a:cubicBezTo>
                  <a:pt x="1571648" y="242152"/>
                  <a:pt x="1575615" y="232852"/>
                  <a:pt x="1575615" y="220986"/>
                </a:cubicBezTo>
                <a:cubicBezTo>
                  <a:pt x="1575615" y="194321"/>
                  <a:pt x="1561816" y="180789"/>
                  <a:pt x="1534217" y="180389"/>
                </a:cubicBezTo>
                <a:close/>
                <a:moveTo>
                  <a:pt x="577769" y="133792"/>
                </a:moveTo>
                <a:cubicBezTo>
                  <a:pt x="559370" y="133792"/>
                  <a:pt x="546704" y="141325"/>
                  <a:pt x="539771" y="156390"/>
                </a:cubicBezTo>
                <a:lnTo>
                  <a:pt x="539771" y="241785"/>
                </a:lnTo>
                <a:cubicBezTo>
                  <a:pt x="546838" y="256984"/>
                  <a:pt x="559637" y="264584"/>
                  <a:pt x="578169" y="264584"/>
                </a:cubicBezTo>
                <a:cubicBezTo>
                  <a:pt x="596835" y="264584"/>
                  <a:pt x="609100" y="255384"/>
                  <a:pt x="614967" y="236986"/>
                </a:cubicBezTo>
                <a:cubicBezTo>
                  <a:pt x="617767" y="228186"/>
                  <a:pt x="619166" y="214787"/>
                  <a:pt x="619166" y="196788"/>
                </a:cubicBezTo>
                <a:cubicBezTo>
                  <a:pt x="619166" y="174923"/>
                  <a:pt x="615700" y="158957"/>
                  <a:pt x="608767" y="148891"/>
                </a:cubicBezTo>
                <a:cubicBezTo>
                  <a:pt x="601834" y="138825"/>
                  <a:pt x="591502" y="133792"/>
                  <a:pt x="577769" y="133792"/>
                </a:cubicBezTo>
                <a:close/>
                <a:moveTo>
                  <a:pt x="1175244" y="133392"/>
                </a:moveTo>
                <a:cubicBezTo>
                  <a:pt x="1161112" y="133392"/>
                  <a:pt x="1150179" y="138900"/>
                  <a:pt x="1142446" y="149916"/>
                </a:cubicBezTo>
                <a:cubicBezTo>
                  <a:pt x="1134713" y="160932"/>
                  <a:pt x="1130847" y="177990"/>
                  <a:pt x="1130847" y="201091"/>
                </a:cubicBezTo>
                <a:cubicBezTo>
                  <a:pt x="1130847" y="221654"/>
                  <a:pt x="1134713" y="237377"/>
                  <a:pt x="1142446" y="248260"/>
                </a:cubicBezTo>
                <a:cubicBezTo>
                  <a:pt x="1150179" y="259143"/>
                  <a:pt x="1161245" y="264584"/>
                  <a:pt x="1175644" y="264584"/>
                </a:cubicBezTo>
                <a:cubicBezTo>
                  <a:pt x="1189643" y="264584"/>
                  <a:pt x="1200576" y="259209"/>
                  <a:pt x="1208442" y="248460"/>
                </a:cubicBezTo>
                <a:cubicBezTo>
                  <a:pt x="1216308" y="237710"/>
                  <a:pt x="1220241" y="220519"/>
                  <a:pt x="1220241" y="196885"/>
                </a:cubicBezTo>
                <a:cubicBezTo>
                  <a:pt x="1220241" y="176721"/>
                  <a:pt x="1216308" y="161098"/>
                  <a:pt x="1208442" y="150016"/>
                </a:cubicBezTo>
                <a:cubicBezTo>
                  <a:pt x="1200576" y="138933"/>
                  <a:pt x="1189510" y="133392"/>
                  <a:pt x="1175244" y="133392"/>
                </a:cubicBezTo>
                <a:close/>
                <a:moveTo>
                  <a:pt x="803769" y="133392"/>
                </a:moveTo>
                <a:cubicBezTo>
                  <a:pt x="789637" y="133392"/>
                  <a:pt x="778704" y="138900"/>
                  <a:pt x="770971" y="149916"/>
                </a:cubicBezTo>
                <a:cubicBezTo>
                  <a:pt x="763238" y="160932"/>
                  <a:pt x="759372" y="177990"/>
                  <a:pt x="759372" y="201091"/>
                </a:cubicBezTo>
                <a:cubicBezTo>
                  <a:pt x="759372" y="221654"/>
                  <a:pt x="763238" y="237377"/>
                  <a:pt x="770971" y="248260"/>
                </a:cubicBezTo>
                <a:cubicBezTo>
                  <a:pt x="778704" y="259143"/>
                  <a:pt x="789770" y="264584"/>
                  <a:pt x="804169" y="264584"/>
                </a:cubicBezTo>
                <a:cubicBezTo>
                  <a:pt x="818168" y="264584"/>
                  <a:pt x="829101" y="259209"/>
                  <a:pt x="836967" y="248460"/>
                </a:cubicBezTo>
                <a:cubicBezTo>
                  <a:pt x="844833" y="237710"/>
                  <a:pt x="848766" y="220519"/>
                  <a:pt x="848766" y="196885"/>
                </a:cubicBezTo>
                <a:cubicBezTo>
                  <a:pt x="848766" y="176721"/>
                  <a:pt x="844833" y="161098"/>
                  <a:pt x="836967" y="150016"/>
                </a:cubicBezTo>
                <a:cubicBezTo>
                  <a:pt x="829101" y="138933"/>
                  <a:pt x="818035" y="133392"/>
                  <a:pt x="803769" y="133392"/>
                </a:cubicBezTo>
                <a:close/>
                <a:moveTo>
                  <a:pt x="346569" y="133392"/>
                </a:moveTo>
                <a:cubicBezTo>
                  <a:pt x="332437" y="133392"/>
                  <a:pt x="321504" y="138900"/>
                  <a:pt x="313771" y="149916"/>
                </a:cubicBezTo>
                <a:cubicBezTo>
                  <a:pt x="306038" y="160932"/>
                  <a:pt x="302172" y="177990"/>
                  <a:pt x="302172" y="201091"/>
                </a:cubicBezTo>
                <a:cubicBezTo>
                  <a:pt x="302172" y="221654"/>
                  <a:pt x="306038" y="237377"/>
                  <a:pt x="313771" y="248260"/>
                </a:cubicBezTo>
                <a:cubicBezTo>
                  <a:pt x="321504" y="259143"/>
                  <a:pt x="332570" y="264584"/>
                  <a:pt x="346969" y="264584"/>
                </a:cubicBezTo>
                <a:cubicBezTo>
                  <a:pt x="360968" y="264584"/>
                  <a:pt x="371901" y="259209"/>
                  <a:pt x="379767" y="248460"/>
                </a:cubicBezTo>
                <a:cubicBezTo>
                  <a:pt x="387633" y="237710"/>
                  <a:pt x="391566" y="220519"/>
                  <a:pt x="391566" y="196885"/>
                </a:cubicBezTo>
                <a:cubicBezTo>
                  <a:pt x="391566" y="176721"/>
                  <a:pt x="387633" y="161098"/>
                  <a:pt x="379767" y="150016"/>
                </a:cubicBezTo>
                <a:cubicBezTo>
                  <a:pt x="371901" y="138933"/>
                  <a:pt x="360835" y="133392"/>
                  <a:pt x="346569" y="133392"/>
                </a:cubicBezTo>
                <a:close/>
                <a:moveTo>
                  <a:pt x="2087044" y="86795"/>
                </a:moveTo>
                <a:cubicBezTo>
                  <a:pt x="2114109" y="86795"/>
                  <a:pt x="2135808" y="94494"/>
                  <a:pt x="2152140" y="109893"/>
                </a:cubicBezTo>
                <a:cubicBezTo>
                  <a:pt x="2168472" y="125292"/>
                  <a:pt x="2176772" y="145791"/>
                  <a:pt x="2177038" y="171390"/>
                </a:cubicBezTo>
                <a:lnTo>
                  <a:pt x="2122842" y="171390"/>
                </a:lnTo>
                <a:cubicBezTo>
                  <a:pt x="2122576" y="160132"/>
                  <a:pt x="2119109" y="150985"/>
                  <a:pt x="2112442" y="143947"/>
                </a:cubicBezTo>
                <a:cubicBezTo>
                  <a:pt x="2105776" y="136910"/>
                  <a:pt x="2096977" y="133392"/>
                  <a:pt x="2086044" y="133392"/>
                </a:cubicBezTo>
                <a:cubicBezTo>
                  <a:pt x="2072578" y="133392"/>
                  <a:pt x="2062412" y="138299"/>
                  <a:pt x="2055546" y="148113"/>
                </a:cubicBezTo>
                <a:cubicBezTo>
                  <a:pt x="2048680" y="157927"/>
                  <a:pt x="2045247" y="173850"/>
                  <a:pt x="2045247" y="195882"/>
                </a:cubicBezTo>
                <a:lnTo>
                  <a:pt x="2045247" y="201891"/>
                </a:lnTo>
                <a:cubicBezTo>
                  <a:pt x="2045247" y="224191"/>
                  <a:pt x="2048646" y="240216"/>
                  <a:pt x="2055446" y="249963"/>
                </a:cubicBezTo>
                <a:cubicBezTo>
                  <a:pt x="2062246" y="259710"/>
                  <a:pt x="2072578" y="264584"/>
                  <a:pt x="2086444" y="264584"/>
                </a:cubicBezTo>
                <a:cubicBezTo>
                  <a:pt x="2097110" y="264584"/>
                  <a:pt x="2105776" y="261651"/>
                  <a:pt x="2112442" y="255784"/>
                </a:cubicBezTo>
                <a:cubicBezTo>
                  <a:pt x="2119109" y="249918"/>
                  <a:pt x="2122576" y="242119"/>
                  <a:pt x="2122842" y="232386"/>
                </a:cubicBezTo>
                <a:lnTo>
                  <a:pt x="2177038" y="232386"/>
                </a:lnTo>
                <a:cubicBezTo>
                  <a:pt x="2176905" y="247052"/>
                  <a:pt x="2172906" y="260484"/>
                  <a:pt x="2165039" y="272683"/>
                </a:cubicBezTo>
                <a:cubicBezTo>
                  <a:pt x="2157173" y="284883"/>
                  <a:pt x="2146407" y="294349"/>
                  <a:pt x="2132741" y="301082"/>
                </a:cubicBezTo>
                <a:cubicBezTo>
                  <a:pt x="2119076" y="307815"/>
                  <a:pt x="2103976" y="311181"/>
                  <a:pt x="2087444" y="311181"/>
                </a:cubicBezTo>
                <a:cubicBezTo>
                  <a:pt x="2056513" y="311181"/>
                  <a:pt x="2032114" y="301348"/>
                  <a:pt x="2014248" y="281683"/>
                </a:cubicBezTo>
                <a:cubicBezTo>
                  <a:pt x="1996383" y="262017"/>
                  <a:pt x="1987450" y="234852"/>
                  <a:pt x="1987450" y="200188"/>
                </a:cubicBezTo>
                <a:lnTo>
                  <a:pt x="1987450" y="196388"/>
                </a:lnTo>
                <a:cubicBezTo>
                  <a:pt x="1987450" y="163057"/>
                  <a:pt x="1996316" y="136458"/>
                  <a:pt x="2014049" y="116593"/>
                </a:cubicBezTo>
                <a:cubicBezTo>
                  <a:pt x="2031781" y="96727"/>
                  <a:pt x="2056113" y="86795"/>
                  <a:pt x="2087044" y="86795"/>
                </a:cubicBezTo>
                <a:close/>
                <a:moveTo>
                  <a:pt x="1865569" y="86795"/>
                </a:moveTo>
                <a:cubicBezTo>
                  <a:pt x="1892234" y="86795"/>
                  <a:pt x="1913400" y="93494"/>
                  <a:pt x="1929065" y="106893"/>
                </a:cubicBezTo>
                <a:cubicBezTo>
                  <a:pt x="1944731" y="120293"/>
                  <a:pt x="1952564" y="139125"/>
                  <a:pt x="1952564" y="163390"/>
                </a:cubicBezTo>
                <a:lnTo>
                  <a:pt x="1952564" y="257184"/>
                </a:lnTo>
                <a:cubicBezTo>
                  <a:pt x="1952697" y="277716"/>
                  <a:pt x="1955564" y="293249"/>
                  <a:pt x="1961163" y="303781"/>
                </a:cubicBezTo>
                <a:lnTo>
                  <a:pt x="1961163" y="307181"/>
                </a:lnTo>
                <a:lnTo>
                  <a:pt x="1902767" y="307181"/>
                </a:lnTo>
                <a:cubicBezTo>
                  <a:pt x="1900101" y="301982"/>
                  <a:pt x="1898167" y="295515"/>
                  <a:pt x="1896967" y="287782"/>
                </a:cubicBezTo>
                <a:cubicBezTo>
                  <a:pt x="1882968" y="303381"/>
                  <a:pt x="1864769" y="311181"/>
                  <a:pt x="1842371" y="311181"/>
                </a:cubicBezTo>
                <a:cubicBezTo>
                  <a:pt x="1821172" y="311181"/>
                  <a:pt x="1803606" y="305048"/>
                  <a:pt x="1789674" y="292782"/>
                </a:cubicBezTo>
                <a:cubicBezTo>
                  <a:pt x="1775742" y="280516"/>
                  <a:pt x="1768775" y="265050"/>
                  <a:pt x="1768775" y="246385"/>
                </a:cubicBezTo>
                <a:cubicBezTo>
                  <a:pt x="1768775" y="223453"/>
                  <a:pt x="1777275" y="205854"/>
                  <a:pt x="1794274" y="193588"/>
                </a:cubicBezTo>
                <a:cubicBezTo>
                  <a:pt x="1811273" y="181322"/>
                  <a:pt x="1835838" y="175123"/>
                  <a:pt x="1867969" y="174989"/>
                </a:cubicBezTo>
                <a:lnTo>
                  <a:pt x="1894568" y="174989"/>
                </a:lnTo>
                <a:lnTo>
                  <a:pt x="1894568" y="162590"/>
                </a:lnTo>
                <a:cubicBezTo>
                  <a:pt x="1894568" y="152591"/>
                  <a:pt x="1892001" y="144591"/>
                  <a:pt x="1886868" y="138592"/>
                </a:cubicBezTo>
                <a:cubicBezTo>
                  <a:pt x="1881735" y="132592"/>
                  <a:pt x="1873636" y="129592"/>
                  <a:pt x="1862570" y="129592"/>
                </a:cubicBezTo>
                <a:cubicBezTo>
                  <a:pt x="1852837" y="129592"/>
                  <a:pt x="1845204" y="131925"/>
                  <a:pt x="1839671" y="136592"/>
                </a:cubicBezTo>
                <a:cubicBezTo>
                  <a:pt x="1834138" y="141258"/>
                  <a:pt x="1831371" y="147658"/>
                  <a:pt x="1831371" y="155790"/>
                </a:cubicBezTo>
                <a:lnTo>
                  <a:pt x="1773575" y="155790"/>
                </a:lnTo>
                <a:cubicBezTo>
                  <a:pt x="1773575" y="143258"/>
                  <a:pt x="1777441" y="131659"/>
                  <a:pt x="1785174" y="120993"/>
                </a:cubicBezTo>
                <a:cubicBezTo>
                  <a:pt x="1792907" y="110327"/>
                  <a:pt x="1803840" y="101960"/>
                  <a:pt x="1817972" y="95894"/>
                </a:cubicBezTo>
                <a:cubicBezTo>
                  <a:pt x="1832105" y="89828"/>
                  <a:pt x="1847970" y="86795"/>
                  <a:pt x="1865569" y="86795"/>
                </a:cubicBezTo>
                <a:close/>
                <a:moveTo>
                  <a:pt x="1175244" y="86795"/>
                </a:moveTo>
                <a:cubicBezTo>
                  <a:pt x="1204442" y="86795"/>
                  <a:pt x="1228274" y="95727"/>
                  <a:pt x="1246740" y="113593"/>
                </a:cubicBezTo>
                <a:cubicBezTo>
                  <a:pt x="1265205" y="131459"/>
                  <a:pt x="1275504" y="155724"/>
                  <a:pt x="1277638" y="186389"/>
                </a:cubicBezTo>
                <a:lnTo>
                  <a:pt x="1278038" y="201188"/>
                </a:lnTo>
                <a:cubicBezTo>
                  <a:pt x="1278038" y="234386"/>
                  <a:pt x="1268772" y="261017"/>
                  <a:pt x="1250239" y="281083"/>
                </a:cubicBezTo>
                <a:cubicBezTo>
                  <a:pt x="1231707" y="301148"/>
                  <a:pt x="1206842" y="311181"/>
                  <a:pt x="1175644" y="311181"/>
                </a:cubicBezTo>
                <a:cubicBezTo>
                  <a:pt x="1144446" y="311181"/>
                  <a:pt x="1119547" y="301182"/>
                  <a:pt x="1100948" y="281183"/>
                </a:cubicBezTo>
                <a:cubicBezTo>
                  <a:pt x="1082350" y="261184"/>
                  <a:pt x="1073050" y="233986"/>
                  <a:pt x="1073050" y="199588"/>
                </a:cubicBezTo>
                <a:lnTo>
                  <a:pt x="1073050" y="196988"/>
                </a:lnTo>
                <a:cubicBezTo>
                  <a:pt x="1073050" y="175523"/>
                  <a:pt x="1077183" y="156390"/>
                  <a:pt x="1085450" y="139591"/>
                </a:cubicBezTo>
                <a:cubicBezTo>
                  <a:pt x="1093716" y="122792"/>
                  <a:pt x="1105615" y="109793"/>
                  <a:pt x="1121147" y="100594"/>
                </a:cubicBezTo>
                <a:cubicBezTo>
                  <a:pt x="1136680" y="91394"/>
                  <a:pt x="1154712" y="86795"/>
                  <a:pt x="1175244" y="86795"/>
                </a:cubicBezTo>
                <a:close/>
                <a:moveTo>
                  <a:pt x="803769" y="86795"/>
                </a:moveTo>
                <a:cubicBezTo>
                  <a:pt x="832967" y="86795"/>
                  <a:pt x="856799" y="95727"/>
                  <a:pt x="875265" y="113593"/>
                </a:cubicBezTo>
                <a:cubicBezTo>
                  <a:pt x="893730" y="131459"/>
                  <a:pt x="904030" y="155724"/>
                  <a:pt x="906163" y="186389"/>
                </a:cubicBezTo>
                <a:lnTo>
                  <a:pt x="906563" y="201188"/>
                </a:lnTo>
                <a:cubicBezTo>
                  <a:pt x="906563" y="234386"/>
                  <a:pt x="897297" y="261017"/>
                  <a:pt x="878764" y="281083"/>
                </a:cubicBezTo>
                <a:cubicBezTo>
                  <a:pt x="860232" y="301148"/>
                  <a:pt x="835367" y="311181"/>
                  <a:pt x="804169" y="311181"/>
                </a:cubicBezTo>
                <a:cubicBezTo>
                  <a:pt x="772971" y="311181"/>
                  <a:pt x="748073" y="301182"/>
                  <a:pt x="729474" y="281183"/>
                </a:cubicBezTo>
                <a:cubicBezTo>
                  <a:pt x="710875" y="261184"/>
                  <a:pt x="701575" y="233986"/>
                  <a:pt x="701575" y="199588"/>
                </a:cubicBezTo>
                <a:lnTo>
                  <a:pt x="701575" y="196988"/>
                </a:lnTo>
                <a:cubicBezTo>
                  <a:pt x="701575" y="175523"/>
                  <a:pt x="705709" y="156390"/>
                  <a:pt x="713975" y="139591"/>
                </a:cubicBezTo>
                <a:cubicBezTo>
                  <a:pt x="722241" y="122792"/>
                  <a:pt x="734140" y="109793"/>
                  <a:pt x="749672" y="100594"/>
                </a:cubicBezTo>
                <a:cubicBezTo>
                  <a:pt x="765205" y="91394"/>
                  <a:pt x="783237" y="86795"/>
                  <a:pt x="803769" y="86795"/>
                </a:cubicBezTo>
                <a:close/>
                <a:moveTo>
                  <a:pt x="346569" y="86795"/>
                </a:moveTo>
                <a:cubicBezTo>
                  <a:pt x="375767" y="86795"/>
                  <a:pt x="399599" y="95727"/>
                  <a:pt x="418065" y="113593"/>
                </a:cubicBezTo>
                <a:cubicBezTo>
                  <a:pt x="436530" y="131459"/>
                  <a:pt x="446830" y="155724"/>
                  <a:pt x="448963" y="186389"/>
                </a:cubicBezTo>
                <a:lnTo>
                  <a:pt x="449363" y="201188"/>
                </a:lnTo>
                <a:cubicBezTo>
                  <a:pt x="449363" y="234386"/>
                  <a:pt x="440097" y="261017"/>
                  <a:pt x="421565" y="281083"/>
                </a:cubicBezTo>
                <a:cubicBezTo>
                  <a:pt x="403032" y="301148"/>
                  <a:pt x="378167" y="311181"/>
                  <a:pt x="346969" y="311181"/>
                </a:cubicBezTo>
                <a:cubicBezTo>
                  <a:pt x="315771" y="311181"/>
                  <a:pt x="290873" y="301182"/>
                  <a:pt x="272274" y="281183"/>
                </a:cubicBezTo>
                <a:cubicBezTo>
                  <a:pt x="253675" y="261184"/>
                  <a:pt x="244375" y="233986"/>
                  <a:pt x="244375" y="199588"/>
                </a:cubicBezTo>
                <a:lnTo>
                  <a:pt x="244375" y="196988"/>
                </a:lnTo>
                <a:cubicBezTo>
                  <a:pt x="244375" y="175523"/>
                  <a:pt x="248509" y="156390"/>
                  <a:pt x="256775" y="139591"/>
                </a:cubicBezTo>
                <a:cubicBezTo>
                  <a:pt x="265041" y="122792"/>
                  <a:pt x="276940" y="109793"/>
                  <a:pt x="292472" y="100594"/>
                </a:cubicBezTo>
                <a:cubicBezTo>
                  <a:pt x="308005" y="91394"/>
                  <a:pt x="326037" y="86795"/>
                  <a:pt x="346569" y="86795"/>
                </a:cubicBezTo>
                <a:close/>
                <a:moveTo>
                  <a:pt x="1479221" y="64596"/>
                </a:moveTo>
                <a:lnTo>
                  <a:pt x="1479221" y="137992"/>
                </a:lnTo>
                <a:lnTo>
                  <a:pt x="1523618" y="137992"/>
                </a:lnTo>
                <a:cubicBezTo>
                  <a:pt x="1553883" y="137458"/>
                  <a:pt x="1569015" y="125392"/>
                  <a:pt x="1569015" y="101794"/>
                </a:cubicBezTo>
                <a:cubicBezTo>
                  <a:pt x="1569015" y="88595"/>
                  <a:pt x="1565182" y="79095"/>
                  <a:pt x="1557516" y="73296"/>
                </a:cubicBezTo>
                <a:cubicBezTo>
                  <a:pt x="1549850" y="67496"/>
                  <a:pt x="1537751" y="64596"/>
                  <a:pt x="1521218" y="64596"/>
                </a:cubicBezTo>
                <a:close/>
                <a:moveTo>
                  <a:pt x="59996" y="64596"/>
                </a:moveTo>
                <a:lnTo>
                  <a:pt x="59996" y="151991"/>
                </a:lnTo>
                <a:lnTo>
                  <a:pt x="108393" y="151991"/>
                </a:lnTo>
                <a:cubicBezTo>
                  <a:pt x="123459" y="151991"/>
                  <a:pt x="135125" y="148158"/>
                  <a:pt x="143391" y="140491"/>
                </a:cubicBezTo>
                <a:cubicBezTo>
                  <a:pt x="151657" y="132825"/>
                  <a:pt x="155790" y="122259"/>
                  <a:pt x="155790" y="108793"/>
                </a:cubicBezTo>
                <a:cubicBezTo>
                  <a:pt x="155790" y="95061"/>
                  <a:pt x="151890" y="84262"/>
                  <a:pt x="144091" y="76395"/>
                </a:cubicBezTo>
                <a:cubicBezTo>
                  <a:pt x="136291" y="68529"/>
                  <a:pt x="124325" y="64596"/>
                  <a:pt x="108193" y="64596"/>
                </a:cubicBezTo>
                <a:close/>
                <a:moveTo>
                  <a:pt x="950574" y="37598"/>
                </a:moveTo>
                <a:lnTo>
                  <a:pt x="1008370" y="37598"/>
                </a:lnTo>
                <a:lnTo>
                  <a:pt x="1008370" y="90794"/>
                </a:lnTo>
                <a:lnTo>
                  <a:pt x="1045368" y="90794"/>
                </a:lnTo>
                <a:lnTo>
                  <a:pt x="1045368" y="133192"/>
                </a:lnTo>
                <a:lnTo>
                  <a:pt x="1008370" y="133192"/>
                </a:lnTo>
                <a:lnTo>
                  <a:pt x="1008370" y="241185"/>
                </a:lnTo>
                <a:cubicBezTo>
                  <a:pt x="1008370" y="249185"/>
                  <a:pt x="1009904" y="254918"/>
                  <a:pt x="1012970" y="258384"/>
                </a:cubicBezTo>
                <a:cubicBezTo>
                  <a:pt x="1016037" y="261851"/>
                  <a:pt x="1021903" y="263584"/>
                  <a:pt x="1030569" y="263584"/>
                </a:cubicBezTo>
                <a:cubicBezTo>
                  <a:pt x="1036969" y="263584"/>
                  <a:pt x="1042635" y="263117"/>
                  <a:pt x="1047568" y="262184"/>
                </a:cubicBezTo>
                <a:lnTo>
                  <a:pt x="1047568" y="305981"/>
                </a:lnTo>
                <a:cubicBezTo>
                  <a:pt x="1036235" y="309448"/>
                  <a:pt x="1024569" y="311181"/>
                  <a:pt x="1012570" y="311181"/>
                </a:cubicBezTo>
                <a:cubicBezTo>
                  <a:pt x="972039" y="311181"/>
                  <a:pt x="951374" y="290716"/>
                  <a:pt x="950574" y="249785"/>
                </a:cubicBezTo>
                <a:lnTo>
                  <a:pt x="950574" y="133192"/>
                </a:lnTo>
                <a:lnTo>
                  <a:pt x="918976" y="133192"/>
                </a:lnTo>
                <a:lnTo>
                  <a:pt x="918976" y="90794"/>
                </a:lnTo>
                <a:lnTo>
                  <a:pt x="950574" y="90794"/>
                </a:lnTo>
                <a:close/>
                <a:moveTo>
                  <a:pt x="1419224" y="15999"/>
                </a:moveTo>
                <a:lnTo>
                  <a:pt x="1521218" y="15999"/>
                </a:lnTo>
                <a:cubicBezTo>
                  <a:pt x="1556550" y="15999"/>
                  <a:pt x="1583348" y="22765"/>
                  <a:pt x="1601613" y="36298"/>
                </a:cubicBezTo>
                <a:cubicBezTo>
                  <a:pt x="1619879" y="49830"/>
                  <a:pt x="1629012" y="69662"/>
                  <a:pt x="1629012" y="95794"/>
                </a:cubicBezTo>
                <a:cubicBezTo>
                  <a:pt x="1629012" y="110060"/>
                  <a:pt x="1625345" y="122626"/>
                  <a:pt x="1618012" y="133492"/>
                </a:cubicBezTo>
                <a:cubicBezTo>
                  <a:pt x="1610680" y="144358"/>
                  <a:pt x="1600480" y="152324"/>
                  <a:pt x="1587414" y="157390"/>
                </a:cubicBezTo>
                <a:cubicBezTo>
                  <a:pt x="1602346" y="161123"/>
                  <a:pt x="1614112" y="168656"/>
                  <a:pt x="1622712" y="179989"/>
                </a:cubicBezTo>
                <a:cubicBezTo>
                  <a:pt x="1631312" y="191322"/>
                  <a:pt x="1635611" y="205187"/>
                  <a:pt x="1635611" y="221586"/>
                </a:cubicBezTo>
                <a:cubicBezTo>
                  <a:pt x="1635611" y="249585"/>
                  <a:pt x="1626678" y="270783"/>
                  <a:pt x="1608813" y="285183"/>
                </a:cubicBezTo>
                <a:cubicBezTo>
                  <a:pt x="1590947" y="299582"/>
                  <a:pt x="1565482" y="306915"/>
                  <a:pt x="1532418" y="307181"/>
                </a:cubicBezTo>
                <a:lnTo>
                  <a:pt x="1419224" y="307181"/>
                </a:lnTo>
                <a:close/>
                <a:moveTo>
                  <a:pt x="0" y="15999"/>
                </a:moveTo>
                <a:lnTo>
                  <a:pt x="108193" y="15999"/>
                </a:lnTo>
                <a:cubicBezTo>
                  <a:pt x="142591" y="15999"/>
                  <a:pt x="169123" y="23665"/>
                  <a:pt x="187788" y="38998"/>
                </a:cubicBezTo>
                <a:cubicBezTo>
                  <a:pt x="206454" y="54330"/>
                  <a:pt x="215787" y="75995"/>
                  <a:pt x="215787" y="103994"/>
                </a:cubicBezTo>
                <a:cubicBezTo>
                  <a:pt x="215787" y="123859"/>
                  <a:pt x="211487" y="140425"/>
                  <a:pt x="202887" y="153691"/>
                </a:cubicBezTo>
                <a:cubicBezTo>
                  <a:pt x="194288" y="166956"/>
                  <a:pt x="181255" y="177522"/>
                  <a:pt x="163790" y="185389"/>
                </a:cubicBezTo>
                <a:lnTo>
                  <a:pt x="226786" y="304381"/>
                </a:lnTo>
                <a:lnTo>
                  <a:pt x="226786" y="307181"/>
                </a:lnTo>
                <a:lnTo>
                  <a:pt x="162390" y="307181"/>
                </a:lnTo>
                <a:lnTo>
                  <a:pt x="107793" y="200588"/>
                </a:lnTo>
                <a:lnTo>
                  <a:pt x="59996" y="200588"/>
                </a:lnTo>
                <a:lnTo>
                  <a:pt x="59996" y="307181"/>
                </a:lnTo>
                <a:lnTo>
                  <a:pt x="0" y="307181"/>
                </a:lnTo>
                <a:close/>
                <a:moveTo>
                  <a:pt x="2206000" y="0"/>
                </a:moveTo>
                <a:lnTo>
                  <a:pt x="2263796" y="0"/>
                </a:lnTo>
                <a:lnTo>
                  <a:pt x="2263796" y="170190"/>
                </a:lnTo>
                <a:lnTo>
                  <a:pt x="2274996" y="155790"/>
                </a:lnTo>
                <a:lnTo>
                  <a:pt x="2330392" y="90794"/>
                </a:lnTo>
                <a:lnTo>
                  <a:pt x="2399788" y="90794"/>
                </a:lnTo>
                <a:lnTo>
                  <a:pt x="2321592" y="180989"/>
                </a:lnTo>
                <a:lnTo>
                  <a:pt x="2406588" y="307181"/>
                </a:lnTo>
                <a:lnTo>
                  <a:pt x="2340192" y="307181"/>
                </a:lnTo>
                <a:lnTo>
                  <a:pt x="2284595" y="220387"/>
                </a:lnTo>
                <a:lnTo>
                  <a:pt x="2263796" y="241185"/>
                </a:lnTo>
                <a:lnTo>
                  <a:pt x="2263796" y="307181"/>
                </a:lnTo>
                <a:lnTo>
                  <a:pt x="2206000" y="307181"/>
                </a:lnTo>
                <a:close/>
                <a:moveTo>
                  <a:pt x="1675600" y="0"/>
                </a:moveTo>
                <a:lnTo>
                  <a:pt x="1733596" y="0"/>
                </a:lnTo>
                <a:lnTo>
                  <a:pt x="1733596" y="307181"/>
                </a:lnTo>
                <a:lnTo>
                  <a:pt x="1675600" y="307181"/>
                </a:lnTo>
                <a:close/>
                <a:moveTo>
                  <a:pt x="481975" y="0"/>
                </a:moveTo>
                <a:lnTo>
                  <a:pt x="539771" y="0"/>
                </a:lnTo>
                <a:lnTo>
                  <a:pt x="539771" y="110193"/>
                </a:lnTo>
                <a:cubicBezTo>
                  <a:pt x="553104" y="94594"/>
                  <a:pt x="570636" y="86795"/>
                  <a:pt x="592368" y="86795"/>
                </a:cubicBezTo>
                <a:cubicBezTo>
                  <a:pt x="618767" y="86795"/>
                  <a:pt x="639465" y="96494"/>
                  <a:pt x="654464" y="115893"/>
                </a:cubicBezTo>
                <a:cubicBezTo>
                  <a:pt x="669463" y="135292"/>
                  <a:pt x="676963" y="162590"/>
                  <a:pt x="676963" y="197788"/>
                </a:cubicBezTo>
                <a:lnTo>
                  <a:pt x="676963" y="200988"/>
                </a:lnTo>
                <a:cubicBezTo>
                  <a:pt x="676963" y="235652"/>
                  <a:pt x="669563" y="262684"/>
                  <a:pt x="654764" y="282083"/>
                </a:cubicBezTo>
                <a:cubicBezTo>
                  <a:pt x="639965" y="301482"/>
                  <a:pt x="619300" y="311181"/>
                  <a:pt x="592768" y="311181"/>
                </a:cubicBezTo>
                <a:cubicBezTo>
                  <a:pt x="569303" y="311181"/>
                  <a:pt x="550571" y="302182"/>
                  <a:pt x="536572" y="284183"/>
                </a:cubicBezTo>
                <a:lnTo>
                  <a:pt x="533972" y="307181"/>
                </a:lnTo>
                <a:lnTo>
                  <a:pt x="481975" y="307181"/>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tIns="91440" bIns="91440" rtlCol="0" anchor="ctr">
            <a:noAutofit/>
          </a:bodyPr>
          <a:lstStyle/>
          <a:p>
            <a:pPr marL="0" algn="ctr">
              <a:spcAft>
                <a:spcPts val="900"/>
              </a:spcAft>
              <a:buFont typeface="Arial" panose="020B0604020202020204" pitchFamily="34" charset="0"/>
              <a:buChar char="​"/>
            </a:pPr>
            <a:endParaRPr lang="en-US" sz="1400" b="1" dirty="0">
              <a:solidFill>
                <a:schemeClr val="tx1"/>
              </a:solidFill>
            </a:endParaRPr>
          </a:p>
        </p:txBody>
      </p:sp>
    </p:spTree>
    <p:extLst>
      <p:ext uri="{BB962C8B-B14F-4D97-AF65-F5344CB8AC3E}">
        <p14:creationId xmlns:p14="http://schemas.microsoft.com/office/powerpoint/2010/main" val="160732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8">
            <a:extLst>
              <a:ext uri="{FF2B5EF4-FFF2-40B4-BE49-F238E27FC236}">
                <a16:creationId xmlns:a16="http://schemas.microsoft.com/office/drawing/2014/main" id="{A3DAF12A-D4C2-D5E0-58D8-69279D1C18CD}"/>
              </a:ext>
            </a:extLst>
          </p:cNvPr>
          <p:cNvSpPr>
            <a:spLocks noGrp="1"/>
          </p:cNvSpPr>
          <p:nvPr>
            <p:ph type="subTitle" idx="1"/>
          </p:nvPr>
        </p:nvSpPr>
        <p:spPr/>
        <p:txBody>
          <a:bodyPr/>
          <a:lstStyle/>
          <a:p>
            <a:r>
              <a:rPr lang="en-US" dirty="0"/>
              <a:t>Introduction</a:t>
            </a:r>
          </a:p>
        </p:txBody>
      </p:sp>
      <p:sp>
        <p:nvSpPr>
          <p:cNvPr id="4" name="Title 3">
            <a:extLst>
              <a:ext uri="{FF2B5EF4-FFF2-40B4-BE49-F238E27FC236}">
                <a16:creationId xmlns:a16="http://schemas.microsoft.com/office/drawing/2014/main" id="{8CA64B44-4488-AADC-392E-7AD0DC2ED627}"/>
              </a:ext>
            </a:extLst>
          </p:cNvPr>
          <p:cNvSpPr>
            <a:spLocks noGrp="1"/>
          </p:cNvSpPr>
          <p:nvPr>
            <p:ph type="title"/>
          </p:nvPr>
        </p:nvSpPr>
        <p:spPr/>
        <p:txBody>
          <a:bodyPr/>
          <a:lstStyle/>
          <a:p>
            <a:r>
              <a:rPr lang="en-US" dirty="0"/>
              <a:t>Accessibility Statement</a:t>
            </a:r>
          </a:p>
        </p:txBody>
      </p:sp>
      <p:sp>
        <p:nvSpPr>
          <p:cNvPr id="6" name="TextBox 5">
            <a:extLst>
              <a:ext uri="{FF2B5EF4-FFF2-40B4-BE49-F238E27FC236}">
                <a16:creationId xmlns:a16="http://schemas.microsoft.com/office/drawing/2014/main" id="{9A94A914-238B-D9DF-6194-50C211DE58ED}"/>
              </a:ext>
            </a:extLst>
          </p:cNvPr>
          <p:cNvSpPr txBox="1"/>
          <p:nvPr/>
        </p:nvSpPr>
        <p:spPr>
          <a:xfrm>
            <a:off x="1078992" y="2103120"/>
            <a:ext cx="5328158" cy="3644075"/>
          </a:xfrm>
          <a:prstGeom prst="rect">
            <a:avLst/>
          </a:prstGeom>
        </p:spPr>
        <p:txBody>
          <a:bodyPr vert="horz" wrap="square" lIns="0" tIns="0" rIns="0" bIns="0" rtlCol="0">
            <a:spAutoFit/>
          </a:bodyPr>
          <a:lstStyle/>
          <a:p>
            <a:pPr algn="l">
              <a:lnSpc>
                <a:spcPct val="110000"/>
              </a:lnSpc>
              <a:spcBef>
                <a:spcPts val="600"/>
              </a:spcBef>
              <a:spcAft>
                <a:spcPts val="600"/>
              </a:spcAft>
            </a:pPr>
            <a:r>
              <a:rPr lang="en-US" sz="1200" dirty="0">
                <a:solidFill>
                  <a:schemeClr val="bg1"/>
                </a:solidFill>
              </a:rPr>
              <a:t>An added bonus of using this Duarte Slidedoc template is that we've set </a:t>
            </a:r>
            <a:br>
              <a:rPr lang="en-US" sz="1200" dirty="0">
                <a:solidFill>
                  <a:schemeClr val="bg1"/>
                </a:solidFill>
              </a:rPr>
            </a:br>
            <a:r>
              <a:rPr lang="en-US" sz="1200" dirty="0">
                <a:solidFill>
                  <a:schemeClr val="bg1"/>
                </a:solidFill>
              </a:rPr>
              <a:t>it up so you can design-for-accessibility. This includes things like a common PowerPoint</a:t>
            </a:r>
            <a:r>
              <a:rPr lang="en-US" sz="1200" baseline="30000" dirty="0">
                <a:solidFill>
                  <a:schemeClr val="bg1"/>
                </a:solidFill>
              </a:rPr>
              <a:t>®</a:t>
            </a:r>
            <a:r>
              <a:rPr lang="en-US" sz="1200" dirty="0">
                <a:solidFill>
                  <a:schemeClr val="bg1"/>
                </a:solidFill>
              </a:rPr>
              <a:t> reading order applied in the parent layouts, higher-contrast colors in the theme, as well as slide titles on every layout.  </a:t>
            </a:r>
          </a:p>
          <a:p>
            <a:pPr algn="l">
              <a:lnSpc>
                <a:spcPct val="110000"/>
              </a:lnSpc>
              <a:spcBef>
                <a:spcPts val="600"/>
              </a:spcBef>
              <a:spcAft>
                <a:spcPts val="600"/>
              </a:spcAft>
            </a:pPr>
            <a:r>
              <a:rPr lang="en-US" sz="1200" dirty="0">
                <a:solidFill>
                  <a:schemeClr val="bg1"/>
                </a:solidFill>
              </a:rPr>
              <a:t>The complimentary graphics included in this template have also been formatted to aid your design-for-accessibility. However, since we can't foresee exactly how you'll use the complimentary graphic examples, we've marked most graphics as "decorative," giving you the power to turn that marker off and add alternative text in a way that makes sense for your specific needs.  </a:t>
            </a:r>
          </a:p>
          <a:p>
            <a:pPr>
              <a:lnSpc>
                <a:spcPct val="110000"/>
              </a:lnSpc>
              <a:spcBef>
                <a:spcPts val="600"/>
              </a:spcBef>
              <a:spcAft>
                <a:spcPts val="600"/>
              </a:spcAft>
            </a:pPr>
            <a:r>
              <a:rPr lang="en-US" sz="1200" dirty="0">
                <a:solidFill>
                  <a:schemeClr val="bg1"/>
                </a:solidFill>
              </a:rPr>
              <a:t>To maintain the accessibility of each slide, review </a:t>
            </a:r>
            <a:r>
              <a:rPr lang="en-US" sz="1200" b="1" dirty="0">
                <a:solidFill>
                  <a:schemeClr val="accent1">
                    <a:lumMod val="60000"/>
                    <a:lumOff val="40000"/>
                  </a:schemeClr>
                </a:solidFill>
                <a:hlinkClick r:id="rId2" tooltip="Click here to open a helpful page on support.microsoft.com">
                  <a:extLst>
                    <a:ext uri="{A12FA001-AC4F-418D-AE19-62706E023703}">
                      <ahyp:hlinkClr xmlns:ahyp="http://schemas.microsoft.com/office/drawing/2018/hyperlinkcolor" val="tx"/>
                    </a:ext>
                  </a:extLst>
                </a:hlinkClick>
              </a:rPr>
              <a:t>Microsoft PowerPoint tips</a:t>
            </a:r>
            <a:r>
              <a:rPr lang="en-US" sz="1200" dirty="0">
                <a:solidFill>
                  <a:schemeClr val="accent1">
                    <a:lumMod val="60000"/>
                    <a:lumOff val="40000"/>
                  </a:schemeClr>
                </a:solidFill>
              </a:rPr>
              <a:t>.</a:t>
            </a:r>
            <a:br>
              <a:rPr lang="en-US" sz="1200" dirty="0">
                <a:solidFill>
                  <a:schemeClr val="accent6"/>
                </a:solidFill>
              </a:rPr>
            </a:br>
            <a:r>
              <a:rPr lang="en-US" sz="1200" dirty="0">
                <a:solidFill>
                  <a:schemeClr val="bg1"/>
                </a:solidFill>
              </a:rPr>
              <a:t>(The Accessibility Checker will be your best friend!) </a:t>
            </a:r>
          </a:p>
          <a:p>
            <a:pPr algn="l">
              <a:lnSpc>
                <a:spcPct val="110000"/>
              </a:lnSpc>
              <a:spcBef>
                <a:spcPts val="600"/>
              </a:spcBef>
              <a:spcAft>
                <a:spcPts val="600"/>
              </a:spcAft>
            </a:pPr>
            <a:r>
              <a:rPr lang="en-US" sz="1200" dirty="0">
                <a:solidFill>
                  <a:schemeClr val="bg1"/>
                </a:solidFill>
              </a:rPr>
              <a:t>And if you notice anything amiss, let us know: </a:t>
            </a:r>
            <a:r>
              <a:rPr lang="en-US" sz="1200" b="1" dirty="0">
                <a:solidFill>
                  <a:schemeClr val="accent1">
                    <a:lumMod val="60000"/>
                    <a:lumOff val="40000"/>
                  </a:schemeClr>
                </a:solidFill>
                <a:hlinkClick r:id="rId3" tooltip="Click here to open a new email to let us know about any accessibility issues you encounter.">
                  <a:extLst>
                    <a:ext uri="{A12FA001-AC4F-418D-AE19-62706E023703}">
                      <ahyp:hlinkClr xmlns:ahyp="http://schemas.microsoft.com/office/drawing/2018/hyperlinkcolor" val="tx"/>
                    </a:ext>
                  </a:extLst>
                </a:hlinkClick>
              </a:rPr>
              <a:t>contact@duarte.com</a:t>
            </a:r>
            <a:r>
              <a:rPr lang="en-US" sz="1200" dirty="0">
                <a:solidFill>
                  <a:schemeClr val="accent1">
                    <a:lumMod val="60000"/>
                    <a:lumOff val="40000"/>
                  </a:schemeClr>
                </a:solidFill>
              </a:rPr>
              <a:t>.</a:t>
            </a:r>
          </a:p>
          <a:p>
            <a:pPr algn="l">
              <a:lnSpc>
                <a:spcPct val="110000"/>
              </a:lnSpc>
              <a:spcBef>
                <a:spcPts val="600"/>
              </a:spcBef>
              <a:spcAft>
                <a:spcPts val="600"/>
              </a:spcAft>
            </a:pPr>
            <a:r>
              <a:rPr lang="en-US" b="1" dirty="0">
                <a:solidFill>
                  <a:schemeClr val="accent2"/>
                </a:solidFill>
              </a:rPr>
              <a:t>Thank you for making your future Slidedocs</a:t>
            </a:r>
            <a:r>
              <a:rPr lang="en-US" b="1" baseline="30000" dirty="0">
                <a:solidFill>
                  <a:schemeClr val="accent2"/>
                </a:solidFill>
              </a:rPr>
              <a:t>®</a:t>
            </a:r>
            <a:r>
              <a:rPr lang="en-US" b="1" dirty="0">
                <a:solidFill>
                  <a:schemeClr val="accent2"/>
                </a:solidFill>
              </a:rPr>
              <a:t>  readable for all. </a:t>
            </a:r>
          </a:p>
        </p:txBody>
      </p:sp>
    </p:spTree>
    <p:extLst>
      <p:ext uri="{BB962C8B-B14F-4D97-AF65-F5344CB8AC3E}">
        <p14:creationId xmlns:p14="http://schemas.microsoft.com/office/powerpoint/2010/main" val="4170514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9">
            <a:extLst>
              <a:ext uri="{FF2B5EF4-FFF2-40B4-BE49-F238E27FC236}">
                <a16:creationId xmlns:a16="http://schemas.microsoft.com/office/drawing/2014/main" id="{D9069C4A-F3AA-4EC4-8ED0-EFF4FA922E96}"/>
              </a:ext>
            </a:extLst>
          </p:cNvPr>
          <p:cNvSpPr>
            <a:spLocks noGrp="1"/>
          </p:cNvSpPr>
          <p:nvPr>
            <p:ph type="subTitle" idx="4294967295"/>
          </p:nvPr>
        </p:nvSpPr>
        <p:spPr>
          <a:xfrm>
            <a:off x="1078992" y="436471"/>
            <a:ext cx="4809744" cy="228600"/>
          </a:xfrm>
        </p:spPr>
        <p:txBody>
          <a:bodyPr/>
          <a:lstStyle/>
          <a:p>
            <a:r>
              <a:rPr lang="en-US" sz="1400" dirty="0">
                <a:solidFill>
                  <a:schemeClr val="accent1"/>
                </a:solidFill>
              </a:rPr>
              <a:t>Introduction</a:t>
            </a:r>
          </a:p>
        </p:txBody>
      </p:sp>
      <p:sp>
        <p:nvSpPr>
          <p:cNvPr id="9" name="Title 8">
            <a:extLst>
              <a:ext uri="{FF2B5EF4-FFF2-40B4-BE49-F238E27FC236}">
                <a16:creationId xmlns:a16="http://schemas.microsoft.com/office/drawing/2014/main" id="{9E1B6622-19FB-4FFE-B992-AD84EF7834B2}"/>
              </a:ext>
            </a:extLst>
          </p:cNvPr>
          <p:cNvSpPr>
            <a:spLocks noGrp="1"/>
          </p:cNvSpPr>
          <p:nvPr>
            <p:ph type="title"/>
          </p:nvPr>
        </p:nvSpPr>
        <p:spPr/>
        <p:txBody>
          <a:bodyPr/>
          <a:lstStyle/>
          <a:p>
            <a:r>
              <a:rPr lang="en-US"/>
              <a:t>The Way We Communicate is Changing</a:t>
            </a:r>
            <a:endParaRPr lang="en-US" dirty="0"/>
          </a:p>
        </p:txBody>
      </p:sp>
      <p:sp>
        <p:nvSpPr>
          <p:cNvPr id="17" name="TextBox 16">
            <a:extLst>
              <a:ext uri="{FF2B5EF4-FFF2-40B4-BE49-F238E27FC236}">
                <a16:creationId xmlns:a16="http://schemas.microsoft.com/office/drawing/2014/main" id="{2FE9B0EB-014D-49EF-A885-27DF35D294FA}"/>
              </a:ext>
            </a:extLst>
          </p:cNvPr>
          <p:cNvSpPr txBox="1"/>
          <p:nvPr/>
        </p:nvSpPr>
        <p:spPr>
          <a:xfrm>
            <a:off x="1078992" y="2103120"/>
            <a:ext cx="4693158" cy="4008501"/>
          </a:xfrm>
          <a:prstGeom prst="rect">
            <a:avLst/>
          </a:prstGeom>
        </p:spPr>
        <p:txBody>
          <a:bodyPr vert="horz" wrap="square" lIns="0" tIns="0" rIns="0" bIns="0" rtlCol="0">
            <a:noAutofit/>
          </a:bodyPr>
          <a:lstStyle/>
          <a:p>
            <a:pPr>
              <a:lnSpc>
                <a:spcPct val="110000"/>
              </a:lnSpc>
              <a:spcAft>
                <a:spcPts val="900"/>
              </a:spcAft>
            </a:pPr>
            <a:r>
              <a:rPr lang="en-US" sz="1200" dirty="0">
                <a:solidFill>
                  <a:schemeClr val="bg2"/>
                </a:solidFill>
              </a:rPr>
              <a:t>In our time-strapped world, we like information that is consumed quickly. This has led organizations to look for a way to fill the gap between long-form documents and presentations. What has </a:t>
            </a:r>
            <a:br>
              <a:rPr lang="en-US" sz="1200" dirty="0">
                <a:solidFill>
                  <a:schemeClr val="bg2"/>
                </a:solidFill>
              </a:rPr>
            </a:br>
            <a:r>
              <a:rPr lang="en-US" sz="1200" dirty="0">
                <a:solidFill>
                  <a:schemeClr val="bg2"/>
                </a:solidFill>
              </a:rPr>
              <a:t>emerged are </a:t>
            </a:r>
            <a:r>
              <a:rPr lang="en-US" sz="1200" b="1" dirty="0">
                <a:solidFill>
                  <a:schemeClr val="bg2"/>
                </a:solidFill>
              </a:rPr>
              <a:t>Slidedocs</a:t>
            </a:r>
            <a:r>
              <a:rPr lang="en-US" sz="1200" dirty="0">
                <a:solidFill>
                  <a:schemeClr val="bg2"/>
                </a:solidFill>
              </a:rPr>
              <a:t>.</a:t>
            </a:r>
          </a:p>
          <a:p>
            <a:pPr>
              <a:lnSpc>
                <a:spcPct val="110000"/>
              </a:lnSpc>
              <a:spcAft>
                <a:spcPts val="900"/>
              </a:spcAft>
            </a:pPr>
            <a:r>
              <a:rPr lang="en-US" sz="1200" dirty="0">
                <a:solidFill>
                  <a:schemeClr val="bg2"/>
                </a:solidFill>
              </a:rPr>
              <a:t>A Slidedoc is a visual document intended to be read and referenced instead of projected. Slidedocs work for a variety of communication scenarios, from sales collateral to in-meeting reference material. </a:t>
            </a:r>
          </a:p>
          <a:p>
            <a:pPr>
              <a:lnSpc>
                <a:spcPct val="110000"/>
              </a:lnSpc>
              <a:spcAft>
                <a:spcPts val="900"/>
              </a:spcAft>
            </a:pPr>
            <a:r>
              <a:rPr lang="en-US" sz="1200" dirty="0">
                <a:solidFill>
                  <a:schemeClr val="bg2"/>
                </a:solidFill>
              </a:rPr>
              <a:t>Effective Slidedocs are developed by knowing your audience, under-standing how they consume information, and by having one clear big idea. Developing effective Slidedocs requires visualizing ideas and making the information easy to navigate. </a:t>
            </a:r>
          </a:p>
          <a:p>
            <a:pPr>
              <a:lnSpc>
                <a:spcPct val="110000"/>
              </a:lnSpc>
              <a:spcAft>
                <a:spcPts val="900"/>
              </a:spcAft>
            </a:pPr>
            <a:r>
              <a:rPr lang="en-US" sz="1200" dirty="0">
                <a:solidFill>
                  <a:schemeClr val="bg2"/>
                </a:solidFill>
              </a:rPr>
              <a:t>Slidedocs are one of the most effective tools for communicating </a:t>
            </a:r>
            <a:br>
              <a:rPr lang="en-US" sz="1200" dirty="0">
                <a:solidFill>
                  <a:schemeClr val="bg2"/>
                </a:solidFill>
              </a:rPr>
            </a:br>
            <a:r>
              <a:rPr lang="en-US" sz="1200" dirty="0">
                <a:solidFill>
                  <a:schemeClr val="bg2"/>
                </a:solidFill>
              </a:rPr>
              <a:t>ideas quickly and establishing consensus. Your ideas deserve the </a:t>
            </a:r>
            <a:br>
              <a:rPr lang="en-US" sz="1200" dirty="0">
                <a:solidFill>
                  <a:schemeClr val="bg2"/>
                </a:solidFill>
              </a:rPr>
            </a:br>
            <a:r>
              <a:rPr lang="en-US" sz="1200" dirty="0">
                <a:solidFill>
                  <a:schemeClr val="bg2"/>
                </a:solidFill>
              </a:rPr>
              <a:t>best possible communication vehicle. Slidedocs are designed for </a:t>
            </a:r>
            <a:br>
              <a:rPr lang="en-US" sz="1200" dirty="0">
                <a:solidFill>
                  <a:schemeClr val="bg2"/>
                </a:solidFill>
              </a:rPr>
            </a:br>
            <a:r>
              <a:rPr lang="en-US" sz="1200" dirty="0">
                <a:solidFill>
                  <a:schemeClr val="bg2"/>
                </a:solidFill>
              </a:rPr>
              <a:t>the way we communicate today.</a:t>
            </a:r>
          </a:p>
          <a:p>
            <a:pPr>
              <a:lnSpc>
                <a:spcPct val="110000"/>
              </a:lnSpc>
              <a:spcAft>
                <a:spcPts val="900"/>
              </a:spcAft>
            </a:pPr>
            <a:endParaRPr lang="en-US" sz="1200" dirty="0">
              <a:solidFill>
                <a:schemeClr val="bg2"/>
              </a:solidFill>
            </a:endParaRPr>
          </a:p>
          <a:p>
            <a:pPr algn="l">
              <a:lnSpc>
                <a:spcPct val="110000"/>
              </a:lnSpc>
              <a:spcAft>
                <a:spcPts val="900"/>
              </a:spcAft>
            </a:pPr>
            <a:endParaRPr lang="en-US" sz="1200" dirty="0" err="1">
              <a:solidFill>
                <a:schemeClr val="bg2"/>
              </a:solidFill>
            </a:endParaRPr>
          </a:p>
        </p:txBody>
      </p:sp>
      <p:sp>
        <p:nvSpPr>
          <p:cNvPr id="19" name="TextBox 18">
            <a:extLst>
              <a:ext uri="{FF2B5EF4-FFF2-40B4-BE49-F238E27FC236}">
                <a16:creationId xmlns:a16="http://schemas.microsoft.com/office/drawing/2014/main" id="{B29A1092-C0D3-4733-BEE5-D61DFF738A5B}"/>
              </a:ext>
            </a:extLst>
          </p:cNvPr>
          <p:cNvSpPr txBox="1"/>
          <p:nvPr/>
        </p:nvSpPr>
        <p:spPr>
          <a:xfrm>
            <a:off x="6215383" y="2103120"/>
            <a:ext cx="2265928" cy="3858768"/>
          </a:xfrm>
          <a:prstGeom prst="rect">
            <a:avLst/>
          </a:prstGeom>
        </p:spPr>
        <p:txBody>
          <a:bodyPr vert="horz" wrap="square" lIns="0" tIns="0" rIns="0" bIns="0" rtlCol="0">
            <a:noAutofit/>
          </a:bodyPr>
          <a:lstStyle/>
          <a:p>
            <a:pPr>
              <a:lnSpc>
                <a:spcPct val="110000"/>
              </a:lnSpc>
              <a:spcAft>
                <a:spcPts val="900"/>
              </a:spcAft>
            </a:pPr>
            <a:r>
              <a:rPr lang="en-US" sz="1600" dirty="0">
                <a:solidFill>
                  <a:schemeClr val="accent2"/>
                </a:solidFill>
              </a:rPr>
              <a:t>Slidedocs are like books. </a:t>
            </a:r>
          </a:p>
          <a:p>
            <a:pPr>
              <a:lnSpc>
                <a:spcPct val="110000"/>
              </a:lnSpc>
              <a:spcAft>
                <a:spcPts val="900"/>
              </a:spcAft>
            </a:pPr>
            <a:r>
              <a:rPr lang="en-US" sz="1200" dirty="0">
                <a:solidFill>
                  <a:schemeClr val="bg2"/>
                </a:solidFill>
              </a:rPr>
              <a:t>Books have a cover, table </a:t>
            </a:r>
            <a:br>
              <a:rPr lang="en-US" sz="1200" dirty="0">
                <a:solidFill>
                  <a:schemeClr val="bg2"/>
                </a:solidFill>
              </a:rPr>
            </a:br>
            <a:r>
              <a:rPr lang="en-US" sz="1200" dirty="0">
                <a:solidFill>
                  <a:schemeClr val="bg2"/>
                </a:solidFill>
              </a:rPr>
              <a:t>of contents, clear chapter indicators, prose, page numbers, and other small design decisions that have big impact to help readers navigate the contents.</a:t>
            </a:r>
          </a:p>
          <a:p>
            <a:pPr>
              <a:lnSpc>
                <a:spcPct val="110000"/>
              </a:lnSpc>
              <a:spcAft>
                <a:spcPts val="900"/>
              </a:spcAft>
            </a:pPr>
            <a:r>
              <a:rPr lang="en-US" sz="1200" dirty="0">
                <a:solidFill>
                  <a:schemeClr val="bg2"/>
                </a:solidFill>
              </a:rPr>
              <a:t>Each master layout in this file </a:t>
            </a:r>
            <a:br>
              <a:rPr lang="en-US" sz="1200" dirty="0">
                <a:solidFill>
                  <a:schemeClr val="bg2"/>
                </a:solidFill>
              </a:rPr>
            </a:br>
            <a:r>
              <a:rPr lang="en-US" sz="1200" dirty="0">
                <a:solidFill>
                  <a:schemeClr val="bg2"/>
                </a:solidFill>
              </a:rPr>
              <a:t>is set up to contain the right amount of information to white space ratio for quick processing. </a:t>
            </a:r>
          </a:p>
          <a:p>
            <a:pPr>
              <a:lnSpc>
                <a:spcPct val="110000"/>
              </a:lnSpc>
              <a:spcAft>
                <a:spcPts val="900"/>
              </a:spcAft>
            </a:pPr>
            <a:endParaRPr lang="en-US" sz="1200" dirty="0">
              <a:solidFill>
                <a:schemeClr val="bg2"/>
              </a:solidFill>
            </a:endParaRPr>
          </a:p>
          <a:p>
            <a:pPr algn="l">
              <a:lnSpc>
                <a:spcPct val="110000"/>
              </a:lnSpc>
              <a:spcAft>
                <a:spcPts val="900"/>
              </a:spcAft>
            </a:pPr>
            <a:endParaRPr lang="en-US" sz="1200" dirty="0" err="1">
              <a:solidFill>
                <a:schemeClr val="bg1"/>
              </a:solidFill>
            </a:endParaRPr>
          </a:p>
        </p:txBody>
      </p:sp>
      <p:sp>
        <p:nvSpPr>
          <p:cNvPr id="23" name="Content Placeholder 13">
            <a:extLst>
              <a:ext uri="{FF2B5EF4-FFF2-40B4-BE49-F238E27FC236}">
                <a16:creationId xmlns:a16="http://schemas.microsoft.com/office/drawing/2014/main" id="{09B2966C-AACF-4363-8CF8-4278B575D679}"/>
              </a:ext>
            </a:extLst>
          </p:cNvPr>
          <p:cNvSpPr txBox="1">
            <a:spLocks/>
          </p:cNvSpPr>
          <p:nvPr/>
        </p:nvSpPr>
        <p:spPr>
          <a:xfrm>
            <a:off x="8924544" y="2103120"/>
            <a:ext cx="2185416" cy="3858768"/>
          </a:xfrm>
          <a:prstGeom prst="rect">
            <a:avLst/>
          </a:prstGeom>
        </p:spPr>
        <p:txBody>
          <a:bodyPr vert="horz" lIns="0" tIns="0" rIns="0" bIns="0" rtlCol="0">
            <a:noAutofit/>
          </a:bodyP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2"/>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200" kern="1200">
                <a:solidFill>
                  <a:schemeClr val="bg2"/>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200" b="0" kern="1200">
                <a:solidFill>
                  <a:schemeClr val="accent2"/>
                </a:solidFill>
                <a:latin typeface="+mn-lt"/>
                <a:ea typeface="+mn-ea"/>
                <a:cs typeface="+mn-cs"/>
              </a:defRPr>
            </a:lvl3pPr>
            <a:lvl4pPr marL="0" indent="0" algn="l" defTabSz="914400" rtl="0" eaLnBrk="1" latinLnBrk="0" hangingPunct="1">
              <a:lnSpc>
                <a:spcPct val="110000"/>
              </a:lnSpc>
              <a:spcBef>
                <a:spcPts val="0"/>
              </a:spcBef>
              <a:spcAft>
                <a:spcPts val="900"/>
              </a:spcAft>
              <a:buFont typeface="Roboto" panose="02000000000000000000" pitchFamily="2" charset="0"/>
              <a:buChar char="​"/>
              <a:defRPr sz="1600" b="1" kern="1200">
                <a:solidFill>
                  <a:schemeClr val="accent3"/>
                </a:solidFill>
                <a:latin typeface="+mn-lt"/>
                <a:ea typeface="+mn-ea"/>
                <a:cs typeface="+mn-cs"/>
              </a:defRPr>
            </a:lvl4pPr>
            <a:lvl5pPr marL="114300" indent="-114300" algn="l" defTabSz="914400" rtl="0" eaLnBrk="1" latinLnBrk="0" hangingPunct="1">
              <a:lnSpc>
                <a:spcPct val="110000"/>
              </a:lnSpc>
              <a:spcBef>
                <a:spcPts val="0"/>
              </a:spcBef>
              <a:spcAft>
                <a:spcPts val="900"/>
              </a:spcAft>
              <a:buFont typeface="Roboto" panose="02000000000000000000" pitchFamily="2" charset="0"/>
              <a:buChar char="•"/>
              <a:defRPr sz="1200" b="0" kern="1200">
                <a:solidFill>
                  <a:schemeClr val="bg1"/>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2"/>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chemeClr val="accent1"/>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chemeClr val="accent1"/>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r>
              <a:rPr lang="en-US" sz="1800" b="1" dirty="0">
                <a:solidFill>
                  <a:schemeClr val="accent3"/>
                </a:solidFill>
              </a:rPr>
              <a:t>Flipping through the pages of a Slidedoc should feel similar </a:t>
            </a:r>
            <a:br>
              <a:rPr lang="en-US" sz="1800" b="1" dirty="0">
                <a:solidFill>
                  <a:schemeClr val="accent3"/>
                </a:solidFill>
              </a:rPr>
            </a:br>
            <a:r>
              <a:rPr lang="en-US" sz="1800" b="1" dirty="0">
                <a:solidFill>
                  <a:schemeClr val="accent3"/>
                </a:solidFill>
              </a:rPr>
              <a:t>to flipping through the printed pages </a:t>
            </a:r>
            <a:br>
              <a:rPr lang="en-US" sz="1800" b="1" dirty="0">
                <a:solidFill>
                  <a:schemeClr val="accent3"/>
                </a:solidFill>
              </a:rPr>
            </a:br>
            <a:r>
              <a:rPr lang="en-US" sz="1800" b="1" dirty="0">
                <a:solidFill>
                  <a:schemeClr val="accent3"/>
                </a:solidFill>
              </a:rPr>
              <a:t>of a book or swiping through a book on a tablet. </a:t>
            </a:r>
          </a:p>
          <a:p>
            <a:endParaRPr lang="en-US" sz="1800" b="1" dirty="0">
              <a:solidFill>
                <a:schemeClr val="accent3"/>
              </a:solidFill>
            </a:endParaRPr>
          </a:p>
          <a:p>
            <a:endParaRPr lang="en-US" sz="1800" b="1" dirty="0">
              <a:solidFill>
                <a:schemeClr val="accent3"/>
              </a:solidFill>
            </a:endParaRPr>
          </a:p>
        </p:txBody>
      </p:sp>
    </p:spTree>
    <p:extLst>
      <p:ext uri="{BB962C8B-B14F-4D97-AF65-F5344CB8AC3E}">
        <p14:creationId xmlns:p14="http://schemas.microsoft.com/office/powerpoint/2010/main" val="31792209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18AE5DF6-4884-49D9-8404-0FD122CFCCAA}"/>
              </a:ext>
            </a:extLst>
          </p:cNvPr>
          <p:cNvSpPr>
            <a:spLocks noGrp="1"/>
          </p:cNvSpPr>
          <p:nvPr>
            <p:ph type="subTitle" idx="1"/>
          </p:nvPr>
        </p:nvSpPr>
        <p:spPr/>
        <p:txBody>
          <a:bodyPr/>
          <a:lstStyle/>
          <a:p>
            <a:r>
              <a:rPr lang="en-US" dirty="0"/>
              <a:t>Introduction</a:t>
            </a:r>
          </a:p>
        </p:txBody>
      </p:sp>
      <p:sp>
        <p:nvSpPr>
          <p:cNvPr id="22" name="Title 21">
            <a:extLst>
              <a:ext uri="{FF2B5EF4-FFF2-40B4-BE49-F238E27FC236}">
                <a16:creationId xmlns:a16="http://schemas.microsoft.com/office/drawing/2014/main" id="{A586E9E8-8D1D-4015-9F36-D2909F0200DB}"/>
              </a:ext>
            </a:extLst>
          </p:cNvPr>
          <p:cNvSpPr>
            <a:spLocks noGrp="1"/>
          </p:cNvSpPr>
          <p:nvPr>
            <p:ph type="title"/>
          </p:nvPr>
        </p:nvSpPr>
        <p:spPr/>
        <p:txBody>
          <a:bodyPr/>
          <a:lstStyle/>
          <a:p>
            <a:r>
              <a:rPr lang="en-US" dirty="0"/>
              <a:t>Using Bullet Levels in PowerPoint</a:t>
            </a:r>
          </a:p>
        </p:txBody>
      </p:sp>
      <p:sp>
        <p:nvSpPr>
          <p:cNvPr id="9" name="Content Placeholder 8">
            <a:extLst>
              <a:ext uri="{FF2B5EF4-FFF2-40B4-BE49-F238E27FC236}">
                <a16:creationId xmlns:a16="http://schemas.microsoft.com/office/drawing/2014/main" id="{94FFDEA3-3290-485E-947A-D72FC0C2E555}"/>
              </a:ext>
            </a:extLst>
          </p:cNvPr>
          <p:cNvSpPr>
            <a:spLocks noGrp="1"/>
          </p:cNvSpPr>
          <p:nvPr>
            <p:ph sz="quarter" idx="16"/>
          </p:nvPr>
        </p:nvSpPr>
        <p:spPr>
          <a:xfrm>
            <a:off x="1078992" y="2103120"/>
            <a:ext cx="2707700" cy="3858768"/>
          </a:xfrm>
        </p:spPr>
        <p:txBody>
          <a:bodyPr/>
          <a:lstStyle/>
          <a:p>
            <a:r>
              <a:rPr lang="en-US" dirty="0">
                <a:solidFill>
                  <a:schemeClr val="bg1"/>
                </a:solidFill>
              </a:rPr>
              <a:t>This template uses a custom tabbing system to help guide consistent, well-structured text across slides. </a:t>
            </a:r>
          </a:p>
          <a:p>
            <a:r>
              <a:rPr lang="en-US" dirty="0">
                <a:solidFill>
                  <a:schemeClr val="bg1"/>
                </a:solidFill>
              </a:rPr>
              <a:t>With text in the placeholder, hit Tab on your keyboard to promote a level. Hit Shift + Tab to demote the level. Note that the formatting applies to an entire paragraph level.</a:t>
            </a:r>
          </a:p>
          <a:p>
            <a:r>
              <a:rPr lang="en-US" dirty="0">
                <a:solidFill>
                  <a:schemeClr val="bg1"/>
                </a:solidFill>
              </a:rPr>
              <a:t>Do not use backspace to remove bullets, as this will break the formatting. Use the Reset button in the Home Tab to troubleshoot formatting errors.</a:t>
            </a:r>
          </a:p>
          <a:p>
            <a:endParaRPr lang="en-US" dirty="0"/>
          </a:p>
        </p:txBody>
      </p:sp>
      <p:sp>
        <p:nvSpPr>
          <p:cNvPr id="24" name="Rectangle 23">
            <a:extLst>
              <a:ext uri="{FF2B5EF4-FFF2-40B4-BE49-F238E27FC236}">
                <a16:creationId xmlns:a16="http://schemas.microsoft.com/office/drawing/2014/main" id="{D76E9BF7-51E2-E186-CF7B-DCC5067CA6AB}"/>
              </a:ext>
            </a:extLst>
          </p:cNvPr>
          <p:cNvSpPr/>
          <p:nvPr/>
        </p:nvSpPr>
        <p:spPr bwMode="black">
          <a:xfrm>
            <a:off x="4562856" y="2096086"/>
            <a:ext cx="2881435" cy="2878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r>
              <a:rPr lang="en-US" sz="1100" b="1" dirty="0">
                <a:solidFill>
                  <a:schemeClr val="bg1"/>
                </a:solidFill>
              </a:rPr>
              <a:t>These are the nine levels in this template.</a:t>
            </a:r>
          </a:p>
        </p:txBody>
      </p:sp>
      <p:sp>
        <p:nvSpPr>
          <p:cNvPr id="7" name="Content Placeholder 6">
            <a:extLst>
              <a:ext uri="{FF2B5EF4-FFF2-40B4-BE49-F238E27FC236}">
                <a16:creationId xmlns:a16="http://schemas.microsoft.com/office/drawing/2014/main" id="{E5E7DEDD-C98E-4C78-816E-46CF8736D377}"/>
              </a:ext>
            </a:extLst>
          </p:cNvPr>
          <p:cNvSpPr>
            <a:spLocks noGrp="1"/>
          </p:cNvSpPr>
          <p:nvPr>
            <p:ph sz="quarter" idx="17"/>
          </p:nvPr>
        </p:nvSpPr>
        <p:spPr>
          <a:xfrm>
            <a:off x="4562856" y="2560039"/>
            <a:ext cx="3063240" cy="3401849"/>
          </a:xfrm>
        </p:spPr>
        <p:txBody>
          <a:bodyPr/>
          <a:lstStyle/>
          <a:p>
            <a:r>
              <a:rPr lang="en-US" dirty="0"/>
              <a:t>Level one text</a:t>
            </a:r>
          </a:p>
          <a:p>
            <a:pPr lvl="1"/>
            <a:r>
              <a:rPr lang="en-US" dirty="0"/>
              <a:t>Level two text</a:t>
            </a:r>
          </a:p>
          <a:p>
            <a:pPr marL="173038" lvl="2" indent="0">
              <a:buNone/>
            </a:pPr>
            <a:r>
              <a:rPr lang="en-US" dirty="0"/>
              <a:t>Level three text</a:t>
            </a:r>
          </a:p>
          <a:p>
            <a:pPr lvl="3"/>
            <a:r>
              <a:rPr lang="en-US" dirty="0"/>
              <a:t>Level four text</a:t>
            </a:r>
          </a:p>
          <a:p>
            <a:pPr lvl="4"/>
            <a:r>
              <a:rPr lang="en-US" dirty="0"/>
              <a:t>Level five text</a:t>
            </a:r>
          </a:p>
          <a:p>
            <a:pPr lvl="5"/>
            <a:r>
              <a:rPr lang="en-US" dirty="0"/>
              <a:t>Level six text</a:t>
            </a:r>
          </a:p>
          <a:p>
            <a:pPr lvl="6"/>
            <a:r>
              <a:rPr lang="en-US" dirty="0"/>
              <a:t>Level seven text</a:t>
            </a:r>
          </a:p>
          <a:p>
            <a:pPr lvl="7"/>
            <a:r>
              <a:rPr lang="en-US" dirty="0"/>
              <a:t>Level eight text</a:t>
            </a:r>
          </a:p>
          <a:p>
            <a:pPr lvl="8"/>
            <a:r>
              <a:rPr lang="en-US" dirty="0"/>
              <a:t>Level nine text</a:t>
            </a:r>
          </a:p>
          <a:p>
            <a:endParaRPr lang="en-US" dirty="0"/>
          </a:p>
        </p:txBody>
      </p:sp>
      <p:sp>
        <p:nvSpPr>
          <p:cNvPr id="15" name="Rectangle 14">
            <a:extLst>
              <a:ext uri="{FF2B5EF4-FFF2-40B4-BE49-F238E27FC236}">
                <a16:creationId xmlns:a16="http://schemas.microsoft.com/office/drawing/2014/main" id="{3EEA7EAE-78D9-4A68-A9EC-35E4CD81DEF7}"/>
              </a:ext>
            </a:extLst>
          </p:cNvPr>
          <p:cNvSpPr/>
          <p:nvPr/>
        </p:nvSpPr>
        <p:spPr bwMode="black">
          <a:xfrm>
            <a:off x="8055865" y="2096086"/>
            <a:ext cx="2787844" cy="2878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r>
              <a:rPr lang="en-US" sz="1100" b="1" dirty="0">
                <a:solidFill>
                  <a:schemeClr val="bg1"/>
                </a:solidFill>
              </a:rPr>
              <a:t>Practice using the tabbing system here.</a:t>
            </a:r>
          </a:p>
        </p:txBody>
      </p:sp>
      <p:sp>
        <p:nvSpPr>
          <p:cNvPr id="20" name="Content Placeholder 19">
            <a:extLst>
              <a:ext uri="{FF2B5EF4-FFF2-40B4-BE49-F238E27FC236}">
                <a16:creationId xmlns:a16="http://schemas.microsoft.com/office/drawing/2014/main" id="{93113C0B-366C-776A-0584-5DC45CEDE7B1}"/>
              </a:ext>
            </a:extLst>
          </p:cNvPr>
          <p:cNvSpPr>
            <a:spLocks noGrp="1"/>
          </p:cNvSpPr>
          <p:nvPr>
            <p:ph sz="quarter" idx="18"/>
          </p:nvPr>
        </p:nvSpPr>
        <p:spPr>
          <a:xfrm>
            <a:off x="8055864" y="2560039"/>
            <a:ext cx="3054096" cy="3401849"/>
          </a:xfrm>
        </p:spPr>
        <p:txBody>
          <a:bodyPr/>
          <a:lstStyle/>
          <a:p>
            <a:r>
              <a:rPr lang="en-US" dirty="0"/>
              <a:t>Level one text</a:t>
            </a:r>
          </a:p>
          <a:p>
            <a:r>
              <a:rPr lang="en-US" dirty="0"/>
              <a:t>Level two text</a:t>
            </a:r>
          </a:p>
          <a:p>
            <a:r>
              <a:rPr lang="en-US" dirty="0"/>
              <a:t>Level three text</a:t>
            </a:r>
          </a:p>
          <a:p>
            <a:r>
              <a:rPr lang="en-US" dirty="0"/>
              <a:t>Level four text</a:t>
            </a:r>
          </a:p>
          <a:p>
            <a:r>
              <a:rPr lang="en-US" dirty="0"/>
              <a:t>Level five text</a:t>
            </a:r>
          </a:p>
          <a:p>
            <a:r>
              <a:rPr lang="en-US" dirty="0"/>
              <a:t>Level six text</a:t>
            </a:r>
          </a:p>
          <a:p>
            <a:r>
              <a:rPr lang="en-US" dirty="0"/>
              <a:t>Level seven text</a:t>
            </a:r>
          </a:p>
          <a:p>
            <a:r>
              <a:rPr lang="en-US" dirty="0"/>
              <a:t>Level eight text</a:t>
            </a:r>
          </a:p>
          <a:p>
            <a:r>
              <a:rPr lang="en-US" dirty="0"/>
              <a:t>Level nine text</a:t>
            </a:r>
          </a:p>
          <a:p>
            <a:endParaRPr lang="en-US"/>
          </a:p>
        </p:txBody>
      </p:sp>
    </p:spTree>
    <p:extLst>
      <p:ext uri="{BB962C8B-B14F-4D97-AF65-F5344CB8AC3E}">
        <p14:creationId xmlns:p14="http://schemas.microsoft.com/office/powerpoint/2010/main" val="3330964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Subtitle 17">
            <a:extLst>
              <a:ext uri="{FF2B5EF4-FFF2-40B4-BE49-F238E27FC236}">
                <a16:creationId xmlns:a16="http://schemas.microsoft.com/office/drawing/2014/main" id="{03709C46-9308-0226-8F94-FE97D20421FA}"/>
              </a:ext>
            </a:extLst>
          </p:cNvPr>
          <p:cNvSpPr>
            <a:spLocks noGrp="1"/>
          </p:cNvSpPr>
          <p:nvPr>
            <p:ph type="subTitle" idx="1"/>
          </p:nvPr>
        </p:nvSpPr>
        <p:spPr/>
        <p:txBody>
          <a:bodyPr/>
          <a:lstStyle/>
          <a:p>
            <a:r>
              <a:rPr lang="en-US" dirty="0"/>
              <a:t>Introduction</a:t>
            </a:r>
          </a:p>
        </p:txBody>
      </p:sp>
      <p:sp>
        <p:nvSpPr>
          <p:cNvPr id="22" name="Title 21">
            <a:extLst>
              <a:ext uri="{FF2B5EF4-FFF2-40B4-BE49-F238E27FC236}">
                <a16:creationId xmlns:a16="http://schemas.microsoft.com/office/drawing/2014/main" id="{A586E9E8-8D1D-4015-9F36-D2909F0200DB}"/>
              </a:ext>
            </a:extLst>
          </p:cNvPr>
          <p:cNvSpPr>
            <a:spLocks noGrp="1"/>
          </p:cNvSpPr>
          <p:nvPr>
            <p:ph type="title"/>
          </p:nvPr>
        </p:nvSpPr>
        <p:spPr>
          <a:xfrm>
            <a:off x="1078992" y="877824"/>
            <a:ext cx="8924544" cy="694944"/>
          </a:xfrm>
        </p:spPr>
        <p:txBody>
          <a:bodyPr/>
          <a:lstStyle/>
          <a:p>
            <a:r>
              <a:rPr lang="en-US" dirty="0"/>
              <a:t>Master Layout </a:t>
            </a:r>
            <a:br>
              <a:rPr lang="en-US" dirty="0"/>
            </a:br>
            <a:r>
              <a:rPr lang="en-US" dirty="0"/>
              <a:t>Options</a:t>
            </a:r>
          </a:p>
        </p:txBody>
      </p:sp>
      <p:sp>
        <p:nvSpPr>
          <p:cNvPr id="4" name="Content Placeholder 3">
            <a:extLst>
              <a:ext uri="{FF2B5EF4-FFF2-40B4-BE49-F238E27FC236}">
                <a16:creationId xmlns:a16="http://schemas.microsoft.com/office/drawing/2014/main" id="{29096A99-37B7-46A7-ACD8-BA0585BD6E70}"/>
              </a:ext>
            </a:extLst>
          </p:cNvPr>
          <p:cNvSpPr>
            <a:spLocks noGrp="1"/>
          </p:cNvSpPr>
          <p:nvPr>
            <p:ph sz="quarter" idx="16"/>
          </p:nvPr>
        </p:nvSpPr>
        <p:spPr>
          <a:xfrm>
            <a:off x="1078992" y="2103120"/>
            <a:ext cx="2615184" cy="3858768"/>
          </a:xfrm>
        </p:spPr>
        <p:txBody>
          <a:bodyPr/>
          <a:lstStyle/>
          <a:p>
            <a:r>
              <a:rPr lang="en-US" sz="1400" b="1" dirty="0">
                <a:solidFill>
                  <a:schemeClr val="accent3"/>
                </a:solidFill>
              </a:rPr>
              <a:t>​A slide master contains preformatted placeholders </a:t>
            </a:r>
            <a:br>
              <a:rPr lang="en-US" sz="1400" b="1" dirty="0">
                <a:solidFill>
                  <a:schemeClr val="accent3"/>
                </a:solidFill>
              </a:rPr>
            </a:br>
            <a:r>
              <a:rPr lang="en-US" sz="1400" b="1" dirty="0">
                <a:solidFill>
                  <a:schemeClr val="accent3"/>
                </a:solidFill>
              </a:rPr>
              <a:t>to help placement of objects </a:t>
            </a:r>
            <a:br>
              <a:rPr lang="en-US" sz="1400" b="1" dirty="0">
                <a:solidFill>
                  <a:schemeClr val="accent3"/>
                </a:solidFill>
              </a:rPr>
            </a:br>
            <a:r>
              <a:rPr lang="en-US" sz="1400" b="1" dirty="0">
                <a:solidFill>
                  <a:schemeClr val="accent3"/>
                </a:solidFill>
              </a:rPr>
              <a:t>on the grid.​The placeholders ensure that text is formatted consistently from slide to </a:t>
            </a:r>
            <a:br>
              <a:rPr lang="en-US" sz="1400" b="1" dirty="0">
                <a:solidFill>
                  <a:schemeClr val="accent3"/>
                </a:solidFill>
              </a:rPr>
            </a:br>
            <a:r>
              <a:rPr lang="en-US" sz="1400" b="1" dirty="0">
                <a:solidFill>
                  <a:schemeClr val="accent3"/>
                </a:solidFill>
              </a:rPr>
              <a:t>slide or that objects are sized and positioned in an </a:t>
            </a:r>
            <a:br>
              <a:rPr lang="en-US" sz="1400" b="1" dirty="0">
                <a:solidFill>
                  <a:schemeClr val="accent3"/>
                </a:solidFill>
              </a:rPr>
            </a:br>
            <a:r>
              <a:rPr lang="en-US" sz="1400" b="1" dirty="0">
                <a:solidFill>
                  <a:schemeClr val="accent3"/>
                </a:solidFill>
              </a:rPr>
              <a:t>organized manner. </a:t>
            </a:r>
          </a:p>
          <a:p>
            <a:r>
              <a:rPr lang="en-US" dirty="0"/>
              <a:t>This template contains Standard Layouts, ideal for the main content </a:t>
            </a:r>
            <a:br>
              <a:rPr lang="en-US" dirty="0"/>
            </a:br>
            <a:r>
              <a:rPr lang="en-US" dirty="0"/>
              <a:t>of a document. Use the Impact Layouts to create a shift in visual narrative, introduce topics, and summarize ideas.​</a:t>
            </a:r>
          </a:p>
        </p:txBody>
      </p:sp>
      <p:sp>
        <p:nvSpPr>
          <p:cNvPr id="74" name="TextBox 73">
            <a:extLst>
              <a:ext uri="{FF2B5EF4-FFF2-40B4-BE49-F238E27FC236}">
                <a16:creationId xmlns:a16="http://schemas.microsoft.com/office/drawing/2014/main" id="{5FCF92F1-A79D-4B28-81B2-F00C90D33631}"/>
              </a:ext>
            </a:extLst>
          </p:cNvPr>
          <p:cNvSpPr txBox="1"/>
          <p:nvPr/>
        </p:nvSpPr>
        <p:spPr bwMode="ltGray">
          <a:xfrm>
            <a:off x="4579649" y="1032140"/>
            <a:ext cx="3397238" cy="174920"/>
          </a:xfrm>
          <a:prstGeom prst="rect">
            <a:avLst/>
          </a:prstGeom>
        </p:spPr>
        <p:txBody>
          <a:bodyPr vert="horz" wrap="square" lIns="0" tIns="0" rIns="0" bIns="0" rtlCol="0">
            <a:spAutoFit/>
          </a:bodyPr>
          <a:lstStyle/>
          <a:p>
            <a:pPr>
              <a:lnSpc>
                <a:spcPct val="110000"/>
              </a:lnSpc>
              <a:spcBef>
                <a:spcPts val="600"/>
              </a:spcBef>
              <a:spcAft>
                <a:spcPts val="900"/>
              </a:spcAft>
            </a:pPr>
            <a:r>
              <a:rPr lang="en-US" sz="1100" b="1" dirty="0">
                <a:solidFill>
                  <a:schemeClr val="accent3"/>
                </a:solidFill>
              </a:rPr>
              <a:t>Standard Layouts // </a:t>
            </a:r>
            <a:r>
              <a:rPr lang="en-US" sz="1100" dirty="0">
                <a:solidFill>
                  <a:schemeClr val="accent3"/>
                </a:solidFill>
              </a:rPr>
              <a:t>available with light backgrounds</a:t>
            </a:r>
          </a:p>
        </p:txBody>
      </p:sp>
      <p:sp>
        <p:nvSpPr>
          <p:cNvPr id="148" name="TextBox 147">
            <a:extLst>
              <a:ext uri="{FF2B5EF4-FFF2-40B4-BE49-F238E27FC236}">
                <a16:creationId xmlns:a16="http://schemas.microsoft.com/office/drawing/2014/main" id="{E67EF75F-A708-400B-92EC-E04E25D1DF15}"/>
              </a:ext>
            </a:extLst>
          </p:cNvPr>
          <p:cNvSpPr txBox="1"/>
          <p:nvPr/>
        </p:nvSpPr>
        <p:spPr bwMode="ltGray">
          <a:xfrm>
            <a:off x="4372802" y="2089201"/>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Title Slide</a:t>
            </a:r>
          </a:p>
        </p:txBody>
      </p:sp>
      <p:sp>
        <p:nvSpPr>
          <p:cNvPr id="167" name="TextBox 166">
            <a:extLst>
              <a:ext uri="{FF2B5EF4-FFF2-40B4-BE49-F238E27FC236}">
                <a16:creationId xmlns:a16="http://schemas.microsoft.com/office/drawing/2014/main" id="{BC3C7DC4-D15A-42A5-A975-032D0D93AE54}"/>
              </a:ext>
            </a:extLst>
          </p:cNvPr>
          <p:cNvSpPr txBox="1"/>
          <p:nvPr/>
        </p:nvSpPr>
        <p:spPr bwMode="ltGray">
          <a:xfrm>
            <a:off x="5557360" y="2103599"/>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Title _ Only</a:t>
            </a:r>
          </a:p>
        </p:txBody>
      </p:sp>
      <p:sp>
        <p:nvSpPr>
          <p:cNvPr id="175" name="TextBox 174">
            <a:extLst>
              <a:ext uri="{FF2B5EF4-FFF2-40B4-BE49-F238E27FC236}">
                <a16:creationId xmlns:a16="http://schemas.microsoft.com/office/drawing/2014/main" id="{6D99F9D0-840E-47B1-9AB4-416FF7D0B3EB}"/>
              </a:ext>
            </a:extLst>
          </p:cNvPr>
          <p:cNvSpPr txBox="1"/>
          <p:nvPr/>
        </p:nvSpPr>
        <p:spPr bwMode="ltGray">
          <a:xfrm>
            <a:off x="6741918" y="2081391"/>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1 _ Col</a:t>
            </a:r>
          </a:p>
        </p:txBody>
      </p:sp>
      <p:sp>
        <p:nvSpPr>
          <p:cNvPr id="168" name="TextBox 167">
            <a:extLst>
              <a:ext uri="{FF2B5EF4-FFF2-40B4-BE49-F238E27FC236}">
                <a16:creationId xmlns:a16="http://schemas.microsoft.com/office/drawing/2014/main" id="{7E00D87F-68F1-4EF2-B759-3AF4D1309A5B}"/>
              </a:ext>
            </a:extLst>
          </p:cNvPr>
          <p:cNvSpPr txBox="1"/>
          <p:nvPr/>
        </p:nvSpPr>
        <p:spPr bwMode="ltGray">
          <a:xfrm>
            <a:off x="7926476" y="2081947"/>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2 _ Col</a:t>
            </a:r>
          </a:p>
        </p:txBody>
      </p:sp>
      <p:sp>
        <p:nvSpPr>
          <p:cNvPr id="176" name="TextBox 175">
            <a:extLst>
              <a:ext uri="{FF2B5EF4-FFF2-40B4-BE49-F238E27FC236}">
                <a16:creationId xmlns:a16="http://schemas.microsoft.com/office/drawing/2014/main" id="{359173D1-9309-4A5F-90BC-611E44C74D05}"/>
              </a:ext>
            </a:extLst>
          </p:cNvPr>
          <p:cNvSpPr txBox="1"/>
          <p:nvPr/>
        </p:nvSpPr>
        <p:spPr bwMode="ltGray">
          <a:xfrm>
            <a:off x="9111034" y="2081106"/>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1/3 _ 2/3</a:t>
            </a:r>
          </a:p>
        </p:txBody>
      </p:sp>
      <p:sp>
        <p:nvSpPr>
          <p:cNvPr id="177" name="TextBox 176">
            <a:extLst>
              <a:ext uri="{FF2B5EF4-FFF2-40B4-BE49-F238E27FC236}">
                <a16:creationId xmlns:a16="http://schemas.microsoft.com/office/drawing/2014/main" id="{DA054942-9742-4FF1-9D82-3B70C0B4EA3D}"/>
              </a:ext>
            </a:extLst>
          </p:cNvPr>
          <p:cNvSpPr txBox="1"/>
          <p:nvPr/>
        </p:nvSpPr>
        <p:spPr bwMode="ltGray">
          <a:xfrm>
            <a:off x="10295593" y="2103493"/>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2/3 _1/3</a:t>
            </a:r>
          </a:p>
        </p:txBody>
      </p:sp>
      <p:sp>
        <p:nvSpPr>
          <p:cNvPr id="178" name="TextBox 177">
            <a:extLst>
              <a:ext uri="{FF2B5EF4-FFF2-40B4-BE49-F238E27FC236}">
                <a16:creationId xmlns:a16="http://schemas.microsoft.com/office/drawing/2014/main" id="{7F6442F8-D7EF-44B6-BD4C-09EEC26EF9AF}"/>
              </a:ext>
            </a:extLst>
          </p:cNvPr>
          <p:cNvSpPr txBox="1"/>
          <p:nvPr/>
        </p:nvSpPr>
        <p:spPr bwMode="ltGray">
          <a:xfrm>
            <a:off x="4372802" y="3071609"/>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3 _ Col</a:t>
            </a:r>
          </a:p>
        </p:txBody>
      </p:sp>
      <p:sp>
        <p:nvSpPr>
          <p:cNvPr id="179" name="TextBox 178">
            <a:extLst>
              <a:ext uri="{FF2B5EF4-FFF2-40B4-BE49-F238E27FC236}">
                <a16:creationId xmlns:a16="http://schemas.microsoft.com/office/drawing/2014/main" id="{366C8F0C-02B2-42EC-A89A-26CD095274F1}"/>
              </a:ext>
            </a:extLst>
          </p:cNvPr>
          <p:cNvSpPr txBox="1"/>
          <p:nvPr/>
        </p:nvSpPr>
        <p:spPr bwMode="ltGray">
          <a:xfrm>
            <a:off x="5557360" y="3077798"/>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4 _ Col</a:t>
            </a:r>
          </a:p>
        </p:txBody>
      </p:sp>
      <p:sp>
        <p:nvSpPr>
          <p:cNvPr id="180" name="TextBox 179">
            <a:extLst>
              <a:ext uri="{FF2B5EF4-FFF2-40B4-BE49-F238E27FC236}">
                <a16:creationId xmlns:a16="http://schemas.microsoft.com/office/drawing/2014/main" id="{FE65005D-DE07-4A19-B312-A653682C79D2}"/>
              </a:ext>
            </a:extLst>
          </p:cNvPr>
          <p:cNvSpPr txBox="1"/>
          <p:nvPr/>
        </p:nvSpPr>
        <p:spPr bwMode="ltGray">
          <a:xfrm>
            <a:off x="6741919" y="3057137"/>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Blank</a:t>
            </a:r>
          </a:p>
        </p:txBody>
      </p:sp>
      <p:sp>
        <p:nvSpPr>
          <p:cNvPr id="147" name="TextBox 146">
            <a:extLst>
              <a:ext uri="{FF2B5EF4-FFF2-40B4-BE49-F238E27FC236}">
                <a16:creationId xmlns:a16="http://schemas.microsoft.com/office/drawing/2014/main" id="{CCA7F18A-BE9C-4F56-9A25-F0B0A8593EA2}"/>
              </a:ext>
            </a:extLst>
          </p:cNvPr>
          <p:cNvSpPr txBox="1"/>
          <p:nvPr/>
        </p:nvSpPr>
        <p:spPr bwMode="ltGray">
          <a:xfrm>
            <a:off x="4587136" y="3584562"/>
            <a:ext cx="1528969" cy="174471"/>
          </a:xfrm>
          <a:prstGeom prst="rect">
            <a:avLst/>
          </a:prstGeom>
        </p:spPr>
        <p:txBody>
          <a:bodyPr vert="horz" wrap="square" lIns="0" tIns="0" rIns="0" bIns="0" rtlCol="0">
            <a:spAutoFit/>
          </a:bodyPr>
          <a:lstStyle/>
          <a:p>
            <a:pPr>
              <a:lnSpc>
                <a:spcPct val="110000"/>
              </a:lnSpc>
              <a:spcBef>
                <a:spcPts val="600"/>
              </a:spcBef>
              <a:spcAft>
                <a:spcPts val="900"/>
              </a:spcAft>
            </a:pPr>
            <a:r>
              <a:rPr lang="en-US" sz="1100" b="1" dirty="0">
                <a:solidFill>
                  <a:schemeClr val="accent3"/>
                </a:solidFill>
              </a:rPr>
              <a:t>Impact Layouts</a:t>
            </a:r>
          </a:p>
        </p:txBody>
      </p:sp>
      <p:sp>
        <p:nvSpPr>
          <p:cNvPr id="182" name="TextBox 181">
            <a:extLst>
              <a:ext uri="{FF2B5EF4-FFF2-40B4-BE49-F238E27FC236}">
                <a16:creationId xmlns:a16="http://schemas.microsoft.com/office/drawing/2014/main" id="{42911FF2-C021-40F3-9E9A-16D01EFB7BA8}"/>
              </a:ext>
            </a:extLst>
          </p:cNvPr>
          <p:cNvSpPr txBox="1"/>
          <p:nvPr/>
        </p:nvSpPr>
        <p:spPr bwMode="ltGray">
          <a:xfrm>
            <a:off x="4372802" y="4652629"/>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Section</a:t>
            </a:r>
          </a:p>
        </p:txBody>
      </p:sp>
      <p:sp>
        <p:nvSpPr>
          <p:cNvPr id="183" name="TextBox 182">
            <a:extLst>
              <a:ext uri="{FF2B5EF4-FFF2-40B4-BE49-F238E27FC236}">
                <a16:creationId xmlns:a16="http://schemas.microsoft.com/office/drawing/2014/main" id="{F22718E5-F84E-4D00-8168-0FC995076272}"/>
              </a:ext>
            </a:extLst>
          </p:cNvPr>
          <p:cNvSpPr txBox="1"/>
          <p:nvPr/>
        </p:nvSpPr>
        <p:spPr bwMode="ltGray">
          <a:xfrm>
            <a:off x="5557360" y="4656197"/>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Section _ </a:t>
            </a:r>
            <a:r>
              <a:rPr lang="en-US" sz="900" b="1" dirty="0" err="1">
                <a:solidFill>
                  <a:schemeClr val="bg1"/>
                </a:solidFill>
              </a:rPr>
              <a:t>Img</a:t>
            </a:r>
            <a:endParaRPr lang="en-US" sz="900" b="1" dirty="0">
              <a:solidFill>
                <a:schemeClr val="bg1"/>
              </a:solidFill>
            </a:endParaRPr>
          </a:p>
        </p:txBody>
      </p:sp>
      <p:sp>
        <p:nvSpPr>
          <p:cNvPr id="184" name="TextBox 183">
            <a:extLst>
              <a:ext uri="{FF2B5EF4-FFF2-40B4-BE49-F238E27FC236}">
                <a16:creationId xmlns:a16="http://schemas.microsoft.com/office/drawing/2014/main" id="{1410E02C-3455-4CA2-BDCB-41388804236A}"/>
              </a:ext>
            </a:extLst>
          </p:cNvPr>
          <p:cNvSpPr txBox="1"/>
          <p:nvPr/>
        </p:nvSpPr>
        <p:spPr bwMode="ltGray">
          <a:xfrm>
            <a:off x="6741918" y="4636833"/>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Emphasis _ </a:t>
            </a:r>
            <a:r>
              <a:rPr lang="en-US" sz="900" b="1" dirty="0" err="1">
                <a:solidFill>
                  <a:schemeClr val="bg1"/>
                </a:solidFill>
              </a:rPr>
              <a:t>Img</a:t>
            </a:r>
            <a:r>
              <a:rPr lang="en-US" sz="900" b="1" dirty="0">
                <a:solidFill>
                  <a:schemeClr val="bg1"/>
                </a:solidFill>
              </a:rPr>
              <a:t> R</a:t>
            </a:r>
          </a:p>
        </p:txBody>
      </p:sp>
      <p:sp>
        <p:nvSpPr>
          <p:cNvPr id="186" name="TextBox 185">
            <a:extLst>
              <a:ext uri="{FF2B5EF4-FFF2-40B4-BE49-F238E27FC236}">
                <a16:creationId xmlns:a16="http://schemas.microsoft.com/office/drawing/2014/main" id="{0CDE96BB-1750-43B5-8F1C-0A101460E4CA}"/>
              </a:ext>
            </a:extLst>
          </p:cNvPr>
          <p:cNvSpPr txBox="1"/>
          <p:nvPr/>
        </p:nvSpPr>
        <p:spPr bwMode="ltGray">
          <a:xfrm>
            <a:off x="7925031" y="4646431"/>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Emphasis _ </a:t>
            </a:r>
            <a:r>
              <a:rPr lang="en-US" sz="900" b="1" dirty="0" err="1">
                <a:solidFill>
                  <a:schemeClr val="bg1"/>
                </a:solidFill>
              </a:rPr>
              <a:t>Img</a:t>
            </a:r>
            <a:r>
              <a:rPr lang="en-US" sz="900" b="1" dirty="0">
                <a:solidFill>
                  <a:schemeClr val="bg1"/>
                </a:solidFill>
              </a:rPr>
              <a:t> L</a:t>
            </a:r>
          </a:p>
        </p:txBody>
      </p:sp>
      <p:sp>
        <p:nvSpPr>
          <p:cNvPr id="185" name="TextBox 184">
            <a:extLst>
              <a:ext uri="{FF2B5EF4-FFF2-40B4-BE49-F238E27FC236}">
                <a16:creationId xmlns:a16="http://schemas.microsoft.com/office/drawing/2014/main" id="{B9247B8F-CA29-4591-9BDD-1BF9D2A28038}"/>
              </a:ext>
            </a:extLst>
          </p:cNvPr>
          <p:cNvSpPr txBox="1"/>
          <p:nvPr/>
        </p:nvSpPr>
        <p:spPr bwMode="ltGray">
          <a:xfrm>
            <a:off x="9110312" y="4632899"/>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Image _ Title</a:t>
            </a:r>
          </a:p>
        </p:txBody>
      </p:sp>
      <p:sp>
        <p:nvSpPr>
          <p:cNvPr id="187" name="TextBox 186">
            <a:extLst>
              <a:ext uri="{FF2B5EF4-FFF2-40B4-BE49-F238E27FC236}">
                <a16:creationId xmlns:a16="http://schemas.microsoft.com/office/drawing/2014/main" id="{801B2BF0-F415-4489-8C81-E1C66D445369}"/>
              </a:ext>
            </a:extLst>
          </p:cNvPr>
          <p:cNvSpPr txBox="1"/>
          <p:nvPr/>
        </p:nvSpPr>
        <p:spPr bwMode="ltGray">
          <a:xfrm>
            <a:off x="10295593" y="4656229"/>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err="1">
                <a:solidFill>
                  <a:schemeClr val="bg1"/>
                </a:solidFill>
              </a:rPr>
              <a:t>Img</a:t>
            </a:r>
            <a:endParaRPr lang="en-US" sz="900" b="1" dirty="0">
              <a:solidFill>
                <a:schemeClr val="bg1"/>
              </a:solidFill>
            </a:endParaRPr>
          </a:p>
        </p:txBody>
      </p:sp>
      <p:sp>
        <p:nvSpPr>
          <p:cNvPr id="188" name="TextBox 187">
            <a:extLst>
              <a:ext uri="{FF2B5EF4-FFF2-40B4-BE49-F238E27FC236}">
                <a16:creationId xmlns:a16="http://schemas.microsoft.com/office/drawing/2014/main" id="{1A4FE554-5B0B-443C-9548-5C10D8ED7D03}"/>
              </a:ext>
            </a:extLst>
          </p:cNvPr>
          <p:cNvSpPr txBox="1"/>
          <p:nvPr/>
        </p:nvSpPr>
        <p:spPr bwMode="ltGray">
          <a:xfrm>
            <a:off x="4372802" y="5620966"/>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err="1">
                <a:solidFill>
                  <a:schemeClr val="bg1"/>
                </a:solidFill>
              </a:rPr>
              <a:t>Img</a:t>
            </a:r>
            <a:r>
              <a:rPr lang="en-US" sz="900" b="1" dirty="0">
                <a:solidFill>
                  <a:schemeClr val="bg1"/>
                </a:solidFill>
              </a:rPr>
              <a:t> _ Grid</a:t>
            </a:r>
          </a:p>
        </p:txBody>
      </p:sp>
      <p:sp>
        <p:nvSpPr>
          <p:cNvPr id="189" name="TextBox 188">
            <a:extLst>
              <a:ext uri="{FF2B5EF4-FFF2-40B4-BE49-F238E27FC236}">
                <a16:creationId xmlns:a16="http://schemas.microsoft.com/office/drawing/2014/main" id="{972E9833-00E2-412B-AA19-53458C84340B}"/>
              </a:ext>
            </a:extLst>
          </p:cNvPr>
          <p:cNvSpPr txBox="1"/>
          <p:nvPr/>
        </p:nvSpPr>
        <p:spPr bwMode="ltGray">
          <a:xfrm>
            <a:off x="5557360" y="5634483"/>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Stat</a:t>
            </a:r>
          </a:p>
        </p:txBody>
      </p:sp>
      <p:sp>
        <p:nvSpPr>
          <p:cNvPr id="190" name="TextBox 189">
            <a:extLst>
              <a:ext uri="{FF2B5EF4-FFF2-40B4-BE49-F238E27FC236}">
                <a16:creationId xmlns:a16="http://schemas.microsoft.com/office/drawing/2014/main" id="{095C46FB-E9B0-4F31-8A35-4B6514113A95}"/>
              </a:ext>
            </a:extLst>
          </p:cNvPr>
          <p:cNvSpPr txBox="1"/>
          <p:nvPr/>
        </p:nvSpPr>
        <p:spPr bwMode="ltGray">
          <a:xfrm>
            <a:off x="6741918" y="5635775"/>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Quote</a:t>
            </a:r>
          </a:p>
        </p:txBody>
      </p:sp>
      <p:sp>
        <p:nvSpPr>
          <p:cNvPr id="191" name="TextBox 190">
            <a:extLst>
              <a:ext uri="{FF2B5EF4-FFF2-40B4-BE49-F238E27FC236}">
                <a16:creationId xmlns:a16="http://schemas.microsoft.com/office/drawing/2014/main" id="{AA785550-F55C-4C93-B2B9-BF9F927679DD}"/>
              </a:ext>
            </a:extLst>
          </p:cNvPr>
          <p:cNvSpPr txBox="1"/>
          <p:nvPr/>
        </p:nvSpPr>
        <p:spPr bwMode="ltGray">
          <a:xfrm>
            <a:off x="7926476" y="5654929"/>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Big _ Stat</a:t>
            </a:r>
          </a:p>
        </p:txBody>
      </p:sp>
      <p:sp>
        <p:nvSpPr>
          <p:cNvPr id="192" name="TextBox 191">
            <a:extLst>
              <a:ext uri="{FF2B5EF4-FFF2-40B4-BE49-F238E27FC236}">
                <a16:creationId xmlns:a16="http://schemas.microsoft.com/office/drawing/2014/main" id="{376FA51E-2E4B-4408-9CE2-72E6C798E382}"/>
              </a:ext>
            </a:extLst>
          </p:cNvPr>
          <p:cNvSpPr txBox="1"/>
          <p:nvPr/>
        </p:nvSpPr>
        <p:spPr bwMode="ltGray">
          <a:xfrm>
            <a:off x="9111034" y="5666824"/>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TOC</a:t>
            </a:r>
          </a:p>
        </p:txBody>
      </p:sp>
      <p:sp>
        <p:nvSpPr>
          <p:cNvPr id="247" name="TextBox 246">
            <a:extLst>
              <a:ext uri="{FF2B5EF4-FFF2-40B4-BE49-F238E27FC236}">
                <a16:creationId xmlns:a16="http://schemas.microsoft.com/office/drawing/2014/main" id="{6E9CA9D0-AD1B-4EC2-A45C-5B12FA4E5D71}"/>
              </a:ext>
            </a:extLst>
          </p:cNvPr>
          <p:cNvSpPr txBox="1"/>
          <p:nvPr/>
        </p:nvSpPr>
        <p:spPr bwMode="ltGray">
          <a:xfrm>
            <a:off x="10295593" y="5649022"/>
            <a:ext cx="1528969" cy="142796"/>
          </a:xfrm>
          <a:prstGeom prst="rect">
            <a:avLst/>
          </a:prstGeom>
        </p:spPr>
        <p:txBody>
          <a:bodyPr vert="horz" wrap="square" lIns="0" tIns="0" rIns="0" bIns="0" rtlCol="0">
            <a:spAutoFit/>
          </a:bodyPr>
          <a:lstStyle/>
          <a:p>
            <a:pPr algn="ctr">
              <a:lnSpc>
                <a:spcPct val="110000"/>
              </a:lnSpc>
              <a:spcBef>
                <a:spcPts val="600"/>
              </a:spcBef>
              <a:spcAft>
                <a:spcPts val="900"/>
              </a:spcAft>
            </a:pPr>
            <a:r>
              <a:rPr lang="en-US" sz="900" b="1" dirty="0">
                <a:solidFill>
                  <a:schemeClr val="bg1"/>
                </a:solidFill>
              </a:rPr>
              <a:t>End</a:t>
            </a:r>
          </a:p>
        </p:txBody>
      </p:sp>
      <p:grpSp>
        <p:nvGrpSpPr>
          <p:cNvPr id="10" name="Group 9">
            <a:extLst>
              <a:ext uri="{FF2B5EF4-FFF2-40B4-BE49-F238E27FC236}">
                <a16:creationId xmlns:a16="http://schemas.microsoft.com/office/drawing/2014/main" id="{7A76F345-1761-6BB6-5A90-0EDCA64A5494}"/>
              </a:ext>
              <a:ext uri="{C183D7F6-B498-43B3-948B-1728B52AA6E4}">
                <adec:decorative xmlns:adec="http://schemas.microsoft.com/office/drawing/2017/decorative" val="1"/>
              </a:ext>
            </a:extLst>
          </p:cNvPr>
          <p:cNvGrpSpPr/>
          <p:nvPr/>
        </p:nvGrpSpPr>
        <p:grpSpPr>
          <a:xfrm>
            <a:off x="4579649" y="1378794"/>
            <a:ext cx="7038064" cy="4209079"/>
            <a:chOff x="4579649" y="1378794"/>
            <a:chExt cx="7038064" cy="4209079"/>
          </a:xfrm>
        </p:grpSpPr>
        <p:grpSp>
          <p:nvGrpSpPr>
            <p:cNvPr id="3" name="Group 2">
              <a:extLst>
                <a:ext uri="{FF2B5EF4-FFF2-40B4-BE49-F238E27FC236}">
                  <a16:creationId xmlns:a16="http://schemas.microsoft.com/office/drawing/2014/main" id="{B79B0486-7A77-3DC9-1F04-3AA829C0C1CE}"/>
                </a:ext>
              </a:extLst>
            </p:cNvPr>
            <p:cNvGrpSpPr/>
            <p:nvPr/>
          </p:nvGrpSpPr>
          <p:grpSpPr>
            <a:xfrm>
              <a:off x="4579649" y="1378794"/>
              <a:ext cx="7038064" cy="1626007"/>
              <a:chOff x="4579649" y="1378794"/>
              <a:chExt cx="7038064" cy="1626007"/>
            </a:xfrm>
          </p:grpSpPr>
          <p:grpSp>
            <p:nvGrpSpPr>
              <p:cNvPr id="2" name="Group 1">
                <a:extLst>
                  <a:ext uri="{FF2B5EF4-FFF2-40B4-BE49-F238E27FC236}">
                    <a16:creationId xmlns:a16="http://schemas.microsoft.com/office/drawing/2014/main" id="{710CEF70-2FCC-F702-D891-438C30BE975F}"/>
                  </a:ext>
                  <a:ext uri="{C183D7F6-B498-43B3-948B-1728B52AA6E4}">
                    <adec:decorative xmlns:adec="http://schemas.microsoft.com/office/drawing/2017/decorative" val="1"/>
                  </a:ext>
                </a:extLst>
              </p:cNvPr>
              <p:cNvGrpSpPr/>
              <p:nvPr/>
            </p:nvGrpSpPr>
            <p:grpSpPr>
              <a:xfrm>
                <a:off x="4579649" y="1378794"/>
                <a:ext cx="7038064" cy="646043"/>
                <a:chOff x="4579649" y="1378794"/>
                <a:chExt cx="7038064" cy="646043"/>
              </a:xfrm>
            </p:grpSpPr>
            <p:sp>
              <p:nvSpPr>
                <p:cNvPr id="98" name="Rectangle 97">
                  <a:extLst>
                    <a:ext uri="{FF2B5EF4-FFF2-40B4-BE49-F238E27FC236}">
                      <a16:creationId xmlns:a16="http://schemas.microsoft.com/office/drawing/2014/main" id="{FAD28C35-C590-4F0E-B378-4FAEBC822025}"/>
                    </a:ext>
                  </a:extLst>
                </p:cNvPr>
                <p:cNvSpPr/>
                <p:nvPr/>
              </p:nvSpPr>
              <p:spPr>
                <a:xfrm>
                  <a:off x="4579649" y="1378794"/>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nvGrpSpPr>
                <p:cNvPr id="204" name="Group 203">
                  <a:extLst>
                    <a:ext uri="{FF2B5EF4-FFF2-40B4-BE49-F238E27FC236}">
                      <a16:creationId xmlns:a16="http://schemas.microsoft.com/office/drawing/2014/main" id="{EDFF321C-1C10-4FAD-BAEF-D180F156FE18}"/>
                    </a:ext>
                  </a:extLst>
                </p:cNvPr>
                <p:cNvGrpSpPr/>
                <p:nvPr/>
              </p:nvGrpSpPr>
              <p:grpSpPr bwMode="ltGray">
                <a:xfrm>
                  <a:off x="10502441" y="1380373"/>
                  <a:ext cx="1115272" cy="644464"/>
                  <a:chOff x="5471438" y="2635842"/>
                  <a:chExt cx="1437084" cy="830423"/>
                </a:xfrm>
              </p:grpSpPr>
              <p:sp>
                <p:nvSpPr>
                  <p:cNvPr id="205" name="Rectangle 204">
                    <a:extLst>
                      <a:ext uri="{FF2B5EF4-FFF2-40B4-BE49-F238E27FC236}">
                        <a16:creationId xmlns:a16="http://schemas.microsoft.com/office/drawing/2014/main" id="{0D5AF339-13D6-4AD3-B9CE-E2274CD65236}"/>
                      </a:ext>
                    </a:extLst>
                  </p:cNvPr>
                  <p:cNvSpPr/>
                  <p:nvPr/>
                </p:nvSpPr>
                <p:spPr bwMode="ltGray">
                  <a:xfrm>
                    <a:off x="5471438" y="2635842"/>
                    <a:ext cx="1437084" cy="830423"/>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6" name="Rectangle 205">
                    <a:extLst>
                      <a:ext uri="{FF2B5EF4-FFF2-40B4-BE49-F238E27FC236}">
                        <a16:creationId xmlns:a16="http://schemas.microsoft.com/office/drawing/2014/main" id="{FEBFD6D3-755F-41E5-A34C-EB37CA3AF888}"/>
                      </a:ext>
                    </a:extLst>
                  </p:cNvPr>
                  <p:cNvSpPr/>
                  <p:nvPr/>
                </p:nvSpPr>
                <p:spPr bwMode="ltGray">
                  <a:xfrm>
                    <a:off x="5579309" y="2737761"/>
                    <a:ext cx="846238" cy="5803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7" name="Rectangle 206">
                    <a:extLst>
                      <a:ext uri="{FF2B5EF4-FFF2-40B4-BE49-F238E27FC236}">
                        <a16:creationId xmlns:a16="http://schemas.microsoft.com/office/drawing/2014/main" id="{6312C587-B047-4909-B424-8801F7251A54}"/>
                      </a:ext>
                    </a:extLst>
                  </p:cNvPr>
                  <p:cNvSpPr/>
                  <p:nvPr/>
                </p:nvSpPr>
                <p:spPr bwMode="ltGray">
                  <a:xfrm>
                    <a:off x="5579309" y="2822688"/>
                    <a:ext cx="846238" cy="4571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9" name="Rectangle 208">
                    <a:extLst>
                      <a:ext uri="{FF2B5EF4-FFF2-40B4-BE49-F238E27FC236}">
                        <a16:creationId xmlns:a16="http://schemas.microsoft.com/office/drawing/2014/main" id="{94545B12-2002-48B3-9FBE-D19231296A94}"/>
                      </a:ext>
                    </a:extLst>
                  </p:cNvPr>
                  <p:cNvSpPr/>
                  <p:nvPr/>
                </p:nvSpPr>
                <p:spPr bwMode="ltGray">
                  <a:xfrm>
                    <a:off x="5579310" y="2984330"/>
                    <a:ext cx="863741" cy="342530"/>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8" name="Rectangle 207">
                    <a:extLst>
                      <a:ext uri="{FF2B5EF4-FFF2-40B4-BE49-F238E27FC236}">
                        <a16:creationId xmlns:a16="http://schemas.microsoft.com/office/drawing/2014/main" id="{FBACCB12-C8BB-4ADD-AC2E-8260B6A8E116}"/>
                      </a:ext>
                    </a:extLst>
                  </p:cNvPr>
                  <p:cNvSpPr/>
                  <p:nvPr/>
                </p:nvSpPr>
                <p:spPr bwMode="ltGray">
                  <a:xfrm>
                    <a:off x="6496790" y="2984330"/>
                    <a:ext cx="294019" cy="342530"/>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sp>
              <p:nvSpPr>
                <p:cNvPr id="7" name="Rectangle 6">
                  <a:extLst>
                    <a:ext uri="{FF2B5EF4-FFF2-40B4-BE49-F238E27FC236}">
                      <a16:creationId xmlns:a16="http://schemas.microsoft.com/office/drawing/2014/main" id="{1E25192B-228E-4863-9410-C518E7576040}"/>
                    </a:ext>
                  </a:extLst>
                </p:cNvPr>
                <p:cNvSpPr/>
                <p:nvPr/>
              </p:nvSpPr>
              <p:spPr bwMode="ltGray">
                <a:xfrm>
                  <a:off x="4663365" y="1484321"/>
                  <a:ext cx="386723" cy="28960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9" name="Rectangle 18">
                  <a:extLst>
                    <a:ext uri="{FF2B5EF4-FFF2-40B4-BE49-F238E27FC236}">
                      <a16:creationId xmlns:a16="http://schemas.microsoft.com/office/drawing/2014/main" id="{964272E5-BFBC-4B59-B716-B99F084CEA82}"/>
                    </a:ext>
                  </a:extLst>
                </p:cNvPr>
                <p:cNvSpPr/>
                <p:nvPr/>
              </p:nvSpPr>
              <p:spPr bwMode="ltGray">
                <a:xfrm>
                  <a:off x="4663365" y="1798208"/>
                  <a:ext cx="386723" cy="147613"/>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nvGrpSpPr>
                <p:cNvPr id="8" name="Group 7">
                  <a:extLst>
                    <a:ext uri="{FF2B5EF4-FFF2-40B4-BE49-F238E27FC236}">
                      <a16:creationId xmlns:a16="http://schemas.microsoft.com/office/drawing/2014/main" id="{564B4E9F-3950-4342-8646-36B6358C98C9}"/>
                    </a:ext>
                  </a:extLst>
                </p:cNvPr>
                <p:cNvGrpSpPr/>
                <p:nvPr/>
              </p:nvGrpSpPr>
              <p:grpSpPr bwMode="ltGray">
                <a:xfrm>
                  <a:off x="5764208" y="1380373"/>
                  <a:ext cx="1115272" cy="644464"/>
                  <a:chOff x="5471438" y="1660476"/>
                  <a:chExt cx="1437084" cy="830423"/>
                </a:xfrm>
              </p:grpSpPr>
              <p:sp>
                <p:nvSpPr>
                  <p:cNvPr id="24" name="Rectangle 23">
                    <a:extLst>
                      <a:ext uri="{FF2B5EF4-FFF2-40B4-BE49-F238E27FC236}">
                        <a16:creationId xmlns:a16="http://schemas.microsoft.com/office/drawing/2014/main" id="{8843C8F0-7DFC-4128-B516-997C45BBF38C}"/>
                      </a:ext>
                    </a:extLst>
                  </p:cNvPr>
                  <p:cNvSpPr/>
                  <p:nvPr/>
                </p:nvSpPr>
                <p:spPr bwMode="ltGray">
                  <a:xfrm>
                    <a:off x="5471438" y="1660476"/>
                    <a:ext cx="1437084" cy="830423"/>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nvGrpSpPr>
                  <p:cNvPr id="21" name="Group 20">
                    <a:extLst>
                      <a:ext uri="{FF2B5EF4-FFF2-40B4-BE49-F238E27FC236}">
                        <a16:creationId xmlns:a16="http://schemas.microsoft.com/office/drawing/2014/main" id="{432B7E45-204E-4C30-B398-55FF6397E3CB}"/>
                      </a:ext>
                    </a:extLst>
                  </p:cNvPr>
                  <p:cNvGrpSpPr/>
                  <p:nvPr/>
                </p:nvGrpSpPr>
                <p:grpSpPr bwMode="ltGray">
                  <a:xfrm>
                    <a:off x="5579309" y="1762395"/>
                    <a:ext cx="846238" cy="130646"/>
                    <a:chOff x="6799162" y="1762395"/>
                    <a:chExt cx="1086339" cy="130646"/>
                  </a:xfrm>
                </p:grpSpPr>
                <p:sp>
                  <p:nvSpPr>
                    <p:cNvPr id="25" name="Rectangle 24">
                      <a:extLst>
                        <a:ext uri="{FF2B5EF4-FFF2-40B4-BE49-F238E27FC236}">
                          <a16:creationId xmlns:a16="http://schemas.microsoft.com/office/drawing/2014/main" id="{6A50FFDE-D66D-4355-899B-99EE7D0FCD18}"/>
                        </a:ext>
                      </a:extLst>
                    </p:cNvPr>
                    <p:cNvSpPr/>
                    <p:nvPr/>
                  </p:nvSpPr>
                  <p:spPr bwMode="ltGray">
                    <a:xfrm>
                      <a:off x="6799162" y="1762395"/>
                      <a:ext cx="1086339" cy="5803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6" name="Rectangle 25">
                      <a:extLst>
                        <a:ext uri="{FF2B5EF4-FFF2-40B4-BE49-F238E27FC236}">
                          <a16:creationId xmlns:a16="http://schemas.microsoft.com/office/drawing/2014/main" id="{C31870B2-7B8F-4DB0-8AE0-55A7417FF4AD}"/>
                        </a:ext>
                      </a:extLst>
                    </p:cNvPr>
                    <p:cNvSpPr/>
                    <p:nvPr/>
                  </p:nvSpPr>
                  <p:spPr bwMode="ltGray">
                    <a:xfrm>
                      <a:off x="6799162" y="1847322"/>
                      <a:ext cx="1086339" cy="4571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grpSp>
            <p:grpSp>
              <p:nvGrpSpPr>
                <p:cNvPr id="169" name="Group 168">
                  <a:extLst>
                    <a:ext uri="{FF2B5EF4-FFF2-40B4-BE49-F238E27FC236}">
                      <a16:creationId xmlns:a16="http://schemas.microsoft.com/office/drawing/2014/main" id="{E40A1B85-19E9-4FA4-9F3E-E3E2C4919DF9}"/>
                    </a:ext>
                  </a:extLst>
                </p:cNvPr>
                <p:cNvGrpSpPr/>
                <p:nvPr/>
              </p:nvGrpSpPr>
              <p:grpSpPr bwMode="ltGray">
                <a:xfrm>
                  <a:off x="6948766" y="1380373"/>
                  <a:ext cx="1115272" cy="644464"/>
                  <a:chOff x="5471438" y="2635842"/>
                  <a:chExt cx="1437084" cy="830423"/>
                </a:xfrm>
              </p:grpSpPr>
              <p:sp>
                <p:nvSpPr>
                  <p:cNvPr id="170" name="Rectangle 169">
                    <a:extLst>
                      <a:ext uri="{FF2B5EF4-FFF2-40B4-BE49-F238E27FC236}">
                        <a16:creationId xmlns:a16="http://schemas.microsoft.com/office/drawing/2014/main" id="{7B2A38F9-C4E1-4EF7-AEF0-2F8E2F650C5A}"/>
                      </a:ext>
                    </a:extLst>
                  </p:cNvPr>
                  <p:cNvSpPr/>
                  <p:nvPr/>
                </p:nvSpPr>
                <p:spPr bwMode="ltGray">
                  <a:xfrm>
                    <a:off x="5471438" y="2635842"/>
                    <a:ext cx="1437084" cy="830423"/>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71" name="Rectangle 170">
                    <a:extLst>
                      <a:ext uri="{FF2B5EF4-FFF2-40B4-BE49-F238E27FC236}">
                        <a16:creationId xmlns:a16="http://schemas.microsoft.com/office/drawing/2014/main" id="{009D53C3-A0CE-4D7E-ACEA-7728A268A440}"/>
                      </a:ext>
                    </a:extLst>
                  </p:cNvPr>
                  <p:cNvSpPr/>
                  <p:nvPr/>
                </p:nvSpPr>
                <p:spPr bwMode="ltGray">
                  <a:xfrm>
                    <a:off x="5579309" y="2737761"/>
                    <a:ext cx="846238" cy="5803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72" name="Rectangle 171">
                    <a:extLst>
                      <a:ext uri="{FF2B5EF4-FFF2-40B4-BE49-F238E27FC236}">
                        <a16:creationId xmlns:a16="http://schemas.microsoft.com/office/drawing/2014/main" id="{D5D99DD7-CFD7-4F98-A097-9A0EAC5DB3FD}"/>
                      </a:ext>
                    </a:extLst>
                  </p:cNvPr>
                  <p:cNvSpPr/>
                  <p:nvPr/>
                </p:nvSpPr>
                <p:spPr bwMode="ltGray">
                  <a:xfrm>
                    <a:off x="5579309" y="2822688"/>
                    <a:ext cx="846238" cy="4571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73" name="Rectangle 172">
                    <a:extLst>
                      <a:ext uri="{FF2B5EF4-FFF2-40B4-BE49-F238E27FC236}">
                        <a16:creationId xmlns:a16="http://schemas.microsoft.com/office/drawing/2014/main" id="{84BCB24A-69AE-4210-8349-D0C8817CB06B}"/>
                      </a:ext>
                    </a:extLst>
                  </p:cNvPr>
                  <p:cNvSpPr/>
                  <p:nvPr/>
                </p:nvSpPr>
                <p:spPr bwMode="ltGray">
                  <a:xfrm>
                    <a:off x="5579309" y="2984330"/>
                    <a:ext cx="1217115" cy="34252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grpSp>
              <p:nvGrpSpPr>
                <p:cNvPr id="15" name="Group 14">
                  <a:extLst>
                    <a:ext uri="{FF2B5EF4-FFF2-40B4-BE49-F238E27FC236}">
                      <a16:creationId xmlns:a16="http://schemas.microsoft.com/office/drawing/2014/main" id="{8CE9F3B6-1A63-4E95-BB2A-6ED6E71F7D78}"/>
                    </a:ext>
                  </a:extLst>
                </p:cNvPr>
                <p:cNvGrpSpPr/>
                <p:nvPr/>
              </p:nvGrpSpPr>
              <p:grpSpPr bwMode="ltGray">
                <a:xfrm>
                  <a:off x="8133324" y="1380373"/>
                  <a:ext cx="1115272" cy="644464"/>
                  <a:chOff x="5471438" y="2635842"/>
                  <a:chExt cx="1437084" cy="830423"/>
                </a:xfrm>
              </p:grpSpPr>
              <p:sp>
                <p:nvSpPr>
                  <p:cNvPr id="27" name="Rectangle 26">
                    <a:extLst>
                      <a:ext uri="{FF2B5EF4-FFF2-40B4-BE49-F238E27FC236}">
                        <a16:creationId xmlns:a16="http://schemas.microsoft.com/office/drawing/2014/main" id="{C7DCD2ED-6FB8-4CE3-AA49-9E633347C7DE}"/>
                      </a:ext>
                    </a:extLst>
                  </p:cNvPr>
                  <p:cNvSpPr/>
                  <p:nvPr/>
                </p:nvSpPr>
                <p:spPr bwMode="ltGray">
                  <a:xfrm>
                    <a:off x="5471438" y="2635842"/>
                    <a:ext cx="1437084" cy="830423"/>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9" name="Rectangle 28">
                    <a:extLst>
                      <a:ext uri="{FF2B5EF4-FFF2-40B4-BE49-F238E27FC236}">
                        <a16:creationId xmlns:a16="http://schemas.microsoft.com/office/drawing/2014/main" id="{BEF16541-C27A-4DBA-B72A-0EABD4B4A048}"/>
                      </a:ext>
                    </a:extLst>
                  </p:cNvPr>
                  <p:cNvSpPr/>
                  <p:nvPr/>
                </p:nvSpPr>
                <p:spPr bwMode="ltGray">
                  <a:xfrm>
                    <a:off x="5579309" y="2737761"/>
                    <a:ext cx="846238" cy="5803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30" name="Rectangle 29">
                    <a:extLst>
                      <a:ext uri="{FF2B5EF4-FFF2-40B4-BE49-F238E27FC236}">
                        <a16:creationId xmlns:a16="http://schemas.microsoft.com/office/drawing/2014/main" id="{23CAE4FA-434F-43EF-B278-A7132926FD2B}"/>
                      </a:ext>
                    </a:extLst>
                  </p:cNvPr>
                  <p:cNvSpPr/>
                  <p:nvPr/>
                </p:nvSpPr>
                <p:spPr bwMode="ltGray">
                  <a:xfrm>
                    <a:off x="5579309" y="2822688"/>
                    <a:ext cx="846238" cy="4571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31" name="Rectangle 30">
                    <a:extLst>
                      <a:ext uri="{FF2B5EF4-FFF2-40B4-BE49-F238E27FC236}">
                        <a16:creationId xmlns:a16="http://schemas.microsoft.com/office/drawing/2014/main" id="{B72C0003-CFE2-4047-BAAF-9BD164F0F9C4}"/>
                      </a:ext>
                    </a:extLst>
                  </p:cNvPr>
                  <p:cNvSpPr/>
                  <p:nvPr/>
                </p:nvSpPr>
                <p:spPr bwMode="ltGray">
                  <a:xfrm>
                    <a:off x="5579309" y="2984330"/>
                    <a:ext cx="576947" cy="34252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32" name="Rectangle 31">
                    <a:extLst>
                      <a:ext uri="{FF2B5EF4-FFF2-40B4-BE49-F238E27FC236}">
                        <a16:creationId xmlns:a16="http://schemas.microsoft.com/office/drawing/2014/main" id="{45AC26ED-D3B2-4788-9FCC-DF9816E0E3EC}"/>
                      </a:ext>
                    </a:extLst>
                  </p:cNvPr>
                  <p:cNvSpPr/>
                  <p:nvPr/>
                </p:nvSpPr>
                <p:spPr bwMode="ltGray">
                  <a:xfrm>
                    <a:off x="6219478" y="2984330"/>
                    <a:ext cx="576947" cy="34252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sp>
              <p:nvSpPr>
                <p:cNvPr id="193" name="Rectangle 192">
                  <a:extLst>
                    <a:ext uri="{FF2B5EF4-FFF2-40B4-BE49-F238E27FC236}">
                      <a16:creationId xmlns:a16="http://schemas.microsoft.com/office/drawing/2014/main" id="{11430136-2D89-4391-AA30-B4E4FC5CC619}"/>
                    </a:ext>
                  </a:extLst>
                </p:cNvPr>
                <p:cNvSpPr/>
                <p:nvPr/>
              </p:nvSpPr>
              <p:spPr bwMode="ltGray">
                <a:xfrm>
                  <a:off x="9317881" y="1380373"/>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nvGrpSpPr>
                <p:cNvPr id="110" name="Group 109">
                  <a:extLst>
                    <a:ext uri="{FF2B5EF4-FFF2-40B4-BE49-F238E27FC236}">
                      <a16:creationId xmlns:a16="http://schemas.microsoft.com/office/drawing/2014/main" id="{4160EFC5-73C4-4F3F-B478-752A3047A705}"/>
                    </a:ext>
                  </a:extLst>
                </p:cNvPr>
                <p:cNvGrpSpPr/>
                <p:nvPr/>
              </p:nvGrpSpPr>
              <p:grpSpPr>
                <a:xfrm>
                  <a:off x="9401596" y="1459469"/>
                  <a:ext cx="656737" cy="101390"/>
                  <a:chOff x="9401596" y="1459469"/>
                  <a:chExt cx="656737" cy="101390"/>
                </a:xfrm>
              </p:grpSpPr>
              <p:sp>
                <p:nvSpPr>
                  <p:cNvPr id="194" name="Rectangle 193">
                    <a:extLst>
                      <a:ext uri="{FF2B5EF4-FFF2-40B4-BE49-F238E27FC236}">
                        <a16:creationId xmlns:a16="http://schemas.microsoft.com/office/drawing/2014/main" id="{5765D32E-FF3C-46A4-A452-8E4581050E89}"/>
                      </a:ext>
                    </a:extLst>
                  </p:cNvPr>
                  <p:cNvSpPr/>
                  <p:nvPr/>
                </p:nvSpPr>
                <p:spPr bwMode="ltGray">
                  <a:xfrm>
                    <a:off x="9401596" y="1459469"/>
                    <a:ext cx="656737" cy="4504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95" name="Rectangle 194">
                    <a:extLst>
                      <a:ext uri="{FF2B5EF4-FFF2-40B4-BE49-F238E27FC236}">
                        <a16:creationId xmlns:a16="http://schemas.microsoft.com/office/drawing/2014/main" id="{FDF10B7E-2BDD-4640-AED3-778878708919}"/>
                      </a:ext>
                    </a:extLst>
                  </p:cNvPr>
                  <p:cNvSpPr/>
                  <p:nvPr/>
                </p:nvSpPr>
                <p:spPr bwMode="ltGray">
                  <a:xfrm>
                    <a:off x="9401596" y="1525378"/>
                    <a:ext cx="656737" cy="3548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sp>
              <p:nvSpPr>
                <p:cNvPr id="196" name="Rectangle 195">
                  <a:extLst>
                    <a:ext uri="{FF2B5EF4-FFF2-40B4-BE49-F238E27FC236}">
                      <a16:creationId xmlns:a16="http://schemas.microsoft.com/office/drawing/2014/main" id="{51ACAD88-0A1B-4258-98B9-952D45051319}"/>
                    </a:ext>
                  </a:extLst>
                </p:cNvPr>
                <p:cNvSpPr/>
                <p:nvPr/>
              </p:nvSpPr>
              <p:spPr bwMode="ltGray">
                <a:xfrm>
                  <a:off x="9401597" y="1650823"/>
                  <a:ext cx="228178" cy="265826"/>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97" name="Rectangle 196">
                  <a:extLst>
                    <a:ext uri="{FF2B5EF4-FFF2-40B4-BE49-F238E27FC236}">
                      <a16:creationId xmlns:a16="http://schemas.microsoft.com/office/drawing/2014/main" id="{9F2AE2DC-F2EB-4745-B0C7-C9576C7DA1C5}"/>
                    </a:ext>
                  </a:extLst>
                </p:cNvPr>
                <p:cNvSpPr/>
                <p:nvPr/>
              </p:nvSpPr>
              <p:spPr bwMode="ltGray">
                <a:xfrm>
                  <a:off x="9675839" y="1650823"/>
                  <a:ext cx="670320" cy="265826"/>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grpSp>
            <p:nvGrpSpPr>
              <p:cNvPr id="198" name="Group 197">
                <a:extLst>
                  <a:ext uri="{FF2B5EF4-FFF2-40B4-BE49-F238E27FC236}">
                    <a16:creationId xmlns:a16="http://schemas.microsoft.com/office/drawing/2014/main" id="{F3D88160-5DF6-426E-8DD9-E8FB47E40DEA}"/>
                  </a:ext>
                </a:extLst>
              </p:cNvPr>
              <p:cNvGrpSpPr/>
              <p:nvPr/>
            </p:nvGrpSpPr>
            <p:grpSpPr bwMode="ltGray">
              <a:xfrm>
                <a:off x="4579649" y="2360337"/>
                <a:ext cx="1115272" cy="644464"/>
                <a:chOff x="5471438" y="2635842"/>
                <a:chExt cx="1437084" cy="830423"/>
              </a:xfrm>
            </p:grpSpPr>
            <p:sp>
              <p:nvSpPr>
                <p:cNvPr id="199" name="Rectangle 198">
                  <a:extLst>
                    <a:ext uri="{FF2B5EF4-FFF2-40B4-BE49-F238E27FC236}">
                      <a16:creationId xmlns:a16="http://schemas.microsoft.com/office/drawing/2014/main" id="{D241F154-9744-40D9-9867-D0BFEB621769}"/>
                    </a:ext>
                  </a:extLst>
                </p:cNvPr>
                <p:cNvSpPr/>
                <p:nvPr/>
              </p:nvSpPr>
              <p:spPr bwMode="ltGray">
                <a:xfrm>
                  <a:off x="5471438" y="2635842"/>
                  <a:ext cx="1437084" cy="830423"/>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0" name="Rectangle 199">
                  <a:extLst>
                    <a:ext uri="{FF2B5EF4-FFF2-40B4-BE49-F238E27FC236}">
                      <a16:creationId xmlns:a16="http://schemas.microsoft.com/office/drawing/2014/main" id="{E85AF01D-ACBF-4C7F-9B0F-C20464BBF95B}"/>
                    </a:ext>
                  </a:extLst>
                </p:cNvPr>
                <p:cNvSpPr/>
                <p:nvPr/>
              </p:nvSpPr>
              <p:spPr bwMode="ltGray">
                <a:xfrm>
                  <a:off x="5579309" y="2737761"/>
                  <a:ext cx="846238" cy="5803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1" name="Rectangle 200">
                  <a:extLst>
                    <a:ext uri="{FF2B5EF4-FFF2-40B4-BE49-F238E27FC236}">
                      <a16:creationId xmlns:a16="http://schemas.microsoft.com/office/drawing/2014/main" id="{47FC3166-B1AB-4ADA-9C88-C044F934BD26}"/>
                    </a:ext>
                  </a:extLst>
                </p:cNvPr>
                <p:cNvSpPr/>
                <p:nvPr/>
              </p:nvSpPr>
              <p:spPr bwMode="ltGray">
                <a:xfrm>
                  <a:off x="5579309" y="2822688"/>
                  <a:ext cx="846238" cy="4571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2" name="Rectangle 201">
                  <a:extLst>
                    <a:ext uri="{FF2B5EF4-FFF2-40B4-BE49-F238E27FC236}">
                      <a16:creationId xmlns:a16="http://schemas.microsoft.com/office/drawing/2014/main" id="{F33FB0BF-CA89-46B2-9C11-60680CFCB9D7}"/>
                    </a:ext>
                  </a:extLst>
                </p:cNvPr>
                <p:cNvSpPr/>
                <p:nvPr/>
              </p:nvSpPr>
              <p:spPr bwMode="ltGray">
                <a:xfrm>
                  <a:off x="5579310" y="2984330"/>
                  <a:ext cx="362103" cy="342530"/>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03" name="Rectangle 202">
                  <a:extLst>
                    <a:ext uri="{FF2B5EF4-FFF2-40B4-BE49-F238E27FC236}">
                      <a16:creationId xmlns:a16="http://schemas.microsoft.com/office/drawing/2014/main" id="{BC5D1967-0CE0-4809-95AD-1F63E61CB38D}"/>
                    </a:ext>
                  </a:extLst>
                </p:cNvPr>
                <p:cNvSpPr/>
                <p:nvPr/>
              </p:nvSpPr>
              <p:spPr bwMode="ltGray">
                <a:xfrm>
                  <a:off x="6434321" y="2984330"/>
                  <a:ext cx="362103" cy="342530"/>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10" name="Rectangle 209">
                  <a:extLst>
                    <a:ext uri="{FF2B5EF4-FFF2-40B4-BE49-F238E27FC236}">
                      <a16:creationId xmlns:a16="http://schemas.microsoft.com/office/drawing/2014/main" id="{3749406D-DBB8-41B8-8733-B9D0FC587436}"/>
                    </a:ext>
                  </a:extLst>
                </p:cNvPr>
                <p:cNvSpPr/>
                <p:nvPr/>
              </p:nvSpPr>
              <p:spPr bwMode="ltGray">
                <a:xfrm>
                  <a:off x="6006816" y="2984330"/>
                  <a:ext cx="362103" cy="342530"/>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grpSp>
            <p:nvGrpSpPr>
              <p:cNvPr id="9" name="Group 8">
                <a:extLst>
                  <a:ext uri="{FF2B5EF4-FFF2-40B4-BE49-F238E27FC236}">
                    <a16:creationId xmlns:a16="http://schemas.microsoft.com/office/drawing/2014/main" id="{DEBE3EEF-08BD-470A-9A02-260E70E86583}"/>
                  </a:ext>
                </a:extLst>
              </p:cNvPr>
              <p:cNvGrpSpPr/>
              <p:nvPr/>
            </p:nvGrpSpPr>
            <p:grpSpPr bwMode="ltGray">
              <a:xfrm>
                <a:off x="5764208" y="2360337"/>
                <a:ext cx="1115272" cy="644464"/>
                <a:chOff x="7003652" y="685110"/>
                <a:chExt cx="1437084" cy="830423"/>
              </a:xfrm>
            </p:grpSpPr>
            <p:sp>
              <p:nvSpPr>
                <p:cNvPr id="52" name="Rectangle 51">
                  <a:extLst>
                    <a:ext uri="{FF2B5EF4-FFF2-40B4-BE49-F238E27FC236}">
                      <a16:creationId xmlns:a16="http://schemas.microsoft.com/office/drawing/2014/main" id="{6A1405F2-1E0F-4EBA-98A0-CEFB2F2CAB1D}"/>
                    </a:ext>
                  </a:extLst>
                </p:cNvPr>
                <p:cNvSpPr/>
                <p:nvPr/>
              </p:nvSpPr>
              <p:spPr bwMode="ltGray">
                <a:xfrm>
                  <a:off x="7003652" y="685110"/>
                  <a:ext cx="1437084" cy="830423"/>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53" name="Rectangle 52">
                  <a:extLst>
                    <a:ext uri="{FF2B5EF4-FFF2-40B4-BE49-F238E27FC236}">
                      <a16:creationId xmlns:a16="http://schemas.microsoft.com/office/drawing/2014/main" id="{0B3C9EE4-41D0-4168-AC55-4EFBF3CE0458}"/>
                    </a:ext>
                  </a:extLst>
                </p:cNvPr>
                <p:cNvSpPr/>
                <p:nvPr/>
              </p:nvSpPr>
              <p:spPr bwMode="ltGray">
                <a:xfrm>
                  <a:off x="7111523" y="787029"/>
                  <a:ext cx="846238" cy="5803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54" name="Rectangle 53">
                  <a:extLst>
                    <a:ext uri="{FF2B5EF4-FFF2-40B4-BE49-F238E27FC236}">
                      <a16:creationId xmlns:a16="http://schemas.microsoft.com/office/drawing/2014/main" id="{3D32D280-3320-408C-8EBA-4317A2A468EC}"/>
                    </a:ext>
                  </a:extLst>
                </p:cNvPr>
                <p:cNvSpPr/>
                <p:nvPr/>
              </p:nvSpPr>
              <p:spPr bwMode="ltGray">
                <a:xfrm>
                  <a:off x="7111523" y="871956"/>
                  <a:ext cx="846238" cy="4571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55" name="Rectangle 54">
                  <a:extLst>
                    <a:ext uri="{FF2B5EF4-FFF2-40B4-BE49-F238E27FC236}">
                      <a16:creationId xmlns:a16="http://schemas.microsoft.com/office/drawing/2014/main" id="{DD54EA6F-3BEB-405B-8CF8-00283BFB6117}"/>
                    </a:ext>
                  </a:extLst>
                </p:cNvPr>
                <p:cNvSpPr/>
                <p:nvPr/>
              </p:nvSpPr>
              <p:spPr bwMode="ltGray">
                <a:xfrm>
                  <a:off x="7111523" y="1033598"/>
                  <a:ext cx="253283" cy="34252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56" name="Rectangle 55">
                  <a:extLst>
                    <a:ext uri="{FF2B5EF4-FFF2-40B4-BE49-F238E27FC236}">
                      <a16:creationId xmlns:a16="http://schemas.microsoft.com/office/drawing/2014/main" id="{2553CDAA-3E34-448A-87B7-D1DE7B5AE773}"/>
                    </a:ext>
                  </a:extLst>
                </p:cNvPr>
                <p:cNvSpPr/>
                <p:nvPr/>
              </p:nvSpPr>
              <p:spPr bwMode="ltGray">
                <a:xfrm>
                  <a:off x="7751693" y="1033598"/>
                  <a:ext cx="253284" cy="34252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57" name="Rectangle 56">
                  <a:extLst>
                    <a:ext uri="{FF2B5EF4-FFF2-40B4-BE49-F238E27FC236}">
                      <a16:creationId xmlns:a16="http://schemas.microsoft.com/office/drawing/2014/main" id="{7717FC20-6F19-41D5-AB44-A11AA43E951F}"/>
                    </a:ext>
                  </a:extLst>
                </p:cNvPr>
                <p:cNvSpPr/>
                <p:nvPr/>
              </p:nvSpPr>
              <p:spPr bwMode="ltGray">
                <a:xfrm>
                  <a:off x="7431607" y="1033598"/>
                  <a:ext cx="253283" cy="34252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58" name="Rectangle 57">
                  <a:extLst>
                    <a:ext uri="{FF2B5EF4-FFF2-40B4-BE49-F238E27FC236}">
                      <a16:creationId xmlns:a16="http://schemas.microsoft.com/office/drawing/2014/main" id="{5A287E23-B8AE-4F19-9656-FBF7FD20C6B3}"/>
                    </a:ext>
                  </a:extLst>
                </p:cNvPr>
                <p:cNvSpPr/>
                <p:nvPr/>
              </p:nvSpPr>
              <p:spPr bwMode="ltGray">
                <a:xfrm>
                  <a:off x="8074766" y="1033598"/>
                  <a:ext cx="253284" cy="34252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sp>
            <p:nvSpPr>
              <p:cNvPr id="59" name="Rectangle 58">
                <a:extLst>
                  <a:ext uri="{FF2B5EF4-FFF2-40B4-BE49-F238E27FC236}">
                    <a16:creationId xmlns:a16="http://schemas.microsoft.com/office/drawing/2014/main" id="{9D627106-1AF7-48E9-A727-4F477D888600}"/>
                  </a:ext>
                </a:extLst>
              </p:cNvPr>
              <p:cNvSpPr/>
              <p:nvPr/>
            </p:nvSpPr>
            <p:spPr bwMode="ltGray">
              <a:xfrm>
                <a:off x="6948767" y="2360337"/>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grpSp>
          <p:nvGrpSpPr>
            <p:cNvPr id="5" name="Group 4">
              <a:extLst>
                <a:ext uri="{FF2B5EF4-FFF2-40B4-BE49-F238E27FC236}">
                  <a16:creationId xmlns:a16="http://schemas.microsoft.com/office/drawing/2014/main" id="{189D35E9-3EB9-223E-6462-434C9C8C4A01}"/>
                </a:ext>
              </a:extLst>
            </p:cNvPr>
            <p:cNvGrpSpPr/>
            <p:nvPr/>
          </p:nvGrpSpPr>
          <p:grpSpPr>
            <a:xfrm>
              <a:off x="4579649" y="3937159"/>
              <a:ext cx="7038064" cy="644464"/>
              <a:chOff x="4579649" y="3937159"/>
              <a:chExt cx="7038064" cy="644464"/>
            </a:xfrm>
          </p:grpSpPr>
          <p:sp>
            <p:nvSpPr>
              <p:cNvPr id="137" name="Rectangle 136">
                <a:extLst>
                  <a:ext uri="{FF2B5EF4-FFF2-40B4-BE49-F238E27FC236}">
                    <a16:creationId xmlns:a16="http://schemas.microsoft.com/office/drawing/2014/main" id="{8AE54307-299C-4621-93F1-E150AC24FB3E}"/>
                  </a:ext>
                </a:extLst>
              </p:cNvPr>
              <p:cNvSpPr/>
              <p:nvPr/>
            </p:nvSpPr>
            <p:spPr bwMode="ltGray">
              <a:xfrm>
                <a:off x="4579649" y="3937159"/>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39" name="Rectangle 138">
                <a:extLst>
                  <a:ext uri="{FF2B5EF4-FFF2-40B4-BE49-F238E27FC236}">
                    <a16:creationId xmlns:a16="http://schemas.microsoft.com/office/drawing/2014/main" id="{A01FA21C-DF20-4833-B0F0-0616D0095982}"/>
                  </a:ext>
                </a:extLst>
              </p:cNvPr>
              <p:cNvSpPr/>
              <p:nvPr/>
            </p:nvSpPr>
            <p:spPr bwMode="ltGray">
              <a:xfrm>
                <a:off x="4684231" y="4264925"/>
                <a:ext cx="131342" cy="13252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44" name="Rectangle 143">
                <a:extLst>
                  <a:ext uri="{FF2B5EF4-FFF2-40B4-BE49-F238E27FC236}">
                    <a16:creationId xmlns:a16="http://schemas.microsoft.com/office/drawing/2014/main" id="{612B6AC5-C5E2-4CD5-AA52-2051775EA296}"/>
                  </a:ext>
                </a:extLst>
              </p:cNvPr>
              <p:cNvSpPr/>
              <p:nvPr/>
            </p:nvSpPr>
            <p:spPr bwMode="ltGray">
              <a:xfrm>
                <a:off x="4879048" y="4126674"/>
                <a:ext cx="506972" cy="26066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14" name="Rectangle 213">
                <a:extLst>
                  <a:ext uri="{FF2B5EF4-FFF2-40B4-BE49-F238E27FC236}">
                    <a16:creationId xmlns:a16="http://schemas.microsoft.com/office/drawing/2014/main" id="{EEBC402C-35B2-4481-832A-C703EEC30B7D}"/>
                  </a:ext>
                </a:extLst>
              </p:cNvPr>
              <p:cNvSpPr/>
              <p:nvPr/>
            </p:nvSpPr>
            <p:spPr bwMode="ltGray">
              <a:xfrm>
                <a:off x="4879045" y="4415258"/>
                <a:ext cx="510337" cy="54495"/>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45" name="Rectangle 144">
                <a:extLst>
                  <a:ext uri="{FF2B5EF4-FFF2-40B4-BE49-F238E27FC236}">
                    <a16:creationId xmlns:a16="http://schemas.microsoft.com/office/drawing/2014/main" id="{AAA4645D-E4D0-4C91-823F-773DD23D6FC4}"/>
                  </a:ext>
                </a:extLst>
              </p:cNvPr>
              <p:cNvSpPr/>
              <p:nvPr/>
            </p:nvSpPr>
            <p:spPr bwMode="ltGray">
              <a:xfrm>
                <a:off x="5764208" y="3937159"/>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nvGrpSpPr>
              <p:cNvPr id="17" name="Group 16">
                <a:extLst>
                  <a:ext uri="{FF2B5EF4-FFF2-40B4-BE49-F238E27FC236}">
                    <a16:creationId xmlns:a16="http://schemas.microsoft.com/office/drawing/2014/main" id="{E9C54A1B-411A-4261-930F-1B6F417439D7}"/>
                  </a:ext>
                </a:extLst>
              </p:cNvPr>
              <p:cNvGrpSpPr/>
              <p:nvPr/>
            </p:nvGrpSpPr>
            <p:grpSpPr>
              <a:xfrm>
                <a:off x="5846408" y="4052539"/>
                <a:ext cx="404855" cy="345767"/>
                <a:chOff x="6067106" y="4016255"/>
                <a:chExt cx="352062" cy="345767"/>
              </a:xfrm>
            </p:grpSpPr>
            <p:sp>
              <p:nvSpPr>
                <p:cNvPr id="220" name="Rectangle 219">
                  <a:extLst>
                    <a:ext uri="{FF2B5EF4-FFF2-40B4-BE49-F238E27FC236}">
                      <a16:creationId xmlns:a16="http://schemas.microsoft.com/office/drawing/2014/main" id="{B9439778-FE50-4B38-85B1-066469A561BC}"/>
                    </a:ext>
                  </a:extLst>
                </p:cNvPr>
                <p:cNvSpPr/>
                <p:nvPr/>
              </p:nvSpPr>
              <p:spPr bwMode="ltGray">
                <a:xfrm>
                  <a:off x="6067106" y="4091194"/>
                  <a:ext cx="352062" cy="196253"/>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21" name="Rectangle 220">
                  <a:extLst>
                    <a:ext uri="{FF2B5EF4-FFF2-40B4-BE49-F238E27FC236}">
                      <a16:creationId xmlns:a16="http://schemas.microsoft.com/office/drawing/2014/main" id="{A46C58E5-9E30-4A8C-A5C1-5B45866C5F29}"/>
                    </a:ext>
                  </a:extLst>
                </p:cNvPr>
                <p:cNvSpPr/>
                <p:nvPr/>
              </p:nvSpPr>
              <p:spPr bwMode="ltGray">
                <a:xfrm>
                  <a:off x="6067106" y="4306148"/>
                  <a:ext cx="352062" cy="55874"/>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22" name="Rectangle 221">
                  <a:extLst>
                    <a:ext uri="{FF2B5EF4-FFF2-40B4-BE49-F238E27FC236}">
                      <a16:creationId xmlns:a16="http://schemas.microsoft.com/office/drawing/2014/main" id="{1BF78D50-9660-40D4-96F6-B7E321458C95}"/>
                    </a:ext>
                  </a:extLst>
                </p:cNvPr>
                <p:cNvSpPr/>
                <p:nvPr/>
              </p:nvSpPr>
              <p:spPr bwMode="ltGray">
                <a:xfrm>
                  <a:off x="6067106" y="4016255"/>
                  <a:ext cx="91440" cy="55874"/>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sp>
            <p:nvSpPr>
              <p:cNvPr id="73" name="Rectangle 72">
                <a:extLst>
                  <a:ext uri="{FF2B5EF4-FFF2-40B4-BE49-F238E27FC236}">
                    <a16:creationId xmlns:a16="http://schemas.microsoft.com/office/drawing/2014/main" id="{A0791EEF-C810-4132-831C-15886642E9F0}"/>
                  </a:ext>
                </a:extLst>
              </p:cNvPr>
              <p:cNvSpPr/>
              <p:nvPr/>
            </p:nvSpPr>
            <p:spPr bwMode="ltGray">
              <a:xfrm>
                <a:off x="9317881" y="3937159"/>
                <a:ext cx="1115272" cy="644464"/>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23" name="Rectangle 222">
                <a:extLst>
                  <a:ext uri="{FF2B5EF4-FFF2-40B4-BE49-F238E27FC236}">
                    <a16:creationId xmlns:a16="http://schemas.microsoft.com/office/drawing/2014/main" id="{8FB10EE1-2CD9-4C25-986B-5B300D523BB1}"/>
                  </a:ext>
                </a:extLst>
              </p:cNvPr>
              <p:cNvSpPr/>
              <p:nvPr/>
            </p:nvSpPr>
            <p:spPr bwMode="ltGray">
              <a:xfrm flipH="1">
                <a:off x="6333462" y="3937159"/>
                <a:ext cx="546018" cy="644464"/>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grpSp>
            <p:nvGrpSpPr>
              <p:cNvPr id="20" name="Group 19">
                <a:extLst>
                  <a:ext uri="{FF2B5EF4-FFF2-40B4-BE49-F238E27FC236}">
                    <a16:creationId xmlns:a16="http://schemas.microsoft.com/office/drawing/2014/main" id="{7CF37BA8-3F91-4A7C-90E9-0D7FDF762AD9}"/>
                  </a:ext>
                </a:extLst>
              </p:cNvPr>
              <p:cNvGrpSpPr/>
              <p:nvPr/>
            </p:nvGrpSpPr>
            <p:grpSpPr>
              <a:xfrm>
                <a:off x="6948767" y="3937159"/>
                <a:ext cx="1115272" cy="644464"/>
                <a:chOff x="6948767" y="3937159"/>
                <a:chExt cx="1115272" cy="644464"/>
              </a:xfrm>
            </p:grpSpPr>
            <p:sp>
              <p:nvSpPr>
                <p:cNvPr id="69" name="Rectangle 68">
                  <a:extLst>
                    <a:ext uri="{FF2B5EF4-FFF2-40B4-BE49-F238E27FC236}">
                      <a16:creationId xmlns:a16="http://schemas.microsoft.com/office/drawing/2014/main" id="{BA47BAE5-F78F-42CE-94CA-AEF006CADAF0}"/>
                    </a:ext>
                  </a:extLst>
                </p:cNvPr>
                <p:cNvSpPr/>
                <p:nvPr/>
              </p:nvSpPr>
              <p:spPr bwMode="ltGray">
                <a:xfrm>
                  <a:off x="6948767" y="3937159"/>
                  <a:ext cx="1115272" cy="644464"/>
                </a:xfrm>
                <a:prstGeom prst="rect">
                  <a:avLst/>
                </a:prstGeom>
                <a:solidFill>
                  <a:schemeClr val="tx1">
                    <a:lumMod val="50000"/>
                    <a:lumOff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900"/>
                    </a:spcAft>
                    <a:buFont typeface="Roboto" panose="02000000000000000000" pitchFamily="2" charset="0"/>
                    <a:buChar char="​"/>
                  </a:pPr>
                  <a:endParaRPr lang="en-US" sz="1200" dirty="0"/>
                </a:p>
              </p:txBody>
            </p:sp>
            <p:sp>
              <p:nvSpPr>
                <p:cNvPr id="159" name="Rectangle 158">
                  <a:extLst>
                    <a:ext uri="{FF2B5EF4-FFF2-40B4-BE49-F238E27FC236}">
                      <a16:creationId xmlns:a16="http://schemas.microsoft.com/office/drawing/2014/main" id="{E5233BEE-811F-4280-AEEF-11C92B617059}"/>
                    </a:ext>
                  </a:extLst>
                </p:cNvPr>
                <p:cNvSpPr/>
                <p:nvPr/>
              </p:nvSpPr>
              <p:spPr bwMode="ltGray">
                <a:xfrm>
                  <a:off x="7032482" y="4025285"/>
                  <a:ext cx="444970" cy="4504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71" name="Rectangle 70">
                  <a:extLst>
                    <a:ext uri="{FF2B5EF4-FFF2-40B4-BE49-F238E27FC236}">
                      <a16:creationId xmlns:a16="http://schemas.microsoft.com/office/drawing/2014/main" id="{55A91579-7D2D-4BA4-A706-1BC2F4475270}"/>
                    </a:ext>
                  </a:extLst>
                </p:cNvPr>
                <p:cNvSpPr/>
                <p:nvPr/>
              </p:nvSpPr>
              <p:spPr bwMode="ltGray">
                <a:xfrm flipV="1">
                  <a:off x="7032483" y="4084890"/>
                  <a:ext cx="444970" cy="22615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24" name="Rectangle 223">
                  <a:extLst>
                    <a:ext uri="{FF2B5EF4-FFF2-40B4-BE49-F238E27FC236}">
                      <a16:creationId xmlns:a16="http://schemas.microsoft.com/office/drawing/2014/main" id="{05BB52E5-E61C-458C-99E9-D86E0FA9A886}"/>
                    </a:ext>
                  </a:extLst>
                </p:cNvPr>
                <p:cNvSpPr/>
                <p:nvPr/>
              </p:nvSpPr>
              <p:spPr bwMode="ltGray">
                <a:xfrm flipV="1">
                  <a:off x="7032483" y="4329712"/>
                  <a:ext cx="444970" cy="134874"/>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28" name="Rectangle 227">
                  <a:extLst>
                    <a:ext uri="{FF2B5EF4-FFF2-40B4-BE49-F238E27FC236}">
                      <a16:creationId xmlns:a16="http://schemas.microsoft.com/office/drawing/2014/main" id="{47A1BF5D-F086-4371-94B2-F56FD7E9033B}"/>
                    </a:ext>
                  </a:extLst>
                </p:cNvPr>
                <p:cNvSpPr/>
                <p:nvPr/>
              </p:nvSpPr>
              <p:spPr bwMode="ltGray">
                <a:xfrm>
                  <a:off x="7619069" y="3937159"/>
                  <a:ext cx="444970" cy="644464"/>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grpSp>
          <p:sp>
            <p:nvSpPr>
              <p:cNvPr id="230" name="Rectangle 229">
                <a:extLst>
                  <a:ext uri="{FF2B5EF4-FFF2-40B4-BE49-F238E27FC236}">
                    <a16:creationId xmlns:a16="http://schemas.microsoft.com/office/drawing/2014/main" id="{7C50C452-C016-4184-9B98-C5870B292B11}"/>
                  </a:ext>
                </a:extLst>
              </p:cNvPr>
              <p:cNvSpPr/>
              <p:nvPr/>
            </p:nvSpPr>
            <p:spPr bwMode="ltGray">
              <a:xfrm>
                <a:off x="8133324" y="3937159"/>
                <a:ext cx="1115272" cy="644464"/>
              </a:xfrm>
              <a:prstGeom prst="rect">
                <a:avLst/>
              </a:prstGeom>
              <a:solidFill>
                <a:schemeClr val="tx1">
                  <a:lumMod val="50000"/>
                  <a:lumOff val="50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900"/>
                  </a:spcAft>
                  <a:buFont typeface="Roboto" panose="02000000000000000000" pitchFamily="2" charset="0"/>
                  <a:buChar char="​"/>
                </a:pPr>
                <a:endParaRPr lang="en-US" sz="1200" dirty="0"/>
              </a:p>
            </p:txBody>
          </p:sp>
          <p:sp>
            <p:nvSpPr>
              <p:cNvPr id="234" name="Rectangle 233">
                <a:extLst>
                  <a:ext uri="{FF2B5EF4-FFF2-40B4-BE49-F238E27FC236}">
                    <a16:creationId xmlns:a16="http://schemas.microsoft.com/office/drawing/2014/main" id="{8220D705-699C-45BC-BE28-1348E39902E9}"/>
                  </a:ext>
                </a:extLst>
              </p:cNvPr>
              <p:cNvSpPr/>
              <p:nvPr/>
            </p:nvSpPr>
            <p:spPr bwMode="ltGray">
              <a:xfrm>
                <a:off x="8133324" y="3937159"/>
                <a:ext cx="444970" cy="644464"/>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grpSp>
            <p:nvGrpSpPr>
              <p:cNvPr id="82" name="Group 81">
                <a:extLst>
                  <a:ext uri="{FF2B5EF4-FFF2-40B4-BE49-F238E27FC236}">
                    <a16:creationId xmlns:a16="http://schemas.microsoft.com/office/drawing/2014/main" id="{327242A0-E8F7-4662-B7C3-B7BEB0F8D7FA}"/>
                  </a:ext>
                </a:extLst>
              </p:cNvPr>
              <p:cNvGrpSpPr/>
              <p:nvPr/>
            </p:nvGrpSpPr>
            <p:grpSpPr>
              <a:xfrm>
                <a:off x="8719911" y="4024759"/>
                <a:ext cx="444971" cy="439301"/>
                <a:chOff x="8238187" y="4025285"/>
                <a:chExt cx="444971" cy="439301"/>
              </a:xfrm>
            </p:grpSpPr>
            <p:sp>
              <p:nvSpPr>
                <p:cNvPr id="231" name="Rectangle 230">
                  <a:extLst>
                    <a:ext uri="{FF2B5EF4-FFF2-40B4-BE49-F238E27FC236}">
                      <a16:creationId xmlns:a16="http://schemas.microsoft.com/office/drawing/2014/main" id="{FA7CA70D-FA29-44E5-B8BC-3723DA0474CD}"/>
                    </a:ext>
                  </a:extLst>
                </p:cNvPr>
                <p:cNvSpPr/>
                <p:nvPr/>
              </p:nvSpPr>
              <p:spPr bwMode="ltGray">
                <a:xfrm>
                  <a:off x="8238187" y="4025285"/>
                  <a:ext cx="444970" cy="4504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32" name="Rectangle 231">
                  <a:extLst>
                    <a:ext uri="{FF2B5EF4-FFF2-40B4-BE49-F238E27FC236}">
                      <a16:creationId xmlns:a16="http://schemas.microsoft.com/office/drawing/2014/main" id="{27243892-FB51-4DEC-AF77-2D45DCC75762}"/>
                    </a:ext>
                  </a:extLst>
                </p:cNvPr>
                <p:cNvSpPr/>
                <p:nvPr/>
              </p:nvSpPr>
              <p:spPr bwMode="ltGray">
                <a:xfrm flipV="1">
                  <a:off x="8238188" y="4084890"/>
                  <a:ext cx="444970" cy="22615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33" name="Rectangle 232">
                  <a:extLst>
                    <a:ext uri="{FF2B5EF4-FFF2-40B4-BE49-F238E27FC236}">
                      <a16:creationId xmlns:a16="http://schemas.microsoft.com/office/drawing/2014/main" id="{E7FD344B-1AA0-4948-998A-DFD76700594F}"/>
                    </a:ext>
                  </a:extLst>
                </p:cNvPr>
                <p:cNvSpPr/>
                <p:nvPr/>
              </p:nvSpPr>
              <p:spPr bwMode="ltGray">
                <a:xfrm flipV="1">
                  <a:off x="8238188" y="4329712"/>
                  <a:ext cx="444970" cy="134874"/>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sp>
            <p:nvSpPr>
              <p:cNvPr id="235" name="Rectangle 234">
                <a:extLst>
                  <a:ext uri="{FF2B5EF4-FFF2-40B4-BE49-F238E27FC236}">
                    <a16:creationId xmlns:a16="http://schemas.microsoft.com/office/drawing/2014/main" id="{217F3F2A-EA66-48C3-95FC-B95BAB71A28E}"/>
                  </a:ext>
                </a:extLst>
              </p:cNvPr>
              <p:cNvSpPr/>
              <p:nvPr/>
            </p:nvSpPr>
            <p:spPr bwMode="ltGray">
              <a:xfrm>
                <a:off x="10502441" y="3937159"/>
                <a:ext cx="1115272" cy="644464"/>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36" name="Rectangle 235">
                <a:extLst>
                  <a:ext uri="{FF2B5EF4-FFF2-40B4-BE49-F238E27FC236}">
                    <a16:creationId xmlns:a16="http://schemas.microsoft.com/office/drawing/2014/main" id="{67C83484-1384-4330-A907-893F52A0ED28}"/>
                  </a:ext>
                </a:extLst>
              </p:cNvPr>
              <p:cNvSpPr/>
              <p:nvPr/>
            </p:nvSpPr>
            <p:spPr bwMode="ltGray">
              <a:xfrm>
                <a:off x="9401596" y="4039849"/>
                <a:ext cx="656737" cy="4504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37" name="Rectangle 236">
                <a:extLst>
                  <a:ext uri="{FF2B5EF4-FFF2-40B4-BE49-F238E27FC236}">
                    <a16:creationId xmlns:a16="http://schemas.microsoft.com/office/drawing/2014/main" id="{CA5D7187-264C-42C2-8FB6-A4A6CC352689}"/>
                  </a:ext>
                </a:extLst>
              </p:cNvPr>
              <p:cNvSpPr/>
              <p:nvPr/>
            </p:nvSpPr>
            <p:spPr bwMode="ltGray">
              <a:xfrm>
                <a:off x="9401595" y="4234519"/>
                <a:ext cx="670320" cy="265826"/>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grpSp>
          <p:nvGrpSpPr>
            <p:cNvPr id="6" name="Group 5">
              <a:extLst>
                <a:ext uri="{FF2B5EF4-FFF2-40B4-BE49-F238E27FC236}">
                  <a16:creationId xmlns:a16="http://schemas.microsoft.com/office/drawing/2014/main" id="{A864A01F-505B-56DA-EF6A-E2A1959EE0B3}"/>
                </a:ext>
              </a:extLst>
            </p:cNvPr>
            <p:cNvGrpSpPr/>
            <p:nvPr/>
          </p:nvGrpSpPr>
          <p:grpSpPr>
            <a:xfrm>
              <a:off x="4579650" y="4929952"/>
              <a:ext cx="7038063" cy="657921"/>
              <a:chOff x="4579650" y="4929952"/>
              <a:chExt cx="7038063" cy="657921"/>
            </a:xfrm>
          </p:grpSpPr>
          <p:sp>
            <p:nvSpPr>
              <p:cNvPr id="88" name="Rectangle 87">
                <a:extLst>
                  <a:ext uri="{FF2B5EF4-FFF2-40B4-BE49-F238E27FC236}">
                    <a16:creationId xmlns:a16="http://schemas.microsoft.com/office/drawing/2014/main" id="{F33F6B69-9543-4565-810E-21A8494E4439}"/>
                  </a:ext>
                </a:extLst>
              </p:cNvPr>
              <p:cNvSpPr/>
              <p:nvPr/>
            </p:nvSpPr>
            <p:spPr bwMode="ltGray">
              <a:xfrm>
                <a:off x="6948766" y="4933851"/>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23" name="Rectangle 122">
                <a:extLst>
                  <a:ext uri="{FF2B5EF4-FFF2-40B4-BE49-F238E27FC236}">
                    <a16:creationId xmlns:a16="http://schemas.microsoft.com/office/drawing/2014/main" id="{74FDFD2E-CFED-4697-8796-B2D35A005B66}"/>
                  </a:ext>
                </a:extLst>
              </p:cNvPr>
              <p:cNvSpPr/>
              <p:nvPr/>
            </p:nvSpPr>
            <p:spPr bwMode="ltGray">
              <a:xfrm>
                <a:off x="4579650" y="4933851"/>
                <a:ext cx="1115272" cy="64446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Aft>
                    <a:spcPts val="900"/>
                  </a:spcAft>
                  <a:buFont typeface="Roboto" panose="02000000000000000000" pitchFamily="2" charset="0"/>
                  <a:buChar char="​"/>
                </a:pPr>
                <a:endParaRPr lang="en-US" sz="1200" dirty="0"/>
              </a:p>
            </p:txBody>
          </p:sp>
          <p:sp>
            <p:nvSpPr>
              <p:cNvPr id="107" name="Rectangle 106">
                <a:extLst>
                  <a:ext uri="{FF2B5EF4-FFF2-40B4-BE49-F238E27FC236}">
                    <a16:creationId xmlns:a16="http://schemas.microsoft.com/office/drawing/2014/main" id="{D5AE1391-BF38-4DA5-B178-52AC045AAFD5}"/>
                  </a:ext>
                </a:extLst>
              </p:cNvPr>
              <p:cNvSpPr/>
              <p:nvPr/>
            </p:nvSpPr>
            <p:spPr bwMode="ltGray">
              <a:xfrm>
                <a:off x="5764208" y="4933851"/>
                <a:ext cx="1115272" cy="644464"/>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spcAft>
                    <a:spcPts val="900"/>
                  </a:spcAft>
                  <a:buFont typeface="Roboto" panose="02000000000000000000" pitchFamily="2" charset="0"/>
                  <a:buChar char="​"/>
                </a:pPr>
                <a:endParaRPr lang="en-US" sz="1200" dirty="0"/>
              </a:p>
            </p:txBody>
          </p:sp>
          <p:sp>
            <p:nvSpPr>
              <p:cNvPr id="119" name="Rectangle 118">
                <a:extLst>
                  <a:ext uri="{FF2B5EF4-FFF2-40B4-BE49-F238E27FC236}">
                    <a16:creationId xmlns:a16="http://schemas.microsoft.com/office/drawing/2014/main" id="{5A23D57D-2320-490C-A1A0-5466392494BC}"/>
                  </a:ext>
                </a:extLst>
              </p:cNvPr>
              <p:cNvSpPr/>
              <p:nvPr/>
            </p:nvSpPr>
            <p:spPr bwMode="ltGray">
              <a:xfrm>
                <a:off x="5846408" y="5112326"/>
                <a:ext cx="461259" cy="185503"/>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20" name="Rectangle 119">
                <a:extLst>
                  <a:ext uri="{FF2B5EF4-FFF2-40B4-BE49-F238E27FC236}">
                    <a16:creationId xmlns:a16="http://schemas.microsoft.com/office/drawing/2014/main" id="{783A22C0-23AD-4C1B-9697-CCBC4DF1D2B5}"/>
                  </a:ext>
                </a:extLst>
              </p:cNvPr>
              <p:cNvSpPr/>
              <p:nvPr/>
            </p:nvSpPr>
            <p:spPr bwMode="ltGray">
              <a:xfrm>
                <a:off x="5885476" y="5317804"/>
                <a:ext cx="422192" cy="85008"/>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pic>
            <p:nvPicPr>
              <p:cNvPr id="121" name="Graphic 120" descr="Closed quotation mark">
                <a:extLst>
                  <a:ext uri="{FF2B5EF4-FFF2-40B4-BE49-F238E27FC236}">
                    <a16:creationId xmlns:a16="http://schemas.microsoft.com/office/drawing/2014/main" id="{83F80299-943A-40F7-83A8-43C97724D7E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ltGray">
              <a:xfrm>
                <a:off x="7867712" y="5328034"/>
                <a:ext cx="182880" cy="182880"/>
              </a:xfrm>
              <a:prstGeom prst="rect">
                <a:avLst/>
              </a:prstGeom>
            </p:spPr>
          </p:pic>
          <p:sp>
            <p:nvSpPr>
              <p:cNvPr id="94" name="Rectangle 93">
                <a:extLst>
                  <a:ext uri="{FF2B5EF4-FFF2-40B4-BE49-F238E27FC236}">
                    <a16:creationId xmlns:a16="http://schemas.microsoft.com/office/drawing/2014/main" id="{200D34A2-1636-40BB-BE37-3ED6920178C6}"/>
                  </a:ext>
                </a:extLst>
              </p:cNvPr>
              <p:cNvSpPr/>
              <p:nvPr/>
            </p:nvSpPr>
            <p:spPr bwMode="ltGray">
              <a:xfrm>
                <a:off x="8133324" y="4933851"/>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62" name="Rectangle 161">
                <a:extLst>
                  <a:ext uri="{FF2B5EF4-FFF2-40B4-BE49-F238E27FC236}">
                    <a16:creationId xmlns:a16="http://schemas.microsoft.com/office/drawing/2014/main" id="{07DFFDFC-3856-4BC8-9BF0-144972933CF6}"/>
                  </a:ext>
                </a:extLst>
              </p:cNvPr>
              <p:cNvSpPr/>
              <p:nvPr/>
            </p:nvSpPr>
            <p:spPr bwMode="ltGray">
              <a:xfrm>
                <a:off x="9317882" y="4932270"/>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a:spcAft>
                    <a:spcPts val="900"/>
                  </a:spcAft>
                  <a:buFont typeface="Roboto" panose="02000000000000000000" pitchFamily="2" charset="0"/>
                  <a:buChar char="​"/>
                </a:pPr>
                <a:endParaRPr lang="en-US" sz="1600" b="1" baseline="0" dirty="0">
                  <a:solidFill>
                    <a:schemeClr val="tx1"/>
                  </a:solidFill>
                </a:endParaRPr>
              </a:p>
            </p:txBody>
          </p:sp>
          <p:sp>
            <p:nvSpPr>
              <p:cNvPr id="239" name="Rectangle 238">
                <a:extLst>
                  <a:ext uri="{FF2B5EF4-FFF2-40B4-BE49-F238E27FC236}">
                    <a16:creationId xmlns:a16="http://schemas.microsoft.com/office/drawing/2014/main" id="{0A292C8D-DE11-4F3C-8E0D-DB4411E9394E}"/>
                  </a:ext>
                </a:extLst>
              </p:cNvPr>
              <p:cNvSpPr/>
              <p:nvPr/>
            </p:nvSpPr>
            <p:spPr bwMode="ltGray">
              <a:xfrm>
                <a:off x="4579650" y="4933851"/>
                <a:ext cx="415488" cy="334241"/>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40" name="Rectangle 239">
                <a:extLst>
                  <a:ext uri="{FF2B5EF4-FFF2-40B4-BE49-F238E27FC236}">
                    <a16:creationId xmlns:a16="http://schemas.microsoft.com/office/drawing/2014/main" id="{57DCA685-9C1D-4D43-B9E6-2F3B05E7CCEC}"/>
                  </a:ext>
                </a:extLst>
              </p:cNvPr>
              <p:cNvSpPr/>
              <p:nvPr/>
            </p:nvSpPr>
            <p:spPr bwMode="ltGray">
              <a:xfrm>
                <a:off x="5027416" y="4933851"/>
                <a:ext cx="415488" cy="334241"/>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41" name="Rectangle 240">
                <a:extLst>
                  <a:ext uri="{FF2B5EF4-FFF2-40B4-BE49-F238E27FC236}">
                    <a16:creationId xmlns:a16="http://schemas.microsoft.com/office/drawing/2014/main" id="{738D40EE-3BE6-4968-9D2E-C0A8FF780DB1}"/>
                  </a:ext>
                </a:extLst>
              </p:cNvPr>
              <p:cNvSpPr/>
              <p:nvPr/>
            </p:nvSpPr>
            <p:spPr bwMode="ltGray">
              <a:xfrm>
                <a:off x="4579650" y="5299410"/>
                <a:ext cx="415488" cy="278905"/>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42" name="Rectangle 241">
                <a:extLst>
                  <a:ext uri="{FF2B5EF4-FFF2-40B4-BE49-F238E27FC236}">
                    <a16:creationId xmlns:a16="http://schemas.microsoft.com/office/drawing/2014/main" id="{572F8089-4CAA-4EB0-8915-03ACAD60AEB9}"/>
                  </a:ext>
                </a:extLst>
              </p:cNvPr>
              <p:cNvSpPr/>
              <p:nvPr/>
            </p:nvSpPr>
            <p:spPr bwMode="ltGray">
              <a:xfrm>
                <a:off x="5027416" y="5299410"/>
                <a:ext cx="415488" cy="278905"/>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43" name="Rectangle 242">
                <a:extLst>
                  <a:ext uri="{FF2B5EF4-FFF2-40B4-BE49-F238E27FC236}">
                    <a16:creationId xmlns:a16="http://schemas.microsoft.com/office/drawing/2014/main" id="{66B1B792-62A4-4FCD-A1ED-040F529370A3}"/>
                  </a:ext>
                </a:extLst>
              </p:cNvPr>
              <p:cNvSpPr/>
              <p:nvPr/>
            </p:nvSpPr>
            <p:spPr bwMode="ltGray">
              <a:xfrm>
                <a:off x="5475182" y="5297829"/>
                <a:ext cx="219740" cy="278905"/>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44" name="Rectangle 243">
                <a:extLst>
                  <a:ext uri="{FF2B5EF4-FFF2-40B4-BE49-F238E27FC236}">
                    <a16:creationId xmlns:a16="http://schemas.microsoft.com/office/drawing/2014/main" id="{5012DA17-1ABA-48B2-B0D4-D51F1A4CAEB1}"/>
                  </a:ext>
                </a:extLst>
              </p:cNvPr>
              <p:cNvSpPr/>
              <p:nvPr/>
            </p:nvSpPr>
            <p:spPr bwMode="ltGray">
              <a:xfrm>
                <a:off x="5475182" y="4933851"/>
                <a:ext cx="219740" cy="159548"/>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45" name="Rectangle 244">
                <a:extLst>
                  <a:ext uri="{FF2B5EF4-FFF2-40B4-BE49-F238E27FC236}">
                    <a16:creationId xmlns:a16="http://schemas.microsoft.com/office/drawing/2014/main" id="{3717F583-F27E-4847-ACD9-F7D786774458}"/>
                  </a:ext>
                </a:extLst>
              </p:cNvPr>
              <p:cNvSpPr/>
              <p:nvPr/>
            </p:nvSpPr>
            <p:spPr bwMode="ltGray">
              <a:xfrm>
                <a:off x="5475182" y="5122110"/>
                <a:ext cx="219740" cy="147067"/>
              </a:xfrm>
              <a:prstGeom prst="rect">
                <a:avLst/>
              </a:prstGeom>
              <a:pattFill prst="pct90">
                <a:fgClr>
                  <a:schemeClr val="tx2">
                    <a:lumMod val="25000"/>
                    <a:lumOff val="75000"/>
                  </a:schemeClr>
                </a:fgClr>
                <a:bgClr>
                  <a:srgbClr val="6E7CB7"/>
                </a:bgClr>
              </a:patt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spcAft>
                    <a:spcPts val="900"/>
                  </a:spcAft>
                  <a:buFont typeface="Roboto" panose="02000000000000000000" pitchFamily="2" charset="0"/>
                  <a:buChar char="​"/>
                </a:pPr>
                <a:endParaRPr lang="en-US" sz="1400" b="1" dirty="0">
                  <a:solidFill>
                    <a:schemeClr val="tx1"/>
                  </a:solidFill>
                </a:endParaRPr>
              </a:p>
            </p:txBody>
          </p:sp>
          <p:sp>
            <p:nvSpPr>
              <p:cNvPr id="248" name="Rectangle 247">
                <a:extLst>
                  <a:ext uri="{FF2B5EF4-FFF2-40B4-BE49-F238E27FC236}">
                    <a16:creationId xmlns:a16="http://schemas.microsoft.com/office/drawing/2014/main" id="{09BF7B1F-9345-440C-92BD-6DF939992F0F}"/>
                  </a:ext>
                </a:extLst>
              </p:cNvPr>
              <p:cNvSpPr/>
              <p:nvPr/>
            </p:nvSpPr>
            <p:spPr bwMode="ltGray">
              <a:xfrm>
                <a:off x="10502441" y="4929952"/>
                <a:ext cx="1115272" cy="644464"/>
              </a:xfrm>
              <a:prstGeom prst="rect">
                <a:avLst/>
              </a:prstGeom>
              <a:solidFill>
                <a:schemeClr val="tx1">
                  <a:lumMod val="50000"/>
                  <a:lumOff val="50000"/>
                </a:schemeClr>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49" name="Rectangle 248">
                <a:extLst>
                  <a:ext uri="{FF2B5EF4-FFF2-40B4-BE49-F238E27FC236}">
                    <a16:creationId xmlns:a16="http://schemas.microsoft.com/office/drawing/2014/main" id="{1B4985C7-82C3-4032-BA0B-307C05A2DAE3}"/>
                  </a:ext>
                </a:extLst>
              </p:cNvPr>
              <p:cNvSpPr/>
              <p:nvPr/>
            </p:nvSpPr>
            <p:spPr bwMode="ltGray">
              <a:xfrm flipV="1">
                <a:off x="6344737" y="5208678"/>
                <a:ext cx="269131" cy="249199"/>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93" name="Rectangle 92">
                <a:extLst>
                  <a:ext uri="{FF2B5EF4-FFF2-40B4-BE49-F238E27FC236}">
                    <a16:creationId xmlns:a16="http://schemas.microsoft.com/office/drawing/2014/main" id="{374EADF7-8C38-4590-82AD-AC8908BC3663}"/>
                  </a:ext>
                </a:extLst>
              </p:cNvPr>
              <p:cNvSpPr/>
              <p:nvPr/>
            </p:nvSpPr>
            <p:spPr bwMode="ltGray">
              <a:xfrm>
                <a:off x="7166637" y="5036189"/>
                <a:ext cx="679531" cy="320235"/>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50" name="Rectangle 249">
                <a:extLst>
                  <a:ext uri="{FF2B5EF4-FFF2-40B4-BE49-F238E27FC236}">
                    <a16:creationId xmlns:a16="http://schemas.microsoft.com/office/drawing/2014/main" id="{532ED171-5501-4565-831A-2C324702CCF3}"/>
                  </a:ext>
                </a:extLst>
              </p:cNvPr>
              <p:cNvSpPr/>
              <p:nvPr/>
            </p:nvSpPr>
            <p:spPr bwMode="ltGray">
              <a:xfrm>
                <a:off x="7166637" y="5382152"/>
                <a:ext cx="679531" cy="98226"/>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52" name="Rectangle 251">
                <a:extLst>
                  <a:ext uri="{FF2B5EF4-FFF2-40B4-BE49-F238E27FC236}">
                    <a16:creationId xmlns:a16="http://schemas.microsoft.com/office/drawing/2014/main" id="{EEEC9F30-1B4D-4B6E-98B5-B60CF75978A3}"/>
                  </a:ext>
                </a:extLst>
              </p:cNvPr>
              <p:cNvSpPr/>
              <p:nvPr/>
            </p:nvSpPr>
            <p:spPr bwMode="ltGray">
              <a:xfrm>
                <a:off x="8351193" y="5036189"/>
                <a:ext cx="679531" cy="320235"/>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pic>
            <p:nvPicPr>
              <p:cNvPr id="251" name="Graphic 250" descr="Closed quotation mark">
                <a:extLst>
                  <a:ext uri="{FF2B5EF4-FFF2-40B4-BE49-F238E27FC236}">
                    <a16:creationId xmlns:a16="http://schemas.microsoft.com/office/drawing/2014/main" id="{43469C40-B49C-442A-B5EA-E0FEB78641B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bwMode="ltGray">
              <a:xfrm flipH="1" flipV="1">
                <a:off x="6956059" y="5044476"/>
                <a:ext cx="182880" cy="182880"/>
              </a:xfrm>
              <a:prstGeom prst="rect">
                <a:avLst/>
              </a:prstGeom>
            </p:spPr>
          </p:pic>
          <p:sp>
            <p:nvSpPr>
              <p:cNvPr id="166" name="Rectangle 165">
                <a:extLst>
                  <a:ext uri="{FF2B5EF4-FFF2-40B4-BE49-F238E27FC236}">
                    <a16:creationId xmlns:a16="http://schemas.microsoft.com/office/drawing/2014/main" id="{EE999740-0307-4AB0-A6B1-6D9CBD0ED1C3}"/>
                  </a:ext>
                </a:extLst>
              </p:cNvPr>
              <p:cNvSpPr/>
              <p:nvPr/>
            </p:nvSpPr>
            <p:spPr bwMode="ltGray">
              <a:xfrm>
                <a:off x="10574568" y="5253372"/>
                <a:ext cx="362044" cy="149440"/>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a:spcAft>
                    <a:spcPts val="900"/>
                  </a:spcAft>
                  <a:buFont typeface="Roboto" panose="02000000000000000000" pitchFamily="2" charset="0"/>
                  <a:buChar char="​"/>
                </a:pPr>
                <a:endParaRPr lang="en-US" sz="1600" b="1" baseline="0" dirty="0">
                  <a:solidFill>
                    <a:schemeClr val="tx1"/>
                  </a:solidFill>
                </a:endParaRPr>
              </a:p>
            </p:txBody>
          </p:sp>
          <p:grpSp>
            <p:nvGrpSpPr>
              <p:cNvPr id="255" name="Group 254">
                <a:extLst>
                  <a:ext uri="{FF2B5EF4-FFF2-40B4-BE49-F238E27FC236}">
                    <a16:creationId xmlns:a16="http://schemas.microsoft.com/office/drawing/2014/main" id="{D5FEE0F6-D7F5-48E4-9F0C-A67AEBAEDE05}"/>
                  </a:ext>
                </a:extLst>
              </p:cNvPr>
              <p:cNvGrpSpPr/>
              <p:nvPr/>
            </p:nvGrpSpPr>
            <p:grpSpPr>
              <a:xfrm>
                <a:off x="9401596" y="5039618"/>
                <a:ext cx="656737" cy="101390"/>
                <a:chOff x="9401596" y="1459469"/>
                <a:chExt cx="656737" cy="101390"/>
              </a:xfrm>
            </p:grpSpPr>
            <p:sp>
              <p:nvSpPr>
                <p:cNvPr id="256" name="Rectangle 255">
                  <a:extLst>
                    <a:ext uri="{FF2B5EF4-FFF2-40B4-BE49-F238E27FC236}">
                      <a16:creationId xmlns:a16="http://schemas.microsoft.com/office/drawing/2014/main" id="{824CC1B5-BEAF-4EB3-B86B-F1AC374C145B}"/>
                    </a:ext>
                  </a:extLst>
                </p:cNvPr>
                <p:cNvSpPr/>
                <p:nvPr/>
              </p:nvSpPr>
              <p:spPr bwMode="ltGray">
                <a:xfrm>
                  <a:off x="9401596" y="1459469"/>
                  <a:ext cx="656737" cy="4504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257" name="Rectangle 256">
                  <a:extLst>
                    <a:ext uri="{FF2B5EF4-FFF2-40B4-BE49-F238E27FC236}">
                      <a16:creationId xmlns:a16="http://schemas.microsoft.com/office/drawing/2014/main" id="{09EB2B78-E2C6-471F-8488-3A142B595AB7}"/>
                    </a:ext>
                  </a:extLst>
                </p:cNvPr>
                <p:cNvSpPr/>
                <p:nvPr/>
              </p:nvSpPr>
              <p:spPr bwMode="ltGray">
                <a:xfrm>
                  <a:off x="9401596" y="1525378"/>
                  <a:ext cx="656737" cy="3548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grpSp>
          <p:sp>
            <p:nvSpPr>
              <p:cNvPr id="99" name="Rectangle 98">
                <a:extLst>
                  <a:ext uri="{FF2B5EF4-FFF2-40B4-BE49-F238E27FC236}">
                    <a16:creationId xmlns:a16="http://schemas.microsoft.com/office/drawing/2014/main" id="{45A8F639-4F6E-46BC-A671-762063CE8738}"/>
                  </a:ext>
                </a:extLst>
              </p:cNvPr>
              <p:cNvSpPr/>
              <p:nvPr/>
            </p:nvSpPr>
            <p:spPr bwMode="ltGray">
              <a:xfrm>
                <a:off x="9401595" y="5207177"/>
                <a:ext cx="292608" cy="13660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02" name="Rectangle 101">
                <a:extLst>
                  <a:ext uri="{FF2B5EF4-FFF2-40B4-BE49-F238E27FC236}">
                    <a16:creationId xmlns:a16="http://schemas.microsoft.com/office/drawing/2014/main" id="{464E4DE8-8A90-4352-921E-93090E749EF4}"/>
                  </a:ext>
                </a:extLst>
              </p:cNvPr>
              <p:cNvSpPr/>
              <p:nvPr/>
            </p:nvSpPr>
            <p:spPr bwMode="ltGray">
              <a:xfrm>
                <a:off x="9727572" y="5207177"/>
                <a:ext cx="292608" cy="13660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03" name="Rectangle 102">
                <a:extLst>
                  <a:ext uri="{FF2B5EF4-FFF2-40B4-BE49-F238E27FC236}">
                    <a16:creationId xmlns:a16="http://schemas.microsoft.com/office/drawing/2014/main" id="{7E068F2A-CD5D-4E4A-BAFD-C2737ABD6877}"/>
                  </a:ext>
                </a:extLst>
              </p:cNvPr>
              <p:cNvSpPr/>
              <p:nvPr/>
            </p:nvSpPr>
            <p:spPr bwMode="ltGray">
              <a:xfrm>
                <a:off x="10053551" y="5207177"/>
                <a:ext cx="292608" cy="13660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04" name="Rectangle 103">
                <a:extLst>
                  <a:ext uri="{FF2B5EF4-FFF2-40B4-BE49-F238E27FC236}">
                    <a16:creationId xmlns:a16="http://schemas.microsoft.com/office/drawing/2014/main" id="{81086798-76AF-411C-99F8-C91752795B4E}"/>
                  </a:ext>
                </a:extLst>
              </p:cNvPr>
              <p:cNvSpPr/>
              <p:nvPr/>
            </p:nvSpPr>
            <p:spPr bwMode="ltGray">
              <a:xfrm>
                <a:off x="9401595" y="5366047"/>
                <a:ext cx="292608" cy="13660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05" name="Rectangle 104">
                <a:extLst>
                  <a:ext uri="{FF2B5EF4-FFF2-40B4-BE49-F238E27FC236}">
                    <a16:creationId xmlns:a16="http://schemas.microsoft.com/office/drawing/2014/main" id="{2EE0DAD6-23EC-41B3-8A73-BCAC94D06EBE}"/>
                  </a:ext>
                </a:extLst>
              </p:cNvPr>
              <p:cNvSpPr/>
              <p:nvPr/>
            </p:nvSpPr>
            <p:spPr bwMode="ltGray">
              <a:xfrm>
                <a:off x="9727573" y="5366047"/>
                <a:ext cx="292608" cy="13660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sp>
            <p:nvSpPr>
              <p:cNvPr id="106" name="Rectangle 105">
                <a:extLst>
                  <a:ext uri="{FF2B5EF4-FFF2-40B4-BE49-F238E27FC236}">
                    <a16:creationId xmlns:a16="http://schemas.microsoft.com/office/drawing/2014/main" id="{56C40D6B-35C5-4335-AA5B-120529884EDD}"/>
                  </a:ext>
                </a:extLst>
              </p:cNvPr>
              <p:cNvSpPr/>
              <p:nvPr/>
            </p:nvSpPr>
            <p:spPr bwMode="ltGray">
              <a:xfrm>
                <a:off x="10053551" y="5366047"/>
                <a:ext cx="292608" cy="136601"/>
              </a:xfrm>
              <a:prstGeom prst="rect">
                <a:avLst/>
              </a:prstGeom>
              <a:solidFill>
                <a:schemeClr val="tx1"/>
              </a:solidFill>
              <a:ln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900"/>
                  </a:spcAft>
                  <a:buFont typeface="Roboto" panose="02000000000000000000" pitchFamily="2" charset="0"/>
                  <a:buChar char="​"/>
                </a:pPr>
                <a:endParaRPr lang="en-US" sz="1600" b="1" dirty="0">
                  <a:solidFill>
                    <a:schemeClr val="tx1"/>
                  </a:solidFill>
                </a:endParaRPr>
              </a:p>
            </p:txBody>
          </p:sp>
          <p:cxnSp>
            <p:nvCxnSpPr>
              <p:cNvPr id="117" name="Straight Connector 116">
                <a:extLst>
                  <a:ext uri="{FF2B5EF4-FFF2-40B4-BE49-F238E27FC236}">
                    <a16:creationId xmlns:a16="http://schemas.microsoft.com/office/drawing/2014/main" id="{DEFFFF18-C5F0-4487-90BF-9E31804A9BCF}"/>
                  </a:ext>
                </a:extLst>
              </p:cNvPr>
              <p:cNvCxnSpPr>
                <a:cxnSpLocks/>
              </p:cNvCxnSpPr>
              <p:nvPr/>
            </p:nvCxnSpPr>
            <p:spPr>
              <a:xfrm flipV="1">
                <a:off x="8118057" y="5090650"/>
                <a:ext cx="176834" cy="121830"/>
              </a:xfrm>
              <a:prstGeom prst="line">
                <a:avLst/>
              </a:prstGeom>
              <a:ln w="254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5C6E3381-4FB5-46DD-89E4-066D3AEB69BC}"/>
                  </a:ext>
                </a:extLst>
              </p:cNvPr>
              <p:cNvCxnSpPr>
                <a:cxnSpLocks/>
              </p:cNvCxnSpPr>
              <p:nvPr/>
            </p:nvCxnSpPr>
            <p:spPr>
              <a:xfrm flipV="1">
                <a:off x="9008336" y="5341897"/>
                <a:ext cx="176834" cy="12183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C80C29E1-0FC7-47C8-9FFD-F209437A8165}"/>
                  </a:ext>
                </a:extLst>
              </p:cNvPr>
              <p:cNvCxnSpPr>
                <a:cxnSpLocks/>
              </p:cNvCxnSpPr>
              <p:nvPr/>
            </p:nvCxnSpPr>
            <p:spPr>
              <a:xfrm flipV="1">
                <a:off x="8937726" y="5466043"/>
                <a:ext cx="176834" cy="12183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a:extLst>
                  <a:ext uri="{FF2B5EF4-FFF2-40B4-BE49-F238E27FC236}">
                    <a16:creationId xmlns:a16="http://schemas.microsoft.com/office/drawing/2014/main" id="{A4EADB81-5D8A-4876-BC6C-1FD51B20805E}"/>
                  </a:ext>
                </a:extLst>
              </p:cNvPr>
              <p:cNvCxnSpPr>
                <a:cxnSpLocks/>
              </p:cNvCxnSpPr>
              <p:nvPr/>
            </p:nvCxnSpPr>
            <p:spPr>
              <a:xfrm flipV="1">
                <a:off x="9113350" y="5414707"/>
                <a:ext cx="176834" cy="12183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a:extLst>
                  <a:ext uri="{FF2B5EF4-FFF2-40B4-BE49-F238E27FC236}">
                    <a16:creationId xmlns:a16="http://schemas.microsoft.com/office/drawing/2014/main" id="{FF922551-0AC8-4806-B530-C68B138CF266}"/>
                  </a:ext>
                </a:extLst>
              </p:cNvPr>
              <p:cNvCxnSpPr>
                <a:cxnSpLocks/>
              </p:cNvCxnSpPr>
              <p:nvPr/>
            </p:nvCxnSpPr>
            <p:spPr>
              <a:xfrm flipV="1">
                <a:off x="9154729" y="5343778"/>
                <a:ext cx="124308" cy="86354"/>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nvGrpSpPr>
              <p:cNvPr id="268" name="Group 267">
                <a:extLst>
                  <a:ext uri="{FF2B5EF4-FFF2-40B4-BE49-F238E27FC236}">
                    <a16:creationId xmlns:a16="http://schemas.microsoft.com/office/drawing/2014/main" id="{9C9A4176-3A53-41C7-B236-B07840DE750E}"/>
                  </a:ext>
                </a:extLst>
              </p:cNvPr>
              <p:cNvGrpSpPr/>
              <p:nvPr/>
            </p:nvGrpSpPr>
            <p:grpSpPr>
              <a:xfrm>
                <a:off x="6654060" y="5012537"/>
                <a:ext cx="281848" cy="194640"/>
                <a:chOff x="6654060" y="5012537"/>
                <a:chExt cx="281848" cy="194640"/>
              </a:xfrm>
            </p:grpSpPr>
            <p:cxnSp>
              <p:nvCxnSpPr>
                <p:cNvPr id="265" name="Straight Connector 264">
                  <a:extLst>
                    <a:ext uri="{FF2B5EF4-FFF2-40B4-BE49-F238E27FC236}">
                      <a16:creationId xmlns:a16="http://schemas.microsoft.com/office/drawing/2014/main" id="{ADFA65B1-D18F-428E-9AFB-306346311E8C}"/>
                    </a:ext>
                  </a:extLst>
                </p:cNvPr>
                <p:cNvCxnSpPr>
                  <a:cxnSpLocks/>
                </p:cNvCxnSpPr>
                <p:nvPr/>
              </p:nvCxnSpPr>
              <p:spPr>
                <a:xfrm flipV="1">
                  <a:off x="6654060" y="5012537"/>
                  <a:ext cx="176834" cy="12183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6" name="Straight Connector 265">
                  <a:extLst>
                    <a:ext uri="{FF2B5EF4-FFF2-40B4-BE49-F238E27FC236}">
                      <a16:creationId xmlns:a16="http://schemas.microsoft.com/office/drawing/2014/main" id="{1321C8B6-6CD2-42B6-8386-F9C20B670B4E}"/>
                    </a:ext>
                  </a:extLst>
                </p:cNvPr>
                <p:cNvCxnSpPr>
                  <a:cxnSpLocks/>
                </p:cNvCxnSpPr>
                <p:nvPr/>
              </p:nvCxnSpPr>
              <p:spPr>
                <a:xfrm flipV="1">
                  <a:off x="6759074" y="5085347"/>
                  <a:ext cx="176834" cy="12183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6DDAF946-F64A-4CFC-A5BC-94AAE3AB36EB}"/>
                    </a:ext>
                  </a:extLst>
                </p:cNvPr>
                <p:cNvCxnSpPr>
                  <a:cxnSpLocks/>
                </p:cNvCxnSpPr>
                <p:nvPr/>
              </p:nvCxnSpPr>
              <p:spPr>
                <a:xfrm flipV="1">
                  <a:off x="6800453" y="5014418"/>
                  <a:ext cx="124308" cy="86354"/>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1725206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ubtitle 16">
            <a:extLst>
              <a:ext uri="{FF2B5EF4-FFF2-40B4-BE49-F238E27FC236}">
                <a16:creationId xmlns:a16="http://schemas.microsoft.com/office/drawing/2014/main" id="{029EC042-6B66-4357-CBBA-54A36A6B218C}"/>
              </a:ext>
            </a:extLst>
          </p:cNvPr>
          <p:cNvSpPr>
            <a:spLocks noGrp="1"/>
          </p:cNvSpPr>
          <p:nvPr>
            <p:ph type="subTitle" idx="1"/>
          </p:nvPr>
        </p:nvSpPr>
        <p:spPr/>
        <p:txBody>
          <a:bodyPr/>
          <a:lstStyle/>
          <a:p>
            <a:r>
              <a:rPr lang="en-US" dirty="0"/>
              <a:t>Introduction</a:t>
            </a:r>
          </a:p>
        </p:txBody>
      </p:sp>
      <p:sp>
        <p:nvSpPr>
          <p:cNvPr id="3" name="Title 2">
            <a:extLst>
              <a:ext uri="{FF2B5EF4-FFF2-40B4-BE49-F238E27FC236}">
                <a16:creationId xmlns:a16="http://schemas.microsoft.com/office/drawing/2014/main" id="{61C57177-04E3-AFF8-085E-9BCC5B884DE4}"/>
              </a:ext>
            </a:extLst>
          </p:cNvPr>
          <p:cNvSpPr>
            <a:spLocks noGrp="1"/>
          </p:cNvSpPr>
          <p:nvPr>
            <p:ph type="title"/>
          </p:nvPr>
        </p:nvSpPr>
        <p:spPr/>
        <p:txBody>
          <a:bodyPr/>
          <a:lstStyle/>
          <a:p>
            <a:r>
              <a:rPr lang="en-US" dirty="0"/>
              <a:t>Table of Contents</a:t>
            </a:r>
          </a:p>
        </p:txBody>
      </p:sp>
      <p:sp>
        <p:nvSpPr>
          <p:cNvPr id="4" name="Text Placeholder 3">
            <a:extLst>
              <a:ext uri="{FF2B5EF4-FFF2-40B4-BE49-F238E27FC236}">
                <a16:creationId xmlns:a16="http://schemas.microsoft.com/office/drawing/2014/main" id="{46105013-EA87-FB82-D335-9756CD115F06}"/>
              </a:ext>
            </a:extLst>
          </p:cNvPr>
          <p:cNvSpPr>
            <a:spLocks noGrp="1"/>
          </p:cNvSpPr>
          <p:nvPr>
            <p:ph type="body" sz="quarter" idx="14"/>
          </p:nvPr>
        </p:nvSpPr>
        <p:spPr>
          <a:xfrm>
            <a:off x="1078992" y="1811782"/>
            <a:ext cx="1295226" cy="1399294"/>
          </a:xfrm>
        </p:spPr>
        <p:txBody>
          <a:bodyPr/>
          <a:lstStyle/>
          <a:p>
            <a:r>
              <a:rPr lang="en-US" dirty="0"/>
              <a:t>01</a:t>
            </a:r>
          </a:p>
        </p:txBody>
      </p:sp>
      <p:sp>
        <p:nvSpPr>
          <p:cNvPr id="5" name="Text Placeholder 4">
            <a:extLst>
              <a:ext uri="{FF2B5EF4-FFF2-40B4-BE49-F238E27FC236}">
                <a16:creationId xmlns:a16="http://schemas.microsoft.com/office/drawing/2014/main" id="{3D13656A-BF85-BED5-4057-5C891B1ED341}"/>
              </a:ext>
            </a:extLst>
          </p:cNvPr>
          <p:cNvSpPr>
            <a:spLocks noGrp="1"/>
          </p:cNvSpPr>
          <p:nvPr>
            <p:ph type="body" sz="quarter" idx="32"/>
          </p:nvPr>
        </p:nvSpPr>
        <p:spPr/>
        <p:txBody>
          <a:bodyPr/>
          <a:lstStyle/>
          <a:p>
            <a:r>
              <a:rPr lang="en-US" dirty="0"/>
              <a:t>Standard Layouts</a:t>
            </a:r>
          </a:p>
        </p:txBody>
      </p:sp>
      <p:sp>
        <p:nvSpPr>
          <p:cNvPr id="6" name="Text Placeholder 5">
            <a:extLst>
              <a:ext uri="{FF2B5EF4-FFF2-40B4-BE49-F238E27FC236}">
                <a16:creationId xmlns:a16="http://schemas.microsoft.com/office/drawing/2014/main" id="{4E2FDF9C-6FA6-2688-4437-CCF84AD11187}"/>
              </a:ext>
            </a:extLst>
          </p:cNvPr>
          <p:cNvSpPr>
            <a:spLocks noGrp="1"/>
          </p:cNvSpPr>
          <p:nvPr>
            <p:ph type="body" sz="quarter" idx="17"/>
          </p:nvPr>
        </p:nvSpPr>
        <p:spPr>
          <a:xfrm>
            <a:off x="4562856" y="1811782"/>
            <a:ext cx="1295226" cy="1399294"/>
          </a:xfrm>
        </p:spPr>
        <p:txBody>
          <a:bodyPr/>
          <a:lstStyle/>
          <a:p>
            <a:r>
              <a:rPr lang="en-US" dirty="0"/>
              <a:t>02</a:t>
            </a:r>
          </a:p>
        </p:txBody>
      </p:sp>
      <p:sp>
        <p:nvSpPr>
          <p:cNvPr id="7" name="Text Placeholder 6">
            <a:extLst>
              <a:ext uri="{FF2B5EF4-FFF2-40B4-BE49-F238E27FC236}">
                <a16:creationId xmlns:a16="http://schemas.microsoft.com/office/drawing/2014/main" id="{5E06E730-E76E-84ED-C63C-2BB31E77B319}"/>
              </a:ext>
            </a:extLst>
          </p:cNvPr>
          <p:cNvSpPr>
            <a:spLocks noGrp="1"/>
          </p:cNvSpPr>
          <p:nvPr>
            <p:ph type="body" sz="quarter" idx="33"/>
          </p:nvPr>
        </p:nvSpPr>
        <p:spPr/>
        <p:txBody>
          <a:bodyPr/>
          <a:lstStyle/>
          <a:p>
            <a:r>
              <a:rPr lang="en-US" dirty="0"/>
              <a:t>Impact Layouts</a:t>
            </a:r>
          </a:p>
        </p:txBody>
      </p:sp>
      <p:sp>
        <p:nvSpPr>
          <p:cNvPr id="8" name="Text Placeholder 7">
            <a:extLst>
              <a:ext uri="{FF2B5EF4-FFF2-40B4-BE49-F238E27FC236}">
                <a16:creationId xmlns:a16="http://schemas.microsoft.com/office/drawing/2014/main" id="{0A300E4C-65C1-752E-1200-C5BFE7A330B9}"/>
              </a:ext>
            </a:extLst>
          </p:cNvPr>
          <p:cNvSpPr>
            <a:spLocks noGrp="1"/>
          </p:cNvSpPr>
          <p:nvPr>
            <p:ph type="body" sz="quarter" idx="31"/>
          </p:nvPr>
        </p:nvSpPr>
        <p:spPr>
          <a:xfrm>
            <a:off x="8046720" y="1811782"/>
            <a:ext cx="1295226" cy="1399294"/>
          </a:xfrm>
        </p:spPr>
        <p:txBody>
          <a:bodyPr/>
          <a:lstStyle/>
          <a:p>
            <a:r>
              <a:rPr lang="en-US" dirty="0"/>
              <a:t>03</a:t>
            </a:r>
          </a:p>
        </p:txBody>
      </p:sp>
      <p:sp>
        <p:nvSpPr>
          <p:cNvPr id="9" name="Text Placeholder 8">
            <a:extLst>
              <a:ext uri="{FF2B5EF4-FFF2-40B4-BE49-F238E27FC236}">
                <a16:creationId xmlns:a16="http://schemas.microsoft.com/office/drawing/2014/main" id="{8770DE10-BF01-832D-2207-38BA1C0C80C6}"/>
              </a:ext>
            </a:extLst>
          </p:cNvPr>
          <p:cNvSpPr>
            <a:spLocks noGrp="1"/>
          </p:cNvSpPr>
          <p:nvPr>
            <p:ph type="body" sz="quarter" idx="34"/>
          </p:nvPr>
        </p:nvSpPr>
        <p:spPr/>
        <p:txBody>
          <a:bodyPr/>
          <a:lstStyle/>
          <a:p>
            <a:r>
              <a:rPr lang="en-US" dirty="0"/>
              <a:t>Data</a:t>
            </a:r>
          </a:p>
        </p:txBody>
      </p:sp>
      <p:sp>
        <p:nvSpPr>
          <p:cNvPr id="10" name="Text Placeholder 9">
            <a:extLst>
              <a:ext uri="{FF2B5EF4-FFF2-40B4-BE49-F238E27FC236}">
                <a16:creationId xmlns:a16="http://schemas.microsoft.com/office/drawing/2014/main" id="{01B1C2D4-F971-9336-DB2C-92D135132C3F}"/>
              </a:ext>
            </a:extLst>
          </p:cNvPr>
          <p:cNvSpPr>
            <a:spLocks noGrp="1"/>
          </p:cNvSpPr>
          <p:nvPr>
            <p:ph type="body" sz="quarter" idx="35"/>
          </p:nvPr>
        </p:nvSpPr>
        <p:spPr>
          <a:xfrm>
            <a:off x="1078992" y="3910204"/>
            <a:ext cx="1295226" cy="1399294"/>
          </a:xfrm>
        </p:spPr>
        <p:txBody>
          <a:bodyPr/>
          <a:lstStyle/>
          <a:p>
            <a:r>
              <a:rPr lang="en-US" dirty="0"/>
              <a:t>04</a:t>
            </a:r>
          </a:p>
        </p:txBody>
      </p:sp>
      <p:sp>
        <p:nvSpPr>
          <p:cNvPr id="11" name="Text Placeholder 10">
            <a:extLst>
              <a:ext uri="{FF2B5EF4-FFF2-40B4-BE49-F238E27FC236}">
                <a16:creationId xmlns:a16="http://schemas.microsoft.com/office/drawing/2014/main" id="{E72FE5D6-9884-6066-0DB0-E4A17D674FCB}"/>
              </a:ext>
            </a:extLst>
          </p:cNvPr>
          <p:cNvSpPr>
            <a:spLocks noGrp="1"/>
          </p:cNvSpPr>
          <p:nvPr>
            <p:ph type="body" sz="quarter" idx="38"/>
          </p:nvPr>
        </p:nvSpPr>
        <p:spPr/>
        <p:txBody>
          <a:bodyPr/>
          <a:lstStyle/>
          <a:p>
            <a:r>
              <a:rPr lang="en-US" dirty="0"/>
              <a:t>Diagrams</a:t>
            </a:r>
          </a:p>
        </p:txBody>
      </p:sp>
      <p:sp>
        <p:nvSpPr>
          <p:cNvPr id="12" name="Text Placeholder 11">
            <a:extLst>
              <a:ext uri="{FF2B5EF4-FFF2-40B4-BE49-F238E27FC236}">
                <a16:creationId xmlns:a16="http://schemas.microsoft.com/office/drawing/2014/main" id="{EB075380-8544-1CE9-7786-645C08223F80}"/>
              </a:ext>
            </a:extLst>
          </p:cNvPr>
          <p:cNvSpPr>
            <a:spLocks noGrp="1"/>
          </p:cNvSpPr>
          <p:nvPr>
            <p:ph type="body" sz="quarter" idx="36"/>
          </p:nvPr>
        </p:nvSpPr>
        <p:spPr>
          <a:xfrm>
            <a:off x="4562856" y="3910204"/>
            <a:ext cx="1295226" cy="1399294"/>
          </a:xfrm>
        </p:spPr>
        <p:txBody>
          <a:bodyPr/>
          <a:lstStyle/>
          <a:p>
            <a:r>
              <a:rPr lang="en-US" dirty="0"/>
              <a:t>05</a:t>
            </a:r>
          </a:p>
        </p:txBody>
      </p:sp>
      <p:sp>
        <p:nvSpPr>
          <p:cNvPr id="13" name="Text Placeholder 12">
            <a:extLst>
              <a:ext uri="{FF2B5EF4-FFF2-40B4-BE49-F238E27FC236}">
                <a16:creationId xmlns:a16="http://schemas.microsoft.com/office/drawing/2014/main" id="{A78BF858-2702-7A79-764C-B7DA44C425AD}"/>
              </a:ext>
            </a:extLst>
          </p:cNvPr>
          <p:cNvSpPr>
            <a:spLocks noGrp="1"/>
          </p:cNvSpPr>
          <p:nvPr>
            <p:ph type="body" sz="quarter" idx="39"/>
          </p:nvPr>
        </p:nvSpPr>
        <p:spPr/>
        <p:txBody>
          <a:bodyPr/>
          <a:lstStyle/>
          <a:p>
            <a:r>
              <a:rPr lang="en-US" dirty="0"/>
              <a:t>Graphic Toolkit</a:t>
            </a:r>
          </a:p>
        </p:txBody>
      </p:sp>
      <p:sp>
        <p:nvSpPr>
          <p:cNvPr id="14" name="Text Placeholder 13">
            <a:extLst>
              <a:ext uri="{FF2B5EF4-FFF2-40B4-BE49-F238E27FC236}">
                <a16:creationId xmlns:a16="http://schemas.microsoft.com/office/drawing/2014/main" id="{AB17DF99-D7B2-F0D1-E830-5669F2AC0A4B}"/>
              </a:ext>
            </a:extLst>
          </p:cNvPr>
          <p:cNvSpPr>
            <a:spLocks noGrp="1"/>
          </p:cNvSpPr>
          <p:nvPr>
            <p:ph type="body" sz="quarter" idx="37"/>
          </p:nvPr>
        </p:nvSpPr>
        <p:spPr>
          <a:xfrm>
            <a:off x="8046720" y="3910204"/>
            <a:ext cx="1295226" cy="1399294"/>
          </a:xfrm>
        </p:spPr>
        <p:txBody>
          <a:bodyPr/>
          <a:lstStyle/>
          <a:p>
            <a:r>
              <a:rPr lang="en-US" dirty="0"/>
              <a:t>06</a:t>
            </a:r>
          </a:p>
        </p:txBody>
      </p:sp>
      <p:sp>
        <p:nvSpPr>
          <p:cNvPr id="15" name="Text Placeholder 14">
            <a:extLst>
              <a:ext uri="{FF2B5EF4-FFF2-40B4-BE49-F238E27FC236}">
                <a16:creationId xmlns:a16="http://schemas.microsoft.com/office/drawing/2014/main" id="{F8872585-3484-DB89-3775-D7444725FBC8}"/>
              </a:ext>
            </a:extLst>
          </p:cNvPr>
          <p:cNvSpPr>
            <a:spLocks noGrp="1"/>
          </p:cNvSpPr>
          <p:nvPr>
            <p:ph type="body" sz="quarter" idx="40"/>
          </p:nvPr>
        </p:nvSpPr>
        <p:spPr/>
        <p:txBody>
          <a:bodyPr/>
          <a:lstStyle/>
          <a:p>
            <a:r>
              <a:rPr lang="en-US" dirty="0"/>
              <a:t>Custom Layouts</a:t>
            </a:r>
          </a:p>
        </p:txBody>
      </p:sp>
    </p:spTree>
    <p:extLst>
      <p:ext uri="{BB962C8B-B14F-4D97-AF65-F5344CB8AC3E}">
        <p14:creationId xmlns:p14="http://schemas.microsoft.com/office/powerpoint/2010/main" val="39152187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Placeholder 62">
            <a:extLst>
              <a:ext uri="{FF2B5EF4-FFF2-40B4-BE49-F238E27FC236}">
                <a16:creationId xmlns:a16="http://schemas.microsoft.com/office/drawing/2014/main" id="{B2135D09-593C-4BC7-98C8-F8C235C5B136}"/>
              </a:ext>
            </a:extLst>
          </p:cNvPr>
          <p:cNvSpPr>
            <a:spLocks noGrp="1"/>
          </p:cNvSpPr>
          <p:nvPr>
            <p:ph type="body" sz="quarter" idx="17"/>
          </p:nvPr>
        </p:nvSpPr>
        <p:spPr/>
        <p:txBody>
          <a:bodyPr/>
          <a:lstStyle/>
          <a:p>
            <a:r>
              <a:rPr lang="en-US" dirty="0"/>
              <a:t>01</a:t>
            </a:r>
          </a:p>
        </p:txBody>
      </p:sp>
      <p:sp>
        <p:nvSpPr>
          <p:cNvPr id="3" name="Title 2">
            <a:extLst>
              <a:ext uri="{FF2B5EF4-FFF2-40B4-BE49-F238E27FC236}">
                <a16:creationId xmlns:a16="http://schemas.microsoft.com/office/drawing/2014/main" id="{66D51350-237B-4E39-B9C4-DEAC1EBF9B0B}"/>
              </a:ext>
            </a:extLst>
          </p:cNvPr>
          <p:cNvSpPr>
            <a:spLocks noGrp="1"/>
          </p:cNvSpPr>
          <p:nvPr>
            <p:ph type="title"/>
          </p:nvPr>
        </p:nvSpPr>
        <p:spPr/>
        <p:txBody>
          <a:bodyPr/>
          <a:lstStyle/>
          <a:p>
            <a:r>
              <a:rPr lang="en-US" dirty="0"/>
              <a:t>Standard Layouts</a:t>
            </a:r>
          </a:p>
        </p:txBody>
      </p:sp>
    </p:spTree>
    <p:extLst>
      <p:ext uri="{BB962C8B-B14F-4D97-AF65-F5344CB8AC3E}">
        <p14:creationId xmlns:p14="http://schemas.microsoft.com/office/powerpoint/2010/main" val="29100414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81D34"/>
        </a:solidFill>
        <a:effectLst/>
      </p:bgPr>
    </p:bg>
    <p:spTree>
      <p:nvGrpSpPr>
        <p:cNvPr id="1" name=""/>
        <p:cNvGrpSpPr/>
        <p:nvPr/>
      </p:nvGrpSpPr>
      <p:grpSpPr>
        <a:xfrm>
          <a:off x="0" y="0"/>
          <a:ext cx="0" cy="0"/>
          <a:chOff x="0" y="0"/>
          <a:chExt cx="0" cy="0"/>
        </a:xfrm>
      </p:grpSpPr>
      <p:sp>
        <p:nvSpPr>
          <p:cNvPr id="158" name="Title 157">
            <a:extLst>
              <a:ext uri="{FF2B5EF4-FFF2-40B4-BE49-F238E27FC236}">
                <a16:creationId xmlns:a16="http://schemas.microsoft.com/office/drawing/2014/main" id="{6C9EFB35-0CA0-47F3-929D-C818BBA5D62F}"/>
              </a:ext>
            </a:extLst>
          </p:cNvPr>
          <p:cNvSpPr>
            <a:spLocks noGrp="1"/>
          </p:cNvSpPr>
          <p:nvPr>
            <p:ph type="ctrTitle"/>
          </p:nvPr>
        </p:nvSpPr>
        <p:spPr/>
        <p:txBody>
          <a:bodyPr/>
          <a:lstStyle/>
          <a:p>
            <a:r>
              <a:rPr lang="en-US" dirty="0"/>
              <a:t>Title Slide</a:t>
            </a:r>
          </a:p>
        </p:txBody>
      </p:sp>
      <p:sp>
        <p:nvSpPr>
          <p:cNvPr id="159" name="Text Placeholder 158">
            <a:extLst>
              <a:ext uri="{FF2B5EF4-FFF2-40B4-BE49-F238E27FC236}">
                <a16:creationId xmlns:a16="http://schemas.microsoft.com/office/drawing/2014/main" id="{B75BB395-15CE-43C6-B173-C0BDDDBAFBCB}"/>
              </a:ext>
            </a:extLst>
          </p:cNvPr>
          <p:cNvSpPr>
            <a:spLocks noGrp="1"/>
          </p:cNvSpPr>
          <p:nvPr>
            <p:ph type="body" sz="quarter" idx="11"/>
          </p:nvPr>
        </p:nvSpPr>
        <p:spPr/>
        <p:txBody>
          <a:bodyPr/>
          <a:lstStyle/>
          <a:p>
            <a:r>
              <a:rPr lang="en-US" dirty="0"/>
              <a:t>Author’s Name</a:t>
            </a:r>
          </a:p>
          <a:p>
            <a:pPr lvl="1"/>
            <a:r>
              <a:rPr lang="en-US" dirty="0"/>
              <a:t>Position or Title</a:t>
            </a:r>
          </a:p>
          <a:p>
            <a:pPr lvl="1"/>
            <a:r>
              <a:rPr lang="en-US" dirty="0"/>
              <a:t>Other contact information</a:t>
            </a:r>
          </a:p>
        </p:txBody>
      </p:sp>
      <p:sp>
        <p:nvSpPr>
          <p:cNvPr id="5" name="TextBox 4">
            <a:extLst>
              <a:ext uri="{FF2B5EF4-FFF2-40B4-BE49-F238E27FC236}">
                <a16:creationId xmlns:a16="http://schemas.microsoft.com/office/drawing/2014/main" id="{E2ACAB1B-335F-4135-890C-03B1CD4F9336}"/>
              </a:ext>
            </a:extLst>
          </p:cNvPr>
          <p:cNvSpPr txBox="1"/>
          <p:nvPr/>
        </p:nvSpPr>
        <p:spPr>
          <a:xfrm>
            <a:off x="7630777" y="6263017"/>
            <a:ext cx="3482199" cy="175491"/>
          </a:xfrm>
          <a:prstGeom prst="rect">
            <a:avLst/>
          </a:prstGeom>
        </p:spPr>
        <p:txBody>
          <a:bodyPr vert="horz" wrap="square" lIns="0" tIns="0" rIns="0" bIns="0" rtlCol="0" anchor="b">
            <a:noAutofit/>
          </a:bodyPr>
          <a:lstStyle/>
          <a:p>
            <a:pPr algn="r">
              <a:lnSpc>
                <a:spcPct val="110000"/>
              </a:lnSpc>
              <a:spcAft>
                <a:spcPts val="400"/>
              </a:spcAft>
            </a:pPr>
            <a:r>
              <a:rPr lang="en-US" sz="1000" dirty="0">
                <a:solidFill>
                  <a:schemeClr val="bg1"/>
                </a:solidFill>
              </a:rPr>
              <a:t>Photo by Martin Sanchez on Unsplash</a:t>
            </a:r>
          </a:p>
        </p:txBody>
      </p:sp>
    </p:spTree>
    <p:extLst>
      <p:ext uri="{BB962C8B-B14F-4D97-AF65-F5344CB8AC3E}">
        <p14:creationId xmlns:p14="http://schemas.microsoft.com/office/powerpoint/2010/main" val="19747226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E5B5A5C-D637-43A2-8FDE-96B770946C4D}"/>
              </a:ext>
            </a:extLst>
          </p:cNvPr>
          <p:cNvSpPr>
            <a:spLocks noGrp="1"/>
          </p:cNvSpPr>
          <p:nvPr>
            <p:ph type="subTitle" idx="1"/>
          </p:nvPr>
        </p:nvSpPr>
        <p:spPr/>
        <p:txBody>
          <a:bodyPr/>
          <a:lstStyle/>
          <a:p>
            <a:r>
              <a:rPr lang="en-US" dirty="0"/>
              <a:t>Standard Layouts</a:t>
            </a:r>
          </a:p>
        </p:txBody>
      </p:sp>
      <p:sp>
        <p:nvSpPr>
          <p:cNvPr id="2" name="Title 1">
            <a:extLst>
              <a:ext uri="{FF2B5EF4-FFF2-40B4-BE49-F238E27FC236}">
                <a16:creationId xmlns:a16="http://schemas.microsoft.com/office/drawing/2014/main" id="{EC9590CC-09AA-4B02-B852-BE41D0F989C1}"/>
              </a:ext>
            </a:extLst>
          </p:cNvPr>
          <p:cNvSpPr>
            <a:spLocks noGrp="1"/>
          </p:cNvSpPr>
          <p:nvPr>
            <p:ph type="title"/>
          </p:nvPr>
        </p:nvSpPr>
        <p:spPr/>
        <p:txBody>
          <a:bodyPr/>
          <a:lstStyle/>
          <a:p>
            <a:r>
              <a:rPr lang="en-US" dirty="0"/>
              <a:t>Title _ Only</a:t>
            </a:r>
          </a:p>
        </p:txBody>
      </p:sp>
    </p:spTree>
    <p:extLst>
      <p:ext uri="{BB962C8B-B14F-4D97-AF65-F5344CB8AC3E}">
        <p14:creationId xmlns:p14="http://schemas.microsoft.com/office/powerpoint/2010/main" val="12980375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ubtitle 9">
            <a:extLst>
              <a:ext uri="{FF2B5EF4-FFF2-40B4-BE49-F238E27FC236}">
                <a16:creationId xmlns:a16="http://schemas.microsoft.com/office/drawing/2014/main" id="{D32F01DD-9FC9-1F54-5B7B-8D326425435B}"/>
              </a:ext>
            </a:extLst>
          </p:cNvPr>
          <p:cNvSpPr>
            <a:spLocks noGrp="1"/>
          </p:cNvSpPr>
          <p:nvPr>
            <p:ph type="subTitle" idx="1"/>
          </p:nvPr>
        </p:nvSpPr>
        <p:spPr/>
        <p:txBody>
          <a:bodyPr/>
          <a:lstStyle/>
          <a:p>
            <a:r>
              <a:rPr lang="en-US" dirty="0"/>
              <a:t>Standard Layouts</a:t>
            </a:r>
          </a:p>
        </p:txBody>
      </p:sp>
      <p:sp>
        <p:nvSpPr>
          <p:cNvPr id="5" name="Title 4">
            <a:extLst>
              <a:ext uri="{FF2B5EF4-FFF2-40B4-BE49-F238E27FC236}">
                <a16:creationId xmlns:a16="http://schemas.microsoft.com/office/drawing/2014/main" id="{1097C3CA-5AD9-4DFC-8173-8EE5DEFFB3BA}"/>
              </a:ext>
            </a:extLst>
          </p:cNvPr>
          <p:cNvSpPr>
            <a:spLocks noGrp="1"/>
          </p:cNvSpPr>
          <p:nvPr>
            <p:ph type="title"/>
          </p:nvPr>
        </p:nvSpPr>
        <p:spPr/>
        <p:txBody>
          <a:bodyPr/>
          <a:lstStyle/>
          <a:p>
            <a:r>
              <a:rPr lang="en-US" dirty="0"/>
              <a:t>1 _ Col</a:t>
            </a:r>
          </a:p>
        </p:txBody>
      </p:sp>
      <p:graphicFrame>
        <p:nvGraphicFramePr>
          <p:cNvPr id="7" name="Table 7">
            <a:extLst>
              <a:ext uri="{FF2B5EF4-FFF2-40B4-BE49-F238E27FC236}">
                <a16:creationId xmlns:a16="http://schemas.microsoft.com/office/drawing/2014/main" id="{8A20E8BC-500E-4088-9E44-7142D05C0B62}"/>
              </a:ext>
            </a:extLst>
          </p:cNvPr>
          <p:cNvGraphicFramePr>
            <a:graphicFrameLocks noGrp="1"/>
          </p:cNvGraphicFramePr>
          <p:nvPr>
            <p:ph sz="quarter" idx="13"/>
            <p:extLst>
              <p:ext uri="{D42A27DB-BD31-4B8C-83A1-F6EECF244321}">
                <p14:modId xmlns:p14="http://schemas.microsoft.com/office/powerpoint/2010/main" val="220073955"/>
              </p:ext>
            </p:extLst>
          </p:nvPr>
        </p:nvGraphicFramePr>
        <p:xfrm>
          <a:off x="1079500" y="2103438"/>
          <a:ext cx="10029516" cy="3941766"/>
        </p:xfrm>
        <a:graphic>
          <a:graphicData uri="http://schemas.openxmlformats.org/drawingml/2006/table">
            <a:tbl>
              <a:tblPr firstRow="1" firstCol="1">
                <a:tableStyleId>{2D5ABB26-0587-4C30-8999-92F81FD0307C}</a:tableStyleId>
              </a:tblPr>
              <a:tblGrid>
                <a:gridCol w="835793">
                  <a:extLst>
                    <a:ext uri="{9D8B030D-6E8A-4147-A177-3AD203B41FA5}">
                      <a16:colId xmlns:a16="http://schemas.microsoft.com/office/drawing/2014/main" val="504041127"/>
                    </a:ext>
                  </a:extLst>
                </a:gridCol>
                <a:gridCol w="835793">
                  <a:extLst>
                    <a:ext uri="{9D8B030D-6E8A-4147-A177-3AD203B41FA5}">
                      <a16:colId xmlns:a16="http://schemas.microsoft.com/office/drawing/2014/main" val="317096408"/>
                    </a:ext>
                  </a:extLst>
                </a:gridCol>
                <a:gridCol w="835793">
                  <a:extLst>
                    <a:ext uri="{9D8B030D-6E8A-4147-A177-3AD203B41FA5}">
                      <a16:colId xmlns:a16="http://schemas.microsoft.com/office/drawing/2014/main" val="4005567592"/>
                    </a:ext>
                  </a:extLst>
                </a:gridCol>
                <a:gridCol w="835793">
                  <a:extLst>
                    <a:ext uri="{9D8B030D-6E8A-4147-A177-3AD203B41FA5}">
                      <a16:colId xmlns:a16="http://schemas.microsoft.com/office/drawing/2014/main" val="1325377713"/>
                    </a:ext>
                  </a:extLst>
                </a:gridCol>
                <a:gridCol w="835793">
                  <a:extLst>
                    <a:ext uri="{9D8B030D-6E8A-4147-A177-3AD203B41FA5}">
                      <a16:colId xmlns:a16="http://schemas.microsoft.com/office/drawing/2014/main" val="955817916"/>
                    </a:ext>
                  </a:extLst>
                </a:gridCol>
                <a:gridCol w="835793">
                  <a:extLst>
                    <a:ext uri="{9D8B030D-6E8A-4147-A177-3AD203B41FA5}">
                      <a16:colId xmlns:a16="http://schemas.microsoft.com/office/drawing/2014/main" val="3130718827"/>
                    </a:ext>
                  </a:extLst>
                </a:gridCol>
                <a:gridCol w="835793">
                  <a:extLst>
                    <a:ext uri="{9D8B030D-6E8A-4147-A177-3AD203B41FA5}">
                      <a16:colId xmlns:a16="http://schemas.microsoft.com/office/drawing/2014/main" val="117359797"/>
                    </a:ext>
                  </a:extLst>
                </a:gridCol>
                <a:gridCol w="835793">
                  <a:extLst>
                    <a:ext uri="{9D8B030D-6E8A-4147-A177-3AD203B41FA5}">
                      <a16:colId xmlns:a16="http://schemas.microsoft.com/office/drawing/2014/main" val="531365529"/>
                    </a:ext>
                  </a:extLst>
                </a:gridCol>
                <a:gridCol w="835793">
                  <a:extLst>
                    <a:ext uri="{9D8B030D-6E8A-4147-A177-3AD203B41FA5}">
                      <a16:colId xmlns:a16="http://schemas.microsoft.com/office/drawing/2014/main" val="3818239768"/>
                    </a:ext>
                  </a:extLst>
                </a:gridCol>
                <a:gridCol w="835793">
                  <a:extLst>
                    <a:ext uri="{9D8B030D-6E8A-4147-A177-3AD203B41FA5}">
                      <a16:colId xmlns:a16="http://schemas.microsoft.com/office/drawing/2014/main" val="2417930679"/>
                    </a:ext>
                  </a:extLst>
                </a:gridCol>
                <a:gridCol w="835793">
                  <a:extLst>
                    <a:ext uri="{9D8B030D-6E8A-4147-A177-3AD203B41FA5}">
                      <a16:colId xmlns:a16="http://schemas.microsoft.com/office/drawing/2014/main" val="3435125494"/>
                    </a:ext>
                  </a:extLst>
                </a:gridCol>
                <a:gridCol w="835793">
                  <a:extLst>
                    <a:ext uri="{9D8B030D-6E8A-4147-A177-3AD203B41FA5}">
                      <a16:colId xmlns:a16="http://schemas.microsoft.com/office/drawing/2014/main" val="3043034959"/>
                    </a:ext>
                  </a:extLst>
                </a:gridCol>
              </a:tblGrid>
              <a:tr h="437974">
                <a:tc>
                  <a:txBody>
                    <a:bodyPr/>
                    <a:lstStyle/>
                    <a:p>
                      <a:endParaRPr lang="en-US" sz="1100" b="1" dirty="0">
                        <a:solidFill>
                          <a:schemeClr val="accent2"/>
                        </a:solidFill>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409903929"/>
                  </a:ext>
                </a:extLst>
              </a:tr>
              <a:tr h="437974">
                <a:tc>
                  <a:txBody>
                    <a:bodyPr/>
                    <a:lstStyle/>
                    <a:p>
                      <a:r>
                        <a:rPr lang="en-US" sz="1100" b="1" dirty="0">
                          <a:solidFill>
                            <a:schemeClr val="accent2"/>
                          </a:solidFill>
                          <a:latin typeface="+mn-lt"/>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419850322"/>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extLst>
                  <a:ext uri="{0D108BD9-81ED-4DB2-BD59-A6C34878D82A}">
                    <a16:rowId xmlns:a16="http://schemas.microsoft.com/office/drawing/2014/main" val="1080895409"/>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extLst>
                  <a:ext uri="{0D108BD9-81ED-4DB2-BD59-A6C34878D82A}">
                    <a16:rowId xmlns:a16="http://schemas.microsoft.com/office/drawing/2014/main" val="936612908"/>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extLst>
                  <a:ext uri="{0D108BD9-81ED-4DB2-BD59-A6C34878D82A}">
                    <a16:rowId xmlns:a16="http://schemas.microsoft.com/office/drawing/2014/main" val="3847866661"/>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Row</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solidFill>
                      <a:schemeClr val="accent1">
                        <a:lumMod val="75000"/>
                      </a:schemeClr>
                    </a:solidFill>
                  </a:tcPr>
                </a:tc>
                <a:extLst>
                  <a:ext uri="{0D108BD9-81ED-4DB2-BD59-A6C34878D82A}">
                    <a16:rowId xmlns:a16="http://schemas.microsoft.com/office/drawing/2014/main" val="331969422"/>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extLst>
                  <a:ext uri="{0D108BD9-81ED-4DB2-BD59-A6C34878D82A}">
                    <a16:rowId xmlns:a16="http://schemas.microsoft.com/office/drawing/2014/main" val="3483668174"/>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tc>
                <a:extLst>
                  <a:ext uri="{0D108BD9-81ED-4DB2-BD59-A6C34878D82A}">
                    <a16:rowId xmlns:a16="http://schemas.microsoft.com/office/drawing/2014/main" val="3467323357"/>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2"/>
                          </a:solidFill>
                          <a:effectLst/>
                          <a:uLnTx/>
                          <a:uFillTx/>
                          <a:latin typeface="+mn-lt"/>
                          <a:ea typeface="+mn-ea"/>
                          <a:cs typeface="+mn-cs"/>
                        </a:rPr>
                        <a:t>Row</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bg1"/>
                          </a:solidFill>
                          <a:effectLst/>
                          <a:uLnTx/>
                          <a:uFillTx/>
                          <a:latin typeface="+mn-lt"/>
                          <a:ea typeface="+mn-ea"/>
                          <a:cs typeface="+mn-cs"/>
                        </a:rPr>
                        <a:t>Lorem ipsum</a:t>
                      </a:r>
                    </a:p>
                  </a:txBody>
                  <a:tcPr marL="84784" marR="84784">
                    <a:noFill/>
                  </a:tcPr>
                </a:tc>
                <a:extLst>
                  <a:ext uri="{0D108BD9-81ED-4DB2-BD59-A6C34878D82A}">
                    <a16:rowId xmlns:a16="http://schemas.microsoft.com/office/drawing/2014/main" val="1702205112"/>
                  </a:ext>
                </a:extLst>
              </a:tr>
            </a:tbl>
          </a:graphicData>
        </a:graphic>
      </p:graphicFrame>
    </p:spTree>
    <p:extLst>
      <p:ext uri="{BB962C8B-B14F-4D97-AF65-F5344CB8AC3E}">
        <p14:creationId xmlns:p14="http://schemas.microsoft.com/office/powerpoint/2010/main" val="3216392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ADF3BF6-A21A-E433-9B3A-C81D412DE88F}"/>
              </a:ext>
            </a:extLst>
          </p:cNvPr>
          <p:cNvSpPr>
            <a:spLocks noGrp="1"/>
          </p:cNvSpPr>
          <p:nvPr>
            <p:ph type="subTitle" idx="1"/>
          </p:nvPr>
        </p:nvSpPr>
        <p:spPr/>
        <p:txBody>
          <a:bodyPr/>
          <a:lstStyle/>
          <a:p>
            <a:r>
              <a:rPr lang="en-US" dirty="0"/>
              <a:t>Standard Layouts</a:t>
            </a:r>
          </a:p>
        </p:txBody>
      </p:sp>
      <p:sp>
        <p:nvSpPr>
          <p:cNvPr id="9" name="Title 8">
            <a:extLst>
              <a:ext uri="{FF2B5EF4-FFF2-40B4-BE49-F238E27FC236}">
                <a16:creationId xmlns:a16="http://schemas.microsoft.com/office/drawing/2014/main" id="{06AC8681-EE8E-4AFB-99FE-A68081B8326A}"/>
              </a:ext>
            </a:extLst>
          </p:cNvPr>
          <p:cNvSpPr>
            <a:spLocks noGrp="1"/>
          </p:cNvSpPr>
          <p:nvPr>
            <p:ph type="title"/>
          </p:nvPr>
        </p:nvSpPr>
        <p:spPr/>
        <p:txBody>
          <a:bodyPr/>
          <a:lstStyle/>
          <a:p>
            <a:r>
              <a:rPr lang="en-US" dirty="0"/>
              <a:t>2 _ Col</a:t>
            </a:r>
          </a:p>
        </p:txBody>
      </p:sp>
      <p:sp>
        <p:nvSpPr>
          <p:cNvPr id="15" name="Content Placeholder 14">
            <a:extLst>
              <a:ext uri="{FF2B5EF4-FFF2-40B4-BE49-F238E27FC236}">
                <a16:creationId xmlns:a16="http://schemas.microsoft.com/office/drawing/2014/main" id="{717D8585-A40B-40CB-B216-11D77214E396}"/>
              </a:ext>
            </a:extLst>
          </p:cNvPr>
          <p:cNvSpPr>
            <a:spLocks noGrp="1"/>
          </p:cNvSpPr>
          <p:nvPr>
            <p:ph sz="quarter" idx="16"/>
          </p:nvPr>
        </p:nvSpPr>
        <p:spPr/>
        <p:txBody>
          <a:bodyPr/>
          <a:lstStyle/>
          <a:p>
            <a:r>
              <a:rPr lang="en-US" dirty="0"/>
              <a:t>Lorem ipsum dolor sit amet, consectetuer adipiscing elit. Maecenas porttitor congue massa. Fusce posuere, magna sed pulvinar ultricies, purus lectus malesuada libero, sit amet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 Nunc </a:t>
            </a:r>
            <a:r>
              <a:rPr lang="en-US" dirty="0" err="1"/>
              <a:t>viverra</a:t>
            </a:r>
            <a:r>
              <a:rPr lang="en-US" dirty="0"/>
              <a:t> </a:t>
            </a:r>
            <a:r>
              <a:rPr lang="en-US" dirty="0" err="1"/>
              <a:t>imperdiet</a:t>
            </a:r>
            <a:r>
              <a:rPr lang="en-US" dirty="0"/>
              <a:t> </a:t>
            </a:r>
            <a:r>
              <a:rPr lang="en-US" dirty="0" err="1"/>
              <a:t>enim</a:t>
            </a:r>
            <a:r>
              <a:rPr lang="en-US" dirty="0"/>
              <a:t>. Fusce est.</a:t>
            </a:r>
          </a:p>
          <a:p>
            <a:pPr lvl="1"/>
            <a:r>
              <a:rPr lang="en-US" dirty="0" err="1"/>
              <a:t>Vivamus</a:t>
            </a:r>
            <a:r>
              <a:rPr lang="en-US" dirty="0"/>
              <a:t> a </a:t>
            </a:r>
            <a:r>
              <a:rPr lang="en-US" dirty="0" err="1"/>
              <a:t>tellus</a:t>
            </a:r>
            <a:endParaRPr lang="en-US" dirty="0"/>
          </a:p>
          <a:p>
            <a:pPr lvl="1"/>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endParaRPr lang="en-US" dirty="0"/>
          </a:p>
          <a:p>
            <a:pPr lvl="1"/>
            <a:r>
              <a:rPr lang="en-US" dirty="0" err="1"/>
              <a:t>Proin</a:t>
            </a:r>
            <a:r>
              <a:rPr lang="en-US" dirty="0"/>
              <a:t> pharetra </a:t>
            </a:r>
            <a:r>
              <a:rPr lang="en-US" dirty="0" err="1"/>
              <a:t>nonummy</a:t>
            </a:r>
            <a:r>
              <a:rPr lang="en-US" dirty="0"/>
              <a:t> </a:t>
            </a:r>
            <a:r>
              <a:rPr lang="en-US" dirty="0" err="1"/>
              <a:t>pede</a:t>
            </a:r>
            <a:endParaRPr lang="en-US" dirty="0"/>
          </a:p>
          <a:p>
            <a:r>
              <a:rPr lang="en-US" dirty="0"/>
              <a:t>In porttitor. </a:t>
            </a:r>
            <a:r>
              <a:rPr lang="en-US" dirty="0" err="1"/>
              <a:t>Donec</a:t>
            </a:r>
            <a:r>
              <a:rPr lang="en-US" dirty="0"/>
              <a:t> </a:t>
            </a:r>
            <a:r>
              <a:rPr lang="en-US" dirty="0" err="1"/>
              <a:t>laoreet</a:t>
            </a:r>
            <a:r>
              <a:rPr lang="en-US" dirty="0"/>
              <a:t> </a:t>
            </a:r>
            <a:r>
              <a:rPr lang="en-US" dirty="0" err="1"/>
              <a:t>nonummy</a:t>
            </a:r>
            <a:r>
              <a:rPr lang="en-US" dirty="0"/>
              <a:t> </a:t>
            </a:r>
            <a:r>
              <a:rPr lang="en-US" dirty="0" err="1"/>
              <a:t>augue</a:t>
            </a:r>
            <a:r>
              <a:rPr lang="en-US" dirty="0"/>
              <a:t>. </a:t>
            </a:r>
            <a:r>
              <a:rPr lang="en-US" dirty="0" err="1"/>
              <a:t>Suspendisse</a:t>
            </a:r>
            <a:r>
              <a:rPr lang="en-US" dirty="0"/>
              <a:t> dui purus, </a:t>
            </a:r>
            <a:r>
              <a:rPr lang="en-US" dirty="0" err="1"/>
              <a:t>scelerisque</a:t>
            </a:r>
            <a:r>
              <a:rPr lang="en-US" dirty="0"/>
              <a:t> at, </a:t>
            </a:r>
            <a:r>
              <a:rPr lang="en-US" dirty="0" err="1"/>
              <a:t>vulputate</a:t>
            </a:r>
            <a:r>
              <a:rPr lang="en-US" dirty="0"/>
              <a:t> vitae, </a:t>
            </a:r>
            <a:r>
              <a:rPr lang="en-US" dirty="0" err="1"/>
              <a:t>pretium</a:t>
            </a:r>
            <a:r>
              <a:rPr lang="en-US" dirty="0"/>
              <a:t> </a:t>
            </a:r>
            <a:r>
              <a:rPr lang="en-US" dirty="0" err="1"/>
              <a:t>mattis</a:t>
            </a:r>
            <a:r>
              <a:rPr lang="en-US" dirty="0"/>
              <a:t>, </a:t>
            </a:r>
            <a:r>
              <a:rPr lang="en-US" dirty="0" err="1"/>
              <a:t>nunc</a:t>
            </a:r>
            <a:r>
              <a:rPr lang="en-US" dirty="0"/>
              <a:t>. </a:t>
            </a:r>
          </a:p>
          <a:p>
            <a:r>
              <a:rPr lang="en-US" dirty="0" err="1"/>
              <a:t>Mauris</a:t>
            </a:r>
            <a:r>
              <a:rPr lang="en-US" dirty="0"/>
              <a:t> </a:t>
            </a:r>
            <a:r>
              <a:rPr lang="en-US" dirty="0" err="1"/>
              <a:t>eget</a:t>
            </a:r>
            <a:r>
              <a:rPr lang="en-US" dirty="0"/>
              <a:t> </a:t>
            </a:r>
            <a:r>
              <a:rPr lang="en-US" dirty="0" err="1"/>
              <a:t>neque</a:t>
            </a:r>
            <a:r>
              <a:rPr lang="en-US" dirty="0"/>
              <a:t> at </a:t>
            </a:r>
            <a:r>
              <a:rPr lang="en-US" dirty="0" err="1"/>
              <a:t>sem</a:t>
            </a:r>
            <a:r>
              <a:rPr lang="en-US" dirty="0"/>
              <a:t> </a:t>
            </a:r>
            <a:r>
              <a:rPr lang="en-US" dirty="0" err="1"/>
              <a:t>venenatis</a:t>
            </a:r>
            <a:r>
              <a:rPr lang="en-US" dirty="0"/>
              <a:t> </a:t>
            </a:r>
            <a:r>
              <a:rPr lang="en-US" dirty="0" err="1"/>
              <a:t>eleifend</a:t>
            </a:r>
            <a:r>
              <a:rPr lang="en-US" dirty="0"/>
              <a:t>. Ut </a:t>
            </a:r>
            <a:r>
              <a:rPr lang="en-US" dirty="0" err="1"/>
              <a:t>nonummy</a:t>
            </a:r>
            <a:r>
              <a:rPr lang="en-US" dirty="0"/>
              <a:t>. Fusce </a:t>
            </a:r>
            <a:r>
              <a:rPr lang="en-US" dirty="0" err="1"/>
              <a:t>aliquet</a:t>
            </a:r>
            <a:r>
              <a:rPr lang="en-US" dirty="0"/>
              <a:t> </a:t>
            </a:r>
            <a:r>
              <a:rPr lang="en-US" dirty="0" err="1"/>
              <a:t>pede</a:t>
            </a:r>
            <a:r>
              <a:rPr lang="en-US" dirty="0"/>
              <a:t> non </a:t>
            </a:r>
            <a:r>
              <a:rPr lang="en-US" dirty="0" err="1"/>
              <a:t>pede</a:t>
            </a:r>
            <a:r>
              <a:rPr lang="en-US" dirty="0"/>
              <a:t>. </a:t>
            </a:r>
            <a:r>
              <a:rPr lang="en-US" dirty="0" err="1"/>
              <a:t>Suspendisse</a:t>
            </a:r>
            <a:r>
              <a:rPr lang="en-US" dirty="0"/>
              <a:t> </a:t>
            </a:r>
            <a:r>
              <a:rPr lang="en-US" dirty="0" err="1"/>
              <a:t>dapibus</a:t>
            </a:r>
            <a:r>
              <a:rPr lang="en-US" dirty="0"/>
              <a:t> lorem </a:t>
            </a:r>
            <a:r>
              <a:rPr lang="en-US" dirty="0" err="1"/>
              <a:t>pellentesque</a:t>
            </a:r>
            <a:r>
              <a:rPr lang="en-US" dirty="0"/>
              <a:t>.</a:t>
            </a:r>
          </a:p>
        </p:txBody>
      </p:sp>
      <p:sp>
        <p:nvSpPr>
          <p:cNvPr id="16" name="Content Placeholder 15">
            <a:extLst>
              <a:ext uri="{FF2B5EF4-FFF2-40B4-BE49-F238E27FC236}">
                <a16:creationId xmlns:a16="http://schemas.microsoft.com/office/drawing/2014/main" id="{1AC3CE8D-964B-4A39-BC91-314FA7040ACE}"/>
              </a:ext>
            </a:extLst>
          </p:cNvPr>
          <p:cNvSpPr>
            <a:spLocks noGrp="1"/>
          </p:cNvSpPr>
          <p:nvPr>
            <p:ph sz="quarter" idx="17"/>
          </p:nvPr>
        </p:nvSpPr>
        <p:spPr/>
        <p:txBody>
          <a:bodyPr/>
          <a:lstStyle/>
          <a:p>
            <a:r>
              <a:rPr lang="en-US" dirty="0" err="1"/>
              <a:t>Donec</a:t>
            </a:r>
            <a:r>
              <a:rPr lang="en-US" dirty="0"/>
              <a:t> </a:t>
            </a:r>
            <a:r>
              <a:rPr lang="en-US" dirty="0" err="1"/>
              <a:t>ut</a:t>
            </a:r>
            <a:r>
              <a:rPr lang="en-US" dirty="0"/>
              <a:t> </a:t>
            </a:r>
            <a:r>
              <a:rPr lang="en-US" dirty="0" err="1"/>
              <a:t>est</a:t>
            </a:r>
            <a:r>
              <a:rPr lang="en-US" dirty="0"/>
              <a:t> in lectus </a:t>
            </a:r>
            <a:r>
              <a:rPr lang="en-US" dirty="0" err="1"/>
              <a:t>consequat</a:t>
            </a:r>
            <a:r>
              <a:rPr lang="en-US" dirty="0"/>
              <a:t> </a:t>
            </a:r>
            <a:r>
              <a:rPr lang="en-US" dirty="0" err="1"/>
              <a:t>consequat</a:t>
            </a:r>
            <a:r>
              <a:rPr lang="en-US" dirty="0"/>
              <a:t>. </a:t>
            </a:r>
            <a:r>
              <a:rPr lang="en-US" dirty="0" err="1"/>
              <a:t>Etiam</a:t>
            </a:r>
            <a:r>
              <a:rPr lang="en-US" dirty="0"/>
              <a:t> </a:t>
            </a:r>
            <a:r>
              <a:rPr lang="en-US" dirty="0" err="1"/>
              <a:t>eget</a:t>
            </a:r>
            <a:r>
              <a:rPr lang="en-US" dirty="0"/>
              <a:t> dui. </a:t>
            </a:r>
            <a:r>
              <a:rPr lang="en-US" dirty="0" err="1"/>
              <a:t>Aliqua</a:t>
            </a:r>
            <a:r>
              <a:rPr lang="en-US" dirty="0"/>
              <a:t> </a:t>
            </a:r>
            <a:r>
              <a:rPr lang="en-US" dirty="0" err="1"/>
              <a:t>merat</a:t>
            </a:r>
            <a:r>
              <a:rPr lang="en-US" dirty="0"/>
              <a:t> </a:t>
            </a:r>
            <a:r>
              <a:rPr lang="en-US" dirty="0" err="1"/>
              <a:t>volutpat</a:t>
            </a:r>
            <a:r>
              <a:rPr lang="en-US" dirty="0"/>
              <a:t>. Sed at lorem in </a:t>
            </a:r>
            <a:r>
              <a:rPr lang="en-US" dirty="0" err="1"/>
              <a:t>nunc</a:t>
            </a:r>
            <a:r>
              <a:rPr lang="en-US" dirty="0"/>
              <a:t> porta </a:t>
            </a:r>
            <a:r>
              <a:rPr lang="en-US" dirty="0" err="1"/>
              <a:t>tristique</a:t>
            </a:r>
            <a:r>
              <a:rPr lang="en-US" dirty="0"/>
              <a:t>. </a:t>
            </a:r>
            <a:r>
              <a:rPr lang="en-US" dirty="0" err="1"/>
              <a:t>Proin</a:t>
            </a:r>
            <a:r>
              <a:rPr lang="en-US" dirty="0"/>
              <a:t> </a:t>
            </a:r>
            <a:r>
              <a:rPr lang="en-US" dirty="0" err="1"/>
              <a:t>nec</a:t>
            </a:r>
            <a:r>
              <a:rPr lang="en-US" dirty="0"/>
              <a:t> </a:t>
            </a:r>
            <a:r>
              <a:rPr lang="en-US" dirty="0" err="1"/>
              <a:t>augue</a:t>
            </a:r>
            <a:r>
              <a:rPr lang="en-US" dirty="0"/>
              <a:t>.</a:t>
            </a:r>
          </a:p>
          <a:p>
            <a:r>
              <a:rPr lang="en-US" dirty="0" err="1"/>
              <a:t>Quisque</a:t>
            </a:r>
            <a:r>
              <a:rPr lang="en-US" dirty="0"/>
              <a:t> </a:t>
            </a:r>
            <a:r>
              <a:rPr lang="en-US" dirty="0" err="1"/>
              <a:t>aliquam</a:t>
            </a:r>
            <a:r>
              <a:rPr lang="en-US" dirty="0"/>
              <a:t> </a:t>
            </a:r>
            <a:r>
              <a:rPr lang="en-US" dirty="0" err="1"/>
              <a:t>tempor</a:t>
            </a:r>
            <a:r>
              <a:rPr lang="en-US" dirty="0"/>
              <a:t> magna.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Nunc ac magna. Maecenas </a:t>
            </a:r>
            <a:r>
              <a:rPr lang="en-US" dirty="0" err="1"/>
              <a:t>odio</a:t>
            </a:r>
            <a:r>
              <a:rPr lang="en-US" dirty="0"/>
              <a:t> dolor, </a:t>
            </a:r>
            <a:r>
              <a:rPr lang="en-US" dirty="0" err="1"/>
              <a:t>vulputate</a:t>
            </a:r>
            <a:r>
              <a:rPr lang="en-US" dirty="0"/>
              <a:t> vel, </a:t>
            </a:r>
            <a:r>
              <a:rPr lang="en-US" dirty="0" err="1"/>
              <a:t>auctor</a:t>
            </a:r>
            <a:r>
              <a:rPr lang="en-US" dirty="0"/>
              <a:t> ac, </a:t>
            </a:r>
            <a:r>
              <a:rPr lang="en-US" dirty="0" err="1"/>
              <a:t>accumsan</a:t>
            </a:r>
            <a:r>
              <a:rPr lang="en-US" dirty="0"/>
              <a:t> id, </a:t>
            </a:r>
            <a:r>
              <a:rPr lang="en-US" dirty="0" err="1"/>
              <a:t>felis</a:t>
            </a:r>
            <a:r>
              <a:rPr lang="en-US" dirty="0"/>
              <a:t>. </a:t>
            </a:r>
            <a:r>
              <a:rPr lang="en-US" dirty="0" err="1"/>
              <a:t>Pellentesque</a:t>
            </a:r>
            <a:r>
              <a:rPr lang="en-US" dirty="0"/>
              <a:t> cursus </a:t>
            </a:r>
            <a:r>
              <a:rPr lang="en-US" dirty="0" err="1"/>
              <a:t>sagittis</a:t>
            </a:r>
            <a:r>
              <a:rPr lang="en-US" dirty="0"/>
              <a:t> </a:t>
            </a:r>
            <a:r>
              <a:rPr lang="en-US" dirty="0" err="1"/>
              <a:t>felis</a:t>
            </a:r>
            <a:r>
              <a:rPr lang="en-US" dirty="0"/>
              <a:t>.</a:t>
            </a:r>
          </a:p>
          <a:p>
            <a:pPr lvl="3"/>
            <a:r>
              <a:rPr lang="en-US" dirty="0" err="1"/>
              <a:t>Pellentesque</a:t>
            </a:r>
            <a:r>
              <a:rPr lang="en-US" dirty="0"/>
              <a:t> porttitor, </a:t>
            </a:r>
            <a:r>
              <a:rPr lang="en-US" dirty="0" err="1"/>
              <a:t>velit</a:t>
            </a:r>
            <a:r>
              <a:rPr lang="en-US" dirty="0"/>
              <a:t> lacinia </a:t>
            </a:r>
            <a:r>
              <a:rPr lang="en-US" dirty="0" err="1"/>
              <a:t>egestas</a:t>
            </a:r>
            <a:r>
              <a:rPr lang="en-US" dirty="0"/>
              <a:t> </a:t>
            </a:r>
            <a:r>
              <a:rPr lang="en-US" dirty="0" err="1"/>
              <a:t>auctor</a:t>
            </a:r>
            <a:r>
              <a:rPr lang="en-US" dirty="0"/>
              <a:t>, diam </a:t>
            </a:r>
            <a:r>
              <a:rPr lang="en-US" dirty="0" err="1"/>
              <a:t>eros</a:t>
            </a:r>
            <a:r>
              <a:rPr lang="en-US" dirty="0"/>
              <a:t> tempus </a:t>
            </a:r>
            <a:r>
              <a:rPr lang="en-US" dirty="0" err="1"/>
              <a:t>arcu</a:t>
            </a:r>
            <a:r>
              <a:rPr lang="en-US" dirty="0"/>
              <a:t>, </a:t>
            </a:r>
            <a:r>
              <a:rPr lang="en-US" dirty="0" err="1"/>
              <a:t>nec</a:t>
            </a:r>
            <a:r>
              <a:rPr lang="en-US" dirty="0"/>
              <a:t> </a:t>
            </a:r>
            <a:r>
              <a:rPr lang="en-US" dirty="0" err="1"/>
              <a:t>vulputate</a:t>
            </a:r>
            <a:r>
              <a:rPr lang="en-US" dirty="0"/>
              <a:t> </a:t>
            </a:r>
            <a:r>
              <a:rPr lang="en-US" dirty="0" err="1"/>
              <a:t>augue</a:t>
            </a:r>
            <a:r>
              <a:rPr lang="en-US" dirty="0"/>
              <a:t> magna vel </a:t>
            </a:r>
            <a:r>
              <a:rPr lang="en-US" dirty="0" err="1"/>
              <a:t>risus</a:t>
            </a:r>
            <a:r>
              <a:rPr lang="en-US" dirty="0"/>
              <a:t>. Cras non magna vel ante adipiscing </a:t>
            </a:r>
            <a:r>
              <a:rPr lang="en-US" dirty="0" err="1"/>
              <a:t>rhoncus</a:t>
            </a:r>
            <a:r>
              <a:rPr lang="en-US" dirty="0"/>
              <a:t>. </a:t>
            </a:r>
            <a:r>
              <a:rPr lang="en-US" dirty="0" err="1"/>
              <a:t>Vivamus</a:t>
            </a:r>
            <a:r>
              <a:rPr lang="en-US" dirty="0"/>
              <a:t> a mi. Morbi </a:t>
            </a:r>
            <a:r>
              <a:rPr lang="en-US" dirty="0" err="1"/>
              <a:t>neque</a:t>
            </a:r>
            <a:r>
              <a:rPr lang="en-US" dirty="0"/>
              <a:t>. </a:t>
            </a:r>
            <a:r>
              <a:rPr lang="en-US" dirty="0" err="1"/>
              <a:t>Aliquam</a:t>
            </a:r>
            <a:r>
              <a:rPr lang="en-US" dirty="0"/>
              <a:t> dolor sit amet</a:t>
            </a:r>
            <a:r>
              <a:rPr lang="en-US" dirty="0" err="1"/>
              <a:t>erat</a:t>
            </a:r>
            <a:r>
              <a:rPr lang="en-US" dirty="0"/>
              <a:t> </a:t>
            </a:r>
            <a:r>
              <a:rPr lang="en-US" dirty="0" err="1"/>
              <a:t>volutpat</a:t>
            </a:r>
            <a:r>
              <a:rPr lang="en-US" dirty="0"/>
              <a:t>.</a:t>
            </a:r>
          </a:p>
          <a:p>
            <a:r>
              <a:rPr lang="en-US" dirty="0"/>
              <a:t>Ut </a:t>
            </a:r>
            <a:r>
              <a:rPr lang="en-US" dirty="0" err="1"/>
              <a:t>tincidunt</a:t>
            </a:r>
            <a:r>
              <a:rPr lang="en-US" dirty="0"/>
              <a:t> </a:t>
            </a:r>
            <a:r>
              <a:rPr lang="en-US" dirty="0" err="1"/>
              <a:t>volutpat</a:t>
            </a:r>
            <a:r>
              <a:rPr lang="en-US" dirty="0"/>
              <a:t> </a:t>
            </a:r>
            <a:r>
              <a:rPr lang="en-US" dirty="0" err="1"/>
              <a:t>urna</a:t>
            </a:r>
            <a:r>
              <a:rPr lang="en-US" dirty="0"/>
              <a:t>. </a:t>
            </a:r>
            <a:r>
              <a:rPr lang="en-US" dirty="0" err="1"/>
              <a:t>Mauris</a:t>
            </a:r>
            <a:r>
              <a:rPr lang="en-US" dirty="0"/>
              <a:t> </a:t>
            </a:r>
            <a:r>
              <a:rPr lang="en-US" dirty="0" err="1"/>
              <a:t>eleifend</a:t>
            </a:r>
            <a:r>
              <a:rPr lang="en-US" dirty="0"/>
              <a:t> </a:t>
            </a:r>
            <a:r>
              <a:rPr lang="en-US" dirty="0" err="1"/>
              <a:t>nulla</a:t>
            </a:r>
            <a:r>
              <a:rPr lang="en-US" dirty="0"/>
              <a:t> </a:t>
            </a:r>
            <a:r>
              <a:rPr lang="en-US" dirty="0" err="1"/>
              <a:t>eget</a:t>
            </a:r>
            <a:r>
              <a:rPr lang="en-US" dirty="0"/>
              <a:t> </a:t>
            </a:r>
            <a:r>
              <a:rPr lang="en-US" dirty="0" err="1"/>
              <a:t>mauris</a:t>
            </a:r>
            <a:r>
              <a:rPr lang="en-US" dirty="0"/>
              <a:t>. Sed cursus </a:t>
            </a:r>
            <a:r>
              <a:rPr lang="en-US" dirty="0" err="1"/>
              <a:t>quam</a:t>
            </a:r>
            <a:r>
              <a:rPr lang="en-US" dirty="0"/>
              <a:t> id </a:t>
            </a:r>
            <a:r>
              <a:rPr lang="en-US" dirty="0" err="1"/>
              <a:t>felis</a:t>
            </a:r>
            <a:r>
              <a:rPr lang="en-US" dirty="0"/>
              <a:t>. </a:t>
            </a:r>
            <a:r>
              <a:rPr lang="en-US" dirty="0" err="1"/>
              <a:t>Curabitur</a:t>
            </a:r>
            <a:r>
              <a:rPr lang="en-US" dirty="0"/>
              <a:t> posuere </a:t>
            </a:r>
            <a:r>
              <a:rPr lang="en-US" dirty="0" err="1"/>
              <a:t>quam</a:t>
            </a:r>
            <a:r>
              <a:rPr lang="en-US" dirty="0"/>
              <a:t> vel </a:t>
            </a:r>
            <a:r>
              <a:rPr lang="en-US" dirty="0" err="1"/>
              <a:t>nibh</a:t>
            </a:r>
            <a:r>
              <a:rPr lang="en-US" dirty="0"/>
              <a:t>. Cras </a:t>
            </a:r>
            <a:r>
              <a:rPr lang="en-US" dirty="0" err="1"/>
              <a:t>dapibus</a:t>
            </a:r>
            <a:r>
              <a:rPr lang="en-US" dirty="0"/>
              <a:t> </a:t>
            </a:r>
            <a:r>
              <a:rPr lang="en-US" dirty="0" err="1"/>
              <a:t>dapibus</a:t>
            </a:r>
            <a:r>
              <a:rPr lang="en-US" dirty="0"/>
              <a:t> dolor sit amet </a:t>
            </a:r>
            <a:r>
              <a:rPr lang="en-US" dirty="0" err="1"/>
              <a:t>nisl</a:t>
            </a:r>
            <a:r>
              <a:rPr lang="en-US" dirty="0"/>
              <a:t>.</a:t>
            </a:r>
          </a:p>
        </p:txBody>
      </p:sp>
    </p:spTree>
    <p:extLst>
      <p:ext uri="{BB962C8B-B14F-4D97-AF65-F5344CB8AC3E}">
        <p14:creationId xmlns:p14="http://schemas.microsoft.com/office/powerpoint/2010/main" val="2570325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9B24534A-05FA-C3A7-EED0-43DEE7AA9907}"/>
              </a:ext>
            </a:extLst>
          </p:cNvPr>
          <p:cNvSpPr>
            <a:spLocks noGrp="1"/>
          </p:cNvSpPr>
          <p:nvPr>
            <p:ph type="subTitle" idx="1"/>
          </p:nvPr>
        </p:nvSpPr>
        <p:spPr/>
        <p:txBody>
          <a:bodyPr/>
          <a:lstStyle/>
          <a:p>
            <a:r>
              <a:rPr lang="en-US" dirty="0"/>
              <a:t>Standard Layouts</a:t>
            </a:r>
          </a:p>
        </p:txBody>
      </p:sp>
      <p:sp>
        <p:nvSpPr>
          <p:cNvPr id="2" name="Title 1">
            <a:extLst>
              <a:ext uri="{FF2B5EF4-FFF2-40B4-BE49-F238E27FC236}">
                <a16:creationId xmlns:a16="http://schemas.microsoft.com/office/drawing/2014/main" id="{90D26221-B827-4344-A19B-8D8D15151827}"/>
              </a:ext>
            </a:extLst>
          </p:cNvPr>
          <p:cNvSpPr>
            <a:spLocks noGrp="1"/>
          </p:cNvSpPr>
          <p:nvPr>
            <p:ph type="title"/>
          </p:nvPr>
        </p:nvSpPr>
        <p:spPr/>
        <p:txBody>
          <a:bodyPr/>
          <a:lstStyle/>
          <a:p>
            <a:r>
              <a:rPr lang="en-US" dirty="0"/>
              <a:t>1/3 _ 2/3</a:t>
            </a:r>
          </a:p>
        </p:txBody>
      </p:sp>
      <p:sp>
        <p:nvSpPr>
          <p:cNvPr id="3" name="Content Placeholder 2">
            <a:extLst>
              <a:ext uri="{FF2B5EF4-FFF2-40B4-BE49-F238E27FC236}">
                <a16:creationId xmlns:a16="http://schemas.microsoft.com/office/drawing/2014/main" id="{FEC626CA-8D17-48CF-B244-34F7C6058254}"/>
              </a:ext>
            </a:extLst>
          </p:cNvPr>
          <p:cNvSpPr>
            <a:spLocks noGrp="1"/>
          </p:cNvSpPr>
          <p:nvPr>
            <p:ph sz="quarter" idx="16"/>
          </p:nvPr>
        </p:nvSpPr>
        <p:spPr/>
        <p:txBody>
          <a:bodyPr/>
          <a:lstStyle/>
          <a:p>
            <a:pPr lvl="3"/>
            <a:r>
              <a:rPr lang="en-US" dirty="0"/>
              <a:t>Integer </a:t>
            </a:r>
            <a:r>
              <a:rPr lang="en-US" dirty="0" err="1"/>
              <a:t>ultrices</a:t>
            </a:r>
            <a:r>
              <a:rPr lang="en-US" dirty="0"/>
              <a:t> </a:t>
            </a:r>
            <a:r>
              <a:rPr lang="en-US" dirty="0" err="1"/>
              <a:t>lobortis</a:t>
            </a:r>
            <a:r>
              <a:rPr lang="en-US" dirty="0"/>
              <a:t> </a:t>
            </a:r>
            <a:r>
              <a:rPr lang="en-US" dirty="0" err="1"/>
              <a:t>eros</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a:t>
            </a: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intel, ultricies vel, </a:t>
            </a:r>
            <a:r>
              <a:rPr lang="en-US" dirty="0" err="1"/>
              <a:t>faucibus</a:t>
            </a:r>
            <a:r>
              <a:rPr lang="en-US" dirty="0"/>
              <a:t> at, </a:t>
            </a:r>
            <a:r>
              <a:rPr lang="en-US" dirty="0" err="1"/>
              <a:t>quam</a:t>
            </a:r>
            <a:r>
              <a:rPr lang="en-US" dirty="0"/>
              <a:t>. </a:t>
            </a:r>
            <a:r>
              <a:rPr lang="en-US" dirty="0" err="1"/>
              <a:t>Doneca</a:t>
            </a:r>
            <a:r>
              <a:rPr lang="en-US" dirty="0"/>
              <a:t> elit </a:t>
            </a:r>
            <a:r>
              <a:rPr lang="en-US" dirty="0" err="1"/>
              <a:t>est</a:t>
            </a:r>
            <a:r>
              <a:rPr lang="en-US" dirty="0"/>
              <a:t>, consectetuer </a:t>
            </a:r>
            <a:r>
              <a:rPr lang="en-US" dirty="0" err="1"/>
              <a:t>eget</a:t>
            </a:r>
            <a:r>
              <a:rPr lang="en-US" dirty="0"/>
              <a:t>, </a:t>
            </a:r>
            <a:r>
              <a:rPr lang="en-US" dirty="0" err="1"/>
              <a:t>consequat</a:t>
            </a:r>
            <a:r>
              <a:rPr lang="en-US" dirty="0"/>
              <a:t>.</a:t>
            </a:r>
          </a:p>
          <a:p>
            <a:r>
              <a:rPr lang="en-US" dirty="0"/>
              <a:t>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br>
              <a:rPr lang="en-US" dirty="0"/>
            </a:b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a:t>
            </a:r>
          </a:p>
        </p:txBody>
      </p:sp>
      <p:sp>
        <p:nvSpPr>
          <p:cNvPr id="5" name="Content Placeholder 4">
            <a:extLst>
              <a:ext uri="{FF2B5EF4-FFF2-40B4-BE49-F238E27FC236}">
                <a16:creationId xmlns:a16="http://schemas.microsoft.com/office/drawing/2014/main" id="{525F8696-7248-4D54-A77D-68AF7F202817}"/>
              </a:ext>
            </a:extLst>
          </p:cNvPr>
          <p:cNvSpPr>
            <a:spLocks noGrp="1"/>
          </p:cNvSpPr>
          <p:nvPr>
            <p:ph sz="quarter" idx="17"/>
          </p:nvPr>
        </p:nvSpPr>
        <p:spPr/>
        <p:txBody>
          <a:bodyPr/>
          <a:lstStyle/>
          <a:p>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t>
            </a:r>
            <a:r>
              <a:rPr lang="en-US" dirty="0"/>
              <a:t> </a:t>
            </a:r>
            <a:r>
              <a:rPr lang="en-US" dirty="0" err="1"/>
              <a:t>ada</a:t>
            </a:r>
            <a:r>
              <a:rPr lang="en-US" dirty="0"/>
              <a:t> fames ac </a:t>
            </a:r>
            <a:r>
              <a:rPr lang="en-US" dirty="0" err="1"/>
              <a:t>turpis</a:t>
            </a:r>
            <a:r>
              <a:rPr lang="en-US" dirty="0"/>
              <a:t> </a:t>
            </a:r>
            <a:r>
              <a:rPr lang="en-US" dirty="0" err="1"/>
              <a:t>egestas</a:t>
            </a:r>
            <a:r>
              <a:rPr lang="en-US" dirty="0"/>
              <a:t>. </a:t>
            </a: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a:t>
            </a:r>
            <a:r>
              <a:rPr lang="en-US" dirty="0" err="1"/>
              <a:t>interdum</a:t>
            </a:r>
            <a:r>
              <a:rPr lang="en-US" dirty="0"/>
              <a:t> vel, ultricies vel, </a:t>
            </a:r>
            <a:r>
              <a:rPr lang="en-US" dirty="0" err="1"/>
              <a:t>faucibus</a:t>
            </a:r>
            <a:r>
              <a:rPr lang="en-US" dirty="0"/>
              <a:t> at, </a:t>
            </a:r>
            <a:r>
              <a:rPr lang="en-US" dirty="0" err="1"/>
              <a:t>quam</a:t>
            </a:r>
            <a:r>
              <a:rPr lang="en-US" dirty="0"/>
              <a:t>. </a:t>
            </a:r>
            <a:r>
              <a:rPr lang="en-US" dirty="0" err="1"/>
              <a:t>Donec</a:t>
            </a:r>
            <a:r>
              <a:rPr lang="en-US" dirty="0"/>
              <a:t> elit </a:t>
            </a:r>
            <a:r>
              <a:rPr lang="en-US" dirty="0" err="1"/>
              <a:t>est</a:t>
            </a:r>
            <a:r>
              <a:rPr lang="en-US" dirty="0"/>
              <a:t>, consectetuer </a:t>
            </a:r>
            <a:r>
              <a:rPr lang="en-US" dirty="0" err="1"/>
              <a:t>eget</a:t>
            </a:r>
            <a:r>
              <a:rPr lang="en-US" dirty="0"/>
              <a:t>, </a:t>
            </a:r>
            <a:r>
              <a:rPr lang="en-US" dirty="0" err="1"/>
              <a:t>consequat</a:t>
            </a:r>
            <a:r>
              <a:rPr lang="en-US" dirty="0"/>
              <a:t> </a:t>
            </a:r>
            <a:r>
              <a:rPr lang="en-US" dirty="0" err="1"/>
              <a:t>quis</a:t>
            </a:r>
            <a:r>
              <a:rPr lang="en-US" dirty="0"/>
              <a:t>, tempus </a:t>
            </a:r>
            <a:r>
              <a:rPr lang="en-US" dirty="0" err="1"/>
              <a:t>quis</a:t>
            </a:r>
            <a:r>
              <a:rPr lang="en-US" dirty="0"/>
              <a:t>, </a:t>
            </a:r>
            <a:r>
              <a:rPr lang="en-US" dirty="0" err="1"/>
              <a:t>wisi</a:t>
            </a:r>
            <a:r>
              <a:rPr lang="en-US" dirty="0"/>
              <a:t>.</a:t>
            </a:r>
          </a:p>
          <a:p>
            <a:pPr lvl="4"/>
            <a:r>
              <a:rPr lang="en-US" dirty="0"/>
              <a:t>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 per </a:t>
            </a:r>
            <a:r>
              <a:rPr lang="en-US" dirty="0" err="1"/>
              <a:t>conubia</a:t>
            </a:r>
            <a:r>
              <a:rPr lang="en-US" dirty="0"/>
              <a:t> nostra</a:t>
            </a:r>
          </a:p>
          <a:p>
            <a:pPr lvl="4"/>
            <a:r>
              <a:rPr lang="en-US" dirty="0" err="1"/>
              <a:t>Donec</a:t>
            </a:r>
            <a:r>
              <a:rPr lang="en-US" dirty="0"/>
              <a:t> </a:t>
            </a:r>
            <a:r>
              <a:rPr lang="en-US" dirty="0" err="1"/>
              <a:t>ullamcorper</a:t>
            </a:r>
            <a:r>
              <a:rPr lang="en-US" dirty="0"/>
              <a:t> </a:t>
            </a:r>
            <a:r>
              <a:rPr lang="en-US" dirty="0" err="1"/>
              <a:t>fringilla</a:t>
            </a:r>
            <a:r>
              <a:rPr lang="en-US" dirty="0"/>
              <a:t> </a:t>
            </a:r>
            <a:r>
              <a:rPr lang="en-US" dirty="0" err="1"/>
              <a:t>eros</a:t>
            </a:r>
            <a:r>
              <a:rPr lang="en-US" dirty="0"/>
              <a:t>. Fusce in </a:t>
            </a:r>
            <a:r>
              <a:rPr lang="en-US" dirty="0" err="1"/>
              <a:t>sapien</a:t>
            </a:r>
            <a:r>
              <a:rPr lang="en-US" dirty="0"/>
              <a:t> </a:t>
            </a:r>
            <a:r>
              <a:rPr lang="en-US" dirty="0" err="1"/>
              <a:t>eu</a:t>
            </a:r>
            <a:r>
              <a:rPr lang="en-US" dirty="0"/>
              <a:t> purus </a:t>
            </a:r>
            <a:r>
              <a:rPr lang="en-US" dirty="0" err="1"/>
              <a:t>dapibus</a:t>
            </a:r>
            <a:r>
              <a:rPr lang="en-US" dirty="0"/>
              <a:t> </a:t>
            </a:r>
            <a:r>
              <a:rPr lang="en-US" dirty="0" err="1"/>
              <a:t>commodo</a:t>
            </a:r>
          </a:p>
          <a:p>
            <a:pPr lvl="4"/>
            <a:r>
              <a:rPr lang="en-US" dirty="0"/>
              <a:t>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a:t>
            </a:r>
          </a:p>
          <a:p>
            <a:pPr lvl="4"/>
            <a:r>
              <a:rPr lang="en-US" dirty="0"/>
              <a:t>Cras </a:t>
            </a:r>
            <a:r>
              <a:rPr lang="en-US" dirty="0" err="1"/>
              <a:t>faucibus</a:t>
            </a:r>
            <a:r>
              <a:rPr lang="en-US" dirty="0"/>
              <a:t> </a:t>
            </a:r>
            <a:r>
              <a:rPr lang="en-US" dirty="0" err="1"/>
              <a:t>condimentum</a:t>
            </a:r>
            <a:r>
              <a:rPr lang="en-US" dirty="0"/>
              <a:t> </a:t>
            </a:r>
            <a:r>
              <a:rPr lang="en-US" dirty="0" err="1"/>
              <a:t>odio</a:t>
            </a:r>
            <a:endParaRPr lang="en-US" dirty="0"/>
          </a:p>
          <a:p>
            <a:pPr lvl="4"/>
            <a:r>
              <a:rPr lang="en-US" dirty="0" err="1"/>
              <a:t>Etiam</a:t>
            </a:r>
            <a:r>
              <a:rPr lang="en-US" dirty="0"/>
              <a:t> at ligula et </a:t>
            </a:r>
            <a:r>
              <a:rPr lang="en-US" dirty="0" err="1"/>
              <a:t>tellus</a:t>
            </a:r>
            <a:r>
              <a:rPr lang="en-US" dirty="0"/>
              <a:t> </a:t>
            </a:r>
            <a:r>
              <a:rPr lang="en-US" dirty="0" err="1"/>
              <a:t>ullamcorper</a:t>
            </a:r>
            <a:r>
              <a:rPr lang="en-US" dirty="0"/>
              <a:t> </a:t>
            </a:r>
            <a:r>
              <a:rPr lang="en-US" dirty="0" err="1"/>
              <a:t>ultrices</a:t>
            </a:r>
            <a:endParaRPr lang="en-US" dirty="0"/>
          </a:p>
          <a:p>
            <a:r>
              <a:rPr lang="en-US" dirty="0"/>
              <a:t>In fermentum, lorem non cursus porttitor, diam </a:t>
            </a:r>
            <a:r>
              <a:rPr lang="en-US" dirty="0" err="1"/>
              <a:t>urna</a:t>
            </a:r>
            <a:r>
              <a:rPr lang="en-US" dirty="0"/>
              <a:t> </a:t>
            </a:r>
            <a:r>
              <a:rPr lang="en-US" dirty="0" err="1"/>
              <a:t>accumsan</a:t>
            </a:r>
            <a:r>
              <a:rPr lang="en-US" dirty="0"/>
              <a:t> </a:t>
            </a:r>
            <a:r>
              <a:rPr lang="en-US" dirty="0" err="1"/>
              <a:t>lacus</a:t>
            </a:r>
            <a:r>
              <a:rPr lang="en-US" dirty="0"/>
              <a:t>, sed </a:t>
            </a:r>
            <a:r>
              <a:rPr lang="en-US" dirty="0" err="1"/>
              <a:t>interdum</a:t>
            </a:r>
            <a:r>
              <a:rPr lang="en-US" dirty="0"/>
              <a:t> </a:t>
            </a:r>
            <a:r>
              <a:rPr lang="en-US" dirty="0" err="1"/>
              <a:t>wisi</a:t>
            </a:r>
            <a:r>
              <a:rPr lang="en-US" dirty="0"/>
              <a:t> </a:t>
            </a:r>
            <a:r>
              <a:rPr lang="en-US" dirty="0" err="1"/>
              <a:t>nibh</a:t>
            </a:r>
            <a:r>
              <a:rPr lang="en-US" dirty="0"/>
              <a:t>. 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r>
              <a:rPr lang="en-US" dirty="0" err="1"/>
              <a:t>Nullam</a:t>
            </a:r>
            <a:r>
              <a:rPr lang="en-US" dirty="0"/>
              <a:t> </a:t>
            </a:r>
            <a:r>
              <a:rPr lang="en-US" dirty="0" err="1"/>
              <a:t>hendrerit</a:t>
            </a:r>
            <a:r>
              <a:rPr lang="en-US" dirty="0"/>
              <a:t> </a:t>
            </a:r>
            <a:r>
              <a:rPr lang="en-US" dirty="0" err="1"/>
              <a:t>bibendum</a:t>
            </a:r>
            <a:r>
              <a:rPr lang="en-US" dirty="0"/>
              <a:t> </a:t>
            </a:r>
            <a:r>
              <a:rPr lang="en-US" dirty="0" err="1"/>
              <a:t>justo</a:t>
            </a:r>
            <a:r>
              <a:rPr lang="en-US" dirty="0"/>
              <a:t>. </a:t>
            </a:r>
          </a:p>
        </p:txBody>
      </p:sp>
    </p:spTree>
    <p:extLst>
      <p:ext uri="{BB962C8B-B14F-4D97-AF65-F5344CB8AC3E}">
        <p14:creationId xmlns:p14="http://schemas.microsoft.com/office/powerpoint/2010/main" val="1818533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9D609D91-510A-98E2-FAA2-50019D3715C0}"/>
              </a:ext>
            </a:extLst>
          </p:cNvPr>
          <p:cNvSpPr>
            <a:spLocks noGrp="1"/>
          </p:cNvSpPr>
          <p:nvPr>
            <p:ph type="subTitle" idx="1"/>
          </p:nvPr>
        </p:nvSpPr>
        <p:spPr/>
        <p:txBody>
          <a:bodyPr/>
          <a:lstStyle/>
          <a:p>
            <a:r>
              <a:rPr lang="en-US" dirty="0"/>
              <a:t>Standard Layouts</a:t>
            </a:r>
          </a:p>
        </p:txBody>
      </p:sp>
      <p:sp>
        <p:nvSpPr>
          <p:cNvPr id="2" name="Title 1">
            <a:extLst>
              <a:ext uri="{FF2B5EF4-FFF2-40B4-BE49-F238E27FC236}">
                <a16:creationId xmlns:a16="http://schemas.microsoft.com/office/drawing/2014/main" id="{90D26221-B827-4344-A19B-8D8D15151827}"/>
              </a:ext>
            </a:extLst>
          </p:cNvPr>
          <p:cNvSpPr>
            <a:spLocks noGrp="1"/>
          </p:cNvSpPr>
          <p:nvPr>
            <p:ph type="title"/>
          </p:nvPr>
        </p:nvSpPr>
        <p:spPr/>
        <p:txBody>
          <a:bodyPr/>
          <a:lstStyle/>
          <a:p>
            <a:r>
              <a:rPr lang="en-US" dirty="0"/>
              <a:t>2/3 _ 1/3</a:t>
            </a:r>
          </a:p>
        </p:txBody>
      </p:sp>
      <p:sp>
        <p:nvSpPr>
          <p:cNvPr id="3" name="Content Placeholder 2">
            <a:extLst>
              <a:ext uri="{FF2B5EF4-FFF2-40B4-BE49-F238E27FC236}">
                <a16:creationId xmlns:a16="http://schemas.microsoft.com/office/drawing/2014/main" id="{FEC626CA-8D17-48CF-B244-34F7C6058254}"/>
              </a:ext>
            </a:extLst>
          </p:cNvPr>
          <p:cNvSpPr>
            <a:spLocks noGrp="1"/>
          </p:cNvSpPr>
          <p:nvPr>
            <p:ph sz="quarter" idx="16"/>
          </p:nvPr>
        </p:nvSpPr>
        <p:spPr/>
        <p:txBody>
          <a:bodyPr/>
          <a:lstStyle/>
          <a:p>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t>
            </a:r>
            <a:r>
              <a:rPr lang="en-US" dirty="0"/>
              <a:t> </a:t>
            </a:r>
            <a:r>
              <a:rPr lang="en-US" dirty="0" err="1"/>
              <a:t>ada</a:t>
            </a:r>
            <a:r>
              <a:rPr lang="en-US" dirty="0"/>
              <a:t> fames ac </a:t>
            </a:r>
            <a:r>
              <a:rPr lang="en-US" dirty="0" err="1"/>
              <a:t>turpis</a:t>
            </a:r>
            <a:r>
              <a:rPr lang="en-US" dirty="0"/>
              <a:t> </a:t>
            </a:r>
            <a:r>
              <a:rPr lang="en-US" dirty="0" err="1"/>
              <a:t>egestas</a:t>
            </a:r>
            <a:r>
              <a:rPr lang="en-US" dirty="0"/>
              <a:t>. </a:t>
            </a: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a:t>
            </a:r>
            <a:r>
              <a:rPr lang="en-US" dirty="0" err="1"/>
              <a:t>interdum</a:t>
            </a:r>
            <a:r>
              <a:rPr lang="en-US" dirty="0"/>
              <a:t> vel, ultricies vel, </a:t>
            </a:r>
            <a:r>
              <a:rPr lang="en-US" dirty="0" err="1"/>
              <a:t>faucibus</a:t>
            </a:r>
            <a:r>
              <a:rPr lang="en-US" dirty="0"/>
              <a:t> at, </a:t>
            </a:r>
            <a:r>
              <a:rPr lang="en-US" dirty="0" err="1"/>
              <a:t>quam</a:t>
            </a:r>
            <a:r>
              <a:rPr lang="en-US" dirty="0"/>
              <a:t>. </a:t>
            </a:r>
            <a:r>
              <a:rPr lang="en-US" dirty="0" err="1"/>
              <a:t>Donec</a:t>
            </a:r>
            <a:r>
              <a:rPr lang="en-US" dirty="0"/>
              <a:t> elit </a:t>
            </a:r>
            <a:r>
              <a:rPr lang="en-US" dirty="0" err="1"/>
              <a:t>est</a:t>
            </a:r>
            <a:r>
              <a:rPr lang="en-US" dirty="0"/>
              <a:t>, consectetuer </a:t>
            </a:r>
            <a:r>
              <a:rPr lang="en-US" dirty="0" err="1"/>
              <a:t>eget</a:t>
            </a:r>
            <a:r>
              <a:rPr lang="en-US" dirty="0"/>
              <a:t>, </a:t>
            </a:r>
            <a:r>
              <a:rPr lang="en-US" dirty="0" err="1"/>
              <a:t>consequat</a:t>
            </a:r>
            <a:r>
              <a:rPr lang="en-US" dirty="0"/>
              <a:t> </a:t>
            </a:r>
            <a:r>
              <a:rPr lang="en-US" dirty="0" err="1"/>
              <a:t>quis</a:t>
            </a:r>
            <a:r>
              <a:rPr lang="en-US" dirty="0"/>
              <a:t>, tempus </a:t>
            </a:r>
            <a:r>
              <a:rPr lang="en-US" dirty="0" err="1"/>
              <a:t>quis</a:t>
            </a:r>
            <a:r>
              <a:rPr lang="en-US" dirty="0"/>
              <a:t>, </a:t>
            </a:r>
            <a:r>
              <a:rPr lang="en-US" dirty="0" err="1"/>
              <a:t>wisi</a:t>
            </a:r>
            <a:r>
              <a:rPr lang="en-US" dirty="0"/>
              <a:t>.</a:t>
            </a:r>
          </a:p>
          <a:p>
            <a:r>
              <a:rPr lang="en-US" dirty="0"/>
              <a:t>In in </a:t>
            </a:r>
            <a:r>
              <a:rPr lang="en-US" dirty="0" err="1"/>
              <a:t>nunc</a:t>
            </a:r>
            <a:r>
              <a:rPr lang="en-US" dirty="0"/>
              <a:t>. 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 per </a:t>
            </a:r>
            <a:r>
              <a:rPr lang="en-US" dirty="0" err="1"/>
              <a:t>conubia</a:t>
            </a:r>
            <a:r>
              <a:rPr lang="en-US" dirty="0"/>
              <a:t> nostra, per </a:t>
            </a:r>
            <a:r>
              <a:rPr lang="en-US" dirty="0" err="1"/>
              <a:t>inceptos</a:t>
            </a:r>
            <a:r>
              <a:rPr lang="en-US" dirty="0"/>
              <a:t> </a:t>
            </a:r>
            <a:r>
              <a:rPr lang="en-US" dirty="0" err="1"/>
              <a:t>hymenaeos</a:t>
            </a:r>
            <a:r>
              <a:rPr lang="en-US" dirty="0"/>
              <a:t>. </a:t>
            </a:r>
            <a:r>
              <a:rPr lang="en-US" dirty="0" err="1"/>
              <a:t>Donec</a:t>
            </a:r>
            <a:r>
              <a:rPr lang="en-US" dirty="0"/>
              <a:t> </a:t>
            </a:r>
            <a:r>
              <a:rPr lang="en-US" dirty="0" err="1"/>
              <a:t>ullamcorper</a:t>
            </a:r>
            <a:r>
              <a:rPr lang="en-US" dirty="0"/>
              <a:t> </a:t>
            </a:r>
            <a:r>
              <a:rPr lang="en-US" dirty="0" err="1"/>
              <a:t>fringilla</a:t>
            </a:r>
            <a:r>
              <a:rPr lang="en-US" dirty="0"/>
              <a:t> </a:t>
            </a:r>
            <a:r>
              <a:rPr lang="en-US" dirty="0" err="1"/>
              <a:t>eros</a:t>
            </a:r>
            <a:r>
              <a:rPr lang="en-US" dirty="0"/>
              <a:t>. Fusce in </a:t>
            </a:r>
            <a:r>
              <a:rPr lang="en-US" dirty="0" err="1"/>
              <a:t>sapien</a:t>
            </a:r>
            <a:r>
              <a:rPr lang="en-US" dirty="0"/>
              <a:t> </a:t>
            </a:r>
            <a:r>
              <a:rPr lang="en-US" dirty="0" err="1"/>
              <a:t>eu</a:t>
            </a:r>
            <a:r>
              <a:rPr lang="en-US" dirty="0"/>
              <a:t> purus </a:t>
            </a:r>
            <a:r>
              <a:rPr lang="en-US" dirty="0" err="1"/>
              <a:t>dapibus</a:t>
            </a:r>
            <a:r>
              <a:rPr lang="en-US" dirty="0"/>
              <a:t> </a:t>
            </a:r>
            <a:r>
              <a:rPr lang="en-US" dirty="0" err="1"/>
              <a:t>commodo</a:t>
            </a:r>
            <a:r>
              <a:rPr lang="en-US" dirty="0"/>
              <a:t>.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a:t>
            </a:r>
          </a:p>
          <a:p>
            <a:pPr lvl="2"/>
            <a:r>
              <a:rPr lang="en-US" dirty="0"/>
              <a:t>Cras </a:t>
            </a:r>
            <a:r>
              <a:rPr lang="en-US" dirty="0" err="1"/>
              <a:t>faucibus</a:t>
            </a:r>
            <a:r>
              <a:rPr lang="en-US" dirty="0"/>
              <a:t> </a:t>
            </a:r>
            <a:r>
              <a:rPr lang="en-US" dirty="0" err="1"/>
              <a:t>condimentum</a:t>
            </a:r>
            <a:r>
              <a:rPr lang="en-US" dirty="0"/>
              <a:t> </a:t>
            </a:r>
            <a:r>
              <a:rPr lang="en-US" dirty="0" err="1"/>
              <a:t>odio</a:t>
            </a:r>
            <a:endParaRPr lang="en-US" dirty="0"/>
          </a:p>
          <a:p>
            <a:pPr lvl="2"/>
            <a:r>
              <a:rPr lang="en-US" dirty="0"/>
              <a:t>Sed ac ligula dolor sit amet</a:t>
            </a:r>
          </a:p>
          <a:p>
            <a:pPr lvl="2"/>
            <a:r>
              <a:rPr lang="en-US" dirty="0" err="1"/>
              <a:t>Aliquam</a:t>
            </a:r>
            <a:r>
              <a:rPr lang="en-US" dirty="0"/>
              <a:t> at </a:t>
            </a:r>
            <a:r>
              <a:rPr lang="en-US" dirty="0" err="1"/>
              <a:t>eros ninc dis donc</a:t>
            </a:r>
            <a:endParaRPr lang="en-US" dirty="0"/>
          </a:p>
          <a:p>
            <a:pPr lvl="2"/>
            <a:r>
              <a:rPr lang="en-US" dirty="0" err="1"/>
              <a:t>Etiam</a:t>
            </a:r>
            <a:r>
              <a:rPr lang="en-US" dirty="0"/>
              <a:t> at ligula et </a:t>
            </a:r>
            <a:r>
              <a:rPr lang="en-US" dirty="0" err="1"/>
              <a:t>tellus</a:t>
            </a:r>
            <a:r>
              <a:rPr lang="en-US" dirty="0"/>
              <a:t> </a:t>
            </a:r>
            <a:r>
              <a:rPr lang="en-US" dirty="0" err="1"/>
              <a:t>ullamcorper</a:t>
            </a:r>
            <a:r>
              <a:rPr lang="en-US" dirty="0"/>
              <a:t> </a:t>
            </a:r>
            <a:r>
              <a:rPr lang="en-US" dirty="0" err="1"/>
              <a:t>ultrices</a:t>
            </a:r>
            <a:endParaRPr lang="en-US" dirty="0"/>
          </a:p>
          <a:p>
            <a:r>
              <a:rPr lang="en-US" dirty="0"/>
              <a:t>In fermentum, lorem non cursus porttitor, diam </a:t>
            </a:r>
            <a:r>
              <a:rPr lang="en-US" dirty="0" err="1"/>
              <a:t>urna</a:t>
            </a:r>
            <a:r>
              <a:rPr lang="en-US" dirty="0"/>
              <a:t> </a:t>
            </a:r>
            <a:r>
              <a:rPr lang="en-US" dirty="0" err="1"/>
              <a:t>accumsan</a:t>
            </a:r>
            <a:r>
              <a:rPr lang="en-US" dirty="0"/>
              <a:t> </a:t>
            </a:r>
            <a:r>
              <a:rPr lang="en-US" dirty="0" err="1"/>
              <a:t>lacus</a:t>
            </a:r>
            <a:r>
              <a:rPr lang="en-US" dirty="0"/>
              <a:t>, sed </a:t>
            </a:r>
            <a:r>
              <a:rPr lang="en-US" dirty="0" err="1"/>
              <a:t>interdum</a:t>
            </a:r>
            <a:r>
              <a:rPr lang="en-US" dirty="0"/>
              <a:t> </a:t>
            </a:r>
            <a:r>
              <a:rPr lang="en-US" dirty="0" err="1"/>
              <a:t>wisi</a:t>
            </a:r>
            <a:r>
              <a:rPr lang="en-US" dirty="0"/>
              <a:t> </a:t>
            </a:r>
            <a:r>
              <a:rPr lang="en-US" dirty="0" err="1"/>
              <a:t>nibh</a:t>
            </a:r>
            <a:r>
              <a:rPr lang="en-US" dirty="0"/>
              <a:t>. 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r>
              <a:rPr lang="en-US" dirty="0" err="1"/>
              <a:t>Nullam</a:t>
            </a:r>
            <a:r>
              <a:rPr lang="en-US" dirty="0"/>
              <a:t> </a:t>
            </a:r>
            <a:r>
              <a:rPr lang="en-US" dirty="0" err="1"/>
              <a:t>hendrerit</a:t>
            </a:r>
            <a:r>
              <a:rPr lang="en-US" dirty="0"/>
              <a:t> </a:t>
            </a:r>
            <a:r>
              <a:rPr lang="en-US" dirty="0" err="1"/>
              <a:t>bibendum</a:t>
            </a:r>
            <a:r>
              <a:rPr lang="en-US" dirty="0"/>
              <a:t> </a:t>
            </a:r>
            <a:r>
              <a:rPr lang="en-US" dirty="0" err="1"/>
              <a:t>justo</a:t>
            </a:r>
            <a:r>
              <a:rPr lang="en-US" dirty="0"/>
              <a:t>. </a:t>
            </a:r>
          </a:p>
        </p:txBody>
      </p:sp>
      <p:sp>
        <p:nvSpPr>
          <p:cNvPr id="5" name="Content Placeholder 4">
            <a:extLst>
              <a:ext uri="{FF2B5EF4-FFF2-40B4-BE49-F238E27FC236}">
                <a16:creationId xmlns:a16="http://schemas.microsoft.com/office/drawing/2014/main" id="{525F8696-7248-4D54-A77D-68AF7F202817}"/>
              </a:ext>
            </a:extLst>
          </p:cNvPr>
          <p:cNvSpPr>
            <a:spLocks noGrp="1"/>
          </p:cNvSpPr>
          <p:nvPr>
            <p:ph sz="quarter" idx="17"/>
          </p:nvPr>
        </p:nvSpPr>
        <p:spPr/>
        <p:txBody>
          <a:bodyPr/>
          <a:lstStyle/>
          <a:p>
            <a:pPr lvl="3"/>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Pellentesque</a:t>
            </a:r>
            <a:r>
              <a:rPr lang="en-US" dirty="0"/>
              <a:t> habitant </a:t>
            </a:r>
            <a:r>
              <a:rPr lang="en-US" dirty="0" err="1"/>
              <a:t>morbi</a:t>
            </a:r>
            <a:r>
              <a:rPr lang="en-US" dirty="0"/>
              <a:t> </a:t>
            </a:r>
            <a:r>
              <a:rPr lang="en-US" dirty="0" err="1"/>
              <a:t>tristi</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a:t>
            </a:r>
          </a:p>
          <a:p>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intel, ultricies </a:t>
            </a:r>
            <a:r>
              <a:rPr lang="en-US" dirty="0" err="1"/>
              <a:t>faucibus</a:t>
            </a:r>
            <a:r>
              <a:rPr lang="en-US" dirty="0"/>
              <a:t> at, </a:t>
            </a:r>
            <a:r>
              <a:rPr lang="en-US" dirty="0" err="1"/>
              <a:t>quam</a:t>
            </a:r>
            <a:r>
              <a:rPr lang="en-US" dirty="0"/>
              <a:t>. </a:t>
            </a:r>
          </a:p>
          <a:p>
            <a:r>
              <a:rPr lang="en-US" dirty="0"/>
              <a:t>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br>
              <a:rPr lang="en-US" dirty="0"/>
            </a:br>
            <a:endParaRPr lang="en-US" dirty="0"/>
          </a:p>
        </p:txBody>
      </p:sp>
    </p:spTree>
    <p:extLst>
      <p:ext uri="{BB962C8B-B14F-4D97-AF65-F5344CB8AC3E}">
        <p14:creationId xmlns:p14="http://schemas.microsoft.com/office/powerpoint/2010/main" val="2835302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13A8F38-98E3-D8FD-12CE-A750A17BB6DC}"/>
              </a:ext>
            </a:extLst>
          </p:cNvPr>
          <p:cNvSpPr>
            <a:spLocks noGrp="1"/>
          </p:cNvSpPr>
          <p:nvPr>
            <p:ph type="subTitle" idx="1"/>
          </p:nvPr>
        </p:nvSpPr>
        <p:spPr/>
        <p:txBody>
          <a:bodyPr/>
          <a:lstStyle/>
          <a:p>
            <a:r>
              <a:rPr lang="en-US" dirty="0"/>
              <a:t>Standard Layouts</a:t>
            </a:r>
          </a:p>
        </p:txBody>
      </p:sp>
      <p:sp>
        <p:nvSpPr>
          <p:cNvPr id="9" name="Title 8">
            <a:extLst>
              <a:ext uri="{FF2B5EF4-FFF2-40B4-BE49-F238E27FC236}">
                <a16:creationId xmlns:a16="http://schemas.microsoft.com/office/drawing/2014/main" id="{06AC8681-EE8E-4AFB-99FE-A68081B8326A}"/>
              </a:ext>
            </a:extLst>
          </p:cNvPr>
          <p:cNvSpPr>
            <a:spLocks noGrp="1"/>
          </p:cNvSpPr>
          <p:nvPr>
            <p:ph type="title"/>
          </p:nvPr>
        </p:nvSpPr>
        <p:spPr/>
        <p:txBody>
          <a:bodyPr/>
          <a:lstStyle/>
          <a:p>
            <a:r>
              <a:rPr lang="en-US" dirty="0"/>
              <a:t>3 _ Col</a:t>
            </a:r>
          </a:p>
        </p:txBody>
      </p:sp>
      <p:sp>
        <p:nvSpPr>
          <p:cNvPr id="15" name="Content Placeholder 14">
            <a:extLst>
              <a:ext uri="{FF2B5EF4-FFF2-40B4-BE49-F238E27FC236}">
                <a16:creationId xmlns:a16="http://schemas.microsoft.com/office/drawing/2014/main" id="{717D8585-A40B-40CB-B216-11D77214E396}"/>
              </a:ext>
            </a:extLst>
          </p:cNvPr>
          <p:cNvSpPr>
            <a:spLocks noGrp="1"/>
          </p:cNvSpPr>
          <p:nvPr>
            <p:ph sz="quarter" idx="16"/>
          </p:nvPr>
        </p:nvSpPr>
        <p:spPr/>
        <p:txBody>
          <a:bodyPr/>
          <a:lstStyle/>
          <a:p>
            <a:pPr lvl="3"/>
            <a:r>
              <a:rPr lang="en-US" dirty="0" err="1"/>
              <a:t>Lorem ipsum dolor sit amet</a:t>
            </a:r>
          </a:p>
          <a:p>
            <a:r>
              <a:rPr lang="en-US" dirty="0" err="1"/>
              <a:t>Curabitur</a:t>
            </a:r>
            <a:r>
              <a:rPr lang="en-US" dirty="0"/>
              <a:t> </a:t>
            </a:r>
            <a:r>
              <a:rPr lang="en-US" dirty="0" err="1"/>
              <a:t>varius</a:t>
            </a:r>
            <a:r>
              <a:rPr lang="en-US" dirty="0"/>
              <a:t> </a:t>
            </a:r>
            <a:r>
              <a:rPr lang="en-US" dirty="0" err="1"/>
              <a:t>fringilla</a:t>
            </a:r>
            <a:r>
              <a:rPr lang="en-US" dirty="0"/>
              <a:t> </a:t>
            </a:r>
            <a:r>
              <a:rPr lang="en-US" dirty="0" err="1"/>
              <a:t>nisl</a:t>
            </a:r>
            <a:r>
              <a:rPr lang="en-US" dirty="0"/>
              <a:t>. Duis </a:t>
            </a:r>
            <a:r>
              <a:rPr lang="en-US" dirty="0" err="1"/>
              <a:t>pretium</a:t>
            </a:r>
            <a:r>
              <a:rPr lang="en-US" dirty="0"/>
              <a:t> </a:t>
            </a:r>
            <a:r>
              <a:rPr lang="en-US" dirty="0" err="1"/>
              <a:t>euismod</a:t>
            </a:r>
            <a:r>
              <a:rPr lang="en-US" dirty="0"/>
              <a:t> </a:t>
            </a:r>
            <a:r>
              <a:rPr lang="en-US" dirty="0" err="1"/>
              <a:t>erat</a:t>
            </a:r>
            <a:r>
              <a:rPr lang="en-US" dirty="0"/>
              <a:t>. Maecenas id </a:t>
            </a:r>
            <a:r>
              <a:rPr lang="en-US" dirty="0" err="1"/>
              <a:t>augue</a:t>
            </a:r>
            <a:r>
              <a:rPr lang="en-US" dirty="0"/>
              <a:t>. Nam </a:t>
            </a:r>
            <a:r>
              <a:rPr lang="en-US" dirty="0" err="1"/>
              <a:t>vulputate</a:t>
            </a:r>
            <a:r>
              <a:rPr lang="en-US" dirty="0"/>
              <a:t>. Duis a </a:t>
            </a:r>
            <a:r>
              <a:rPr lang="en-US" dirty="0" err="1"/>
              <a:t>quam</a:t>
            </a:r>
            <a:r>
              <a:rPr lang="en-US" dirty="0"/>
              <a:t> non </a:t>
            </a:r>
            <a:r>
              <a:rPr lang="en-US" dirty="0" err="1"/>
              <a:t>neque</a:t>
            </a:r>
            <a:r>
              <a:rPr lang="en-US" dirty="0"/>
              <a:t> </a:t>
            </a:r>
            <a:r>
              <a:rPr lang="en-US" dirty="0" err="1"/>
              <a:t>lobortis</a:t>
            </a:r>
            <a:r>
              <a:rPr lang="en-US" dirty="0"/>
              <a:t> malesuada.</a:t>
            </a:r>
          </a:p>
          <a:p>
            <a:r>
              <a:rPr lang="en-US" dirty="0" err="1"/>
              <a:t>Quisque</a:t>
            </a:r>
            <a:r>
              <a:rPr lang="en-US" dirty="0"/>
              <a:t> purus dolor, </a:t>
            </a:r>
            <a:r>
              <a:rPr lang="en-US" dirty="0" err="1"/>
              <a:t>mollis</a:t>
            </a:r>
            <a:r>
              <a:rPr lang="en-US" dirty="0"/>
              <a:t> </a:t>
            </a:r>
            <a:r>
              <a:rPr lang="en-US" dirty="0" err="1"/>
              <a:t>viverra</a:t>
            </a:r>
            <a:r>
              <a:rPr lang="en-US" dirty="0"/>
              <a:t> lorem sit amet, </a:t>
            </a:r>
            <a:r>
              <a:rPr lang="en-US" dirty="0" err="1"/>
              <a:t>auctor</a:t>
            </a:r>
            <a:r>
              <a:rPr lang="en-US" dirty="0"/>
              <a:t> </a:t>
            </a:r>
            <a:r>
              <a:rPr lang="en-US" dirty="0" err="1"/>
              <a:t>blandit</a:t>
            </a:r>
            <a:r>
              <a:rPr lang="en-US" dirty="0"/>
              <a:t> diam. Morbi </a:t>
            </a:r>
            <a:r>
              <a:rPr lang="en-US" dirty="0" err="1"/>
              <a:t>enim</a:t>
            </a:r>
            <a:r>
              <a:rPr lang="en-US" dirty="0"/>
              <a:t> </a:t>
            </a:r>
            <a:r>
              <a:rPr lang="en-US" dirty="0" err="1"/>
              <a:t>tortor</a:t>
            </a:r>
            <a:r>
              <a:rPr lang="en-US" dirty="0"/>
              <a:t>, </a:t>
            </a:r>
            <a:r>
              <a:rPr lang="en-US" dirty="0" err="1"/>
              <a:t>venenatis</a:t>
            </a:r>
            <a:r>
              <a:rPr lang="en-US" dirty="0"/>
              <a:t> </a:t>
            </a:r>
            <a:r>
              <a:rPr lang="en-US" dirty="0" err="1"/>
              <a:t>eu</a:t>
            </a:r>
            <a:r>
              <a:rPr lang="en-US" dirty="0"/>
              <a:t> </a:t>
            </a:r>
            <a:r>
              <a:rPr lang="en-US" dirty="0" err="1"/>
              <a:t>molestie</a:t>
            </a:r>
            <a:r>
              <a:rPr lang="en-US" dirty="0"/>
              <a:t> id, </a:t>
            </a:r>
            <a:r>
              <a:rPr lang="en-US" dirty="0" err="1"/>
              <a:t>varius</a:t>
            </a:r>
            <a:r>
              <a:rPr lang="en-US" dirty="0"/>
              <a:t> a </a:t>
            </a:r>
            <a:r>
              <a:rPr lang="en-US" dirty="0" err="1"/>
              <a:t>arcu</a:t>
            </a:r>
            <a:r>
              <a:rPr lang="en-US" dirty="0"/>
              <a:t>. </a:t>
            </a:r>
            <a:r>
              <a:rPr lang="en-US" dirty="0" err="1"/>
              <a:t>Quisque</a:t>
            </a:r>
            <a:r>
              <a:rPr lang="en-US" dirty="0"/>
              <a:t> </a:t>
            </a:r>
            <a:r>
              <a:rPr lang="en-US" dirty="0" err="1"/>
              <a:t>ornare</a:t>
            </a:r>
            <a:r>
              <a:rPr lang="en-US" dirty="0"/>
              <a:t> </a:t>
            </a:r>
            <a:r>
              <a:rPr lang="en-US" dirty="0" err="1"/>
              <a:t>jelflo</a:t>
            </a:r>
            <a:r>
              <a:rPr lang="en-US" dirty="0"/>
              <a:t> </a:t>
            </a:r>
            <a:r>
              <a:rPr lang="en-US" dirty="0" err="1"/>
              <a:t>placerat</a:t>
            </a:r>
            <a:r>
              <a:rPr lang="en-US" dirty="0"/>
              <a:t> </a:t>
            </a:r>
            <a:r>
              <a:rPr lang="en-US" dirty="0" err="1"/>
              <a:t>risus</a:t>
            </a:r>
            <a:r>
              <a:rPr lang="en-US" dirty="0"/>
              <a:t>. Ut </a:t>
            </a:r>
            <a:r>
              <a:rPr lang="en-US" dirty="0" err="1"/>
              <a:t>molestie</a:t>
            </a:r>
            <a:r>
              <a:rPr lang="en-US" dirty="0"/>
              <a:t> magna at mi. </a:t>
            </a:r>
            <a:r>
              <a:rPr lang="en-US" dirty="0" err="1"/>
              <a:t>Integr</a:t>
            </a:r>
            <a:r>
              <a:rPr lang="en-US" dirty="0"/>
              <a:t> </a:t>
            </a:r>
            <a:r>
              <a:rPr lang="en-US" dirty="0" err="1"/>
              <a:t>sealiquet</a:t>
            </a:r>
            <a:r>
              <a:rPr lang="en-US" dirty="0"/>
              <a:t> </a:t>
            </a:r>
            <a:r>
              <a:rPr lang="en-US" dirty="0" err="1"/>
              <a:t>mauris</a:t>
            </a:r>
            <a:r>
              <a:rPr lang="en-US" dirty="0"/>
              <a:t> et </a:t>
            </a:r>
            <a:r>
              <a:rPr lang="en-US" dirty="0" err="1"/>
              <a:t>nibh</a:t>
            </a:r>
            <a:r>
              <a:rPr lang="en-US" dirty="0"/>
              <a:t>. Ut </a:t>
            </a:r>
            <a:r>
              <a:rPr lang="en-US" dirty="0" err="1"/>
              <a:t>mattis</a:t>
            </a:r>
            <a:r>
              <a:rPr lang="en-US" dirty="0"/>
              <a:t> ligula posuere Fusce est. </a:t>
            </a:r>
            <a:r>
              <a:rPr lang="en-US" dirty="0" err="1"/>
              <a:t>Vivamus</a:t>
            </a:r>
            <a:r>
              <a:rPr lang="en-US" dirty="0"/>
              <a:t> a </a:t>
            </a:r>
            <a:r>
              <a:rPr lang="en-US" dirty="0" err="1"/>
              <a:t>tellus</a:t>
            </a:r>
            <a:r>
              <a:rPr lang="en-US" dirty="0"/>
              <a:t>. </a:t>
            </a:r>
            <a:r>
              <a:rPr lang="en-US" dirty="0" err="1"/>
              <a:t>Pellentesque</a:t>
            </a:r>
            <a:r>
              <a:rPr lang="en-US" dirty="0"/>
              <a:t> </a:t>
            </a:r>
            <a:r>
              <a:rPr lang="en-US" dirty="0" err="1"/>
              <a:t>abitant</a:t>
            </a:r>
            <a:r>
              <a:rPr lang="en-US" dirty="0"/>
              <a: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 </a:t>
            </a:r>
            <a:r>
              <a:rPr lang="en-US" dirty="0" err="1"/>
              <a:t>Aenean</a:t>
            </a:r>
            <a:r>
              <a:rPr lang="en-US" dirty="0"/>
              <a:t> </a:t>
            </a:r>
            <a:r>
              <a:rPr lang="en-US" dirty="0" err="1"/>
              <a:t>nec</a:t>
            </a:r>
            <a:r>
              <a:rPr lang="en-US" dirty="0"/>
              <a:t> lorem. </a:t>
            </a:r>
            <a:r>
              <a:rPr lang="en-US" dirty="0" err="1"/>
              <a:t>Donec</a:t>
            </a:r>
            <a:r>
              <a:rPr lang="en-US" dirty="0"/>
              <a:t> </a:t>
            </a:r>
            <a:r>
              <a:rPr lang="en-US" dirty="0" err="1"/>
              <a:t>laoreet</a:t>
            </a:r>
            <a:r>
              <a:rPr lang="en-US" dirty="0"/>
              <a:t> </a:t>
            </a:r>
            <a:r>
              <a:rPr lang="en-US" dirty="0" err="1"/>
              <a:t>augue</a:t>
            </a:r>
            <a:r>
              <a:rPr lang="en-US" dirty="0"/>
              <a:t>. </a:t>
            </a:r>
          </a:p>
        </p:txBody>
      </p:sp>
      <p:sp>
        <p:nvSpPr>
          <p:cNvPr id="16" name="Content Placeholder 15">
            <a:extLst>
              <a:ext uri="{FF2B5EF4-FFF2-40B4-BE49-F238E27FC236}">
                <a16:creationId xmlns:a16="http://schemas.microsoft.com/office/drawing/2014/main" id="{1AC3CE8D-964B-4A39-BC91-314FA7040ACE}"/>
              </a:ext>
            </a:extLst>
          </p:cNvPr>
          <p:cNvSpPr>
            <a:spLocks noGrp="1"/>
          </p:cNvSpPr>
          <p:nvPr>
            <p:ph sz="quarter" idx="17"/>
          </p:nvPr>
        </p:nvSpPr>
        <p:spPr/>
        <p:txBody>
          <a:bodyPr/>
          <a:lstStyle/>
          <a:p>
            <a:pPr lvl="3"/>
            <a:r>
              <a:rPr lang="en-US" dirty="0" err="1"/>
              <a:t>Mollis</a:t>
            </a:r>
            <a:r>
              <a:rPr lang="en-US" dirty="0"/>
              <a:t> </a:t>
            </a:r>
            <a:r>
              <a:rPr lang="en-US" dirty="0" err="1"/>
              <a:t>viverra</a:t>
            </a:r>
            <a:r>
              <a:rPr lang="en-US" dirty="0"/>
              <a:t> lorem sit amet </a:t>
            </a:r>
          </a:p>
          <a:p>
            <a:r>
              <a:rPr lang="en-US" dirty="0"/>
              <a:t>Lorem ipsum dolor sit amet, </a:t>
            </a:r>
            <a:r>
              <a:rPr lang="en-US" dirty="0" err="1"/>
              <a:t>consectetur</a:t>
            </a:r>
            <a:r>
              <a:rPr lang="en-US" dirty="0"/>
              <a:t> </a:t>
            </a:r>
            <a:r>
              <a:rPr lang="en-US" dirty="0" err="1"/>
              <a:t>aiiscing</a:t>
            </a:r>
            <a:r>
              <a:rPr lang="en-US" dirty="0"/>
              <a:t> elit. Vestibulum </a:t>
            </a:r>
            <a:r>
              <a:rPr lang="en-US" dirty="0" err="1"/>
              <a:t>ullamcorper</a:t>
            </a:r>
            <a:r>
              <a:rPr lang="en-US" dirty="0"/>
              <a:t> </a:t>
            </a:r>
            <a:r>
              <a:rPr lang="en-US" dirty="0" err="1"/>
              <a:t>tellus</a:t>
            </a:r>
            <a:r>
              <a:rPr lang="en-US" dirty="0"/>
              <a:t> vitae </a:t>
            </a:r>
            <a:r>
              <a:rPr lang="en-US" dirty="0" err="1"/>
              <a:t>velitoe</a:t>
            </a:r>
            <a:r>
              <a:rPr lang="en-US" dirty="0"/>
              <a:t> malesuada, et </a:t>
            </a:r>
            <a:r>
              <a:rPr lang="en-US" dirty="0" err="1"/>
              <a:t>dignissim</a:t>
            </a:r>
            <a:r>
              <a:rPr lang="en-US" dirty="0"/>
              <a:t> ligula </a:t>
            </a:r>
            <a:r>
              <a:rPr lang="en-US" dirty="0" err="1"/>
              <a:t>elementum</a:t>
            </a:r>
            <a:r>
              <a:rPr lang="en-US" dirty="0"/>
              <a:t>. </a:t>
            </a:r>
            <a:r>
              <a:rPr lang="en-US" dirty="0" err="1"/>
              <a:t>Duiss</a:t>
            </a:r>
            <a:r>
              <a:rPr lang="en-US" dirty="0"/>
              <a:t> congue </a:t>
            </a:r>
            <a:r>
              <a:rPr lang="en-US" dirty="0" err="1"/>
              <a:t>nec</a:t>
            </a:r>
            <a:r>
              <a:rPr lang="en-US" dirty="0"/>
              <a:t> </a:t>
            </a:r>
            <a:r>
              <a:rPr lang="en-US" dirty="0" err="1"/>
              <a:t>enim</a:t>
            </a:r>
            <a:r>
              <a:rPr lang="en-US" dirty="0"/>
              <a:t> </a:t>
            </a:r>
            <a:r>
              <a:rPr lang="en-US" dirty="0" err="1"/>
              <a:t>nec</a:t>
            </a:r>
            <a:r>
              <a:rPr lang="en-US" dirty="0"/>
              <a:t> </a:t>
            </a:r>
            <a:r>
              <a:rPr lang="en-US" dirty="0" err="1"/>
              <a:t>volutpat</a:t>
            </a:r>
            <a:r>
              <a:rPr lang="en-US" dirty="0"/>
              <a:t>. </a:t>
            </a:r>
            <a:r>
              <a:rPr lang="en-US" dirty="0" err="1"/>
              <a:t>Suspendisse</a:t>
            </a:r>
            <a:r>
              <a:rPr lang="en-US" dirty="0"/>
              <a:t> </a:t>
            </a:r>
            <a:r>
              <a:rPr lang="en-US" dirty="0" err="1"/>
              <a:t>interdum</a:t>
            </a:r>
            <a:r>
              <a:rPr lang="en-US" dirty="0"/>
              <a:t> </a:t>
            </a:r>
            <a:r>
              <a:rPr lang="en-US" dirty="0" err="1"/>
              <a:t>justo</a:t>
            </a:r>
            <a:r>
              <a:rPr lang="en-US" dirty="0"/>
              <a:t>. In in </a:t>
            </a:r>
            <a:r>
              <a:rPr lang="en-US" dirty="0" err="1"/>
              <a:t>neque</a:t>
            </a:r>
            <a:r>
              <a:rPr lang="en-US" dirty="0"/>
              <a:t> et </a:t>
            </a:r>
            <a:r>
              <a:rPr lang="en-US" dirty="0" err="1"/>
              <a:t>arcu</a:t>
            </a:r>
            <a:r>
              <a:rPr lang="en-US" dirty="0"/>
              <a:t> </a:t>
            </a:r>
            <a:r>
              <a:rPr lang="en-US" dirty="0" err="1"/>
              <a:t>elementum</a:t>
            </a:r>
            <a:r>
              <a:rPr lang="en-US" dirty="0"/>
              <a:t> </a:t>
            </a:r>
            <a:r>
              <a:rPr lang="en-US" dirty="0" err="1"/>
              <a:t>fis</a:t>
            </a:r>
            <a:r>
              <a:rPr lang="en-US" dirty="0"/>
              <a:t> non at </a:t>
            </a:r>
            <a:r>
              <a:rPr lang="en-US" dirty="0" err="1"/>
              <a:t>urna</a:t>
            </a:r>
            <a:r>
              <a:rPr lang="en-US" dirty="0"/>
              <a:t>. </a:t>
            </a:r>
            <a:r>
              <a:rPr lang="en-US" dirty="0" err="1"/>
              <a:t>Quisque</a:t>
            </a:r>
            <a:r>
              <a:rPr lang="en-US" dirty="0"/>
              <a:t> porttitor </a:t>
            </a:r>
            <a:r>
              <a:rPr lang="en-US" dirty="0" err="1"/>
              <a:t>nulla</a:t>
            </a:r>
            <a:r>
              <a:rPr lang="en-US" dirty="0"/>
              <a:t> at </a:t>
            </a:r>
            <a:r>
              <a:rPr lang="en-US" dirty="0" err="1"/>
              <a:t>torulvinar</a:t>
            </a:r>
            <a:r>
              <a:rPr lang="en-US" dirty="0"/>
              <a:t>, id </a:t>
            </a:r>
            <a:r>
              <a:rPr lang="en-US" dirty="0" err="1"/>
              <a:t>laoreet</a:t>
            </a:r>
            <a:r>
              <a:rPr lang="en-US" dirty="0"/>
              <a:t> ante </a:t>
            </a:r>
            <a:r>
              <a:rPr lang="en-US" dirty="0" err="1"/>
              <a:t>dapibus</a:t>
            </a:r>
            <a:r>
              <a:rPr lang="en-US" dirty="0"/>
              <a:t>. </a:t>
            </a:r>
            <a:r>
              <a:rPr lang="en-US" dirty="0" err="1"/>
              <a:t>Pellentesque</a:t>
            </a:r>
            <a:r>
              <a:rPr lang="en-US" dirty="0"/>
              <a:t> </a:t>
            </a:r>
            <a:r>
              <a:rPr lang="en-US" dirty="0" err="1"/>
              <a:t>blandit</a:t>
            </a:r>
            <a:r>
              <a:rPr lang="en-US" dirty="0"/>
              <a:t> </a:t>
            </a:r>
            <a:r>
              <a:rPr lang="en-US" dirty="0" err="1"/>
              <a:t>feugiat</a:t>
            </a:r>
            <a:r>
              <a:rPr lang="en-US" dirty="0"/>
              <a:t> </a:t>
            </a:r>
            <a:r>
              <a:rPr lang="en-US" dirty="0" err="1"/>
              <a:t>varius</a:t>
            </a:r>
            <a:r>
              <a:rPr lang="en-US" dirty="0"/>
              <a:t>. </a:t>
            </a:r>
            <a:r>
              <a:rPr lang="en-US" dirty="0" err="1"/>
              <a:t>Praesent</a:t>
            </a:r>
            <a:r>
              <a:rPr lang="en-US" dirty="0"/>
              <a:t> </a:t>
            </a:r>
            <a:r>
              <a:rPr lang="en-US" dirty="0" err="1"/>
              <a:t>eget</a:t>
            </a:r>
            <a:r>
              <a:rPr lang="en-US" dirty="0"/>
              <a:t> </a:t>
            </a:r>
            <a:r>
              <a:rPr lang="en-US" dirty="0" err="1"/>
              <a:t>nibh</a:t>
            </a:r>
            <a:r>
              <a:rPr lang="en-US" dirty="0"/>
              <a:t> </a:t>
            </a:r>
            <a:r>
              <a:rPr lang="en-US" dirty="0" err="1"/>
              <a:t>interdum</a:t>
            </a:r>
            <a:r>
              <a:rPr lang="en-US" dirty="0"/>
              <a:t>, cons </a:t>
            </a:r>
            <a:r>
              <a:rPr lang="en-US" dirty="0" err="1"/>
              <a:t>metus</a:t>
            </a:r>
            <a:r>
              <a:rPr lang="en-US" dirty="0"/>
              <a:t> </a:t>
            </a:r>
            <a:r>
              <a:rPr lang="en-US" dirty="0" err="1"/>
              <a:t>faucibus</a:t>
            </a:r>
            <a:r>
              <a:rPr lang="en-US" dirty="0"/>
              <a:t>, </a:t>
            </a:r>
            <a:r>
              <a:rPr lang="en-US" dirty="0" err="1"/>
              <a:t>scelerisque</a:t>
            </a:r>
            <a:r>
              <a:rPr lang="en-US" dirty="0"/>
              <a:t> </a:t>
            </a:r>
            <a:r>
              <a:rPr lang="en-US" dirty="0" err="1"/>
              <a:t>nunc</a:t>
            </a:r>
            <a:r>
              <a:rPr lang="en-US" dirty="0"/>
              <a:t>.</a:t>
            </a:r>
          </a:p>
          <a:p>
            <a:r>
              <a:rPr lang="en-US" dirty="0" err="1"/>
              <a:t>Nulla</a:t>
            </a:r>
            <a:r>
              <a:rPr lang="en-US" dirty="0"/>
              <a:t> </a:t>
            </a:r>
            <a:r>
              <a:rPr lang="en-US" dirty="0" err="1"/>
              <a:t>rhoncus</a:t>
            </a:r>
            <a:r>
              <a:rPr lang="en-US" dirty="0"/>
              <a:t> ex at </a:t>
            </a:r>
            <a:r>
              <a:rPr lang="en-US" dirty="0" err="1"/>
              <a:t>urna</a:t>
            </a:r>
            <a:r>
              <a:rPr lang="en-US" dirty="0"/>
              <a:t> </a:t>
            </a:r>
            <a:r>
              <a:rPr lang="en-US" dirty="0" err="1"/>
              <a:t>graviead</a:t>
            </a:r>
            <a:r>
              <a:rPr lang="en-US" dirty="0"/>
              <a:t> Nunc porttitor </a:t>
            </a:r>
            <a:r>
              <a:rPr lang="en-US" dirty="0" err="1"/>
              <a:t>metus</a:t>
            </a:r>
            <a:r>
              <a:rPr lang="en-US" dirty="0"/>
              <a:t> id </a:t>
            </a:r>
            <a:r>
              <a:rPr lang="en-US" dirty="0" err="1"/>
              <a:t>nisl</a:t>
            </a:r>
            <a:r>
              <a:rPr lang="en-US" dirty="0"/>
              <a:t> </a:t>
            </a:r>
            <a:r>
              <a:rPr lang="en-US" dirty="0" err="1"/>
              <a:t>lobortis</a:t>
            </a:r>
            <a:r>
              <a:rPr lang="en-US" dirty="0"/>
              <a:t>, </a:t>
            </a:r>
            <a:r>
              <a:rPr lang="en-US" dirty="0" err="1"/>
              <a:t>quis</a:t>
            </a:r>
            <a:r>
              <a:rPr lang="en-US" dirty="0"/>
              <a:t> </a:t>
            </a:r>
            <a:r>
              <a:rPr lang="en-US" dirty="0" err="1"/>
              <a:t>iaculis</a:t>
            </a:r>
            <a:r>
              <a:rPr lang="en-US" dirty="0"/>
              <a:t> </a:t>
            </a:r>
            <a:r>
              <a:rPr lang="en-US" dirty="0" err="1"/>
              <a:t>sem</a:t>
            </a:r>
            <a:r>
              <a:rPr lang="en-US" dirty="0"/>
              <a:t> </a:t>
            </a:r>
            <a:r>
              <a:rPr lang="en-US" dirty="0" err="1"/>
              <a:t>rhoncus</a:t>
            </a:r>
            <a:r>
              <a:rPr lang="en-US" dirty="0"/>
              <a:t>. Fusce in </a:t>
            </a:r>
            <a:r>
              <a:rPr lang="en-US" dirty="0" err="1"/>
              <a:t>elementum</a:t>
            </a:r>
            <a:r>
              <a:rPr lang="en-US" dirty="0"/>
              <a:t> sem. Ut </a:t>
            </a:r>
            <a:r>
              <a:rPr lang="en-US" dirty="0" err="1"/>
              <a:t>augue</a:t>
            </a:r>
            <a:r>
              <a:rPr lang="en-US" dirty="0"/>
              <a:t> ligula, </a:t>
            </a:r>
            <a:r>
              <a:rPr lang="en-US" dirty="0" err="1"/>
              <a:t>laoreet</a:t>
            </a:r>
            <a:r>
              <a:rPr lang="en-US" dirty="0"/>
              <a:t> </a:t>
            </a:r>
            <a:r>
              <a:rPr lang="en-US" dirty="0" err="1"/>
              <a:t>consequat</a:t>
            </a:r>
            <a:r>
              <a:rPr lang="en-US" dirty="0"/>
              <a:t> </a:t>
            </a:r>
            <a:r>
              <a:rPr lang="en-US" dirty="0" err="1"/>
              <a:t>tortor</a:t>
            </a:r>
            <a:r>
              <a:rPr lang="en-US" dirty="0"/>
              <a:t> </a:t>
            </a:r>
            <a:r>
              <a:rPr lang="en-US" dirty="0" err="1"/>
              <a:t>bibendum</a:t>
            </a:r>
            <a:r>
              <a:rPr lang="en-US" dirty="0"/>
              <a:t>, </a:t>
            </a:r>
            <a:r>
              <a:rPr lang="en-US" dirty="0" err="1"/>
              <a:t>venenatis</a:t>
            </a:r>
            <a:r>
              <a:rPr lang="en-US" dirty="0"/>
              <a:t> </a:t>
            </a:r>
            <a:r>
              <a:rPr lang="en-US" dirty="0" err="1"/>
              <a:t>placerat</a:t>
            </a:r>
            <a:r>
              <a:rPr lang="en-US" dirty="0"/>
              <a:t> </a:t>
            </a:r>
            <a:r>
              <a:rPr lang="en-US" dirty="0" err="1"/>
              <a:t>leo</a:t>
            </a:r>
            <a:r>
              <a:rPr lang="en-US" dirty="0"/>
              <a:t>. </a:t>
            </a:r>
          </a:p>
        </p:txBody>
      </p:sp>
      <p:sp>
        <p:nvSpPr>
          <p:cNvPr id="26" name="Content Placeholder 25">
            <a:extLst>
              <a:ext uri="{FF2B5EF4-FFF2-40B4-BE49-F238E27FC236}">
                <a16:creationId xmlns:a16="http://schemas.microsoft.com/office/drawing/2014/main" id="{A8B07F15-0DEC-4FFB-B4FE-B51FD880BF4D}"/>
              </a:ext>
            </a:extLst>
          </p:cNvPr>
          <p:cNvSpPr>
            <a:spLocks noGrp="1"/>
          </p:cNvSpPr>
          <p:nvPr>
            <p:ph sz="quarter" idx="18"/>
          </p:nvPr>
        </p:nvSpPr>
        <p:spPr/>
        <p:txBody>
          <a:bodyPr/>
          <a:lstStyle/>
          <a:p>
            <a:pPr lvl="6"/>
            <a:r>
              <a:rPr lang="en-US" dirty="0" err="1"/>
              <a:t>Praesent</a:t>
            </a:r>
            <a:r>
              <a:rPr lang="en-US" dirty="0"/>
              <a:t> porttitor </a:t>
            </a:r>
            <a:r>
              <a:rPr lang="en-US" dirty="0" err="1"/>
              <a:t>tempor</a:t>
            </a:r>
            <a:r>
              <a:rPr lang="en-US" dirty="0"/>
              <a:t> nisi </a:t>
            </a:r>
            <a:r>
              <a:rPr lang="en-US" dirty="0" err="1"/>
              <a:t>eu</a:t>
            </a:r>
            <a:r>
              <a:rPr lang="en-US" dirty="0"/>
              <a:t> ultricies. </a:t>
            </a:r>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r>
              <a:rPr lang="en-US" dirty="0"/>
              <a:t>. </a:t>
            </a:r>
            <a:r>
              <a:rPr lang="en-US" dirty="0" err="1"/>
              <a:t>Nulla</a:t>
            </a:r>
            <a:r>
              <a:rPr lang="en-US" dirty="0"/>
              <a:t> </a:t>
            </a:r>
            <a:r>
              <a:rPr lang="en-US" dirty="0" err="1"/>
              <a:t>efficitur</a:t>
            </a:r>
            <a:r>
              <a:rPr lang="en-US" dirty="0"/>
              <a:t> </a:t>
            </a:r>
            <a:r>
              <a:rPr lang="en-US" dirty="0" err="1"/>
              <a:t>tellus</a:t>
            </a:r>
            <a:r>
              <a:rPr lang="en-US" dirty="0"/>
              <a:t> </a:t>
            </a:r>
            <a:r>
              <a:rPr lang="en-US" dirty="0" err="1"/>
              <a:t>odio</a:t>
            </a:r>
            <a:r>
              <a:rPr lang="en-US" dirty="0"/>
              <a:t>, sit amet </a:t>
            </a:r>
            <a:r>
              <a:rPr lang="en-US" dirty="0" err="1"/>
              <a:t>dapibus</a:t>
            </a:r>
            <a:r>
              <a:rPr lang="en-US" dirty="0"/>
              <a:t> </a:t>
            </a:r>
            <a:r>
              <a:rPr lang="en-US" dirty="0" err="1"/>
              <a:t>mauris</a:t>
            </a:r>
            <a:r>
              <a:rPr lang="en-US" dirty="0"/>
              <a:t> </a:t>
            </a:r>
            <a:r>
              <a:rPr lang="en-US" dirty="0" err="1"/>
              <a:t>vehicula</a:t>
            </a:r>
            <a:r>
              <a:rPr lang="en-US" dirty="0"/>
              <a:t> et. </a:t>
            </a:r>
            <a:r>
              <a:rPr lang="en-US" dirty="0" err="1"/>
              <a:t>Phasellus</a:t>
            </a:r>
            <a:r>
              <a:rPr lang="en-US" dirty="0"/>
              <a:t> at </a:t>
            </a:r>
            <a:r>
              <a:rPr lang="en-US" dirty="0" err="1"/>
              <a:t>justo</a:t>
            </a:r>
            <a:r>
              <a:rPr lang="en-US" dirty="0"/>
              <a:t> </a:t>
            </a:r>
            <a:r>
              <a:rPr lang="en-US" dirty="0" err="1"/>
              <a:t>ullamcorper</a:t>
            </a:r>
            <a:r>
              <a:rPr lang="en-US" dirty="0"/>
              <a:t> </a:t>
            </a:r>
            <a:r>
              <a:rPr lang="en-US" dirty="0" err="1"/>
              <a:t>eros</a:t>
            </a:r>
            <a:r>
              <a:rPr lang="en-US" dirty="0"/>
              <a:t> </a:t>
            </a:r>
            <a:r>
              <a:rPr lang="en-US" dirty="0" err="1"/>
              <a:t>facilisis</a:t>
            </a:r>
            <a:r>
              <a:rPr lang="en-US" dirty="0"/>
              <a:t> malesuada. </a:t>
            </a:r>
          </a:p>
        </p:txBody>
      </p:sp>
    </p:spTree>
    <p:extLst>
      <p:ext uri="{BB962C8B-B14F-4D97-AF65-F5344CB8AC3E}">
        <p14:creationId xmlns:p14="http://schemas.microsoft.com/office/powerpoint/2010/main" val="3961857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04B18546-D342-43D1-0653-F29AEEEBD283}"/>
              </a:ext>
            </a:extLst>
          </p:cNvPr>
          <p:cNvSpPr>
            <a:spLocks noGrp="1"/>
          </p:cNvSpPr>
          <p:nvPr>
            <p:ph type="subTitle" idx="1"/>
          </p:nvPr>
        </p:nvSpPr>
        <p:spPr/>
        <p:txBody>
          <a:bodyPr/>
          <a:lstStyle/>
          <a:p>
            <a:r>
              <a:rPr lang="en-US" dirty="0"/>
              <a:t>Standard Layouts</a:t>
            </a:r>
          </a:p>
        </p:txBody>
      </p:sp>
      <p:sp>
        <p:nvSpPr>
          <p:cNvPr id="9" name="Title 8">
            <a:extLst>
              <a:ext uri="{FF2B5EF4-FFF2-40B4-BE49-F238E27FC236}">
                <a16:creationId xmlns:a16="http://schemas.microsoft.com/office/drawing/2014/main" id="{06AC8681-EE8E-4AFB-99FE-A68081B8326A}"/>
              </a:ext>
            </a:extLst>
          </p:cNvPr>
          <p:cNvSpPr>
            <a:spLocks noGrp="1"/>
          </p:cNvSpPr>
          <p:nvPr>
            <p:ph type="title"/>
          </p:nvPr>
        </p:nvSpPr>
        <p:spPr/>
        <p:txBody>
          <a:bodyPr/>
          <a:lstStyle/>
          <a:p>
            <a:r>
              <a:rPr lang="en-US" dirty="0"/>
              <a:t>4 _ Col</a:t>
            </a:r>
          </a:p>
        </p:txBody>
      </p:sp>
      <p:sp>
        <p:nvSpPr>
          <p:cNvPr id="15" name="Content Placeholder 14">
            <a:extLst>
              <a:ext uri="{FF2B5EF4-FFF2-40B4-BE49-F238E27FC236}">
                <a16:creationId xmlns:a16="http://schemas.microsoft.com/office/drawing/2014/main" id="{717D8585-A40B-40CB-B216-11D77214E396}"/>
              </a:ext>
            </a:extLst>
          </p:cNvPr>
          <p:cNvSpPr>
            <a:spLocks noGrp="1"/>
          </p:cNvSpPr>
          <p:nvPr>
            <p:ph sz="quarter" idx="16"/>
          </p:nvPr>
        </p:nvSpPr>
        <p:spPr/>
        <p:txBody>
          <a:bodyPr/>
          <a:lstStyle/>
          <a:p>
            <a:r>
              <a:rPr lang="en-US" dirty="0" err="1"/>
              <a:t>Donec</a:t>
            </a:r>
            <a:r>
              <a:rPr lang="en-US" dirty="0"/>
              <a:t> </a:t>
            </a:r>
            <a:r>
              <a:rPr lang="en-US" dirty="0" err="1"/>
              <a:t>blandit</a:t>
            </a:r>
            <a:r>
              <a:rPr lang="en-US" dirty="0"/>
              <a:t> </a:t>
            </a:r>
            <a:r>
              <a:rPr lang="en-US" dirty="0" err="1"/>
              <a:t>feugiat</a:t>
            </a:r>
            <a:r>
              <a:rPr lang="en-US" dirty="0"/>
              <a:t> ligula. </a:t>
            </a:r>
            <a:r>
              <a:rPr lang="en-US" dirty="0" err="1"/>
              <a:t>Donec</a:t>
            </a:r>
            <a:r>
              <a:rPr lang="en-US" dirty="0"/>
              <a:t> </a:t>
            </a:r>
            <a:r>
              <a:rPr lang="en-US" dirty="0" err="1"/>
              <a:t>hendrerit</a:t>
            </a:r>
            <a:r>
              <a:rPr lang="en-US" dirty="0"/>
              <a:t>, </a:t>
            </a:r>
            <a:r>
              <a:rPr lang="en-US" dirty="0" err="1"/>
              <a:t>felis</a:t>
            </a:r>
            <a:r>
              <a:rPr lang="en-US" dirty="0"/>
              <a:t> et </a:t>
            </a:r>
            <a:r>
              <a:rPr lang="en-US" dirty="0" err="1"/>
              <a:t>imper</a:t>
            </a:r>
            <a:r>
              <a:rPr lang="en-US" dirty="0"/>
              <a:t> die </a:t>
            </a:r>
            <a:r>
              <a:rPr lang="en-US" dirty="0" err="1"/>
              <a:t>uismod</a:t>
            </a:r>
            <a:r>
              <a:rPr lang="en-US" dirty="0"/>
              <a:t>, purus ipsum </a:t>
            </a:r>
            <a:r>
              <a:rPr lang="en-US" dirty="0" err="1"/>
              <a:t>pret</a:t>
            </a:r>
            <a:r>
              <a:rPr lang="en-US" dirty="0"/>
              <a:t> </a:t>
            </a:r>
            <a:r>
              <a:rPr lang="en-US" dirty="0" err="1"/>
              <a:t>ium</a:t>
            </a:r>
            <a:r>
              <a:rPr lang="en-US" dirty="0"/>
              <a:t> </a:t>
            </a:r>
            <a:r>
              <a:rPr lang="en-US" dirty="0" err="1"/>
              <a:t>metus</a:t>
            </a:r>
            <a:r>
              <a:rPr lang="en-US" dirty="0"/>
              <a:t>, </a:t>
            </a:r>
            <a:r>
              <a:rPr lang="en-US" dirty="0" err="1"/>
              <a:t>iacinia</a:t>
            </a:r>
            <a:r>
              <a:rPr lang="en-US" dirty="0"/>
              <a:t> </a:t>
            </a:r>
            <a:r>
              <a:rPr lang="en-US" dirty="0" err="1"/>
              <a:t>nulla</a:t>
            </a:r>
            <a:r>
              <a:rPr lang="en-US" dirty="0"/>
              <a:t> </a:t>
            </a:r>
            <a:r>
              <a:rPr lang="en-US" dirty="0" err="1"/>
              <a:t>nisl</a:t>
            </a:r>
            <a:r>
              <a:rPr lang="en-US" dirty="0"/>
              <a:t> </a:t>
            </a:r>
            <a:r>
              <a:rPr lang="en-US" dirty="0" err="1"/>
              <a:t>eget</a:t>
            </a:r>
            <a:r>
              <a:rPr lang="en-US" dirty="0"/>
              <a:t> </a:t>
            </a:r>
            <a:r>
              <a:rPr lang="en-US" dirty="0" err="1"/>
              <a:t>sapien</a:t>
            </a:r>
            <a:r>
              <a:rPr lang="en-US" dirty="0"/>
              <a:t>. </a:t>
            </a:r>
            <a:r>
              <a:rPr lang="en-US" dirty="0" err="1"/>
              <a:t>Donec</a:t>
            </a:r>
            <a:r>
              <a:rPr lang="en-US" dirty="0"/>
              <a:t> </a:t>
            </a:r>
            <a:r>
              <a:rPr lang="en-US" dirty="0" err="1"/>
              <a:t>est</a:t>
            </a:r>
            <a:r>
              <a:rPr lang="en-US" dirty="0"/>
              <a:t> lectus </a:t>
            </a:r>
            <a:r>
              <a:rPr lang="en-US" dirty="0" err="1"/>
              <a:t>consequat</a:t>
            </a:r>
            <a:r>
              <a:rPr lang="en-US" dirty="0"/>
              <a:t> </a:t>
            </a:r>
            <a:r>
              <a:rPr lang="en-US" dirty="0" err="1"/>
              <a:t>consequat</a:t>
            </a:r>
            <a:r>
              <a:rPr lang="en-US" dirty="0"/>
              <a:t>.</a:t>
            </a:r>
          </a:p>
          <a:p>
            <a:r>
              <a:rPr lang="en-US" dirty="0" err="1"/>
              <a:t>Etiam</a:t>
            </a:r>
            <a:r>
              <a:rPr lang="en-US" dirty="0"/>
              <a:t> </a:t>
            </a:r>
            <a:r>
              <a:rPr lang="en-US" dirty="0" err="1"/>
              <a:t>eget</a:t>
            </a:r>
            <a:r>
              <a:rPr lang="en-US" dirty="0"/>
              <a:t> dui. </a:t>
            </a:r>
            <a:r>
              <a:rPr lang="en-US" dirty="0" err="1"/>
              <a:t>Aliquam</a:t>
            </a:r>
            <a:r>
              <a:rPr lang="en-US" dirty="0"/>
              <a:t> </a:t>
            </a:r>
            <a:r>
              <a:rPr lang="en-US" dirty="0" err="1"/>
              <a:t>erat</a:t>
            </a:r>
            <a:r>
              <a:rPr lang="en-US" dirty="0"/>
              <a:t> </a:t>
            </a:r>
            <a:r>
              <a:rPr lang="en-US" dirty="0" err="1"/>
              <a:t>olutpat</a:t>
            </a:r>
            <a:r>
              <a:rPr lang="en-US" dirty="0"/>
              <a:t>. Sed at lorem in </a:t>
            </a:r>
            <a:r>
              <a:rPr lang="en-US" dirty="0" err="1"/>
              <a:t>nunc</a:t>
            </a:r>
            <a:r>
              <a:rPr lang="en-US" dirty="0"/>
              <a:t> porta </a:t>
            </a:r>
            <a:r>
              <a:rPr lang="en-US" dirty="0" err="1"/>
              <a:t>tristique</a:t>
            </a:r>
            <a:r>
              <a:rPr lang="en-US" dirty="0"/>
              <a:t>. Vestibulum </a:t>
            </a:r>
            <a:r>
              <a:rPr lang="en-US" dirty="0" err="1"/>
              <a:t>quis</a:t>
            </a:r>
            <a:r>
              <a:rPr lang="en-US" dirty="0"/>
              <a:t> dolor a congue </a:t>
            </a:r>
            <a:r>
              <a:rPr lang="en-US" dirty="0" err="1"/>
              <a:t>vehicula</a:t>
            </a:r>
            <a:r>
              <a:rPr lang="en-US" dirty="0"/>
              <a:t>. </a:t>
            </a:r>
            <a:r>
              <a:rPr lang="en-US" dirty="0" err="1"/>
              <a:t>Maec</a:t>
            </a:r>
            <a:r>
              <a:rPr lang="en-US" dirty="0"/>
              <a:t> </a:t>
            </a:r>
            <a:r>
              <a:rPr lang="en-US" dirty="0" err="1"/>
              <a:t>enas</a:t>
            </a:r>
            <a:r>
              <a:rPr lang="en-US" dirty="0"/>
              <a:t> </a:t>
            </a:r>
            <a:r>
              <a:rPr lang="en-US" dirty="0" err="1"/>
              <a:t>pede</a:t>
            </a:r>
            <a:r>
              <a:rPr lang="en-US" dirty="0"/>
              <a:t> </a:t>
            </a:r>
            <a:r>
              <a:rPr lang="en-US" dirty="0" err="1"/>
              <a:t>purustri</a:t>
            </a:r>
            <a:r>
              <a:rPr lang="en-US" dirty="0"/>
              <a:t>, tempus </a:t>
            </a:r>
            <a:r>
              <a:rPr lang="en-US" dirty="0" err="1"/>
              <a:t>eget</a:t>
            </a:r>
            <a:r>
              <a:rPr lang="en-US" dirty="0"/>
              <a:t>, </a:t>
            </a:r>
            <a:r>
              <a:rPr lang="en-US" dirty="0" err="1"/>
              <a:t>egestas</a:t>
            </a:r>
            <a:r>
              <a:rPr lang="en-US" dirty="0"/>
              <a:t> </a:t>
            </a:r>
            <a:r>
              <a:rPr lang="en-US" dirty="0" err="1"/>
              <a:t>quis</a:t>
            </a:r>
            <a:r>
              <a:rPr lang="en-US" dirty="0"/>
              <a:t>, </a:t>
            </a:r>
            <a:r>
              <a:rPr lang="en-US" dirty="0" err="1"/>
              <a:t>nuncurabitur</a:t>
            </a:r>
            <a:r>
              <a:rPr lang="en-US" dirty="0"/>
              <a:t> non </a:t>
            </a:r>
            <a:r>
              <a:rPr lang="en-US" dirty="0" err="1"/>
              <a:t>eros</a:t>
            </a:r>
            <a:r>
              <a:rPr lang="en-US" dirty="0"/>
              <a:t>. </a:t>
            </a:r>
            <a:r>
              <a:rPr lang="en-US" dirty="0" err="1"/>
              <a:t>Nullam</a:t>
            </a:r>
            <a:r>
              <a:rPr lang="en-US" dirty="0"/>
              <a:t> end </a:t>
            </a:r>
            <a:r>
              <a:rPr lang="en-US" dirty="0" err="1"/>
              <a:t>rerit</a:t>
            </a:r>
            <a:r>
              <a:rPr lang="en-US" dirty="0"/>
              <a:t> bib </a:t>
            </a:r>
            <a:r>
              <a:rPr lang="en-US" dirty="0" err="1"/>
              <a:t>endum</a:t>
            </a:r>
            <a:r>
              <a:rPr lang="en-US" dirty="0"/>
              <a:t> </a:t>
            </a:r>
            <a:r>
              <a:rPr lang="en-US" dirty="0" err="1"/>
              <a:t>justo</a:t>
            </a:r>
            <a:r>
              <a:rPr lang="en-US" dirty="0"/>
              <a:t>. Fusce </a:t>
            </a:r>
            <a:r>
              <a:rPr lang="en-US" dirty="0" err="1"/>
              <a:t>iaculis</a:t>
            </a:r>
            <a:r>
              <a:rPr lang="en-US" dirty="0"/>
              <a:t>, </a:t>
            </a:r>
            <a:r>
              <a:rPr lang="en-US" dirty="0" err="1"/>
              <a:t>est</a:t>
            </a:r>
            <a:r>
              <a:rPr lang="en-US" dirty="0"/>
              <a:t> </a:t>
            </a:r>
            <a:r>
              <a:rPr lang="en-US" dirty="0" err="1"/>
              <a:t>quis</a:t>
            </a:r>
            <a:r>
              <a:rPr lang="en-US" dirty="0"/>
              <a:t> lacinia </a:t>
            </a:r>
            <a:r>
              <a:rPr lang="en-US" dirty="0" err="1"/>
              <a:t>pretium</a:t>
            </a:r>
            <a:r>
              <a:rPr lang="en-US" dirty="0"/>
              <a:t>, </a:t>
            </a:r>
            <a:r>
              <a:rPr lang="en-US" dirty="0" err="1"/>
              <a:t>pedemetus</a:t>
            </a:r>
            <a:r>
              <a:rPr lang="en-US" dirty="0"/>
              <a:t> </a:t>
            </a:r>
            <a:r>
              <a:rPr lang="en-US" dirty="0" err="1"/>
              <a:t>molestie</a:t>
            </a:r>
            <a:r>
              <a:rPr lang="en-US" dirty="0"/>
              <a:t> </a:t>
            </a:r>
            <a:r>
              <a:rPr lang="en-US" dirty="0" err="1"/>
              <a:t>lacus</a:t>
            </a:r>
            <a:r>
              <a:rPr lang="en-US" dirty="0"/>
              <a:t>, at gravida </a:t>
            </a:r>
            <a:r>
              <a:rPr lang="en-US" dirty="0" err="1"/>
              <a:t>wisi</a:t>
            </a:r>
            <a:r>
              <a:rPr lang="en-US" dirty="0"/>
              <a:t> ante at libero.</a:t>
            </a:r>
          </a:p>
        </p:txBody>
      </p:sp>
      <p:sp>
        <p:nvSpPr>
          <p:cNvPr id="16" name="Content Placeholder 15">
            <a:extLst>
              <a:ext uri="{FF2B5EF4-FFF2-40B4-BE49-F238E27FC236}">
                <a16:creationId xmlns:a16="http://schemas.microsoft.com/office/drawing/2014/main" id="{1AC3CE8D-964B-4A39-BC91-314FA7040ACE}"/>
              </a:ext>
            </a:extLst>
          </p:cNvPr>
          <p:cNvSpPr>
            <a:spLocks noGrp="1"/>
          </p:cNvSpPr>
          <p:nvPr>
            <p:ph sz="quarter" idx="17"/>
          </p:nvPr>
        </p:nvSpPr>
        <p:spPr/>
        <p:txBody>
          <a:bodyPr/>
          <a:lstStyle/>
          <a:p>
            <a:r>
              <a:rPr lang="en-US" dirty="0"/>
              <a:t>Lorem ipsum dolor sit amet, </a:t>
            </a:r>
            <a:r>
              <a:rPr lang="en-US" dirty="0" err="1"/>
              <a:t>secttur</a:t>
            </a:r>
            <a:r>
              <a:rPr lang="en-US" dirty="0"/>
              <a:t> adipiscing elit. </a:t>
            </a:r>
            <a:r>
              <a:rPr lang="en-US" dirty="0" err="1"/>
              <a:t>Vesti</a:t>
            </a:r>
            <a:r>
              <a:rPr lang="en-US" dirty="0"/>
              <a:t> </a:t>
            </a:r>
            <a:r>
              <a:rPr lang="en-US" dirty="0" err="1"/>
              <a:t>bulum</a:t>
            </a:r>
            <a:r>
              <a:rPr lang="en-US" dirty="0"/>
              <a:t> </a:t>
            </a:r>
            <a:r>
              <a:rPr lang="en-US" dirty="0" err="1"/>
              <a:t>ullame</a:t>
            </a:r>
            <a:r>
              <a:rPr lang="en-US" dirty="0"/>
              <a:t> </a:t>
            </a:r>
            <a:r>
              <a:rPr lang="en-US" dirty="0" err="1"/>
              <a:t>tellus</a:t>
            </a:r>
            <a:r>
              <a:rPr lang="en-US" dirty="0"/>
              <a:t> vitae </a:t>
            </a:r>
            <a:r>
              <a:rPr lang="en-US" dirty="0" err="1"/>
              <a:t>velit</a:t>
            </a:r>
            <a:r>
              <a:rPr lang="en-US" dirty="0"/>
              <a:t> </a:t>
            </a:r>
            <a:r>
              <a:rPr lang="en-US" dirty="0" err="1"/>
              <a:t>malesuaddignissim</a:t>
            </a:r>
            <a:r>
              <a:rPr lang="en-US" dirty="0"/>
              <a:t> ligula </a:t>
            </a:r>
            <a:r>
              <a:rPr lang="en-US" dirty="0" err="1"/>
              <a:t>elementum</a:t>
            </a:r>
            <a:r>
              <a:rPr lang="en-US" dirty="0"/>
              <a:t>. Duis congue </a:t>
            </a:r>
            <a:r>
              <a:rPr lang="en-US" dirty="0" err="1"/>
              <a:t>nec</a:t>
            </a:r>
            <a:r>
              <a:rPr lang="en-US" dirty="0"/>
              <a:t> </a:t>
            </a:r>
            <a:r>
              <a:rPr lang="en-US" dirty="0" err="1"/>
              <a:t>enim</a:t>
            </a:r>
            <a:r>
              <a:rPr lang="en-US" dirty="0"/>
              <a:t> </a:t>
            </a:r>
            <a:r>
              <a:rPr lang="en-US" dirty="0" err="1"/>
              <a:t>nec</a:t>
            </a:r>
            <a:r>
              <a:rPr lang="en-US" dirty="0"/>
              <a:t> </a:t>
            </a:r>
            <a:r>
              <a:rPr lang="en-US" dirty="0" err="1"/>
              <a:t>volutpat</a:t>
            </a:r>
            <a:r>
              <a:rPr lang="en-US" dirty="0"/>
              <a:t>. </a:t>
            </a:r>
            <a:r>
              <a:rPr lang="en-US" dirty="0" err="1"/>
              <a:t>Suspendisse</a:t>
            </a:r>
            <a:r>
              <a:rPr lang="en-US" dirty="0"/>
              <a:t> </a:t>
            </a:r>
            <a:r>
              <a:rPr lang="en-US" dirty="0" err="1"/>
              <a:t>interdum</a:t>
            </a:r>
            <a:r>
              <a:rPr lang="en-US" dirty="0"/>
              <a:t> </a:t>
            </a:r>
            <a:r>
              <a:rPr lang="en-US" dirty="0" err="1"/>
              <a:t>justo</a:t>
            </a:r>
            <a:r>
              <a:rPr lang="en-US" dirty="0"/>
              <a:t>. In in </a:t>
            </a:r>
            <a:r>
              <a:rPr lang="en-US" dirty="0" err="1"/>
              <a:t>neque</a:t>
            </a:r>
            <a:r>
              <a:rPr lang="en-US" dirty="0"/>
              <a:t> et </a:t>
            </a:r>
            <a:r>
              <a:rPr lang="en-US" dirty="0" err="1"/>
              <a:t>arcu</a:t>
            </a:r>
            <a:r>
              <a:rPr lang="en-US" dirty="0"/>
              <a:t> </a:t>
            </a:r>
            <a:r>
              <a:rPr lang="en-US" dirty="0" err="1"/>
              <a:t>elementum</a:t>
            </a:r>
            <a:r>
              <a:rPr lang="en-US" dirty="0"/>
              <a:t> </a:t>
            </a:r>
            <a:r>
              <a:rPr lang="en-US" dirty="0" err="1"/>
              <a:t>finibus</a:t>
            </a:r>
            <a:r>
              <a:rPr lang="en-US" dirty="0"/>
              <a:t> non at </a:t>
            </a:r>
            <a:r>
              <a:rPr lang="en-US" dirty="0" err="1"/>
              <a:t>urna</a:t>
            </a:r>
            <a:r>
              <a:rPr lang="en-US" dirty="0"/>
              <a:t>. </a:t>
            </a:r>
            <a:r>
              <a:rPr lang="en-US" dirty="0" err="1"/>
              <a:t>Quisque</a:t>
            </a:r>
            <a:r>
              <a:rPr lang="en-US" dirty="0"/>
              <a:t> porttitor </a:t>
            </a:r>
            <a:r>
              <a:rPr lang="en-US" dirty="0" err="1"/>
              <a:t>nulla</a:t>
            </a:r>
            <a:r>
              <a:rPr lang="en-US" dirty="0"/>
              <a:t> at </a:t>
            </a:r>
            <a:r>
              <a:rPr lang="en-US" dirty="0" err="1"/>
              <a:t>tortornar</a:t>
            </a:r>
            <a:r>
              <a:rPr lang="en-US" dirty="0"/>
              <a:t>, id </a:t>
            </a:r>
            <a:r>
              <a:rPr lang="en-US" dirty="0" err="1"/>
              <a:t>laoreet</a:t>
            </a:r>
            <a:r>
              <a:rPr lang="en-US" dirty="0"/>
              <a:t> ante </a:t>
            </a:r>
            <a:r>
              <a:rPr lang="en-US" dirty="0" err="1"/>
              <a:t>dapibus</a:t>
            </a:r>
            <a:r>
              <a:rPr lang="en-US" dirty="0"/>
              <a:t>. </a:t>
            </a:r>
            <a:r>
              <a:rPr lang="en-US" dirty="0" err="1"/>
              <a:t>Pellentesue</a:t>
            </a:r>
            <a:r>
              <a:rPr lang="en-US" dirty="0"/>
              <a:t> </a:t>
            </a:r>
            <a:r>
              <a:rPr lang="en-US" dirty="0" err="1"/>
              <a:t>blandit</a:t>
            </a:r>
            <a:r>
              <a:rPr lang="en-US" dirty="0"/>
              <a:t> </a:t>
            </a:r>
            <a:r>
              <a:rPr lang="en-US" dirty="0" err="1"/>
              <a:t>feugiat</a:t>
            </a:r>
            <a:r>
              <a:rPr lang="en-US" dirty="0"/>
              <a:t> </a:t>
            </a:r>
            <a:r>
              <a:rPr lang="en-US" dirty="0" err="1"/>
              <a:t>varius</a:t>
            </a:r>
            <a:r>
              <a:rPr lang="en-US" dirty="0"/>
              <a:t>. </a:t>
            </a:r>
            <a:r>
              <a:rPr lang="en-US" dirty="0" err="1"/>
              <a:t>Praesent</a:t>
            </a:r>
            <a:r>
              <a:rPr lang="en-US" dirty="0"/>
              <a:t> </a:t>
            </a:r>
            <a:r>
              <a:rPr lang="en-US" dirty="0" err="1"/>
              <a:t>eget</a:t>
            </a:r>
            <a:r>
              <a:rPr lang="en-US" dirty="0"/>
              <a:t> </a:t>
            </a:r>
            <a:r>
              <a:rPr lang="en-US" dirty="0" err="1"/>
              <a:t>nibh</a:t>
            </a:r>
            <a:r>
              <a:rPr lang="en-US" dirty="0"/>
              <a:t> </a:t>
            </a:r>
            <a:r>
              <a:rPr lang="en-US" dirty="0" err="1"/>
              <a:t>interdum</a:t>
            </a:r>
            <a:r>
              <a:rPr lang="en-US" dirty="0"/>
              <a:t>, </a:t>
            </a:r>
            <a:r>
              <a:rPr lang="en-US" dirty="0" err="1"/>
              <a:t>consequatuse</a:t>
            </a:r>
            <a:r>
              <a:rPr lang="en-US" dirty="0"/>
              <a:t> </a:t>
            </a:r>
            <a:r>
              <a:rPr lang="en-US" dirty="0" err="1"/>
              <a:t>faucibus</a:t>
            </a:r>
            <a:r>
              <a:rPr lang="en-US" dirty="0"/>
              <a:t>, </a:t>
            </a:r>
            <a:r>
              <a:rPr lang="en-US" dirty="0" err="1"/>
              <a:t>scelerisque</a:t>
            </a:r>
            <a:r>
              <a:rPr lang="en-US" dirty="0"/>
              <a:t> </a:t>
            </a:r>
            <a:r>
              <a:rPr lang="en-US" dirty="0" err="1"/>
              <a:t>nunc</a:t>
            </a:r>
            <a:r>
              <a:rPr lang="en-US" dirty="0"/>
              <a:t>.</a:t>
            </a:r>
          </a:p>
          <a:p>
            <a:r>
              <a:rPr lang="en-US" dirty="0" err="1"/>
              <a:t>Praesent</a:t>
            </a:r>
            <a:r>
              <a:rPr lang="en-US" dirty="0"/>
              <a:t> </a:t>
            </a:r>
            <a:r>
              <a:rPr lang="en-US" dirty="0" err="1"/>
              <a:t>euismod</a:t>
            </a:r>
            <a:r>
              <a:rPr lang="en-US" dirty="0"/>
              <a:t>. </a:t>
            </a:r>
            <a:r>
              <a:rPr lang="en-US" dirty="0" err="1"/>
              <a:t>Donec</a:t>
            </a:r>
            <a:r>
              <a:rPr lang="en-US" dirty="0"/>
              <a:t> </a:t>
            </a:r>
            <a:r>
              <a:rPr lang="en-US" dirty="0" err="1"/>
              <a:t>nullugue</a:t>
            </a:r>
            <a:r>
              <a:rPr lang="en-US" dirty="0"/>
              <a:t>, </a:t>
            </a:r>
            <a:r>
              <a:rPr lang="en-US" dirty="0" err="1"/>
              <a:t>venenatis</a:t>
            </a:r>
            <a:r>
              <a:rPr lang="en-US" dirty="0"/>
              <a:t> </a:t>
            </a:r>
            <a:r>
              <a:rPr lang="en-US" dirty="0" err="1"/>
              <a:t>sceleri</a:t>
            </a:r>
            <a:r>
              <a:rPr lang="en-US" dirty="0"/>
              <a:t> </a:t>
            </a:r>
            <a:r>
              <a:rPr lang="en-US" dirty="0" err="1"/>
              <a:t>dapibus</a:t>
            </a:r>
            <a:r>
              <a:rPr lang="en-US" dirty="0"/>
              <a:t>, </a:t>
            </a:r>
            <a:r>
              <a:rPr lang="en-US" dirty="0" err="1"/>
              <a:t>consequat</a:t>
            </a:r>
            <a:r>
              <a:rPr lang="en-US" dirty="0"/>
              <a:t> at, </a:t>
            </a:r>
            <a:r>
              <a:rPr lang="en-US" dirty="0" err="1"/>
              <a:t>leo</a:t>
            </a:r>
            <a:r>
              <a:rPr lang="en-US" dirty="0"/>
              <a:t>.</a:t>
            </a:r>
          </a:p>
        </p:txBody>
      </p:sp>
      <p:sp>
        <p:nvSpPr>
          <p:cNvPr id="2" name="Content Placeholder 1">
            <a:extLst>
              <a:ext uri="{FF2B5EF4-FFF2-40B4-BE49-F238E27FC236}">
                <a16:creationId xmlns:a16="http://schemas.microsoft.com/office/drawing/2014/main" id="{37272A0C-3C3C-49C0-A346-222F838130E3}"/>
              </a:ext>
            </a:extLst>
          </p:cNvPr>
          <p:cNvSpPr>
            <a:spLocks noGrp="1"/>
          </p:cNvSpPr>
          <p:nvPr>
            <p:ph sz="quarter" idx="18"/>
          </p:nvPr>
        </p:nvSpPr>
        <p:spPr/>
        <p:txBody>
          <a:bodyPr/>
          <a:lstStyle/>
          <a:p>
            <a:r>
              <a:rPr lang="en-US" dirty="0" err="1"/>
              <a:t>Praesent</a:t>
            </a:r>
            <a:r>
              <a:rPr lang="en-US" dirty="0"/>
              <a:t> porttitor </a:t>
            </a:r>
            <a:r>
              <a:rPr lang="en-US" dirty="0" err="1"/>
              <a:t>tempor</a:t>
            </a:r>
            <a:r>
              <a:rPr lang="en-US" dirty="0"/>
              <a:t> nisi </a:t>
            </a:r>
            <a:r>
              <a:rPr lang="en-US" dirty="0" err="1"/>
              <a:t>eu</a:t>
            </a:r>
            <a:r>
              <a:rPr lang="en-US" dirty="0"/>
              <a:t> ultricies. </a:t>
            </a:r>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r>
              <a:rPr lang="en-US" dirty="0"/>
              <a:t>. </a:t>
            </a:r>
            <a:r>
              <a:rPr lang="en-US" dirty="0" err="1"/>
              <a:t>Nulla</a:t>
            </a:r>
            <a:r>
              <a:rPr lang="en-US" dirty="0"/>
              <a:t> </a:t>
            </a:r>
            <a:r>
              <a:rPr lang="en-US" dirty="0" err="1"/>
              <a:t>efficitur</a:t>
            </a:r>
            <a:r>
              <a:rPr lang="en-US" dirty="0"/>
              <a:t> </a:t>
            </a:r>
            <a:r>
              <a:rPr lang="en-US" dirty="0" err="1"/>
              <a:t>tellus</a:t>
            </a:r>
            <a:r>
              <a:rPr lang="en-US" dirty="0"/>
              <a:t> </a:t>
            </a:r>
            <a:r>
              <a:rPr lang="en-US" dirty="0" err="1"/>
              <a:t>odio</a:t>
            </a:r>
            <a:r>
              <a:rPr lang="en-US" dirty="0"/>
              <a:t>, sit amet </a:t>
            </a:r>
            <a:r>
              <a:rPr lang="en-US" dirty="0" err="1"/>
              <a:t>dapibus</a:t>
            </a:r>
            <a:r>
              <a:rPr lang="en-US" dirty="0"/>
              <a:t> </a:t>
            </a:r>
            <a:r>
              <a:rPr lang="en-US" dirty="0" err="1"/>
              <a:t>mauris</a:t>
            </a:r>
            <a:r>
              <a:rPr lang="en-US" dirty="0"/>
              <a:t> </a:t>
            </a:r>
            <a:r>
              <a:rPr lang="en-US" dirty="0" err="1"/>
              <a:t>vehicula</a:t>
            </a:r>
            <a:r>
              <a:rPr lang="en-US" dirty="0"/>
              <a:t> et. Morbi </a:t>
            </a:r>
            <a:r>
              <a:rPr lang="en-US" dirty="0" err="1"/>
              <a:t>enim</a:t>
            </a:r>
            <a:r>
              <a:rPr lang="en-US" dirty="0"/>
              <a:t> </a:t>
            </a:r>
            <a:r>
              <a:rPr lang="en-US" dirty="0" err="1"/>
              <a:t>tortor</a:t>
            </a:r>
            <a:r>
              <a:rPr lang="en-US" dirty="0"/>
              <a:t>, </a:t>
            </a:r>
            <a:r>
              <a:rPr lang="en-US" dirty="0" err="1"/>
              <a:t>venenatis</a:t>
            </a:r>
            <a:r>
              <a:rPr lang="en-US" dirty="0"/>
              <a:t> </a:t>
            </a:r>
            <a:r>
              <a:rPr lang="en-US" dirty="0" err="1"/>
              <a:t>eu</a:t>
            </a:r>
            <a:r>
              <a:rPr lang="en-US" dirty="0"/>
              <a:t>, </a:t>
            </a:r>
            <a:r>
              <a:rPr lang="en-US" dirty="0" err="1"/>
              <a:t>varius</a:t>
            </a:r>
            <a:r>
              <a:rPr lang="en-US" dirty="0"/>
              <a:t> a </a:t>
            </a:r>
            <a:r>
              <a:rPr lang="en-US" dirty="0" err="1"/>
              <a:t>arcu</a:t>
            </a:r>
            <a:r>
              <a:rPr lang="en-US" dirty="0"/>
              <a:t>. </a:t>
            </a:r>
            <a:r>
              <a:rPr lang="en-US" dirty="0" err="1"/>
              <a:t>Phasellus</a:t>
            </a:r>
            <a:r>
              <a:rPr lang="en-US" dirty="0"/>
              <a:t> at </a:t>
            </a:r>
            <a:r>
              <a:rPr lang="en-US" dirty="0" err="1"/>
              <a:t>justo</a:t>
            </a:r>
            <a:r>
              <a:rPr lang="en-US" dirty="0"/>
              <a:t> </a:t>
            </a:r>
            <a:r>
              <a:rPr lang="en-US" dirty="0" err="1"/>
              <a:t>ullamcorper</a:t>
            </a:r>
            <a:r>
              <a:rPr lang="en-US" dirty="0"/>
              <a:t> </a:t>
            </a:r>
            <a:r>
              <a:rPr lang="en-US" dirty="0" err="1"/>
              <a:t>eros</a:t>
            </a:r>
            <a:r>
              <a:rPr lang="en-US" dirty="0"/>
              <a:t> </a:t>
            </a:r>
            <a:r>
              <a:rPr lang="en-US" dirty="0" err="1"/>
              <a:t>facilisis</a:t>
            </a:r>
            <a:r>
              <a:rPr lang="en-US" dirty="0"/>
              <a:t> malesuada. Nam cursus </a:t>
            </a:r>
            <a:r>
              <a:rPr lang="en-US" dirty="0" err="1"/>
              <a:t>nulla</a:t>
            </a:r>
            <a:r>
              <a:rPr lang="en-US" dirty="0"/>
              <a:t> malesuada, </a:t>
            </a:r>
            <a:r>
              <a:rPr lang="en-US" dirty="0" err="1"/>
              <a:t>aliquam</a:t>
            </a:r>
            <a:r>
              <a:rPr lang="en-US" dirty="0"/>
              <a:t> lectus </a:t>
            </a:r>
            <a:r>
              <a:rPr lang="en-US" dirty="0" err="1"/>
              <a:t>quis</a:t>
            </a:r>
            <a:r>
              <a:rPr lang="en-US" dirty="0"/>
              <a:t>, congue </a:t>
            </a:r>
            <a:r>
              <a:rPr lang="en-US" dirty="0" err="1"/>
              <a:t>uismod</a:t>
            </a:r>
            <a:r>
              <a:rPr lang="en-US" dirty="0"/>
              <a:t>.</a:t>
            </a:r>
          </a:p>
          <a:p>
            <a:pPr lvl="1"/>
            <a:r>
              <a:rPr lang="en-US" dirty="0" err="1"/>
              <a:t>Proin</a:t>
            </a:r>
            <a:r>
              <a:rPr lang="en-US" dirty="0"/>
              <a:t> malesuada </a:t>
            </a:r>
            <a:r>
              <a:rPr lang="en-US" dirty="0" err="1"/>
              <a:t>elementum</a:t>
            </a:r>
            <a:r>
              <a:rPr lang="en-US" dirty="0"/>
              <a:t> </a:t>
            </a:r>
          </a:p>
          <a:p>
            <a:pPr lvl="1"/>
            <a:r>
              <a:rPr lang="en-US" dirty="0" err="1"/>
              <a:t>Donec</a:t>
            </a:r>
            <a:r>
              <a:rPr lang="en-US" dirty="0"/>
              <a:t> sit amet </a:t>
            </a:r>
            <a:r>
              <a:rPr lang="en-US" dirty="0" err="1"/>
              <a:t>eros</a:t>
            </a:r>
            <a:r>
              <a:rPr lang="en-US" dirty="0"/>
              <a:t> </a:t>
            </a:r>
            <a:r>
              <a:rPr lang="en-US" dirty="0" err="1"/>
              <a:t>tincidunt</a:t>
            </a:r>
            <a:r>
              <a:rPr lang="en-US" dirty="0"/>
              <a:t>, </a:t>
            </a:r>
            <a:r>
              <a:rPr lang="en-US" dirty="0" err="1"/>
              <a:t>consectetur</a:t>
            </a:r>
            <a:r>
              <a:rPr lang="en-US" dirty="0"/>
              <a:t> </a:t>
            </a:r>
            <a:r>
              <a:rPr lang="en-US" dirty="0" err="1"/>
              <a:t>neque</a:t>
            </a:r>
            <a:r>
              <a:rPr lang="en-US" dirty="0"/>
              <a:t> </a:t>
            </a:r>
            <a:r>
              <a:rPr lang="en-US" dirty="0" err="1"/>
              <a:t>ut</a:t>
            </a:r>
            <a:endParaRPr lang="en-US" dirty="0"/>
          </a:p>
          <a:p>
            <a:pPr lvl="1"/>
            <a:r>
              <a:rPr lang="en-US" dirty="0"/>
              <a:t>Morbi </a:t>
            </a:r>
            <a:r>
              <a:rPr lang="en-US" dirty="0" err="1"/>
              <a:t>ut</a:t>
            </a:r>
            <a:r>
              <a:rPr lang="en-US" dirty="0"/>
              <a:t> ex sit amet </a:t>
            </a:r>
            <a:r>
              <a:rPr lang="en-US" dirty="0" err="1"/>
              <a:t>velit</a:t>
            </a:r>
            <a:r>
              <a:rPr lang="en-US" dirty="0"/>
              <a:t> </a:t>
            </a:r>
            <a:r>
              <a:rPr lang="en-US" dirty="0" err="1"/>
              <a:t>luctus</a:t>
            </a:r>
            <a:r>
              <a:rPr lang="en-US" dirty="0"/>
              <a:t> </a:t>
            </a:r>
            <a:r>
              <a:rPr lang="en-US" dirty="0" err="1"/>
              <a:t>dignissim</a:t>
            </a:r>
            <a:endParaRPr lang="en-US" dirty="0"/>
          </a:p>
        </p:txBody>
      </p:sp>
      <p:sp>
        <p:nvSpPr>
          <p:cNvPr id="3" name="Content Placeholder 2">
            <a:extLst>
              <a:ext uri="{FF2B5EF4-FFF2-40B4-BE49-F238E27FC236}">
                <a16:creationId xmlns:a16="http://schemas.microsoft.com/office/drawing/2014/main" id="{A723E901-4B07-4874-9C77-6BDD8146D628}"/>
              </a:ext>
            </a:extLst>
          </p:cNvPr>
          <p:cNvSpPr>
            <a:spLocks noGrp="1"/>
          </p:cNvSpPr>
          <p:nvPr>
            <p:ph sz="quarter" idx="19"/>
          </p:nvPr>
        </p:nvSpPr>
        <p:spPr/>
        <p:txBody>
          <a:bodyPr/>
          <a:lstStyle/>
          <a:p>
            <a:r>
              <a:rPr lang="en-US" dirty="0"/>
              <a:t>Montes, </a:t>
            </a:r>
            <a:r>
              <a:rPr lang="en-US" dirty="0" err="1"/>
              <a:t>nascetur</a:t>
            </a:r>
            <a:r>
              <a:rPr lang="en-US" dirty="0"/>
              <a:t> </a:t>
            </a:r>
            <a:r>
              <a:rPr lang="en-US" dirty="0" err="1"/>
              <a:t>ridiculus</a:t>
            </a:r>
            <a:r>
              <a:rPr lang="en-US" dirty="0"/>
              <a:t> </a:t>
            </a:r>
            <a:r>
              <a:rPr lang="en-US" dirty="0" err="1"/>
              <a:t>musous</a:t>
            </a:r>
            <a:r>
              <a:rPr lang="en-US" dirty="0"/>
              <a:t>. Nunc </a:t>
            </a:r>
            <a:r>
              <a:rPr lang="en-US" dirty="0" err="1"/>
              <a:t>quam</a:t>
            </a:r>
            <a:r>
              <a:rPr lang="en-US" dirty="0"/>
              <a:t> </a:t>
            </a:r>
            <a:r>
              <a:rPr lang="en-US" dirty="0" err="1"/>
              <a:t>sem</a:t>
            </a:r>
            <a:r>
              <a:rPr lang="en-US" dirty="0"/>
              <a:t>, </a:t>
            </a:r>
            <a:r>
              <a:rPr lang="en-US" dirty="0" err="1"/>
              <a:t>consequat</a:t>
            </a:r>
            <a:r>
              <a:rPr lang="en-US" dirty="0"/>
              <a:t> site amet maximus non, </a:t>
            </a:r>
            <a:r>
              <a:rPr lang="en-US" dirty="0" err="1"/>
              <a:t>mattis</a:t>
            </a:r>
            <a:r>
              <a:rPr lang="en-US" dirty="0"/>
              <a:t> </a:t>
            </a:r>
            <a:r>
              <a:rPr lang="en-US" dirty="0" err="1"/>
              <a:t>sedeni</a:t>
            </a:r>
            <a:r>
              <a:rPr lang="en-US" dirty="0"/>
              <a:t>. </a:t>
            </a:r>
            <a:r>
              <a:rPr lang="en-US" dirty="0" err="1"/>
              <a:t>Etiam</a:t>
            </a:r>
            <a:r>
              <a:rPr lang="en-US" dirty="0"/>
              <a:t> et </a:t>
            </a:r>
            <a:r>
              <a:rPr lang="en-US" dirty="0" err="1"/>
              <a:t>euismod</a:t>
            </a:r>
            <a:r>
              <a:rPr lang="en-US" dirty="0"/>
              <a:t> </a:t>
            </a:r>
            <a:r>
              <a:rPr lang="en-US" dirty="0" err="1"/>
              <a:t>metus</a:t>
            </a:r>
            <a:r>
              <a:rPr lang="en-US" dirty="0"/>
              <a:t>. </a:t>
            </a:r>
            <a:r>
              <a:rPr lang="en-US" dirty="0" err="1"/>
              <a:t>Quisque</a:t>
            </a:r>
            <a:r>
              <a:rPr lang="en-US" dirty="0"/>
              <a:t> purus dolor, </a:t>
            </a:r>
            <a:r>
              <a:rPr lang="en-US" dirty="0" err="1"/>
              <a:t>mollis</a:t>
            </a:r>
            <a:r>
              <a:rPr lang="en-US" dirty="0"/>
              <a:t> </a:t>
            </a:r>
            <a:r>
              <a:rPr lang="en-US" dirty="0" err="1"/>
              <a:t>viverra</a:t>
            </a:r>
            <a:r>
              <a:rPr lang="en-US" dirty="0"/>
              <a:t> lorem sit amet, </a:t>
            </a:r>
            <a:r>
              <a:rPr lang="en-US" dirty="0" err="1"/>
              <a:t>auctor</a:t>
            </a:r>
            <a:r>
              <a:rPr lang="en-US" dirty="0"/>
              <a:t> </a:t>
            </a:r>
            <a:r>
              <a:rPr lang="en-US" dirty="0" err="1"/>
              <a:t>blandit</a:t>
            </a:r>
            <a:r>
              <a:rPr lang="en-US" dirty="0"/>
              <a:t> diam. Morbi </a:t>
            </a:r>
            <a:r>
              <a:rPr lang="en-US" dirty="0" err="1"/>
              <a:t>enim</a:t>
            </a:r>
            <a:r>
              <a:rPr lang="en-US" dirty="0"/>
              <a:t> </a:t>
            </a:r>
            <a:r>
              <a:rPr lang="en-US" dirty="0" err="1"/>
              <a:t>tortor</a:t>
            </a:r>
            <a:r>
              <a:rPr lang="en-US" dirty="0"/>
              <a:t>, </a:t>
            </a:r>
            <a:r>
              <a:rPr lang="en-US" dirty="0" err="1"/>
              <a:t>venenatis</a:t>
            </a:r>
            <a:r>
              <a:rPr lang="en-US" dirty="0"/>
              <a:t> </a:t>
            </a:r>
            <a:r>
              <a:rPr lang="en-US" dirty="0" err="1"/>
              <a:t>varius</a:t>
            </a:r>
            <a:r>
              <a:rPr lang="en-US" dirty="0"/>
              <a:t> a </a:t>
            </a:r>
            <a:r>
              <a:rPr lang="en-US" dirty="0" err="1"/>
              <a:t>arcu</a:t>
            </a:r>
            <a:r>
              <a:rPr lang="en-US" dirty="0"/>
              <a:t>. Duis </a:t>
            </a:r>
            <a:r>
              <a:rPr lang="en-US" dirty="0" err="1"/>
              <a:t>mollis</a:t>
            </a:r>
            <a:r>
              <a:rPr lang="en-US" dirty="0"/>
              <a:t> </a:t>
            </a:r>
            <a:r>
              <a:rPr lang="en-US" dirty="0" err="1"/>
              <a:t>lec</a:t>
            </a:r>
            <a:br>
              <a:rPr lang="en-US" dirty="0"/>
            </a:br>
            <a:r>
              <a:rPr lang="en-US" dirty="0" err="1"/>
              <a:t>tus</a:t>
            </a:r>
            <a:r>
              <a:rPr lang="en-US" dirty="0"/>
              <a:t> ac </a:t>
            </a:r>
            <a:r>
              <a:rPr lang="en-US" dirty="0" err="1"/>
              <a:t>sapien</a:t>
            </a:r>
            <a:r>
              <a:rPr lang="en-US" dirty="0"/>
              <a:t> </a:t>
            </a:r>
            <a:r>
              <a:rPr lang="en-US" dirty="0" err="1"/>
              <a:t>finibus</a:t>
            </a:r>
            <a:r>
              <a:rPr lang="en-US" dirty="0"/>
              <a:t> dictum. </a:t>
            </a:r>
          </a:p>
          <a:p>
            <a:pPr lvl="1"/>
            <a:r>
              <a:rPr lang="en-US" dirty="0" err="1"/>
              <a:t>Etiam</a:t>
            </a:r>
            <a:r>
              <a:rPr lang="en-US" dirty="0"/>
              <a:t> </a:t>
            </a:r>
            <a:r>
              <a:rPr lang="en-US" dirty="0" err="1"/>
              <a:t>nisl</a:t>
            </a:r>
            <a:r>
              <a:rPr lang="en-US" dirty="0"/>
              <a:t> </a:t>
            </a:r>
            <a:r>
              <a:rPr lang="en-US" dirty="0" err="1"/>
              <a:t>sapien</a:t>
            </a:r>
            <a:endParaRPr lang="en-US" dirty="0"/>
          </a:p>
          <a:p>
            <a:pPr lvl="1"/>
            <a:r>
              <a:rPr lang="en-US" dirty="0" err="1"/>
              <a:t>Venenatis</a:t>
            </a:r>
            <a:r>
              <a:rPr lang="en-US" dirty="0"/>
              <a:t> </a:t>
            </a:r>
            <a:r>
              <a:rPr lang="en-US" dirty="0" err="1"/>
              <a:t>ut</a:t>
            </a:r>
            <a:r>
              <a:rPr lang="en-US" dirty="0"/>
              <a:t> </a:t>
            </a:r>
            <a:r>
              <a:rPr lang="en-US" dirty="0" err="1"/>
              <a:t>lectuseu</a:t>
            </a:r>
            <a:endParaRPr lang="en-US" dirty="0"/>
          </a:p>
          <a:p>
            <a:pPr lvl="1"/>
            <a:r>
              <a:rPr lang="en-US" dirty="0"/>
              <a:t>Duis at </a:t>
            </a:r>
            <a:r>
              <a:rPr lang="en-US" dirty="0" err="1"/>
              <a:t>uada</a:t>
            </a:r>
            <a:r>
              <a:rPr lang="en-US" dirty="0"/>
              <a:t> massa </a:t>
            </a:r>
          </a:p>
          <a:p>
            <a:pPr lvl="2"/>
            <a:r>
              <a:rPr lang="en-US" dirty="0" err="1"/>
              <a:t>Bulum</a:t>
            </a:r>
            <a:r>
              <a:rPr lang="en-US" dirty="0"/>
              <a:t> </a:t>
            </a:r>
            <a:r>
              <a:rPr lang="en-US" dirty="0" err="1"/>
              <a:t>ullame</a:t>
            </a:r>
            <a:r>
              <a:rPr lang="en-US" dirty="0"/>
              <a:t> </a:t>
            </a:r>
            <a:r>
              <a:rPr lang="en-US" dirty="0" err="1"/>
              <a:t>tellus</a:t>
            </a:r>
            <a:r>
              <a:rPr lang="en-US" dirty="0"/>
              <a:t> </a:t>
            </a:r>
          </a:p>
          <a:p>
            <a:pPr lvl="2"/>
            <a:r>
              <a:rPr lang="en-US" dirty="0"/>
              <a:t>Vitae </a:t>
            </a:r>
            <a:r>
              <a:rPr lang="en-US" dirty="0" err="1"/>
              <a:t>velit</a:t>
            </a:r>
            <a:r>
              <a:rPr lang="en-US" dirty="0"/>
              <a:t> ligula </a:t>
            </a:r>
            <a:r>
              <a:rPr lang="en-US" dirty="0" err="1"/>
              <a:t>elementum</a:t>
            </a:r>
            <a:endParaRPr lang="en-US" dirty="0"/>
          </a:p>
        </p:txBody>
      </p:sp>
    </p:spTree>
    <p:extLst>
      <p:ext uri="{BB962C8B-B14F-4D97-AF65-F5344CB8AC3E}">
        <p14:creationId xmlns:p14="http://schemas.microsoft.com/office/powerpoint/2010/main" val="25256729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E5B5A5C-D637-43A2-8FDE-96B770946C4D}"/>
              </a:ext>
            </a:extLst>
          </p:cNvPr>
          <p:cNvSpPr>
            <a:spLocks noGrp="1"/>
          </p:cNvSpPr>
          <p:nvPr>
            <p:ph type="subTitle" idx="12"/>
          </p:nvPr>
        </p:nvSpPr>
        <p:spPr/>
        <p:txBody>
          <a:bodyPr/>
          <a:lstStyle/>
          <a:p>
            <a:r>
              <a:rPr lang="en-US" dirty="0"/>
              <a:t>Standard Layouts</a:t>
            </a:r>
          </a:p>
        </p:txBody>
      </p:sp>
      <p:sp>
        <p:nvSpPr>
          <p:cNvPr id="2" name="Title 1">
            <a:extLst>
              <a:ext uri="{FF2B5EF4-FFF2-40B4-BE49-F238E27FC236}">
                <a16:creationId xmlns:a16="http://schemas.microsoft.com/office/drawing/2014/main" id="{EC9590CC-09AA-4B02-B852-BE41D0F989C1}"/>
              </a:ext>
            </a:extLst>
          </p:cNvPr>
          <p:cNvSpPr>
            <a:spLocks noGrp="1"/>
          </p:cNvSpPr>
          <p:nvPr>
            <p:ph type="title"/>
          </p:nvPr>
        </p:nvSpPr>
        <p:spPr/>
        <p:txBody>
          <a:bodyPr/>
          <a:lstStyle/>
          <a:p>
            <a:r>
              <a:rPr lang="en-US" dirty="0"/>
              <a:t>Title _ Only Light</a:t>
            </a:r>
          </a:p>
        </p:txBody>
      </p:sp>
    </p:spTree>
    <p:extLst>
      <p:ext uri="{BB962C8B-B14F-4D97-AF65-F5344CB8AC3E}">
        <p14:creationId xmlns:p14="http://schemas.microsoft.com/office/powerpoint/2010/main" val="11899531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2E6FC5A-9AF6-6C61-4E3A-7AAA34302A29}"/>
              </a:ext>
            </a:extLst>
          </p:cNvPr>
          <p:cNvSpPr>
            <a:spLocks noGrp="1"/>
          </p:cNvSpPr>
          <p:nvPr>
            <p:ph type="subTitle" idx="12"/>
          </p:nvPr>
        </p:nvSpPr>
        <p:spPr/>
        <p:txBody>
          <a:bodyPr/>
          <a:lstStyle/>
          <a:p>
            <a:r>
              <a:rPr lang="en-US" dirty="0"/>
              <a:t>Standard Layouts</a:t>
            </a:r>
          </a:p>
        </p:txBody>
      </p:sp>
      <p:sp>
        <p:nvSpPr>
          <p:cNvPr id="5" name="Title 4">
            <a:extLst>
              <a:ext uri="{FF2B5EF4-FFF2-40B4-BE49-F238E27FC236}">
                <a16:creationId xmlns:a16="http://schemas.microsoft.com/office/drawing/2014/main" id="{1097C3CA-5AD9-4DFC-8173-8EE5DEFFB3BA}"/>
              </a:ext>
            </a:extLst>
          </p:cNvPr>
          <p:cNvSpPr>
            <a:spLocks noGrp="1"/>
          </p:cNvSpPr>
          <p:nvPr>
            <p:ph type="title"/>
          </p:nvPr>
        </p:nvSpPr>
        <p:spPr/>
        <p:txBody>
          <a:bodyPr/>
          <a:lstStyle/>
          <a:p>
            <a:r>
              <a:rPr lang="en-US" dirty="0"/>
              <a:t>1 _ Col Light</a:t>
            </a:r>
          </a:p>
        </p:txBody>
      </p:sp>
      <p:graphicFrame>
        <p:nvGraphicFramePr>
          <p:cNvPr id="7" name="Table 7">
            <a:extLst>
              <a:ext uri="{FF2B5EF4-FFF2-40B4-BE49-F238E27FC236}">
                <a16:creationId xmlns:a16="http://schemas.microsoft.com/office/drawing/2014/main" id="{8A20E8BC-500E-4088-9E44-7142D05C0B62}"/>
              </a:ext>
            </a:extLst>
          </p:cNvPr>
          <p:cNvGraphicFramePr>
            <a:graphicFrameLocks noGrp="1"/>
          </p:cNvGraphicFramePr>
          <p:nvPr>
            <p:ph sz="quarter" idx="16"/>
            <p:extLst>
              <p:ext uri="{D42A27DB-BD31-4B8C-83A1-F6EECF244321}">
                <p14:modId xmlns:p14="http://schemas.microsoft.com/office/powerpoint/2010/main" val="3023624600"/>
              </p:ext>
            </p:extLst>
          </p:nvPr>
        </p:nvGraphicFramePr>
        <p:xfrm>
          <a:off x="1079500" y="2103438"/>
          <a:ext cx="10029516" cy="3941766"/>
        </p:xfrm>
        <a:graphic>
          <a:graphicData uri="http://schemas.openxmlformats.org/drawingml/2006/table">
            <a:tbl>
              <a:tblPr firstRow="1" firstCol="1">
                <a:tableStyleId>{2D5ABB26-0587-4C30-8999-92F81FD0307C}</a:tableStyleId>
              </a:tblPr>
              <a:tblGrid>
                <a:gridCol w="835793">
                  <a:extLst>
                    <a:ext uri="{9D8B030D-6E8A-4147-A177-3AD203B41FA5}">
                      <a16:colId xmlns:a16="http://schemas.microsoft.com/office/drawing/2014/main" val="504041127"/>
                    </a:ext>
                  </a:extLst>
                </a:gridCol>
                <a:gridCol w="835793">
                  <a:extLst>
                    <a:ext uri="{9D8B030D-6E8A-4147-A177-3AD203B41FA5}">
                      <a16:colId xmlns:a16="http://schemas.microsoft.com/office/drawing/2014/main" val="317096408"/>
                    </a:ext>
                  </a:extLst>
                </a:gridCol>
                <a:gridCol w="835793">
                  <a:extLst>
                    <a:ext uri="{9D8B030D-6E8A-4147-A177-3AD203B41FA5}">
                      <a16:colId xmlns:a16="http://schemas.microsoft.com/office/drawing/2014/main" val="4005567592"/>
                    </a:ext>
                  </a:extLst>
                </a:gridCol>
                <a:gridCol w="835793">
                  <a:extLst>
                    <a:ext uri="{9D8B030D-6E8A-4147-A177-3AD203B41FA5}">
                      <a16:colId xmlns:a16="http://schemas.microsoft.com/office/drawing/2014/main" val="1325377713"/>
                    </a:ext>
                  </a:extLst>
                </a:gridCol>
                <a:gridCol w="835793">
                  <a:extLst>
                    <a:ext uri="{9D8B030D-6E8A-4147-A177-3AD203B41FA5}">
                      <a16:colId xmlns:a16="http://schemas.microsoft.com/office/drawing/2014/main" val="955817916"/>
                    </a:ext>
                  </a:extLst>
                </a:gridCol>
                <a:gridCol w="835793">
                  <a:extLst>
                    <a:ext uri="{9D8B030D-6E8A-4147-A177-3AD203B41FA5}">
                      <a16:colId xmlns:a16="http://schemas.microsoft.com/office/drawing/2014/main" val="3130718827"/>
                    </a:ext>
                  </a:extLst>
                </a:gridCol>
                <a:gridCol w="835793">
                  <a:extLst>
                    <a:ext uri="{9D8B030D-6E8A-4147-A177-3AD203B41FA5}">
                      <a16:colId xmlns:a16="http://schemas.microsoft.com/office/drawing/2014/main" val="117359797"/>
                    </a:ext>
                  </a:extLst>
                </a:gridCol>
                <a:gridCol w="835793">
                  <a:extLst>
                    <a:ext uri="{9D8B030D-6E8A-4147-A177-3AD203B41FA5}">
                      <a16:colId xmlns:a16="http://schemas.microsoft.com/office/drawing/2014/main" val="531365529"/>
                    </a:ext>
                  </a:extLst>
                </a:gridCol>
                <a:gridCol w="835793">
                  <a:extLst>
                    <a:ext uri="{9D8B030D-6E8A-4147-A177-3AD203B41FA5}">
                      <a16:colId xmlns:a16="http://schemas.microsoft.com/office/drawing/2014/main" val="3818239768"/>
                    </a:ext>
                  </a:extLst>
                </a:gridCol>
                <a:gridCol w="835793">
                  <a:extLst>
                    <a:ext uri="{9D8B030D-6E8A-4147-A177-3AD203B41FA5}">
                      <a16:colId xmlns:a16="http://schemas.microsoft.com/office/drawing/2014/main" val="2417930679"/>
                    </a:ext>
                  </a:extLst>
                </a:gridCol>
                <a:gridCol w="835793">
                  <a:extLst>
                    <a:ext uri="{9D8B030D-6E8A-4147-A177-3AD203B41FA5}">
                      <a16:colId xmlns:a16="http://schemas.microsoft.com/office/drawing/2014/main" val="3435125494"/>
                    </a:ext>
                  </a:extLst>
                </a:gridCol>
                <a:gridCol w="835793">
                  <a:extLst>
                    <a:ext uri="{9D8B030D-6E8A-4147-A177-3AD203B41FA5}">
                      <a16:colId xmlns:a16="http://schemas.microsoft.com/office/drawing/2014/main" val="3043034959"/>
                    </a:ext>
                  </a:extLst>
                </a:gridCol>
              </a:tblGrid>
              <a:tr h="437974">
                <a:tc>
                  <a:txBody>
                    <a:bodyPr/>
                    <a:lstStyle/>
                    <a:p>
                      <a:endParaRPr lang="en-US" sz="1100" b="1" dirty="0">
                        <a:solidFill>
                          <a:schemeClr val="tx2"/>
                        </a:solidFill>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n-lt"/>
                          <a:ea typeface="+mn-ea"/>
                          <a:cs typeface="+mn-cs"/>
                        </a:rPr>
                        <a:t>Column</a:t>
                      </a: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chemeClr val="accent1"/>
                          </a:solidFill>
                          <a:effectLst/>
                          <a:uLnTx/>
                          <a:uFillTx/>
                          <a:latin typeface="+mn-lt"/>
                          <a:ea typeface="+mn-ea"/>
                          <a:cs typeface="+mn-cs"/>
                        </a:rPr>
                        <a:t>Column</a:t>
                      </a:r>
                      <a:endParaRPr kumimoji="0" lang="en-US" sz="1100" b="1" i="0" u="none" strike="noStrike" kern="1200" cap="none" spc="0" normalizeH="0" baseline="0" noProof="0" dirty="0">
                        <a:ln>
                          <a:noFill/>
                        </a:ln>
                        <a:solidFill>
                          <a:schemeClr val="accent1"/>
                        </a:solidFill>
                        <a:effectLst/>
                        <a:uLnTx/>
                        <a:uFillTx/>
                        <a:latin typeface="+mn-lt"/>
                        <a:ea typeface="+mn-ea"/>
                        <a:cs typeface="+mn-cs"/>
                      </a:endParaRPr>
                    </a:p>
                  </a:txBody>
                  <a:tcPr marL="84784" marR="84784" anchor="ctr">
                    <a:lnB w="12700" cap="flat" cmpd="sng" algn="ctr">
                      <a:solidFill>
                        <a:schemeClr val="accent1"/>
                      </a:solidFill>
                      <a:prstDash val="solid"/>
                      <a:round/>
                      <a:headEnd type="none" w="med" len="med"/>
                      <a:tailEnd type="none" w="med" len="med"/>
                    </a:lnB>
                  </a:tcPr>
                </a:tc>
                <a:extLst>
                  <a:ext uri="{0D108BD9-81ED-4DB2-BD59-A6C34878D82A}">
                    <a16:rowId xmlns:a16="http://schemas.microsoft.com/office/drawing/2014/main" val="3409903929"/>
                  </a:ext>
                </a:extLst>
              </a:tr>
              <a:tr h="437974">
                <a:tc>
                  <a:txBody>
                    <a:bodyPr/>
                    <a:lstStyle/>
                    <a:p>
                      <a:r>
                        <a:rPr lang="en-US" sz="1100" b="1" dirty="0">
                          <a:solidFill>
                            <a:schemeClr val="accent1"/>
                          </a:solidFill>
                          <a:latin typeface="+mn-lt"/>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Lorem ipsum</a:t>
                      </a: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lnT w="12700" cap="flat" cmpd="sng" algn="ctr">
                      <a:solidFill>
                        <a:schemeClr val="accent1"/>
                      </a:solidFill>
                      <a:prstDash val="solid"/>
                      <a:round/>
                      <a:headEnd type="none" w="med" len="med"/>
                      <a:tailEnd type="none" w="med" len="med"/>
                    </a:lnT>
                  </a:tcPr>
                </a:tc>
                <a:extLst>
                  <a:ext uri="{0D108BD9-81ED-4DB2-BD59-A6C34878D82A}">
                    <a16:rowId xmlns:a16="http://schemas.microsoft.com/office/drawing/2014/main" val="1419850322"/>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extLst>
                  <a:ext uri="{0D108BD9-81ED-4DB2-BD59-A6C34878D82A}">
                    <a16:rowId xmlns:a16="http://schemas.microsoft.com/office/drawing/2014/main" val="1080895409"/>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extLst>
                  <a:ext uri="{0D108BD9-81ED-4DB2-BD59-A6C34878D82A}">
                    <a16:rowId xmlns:a16="http://schemas.microsoft.com/office/drawing/2014/main" val="936612908"/>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extLst>
                  <a:ext uri="{0D108BD9-81ED-4DB2-BD59-A6C34878D82A}">
                    <a16:rowId xmlns:a16="http://schemas.microsoft.com/office/drawing/2014/main" val="3847866661"/>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bg1"/>
                          </a:solidFill>
                          <a:effectLst/>
                          <a:uLnTx/>
                          <a:uFillTx/>
                          <a:latin typeface="+mn-lt"/>
                          <a:ea typeface="+mn-ea"/>
                          <a:cs typeface="+mn-cs"/>
                        </a:rPr>
                        <a:t>Row</a:t>
                      </a: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bg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bg1"/>
                        </a:solidFill>
                        <a:effectLst/>
                        <a:uLnTx/>
                        <a:uFillTx/>
                        <a:latin typeface="+mn-lt"/>
                        <a:ea typeface="+mn-ea"/>
                        <a:cs typeface="+mn-cs"/>
                      </a:endParaRPr>
                    </a:p>
                  </a:txBody>
                  <a:tcPr marL="84784" marR="84784">
                    <a:solidFill>
                      <a:schemeClr val="accent1">
                        <a:lumMod val="75000"/>
                      </a:schemeClr>
                    </a:solidFill>
                  </a:tcPr>
                </a:tc>
                <a:extLst>
                  <a:ext uri="{0D108BD9-81ED-4DB2-BD59-A6C34878D82A}">
                    <a16:rowId xmlns:a16="http://schemas.microsoft.com/office/drawing/2014/main" val="331969422"/>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extLst>
                  <a:ext uri="{0D108BD9-81ED-4DB2-BD59-A6C34878D82A}">
                    <a16:rowId xmlns:a16="http://schemas.microsoft.com/office/drawing/2014/main" val="3483668174"/>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n-lt"/>
                          <a:ea typeface="+mn-ea"/>
                          <a:cs typeface="+mn-cs"/>
                        </a:rPr>
                        <a:t>Row</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Lorem ipsum</a:t>
                      </a: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tc>
                <a:extLst>
                  <a:ext uri="{0D108BD9-81ED-4DB2-BD59-A6C34878D82A}">
                    <a16:rowId xmlns:a16="http://schemas.microsoft.com/office/drawing/2014/main" val="3467323357"/>
                  </a:ext>
                </a:extLst>
              </a:tr>
              <a:tr h="4379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n-lt"/>
                          <a:ea typeface="+mn-ea"/>
                          <a:cs typeface="+mn-cs"/>
                        </a:rPr>
                        <a:t>Row</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Lorem ipsum</a:t>
                      </a:r>
                      <a:endParaRPr kumimoji="0" lang="en-US" sz="900" b="0" i="0" u="none" strike="noStrike" kern="1200" cap="none" spc="0" normalizeH="0" baseline="0" noProof="0" dirty="0">
                        <a:ln>
                          <a:noFill/>
                        </a:ln>
                        <a:solidFill>
                          <a:schemeClr val="tx1"/>
                        </a:solidFill>
                        <a:effectLst/>
                        <a:uLnTx/>
                        <a:uFillTx/>
                        <a:latin typeface="+mn-lt"/>
                        <a:ea typeface="+mn-ea"/>
                        <a:cs typeface="+mn-cs"/>
                      </a:endParaRP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Lorem ipsum</a:t>
                      </a:r>
                    </a:p>
                  </a:txBody>
                  <a:tcPr marL="84784" marR="84784">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mn-lt"/>
                          <a:ea typeface="+mn-ea"/>
                          <a:cs typeface="+mn-cs"/>
                        </a:rPr>
                        <a:t>Lorem ipsum</a:t>
                      </a:r>
                    </a:p>
                  </a:txBody>
                  <a:tcPr marL="84784" marR="84784">
                    <a:noFill/>
                  </a:tcPr>
                </a:tc>
                <a:extLst>
                  <a:ext uri="{0D108BD9-81ED-4DB2-BD59-A6C34878D82A}">
                    <a16:rowId xmlns:a16="http://schemas.microsoft.com/office/drawing/2014/main" val="1702205112"/>
                  </a:ext>
                </a:extLst>
              </a:tr>
            </a:tbl>
          </a:graphicData>
        </a:graphic>
      </p:graphicFrame>
    </p:spTree>
    <p:extLst>
      <p:ext uri="{BB962C8B-B14F-4D97-AF65-F5344CB8AC3E}">
        <p14:creationId xmlns:p14="http://schemas.microsoft.com/office/powerpoint/2010/main" val="11145069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F0FFD62-F9A0-7987-BE2F-3130948111B5}"/>
              </a:ext>
            </a:extLst>
          </p:cNvPr>
          <p:cNvSpPr>
            <a:spLocks noGrp="1"/>
          </p:cNvSpPr>
          <p:nvPr>
            <p:ph type="subTitle" idx="12"/>
          </p:nvPr>
        </p:nvSpPr>
        <p:spPr/>
        <p:txBody>
          <a:bodyPr/>
          <a:lstStyle/>
          <a:p>
            <a:r>
              <a:rPr lang="en-US" dirty="0"/>
              <a:t>Standard Layouts</a:t>
            </a:r>
          </a:p>
        </p:txBody>
      </p:sp>
      <p:sp>
        <p:nvSpPr>
          <p:cNvPr id="9" name="Title 8">
            <a:extLst>
              <a:ext uri="{FF2B5EF4-FFF2-40B4-BE49-F238E27FC236}">
                <a16:creationId xmlns:a16="http://schemas.microsoft.com/office/drawing/2014/main" id="{06AC8681-EE8E-4AFB-99FE-A68081B8326A}"/>
              </a:ext>
            </a:extLst>
          </p:cNvPr>
          <p:cNvSpPr>
            <a:spLocks noGrp="1"/>
          </p:cNvSpPr>
          <p:nvPr>
            <p:ph type="title"/>
          </p:nvPr>
        </p:nvSpPr>
        <p:spPr/>
        <p:txBody>
          <a:bodyPr/>
          <a:lstStyle/>
          <a:p>
            <a:r>
              <a:rPr lang="en-US" dirty="0"/>
              <a:t>2 _ Col Light</a:t>
            </a:r>
          </a:p>
        </p:txBody>
      </p:sp>
      <p:sp>
        <p:nvSpPr>
          <p:cNvPr id="15" name="Content Placeholder 14">
            <a:extLst>
              <a:ext uri="{FF2B5EF4-FFF2-40B4-BE49-F238E27FC236}">
                <a16:creationId xmlns:a16="http://schemas.microsoft.com/office/drawing/2014/main" id="{717D8585-A40B-40CB-B216-11D77214E396}"/>
              </a:ext>
            </a:extLst>
          </p:cNvPr>
          <p:cNvSpPr>
            <a:spLocks noGrp="1"/>
          </p:cNvSpPr>
          <p:nvPr>
            <p:ph sz="quarter" idx="16"/>
          </p:nvPr>
        </p:nvSpPr>
        <p:spPr/>
        <p:txBody>
          <a:bodyPr/>
          <a:lstStyle/>
          <a:p>
            <a:r>
              <a:rPr lang="en-US" dirty="0"/>
              <a:t>Lorem ipsum dolor sit amet, consectetuer adipiscing elit. Maecenas porttitor congue massa. Fusce posuere, magna sed pulvinar ultricies, purus lectus malesuada libero, sit amet </a:t>
            </a:r>
            <a:r>
              <a:rPr lang="en-US" dirty="0" err="1"/>
              <a:t>commodo</a:t>
            </a:r>
            <a:r>
              <a:rPr lang="en-US" dirty="0"/>
              <a:t> magna </a:t>
            </a:r>
            <a:r>
              <a:rPr lang="en-US" dirty="0" err="1"/>
              <a:t>eros</a:t>
            </a:r>
            <a:r>
              <a:rPr lang="en-US" dirty="0"/>
              <a:t> </a:t>
            </a:r>
            <a:r>
              <a:rPr lang="en-US" dirty="0" err="1"/>
              <a:t>quis</a:t>
            </a:r>
            <a:r>
              <a:rPr lang="en-US" dirty="0"/>
              <a:t> </a:t>
            </a:r>
            <a:r>
              <a:rPr lang="en-US" dirty="0" err="1"/>
              <a:t>urna</a:t>
            </a:r>
            <a:r>
              <a:rPr lang="en-US" dirty="0"/>
              <a:t>. Nunc </a:t>
            </a:r>
            <a:r>
              <a:rPr lang="en-US" dirty="0" err="1"/>
              <a:t>viverra</a:t>
            </a:r>
            <a:r>
              <a:rPr lang="en-US" dirty="0"/>
              <a:t> </a:t>
            </a:r>
            <a:r>
              <a:rPr lang="en-US" dirty="0" err="1"/>
              <a:t>imperdiet</a:t>
            </a:r>
            <a:r>
              <a:rPr lang="en-US" dirty="0"/>
              <a:t> </a:t>
            </a:r>
            <a:r>
              <a:rPr lang="en-US" dirty="0" err="1"/>
              <a:t>enim</a:t>
            </a:r>
            <a:r>
              <a:rPr lang="en-US" dirty="0"/>
              <a:t>. Fusce est.</a:t>
            </a:r>
          </a:p>
          <a:p>
            <a:pPr lvl="1"/>
            <a:r>
              <a:rPr lang="en-US" dirty="0" err="1"/>
              <a:t>Vivamus</a:t>
            </a:r>
            <a:r>
              <a:rPr lang="en-US" dirty="0"/>
              <a:t> a </a:t>
            </a:r>
            <a:r>
              <a:rPr lang="en-US" dirty="0" err="1"/>
              <a:t>tellus dolor sit amet</a:t>
            </a:r>
            <a:endParaRPr lang="en-US" dirty="0"/>
          </a:p>
          <a:p>
            <a:pPr lvl="1"/>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endParaRPr lang="en-US" dirty="0"/>
          </a:p>
          <a:p>
            <a:pPr lvl="1"/>
            <a:r>
              <a:rPr lang="en-US" dirty="0" err="1"/>
              <a:t>Proin</a:t>
            </a:r>
            <a:r>
              <a:rPr lang="en-US" dirty="0"/>
              <a:t> pharetra </a:t>
            </a:r>
            <a:r>
              <a:rPr lang="en-US" dirty="0" err="1"/>
              <a:t>nonummy</a:t>
            </a:r>
            <a:r>
              <a:rPr lang="en-US" dirty="0"/>
              <a:t> </a:t>
            </a:r>
            <a:r>
              <a:rPr lang="en-US" dirty="0" err="1"/>
              <a:t>pede</a:t>
            </a:r>
            <a:endParaRPr lang="en-US" dirty="0"/>
          </a:p>
          <a:p>
            <a:r>
              <a:rPr lang="en-US" dirty="0"/>
              <a:t>In porttitor. </a:t>
            </a:r>
            <a:r>
              <a:rPr lang="en-US" dirty="0" err="1"/>
              <a:t>Donec</a:t>
            </a:r>
            <a:r>
              <a:rPr lang="en-US" dirty="0"/>
              <a:t> </a:t>
            </a:r>
            <a:r>
              <a:rPr lang="en-US" dirty="0" err="1"/>
              <a:t>laoreet</a:t>
            </a:r>
            <a:r>
              <a:rPr lang="en-US" dirty="0"/>
              <a:t> </a:t>
            </a:r>
            <a:r>
              <a:rPr lang="en-US" dirty="0" err="1"/>
              <a:t>nonummy</a:t>
            </a:r>
            <a:r>
              <a:rPr lang="en-US" dirty="0"/>
              <a:t> </a:t>
            </a:r>
            <a:r>
              <a:rPr lang="en-US" dirty="0" err="1"/>
              <a:t>augue</a:t>
            </a:r>
            <a:r>
              <a:rPr lang="en-US" dirty="0"/>
              <a:t>. </a:t>
            </a:r>
            <a:r>
              <a:rPr lang="en-US" dirty="0" err="1"/>
              <a:t>Suspendisse</a:t>
            </a:r>
            <a:r>
              <a:rPr lang="en-US" dirty="0"/>
              <a:t> dui purus, </a:t>
            </a:r>
            <a:r>
              <a:rPr lang="en-US" dirty="0" err="1"/>
              <a:t>scelerisque</a:t>
            </a:r>
            <a:r>
              <a:rPr lang="en-US" dirty="0"/>
              <a:t> at, </a:t>
            </a:r>
            <a:r>
              <a:rPr lang="en-US" dirty="0" err="1"/>
              <a:t>vulputate</a:t>
            </a:r>
            <a:r>
              <a:rPr lang="en-US" dirty="0"/>
              <a:t> vitae, </a:t>
            </a:r>
            <a:r>
              <a:rPr lang="en-US" dirty="0" err="1"/>
              <a:t>pretium</a:t>
            </a:r>
            <a:r>
              <a:rPr lang="en-US" dirty="0"/>
              <a:t> </a:t>
            </a:r>
            <a:r>
              <a:rPr lang="en-US" dirty="0" err="1"/>
              <a:t>mattis</a:t>
            </a:r>
            <a:r>
              <a:rPr lang="en-US" dirty="0"/>
              <a:t>, </a:t>
            </a:r>
            <a:r>
              <a:rPr lang="en-US" dirty="0" err="1"/>
              <a:t>nunc</a:t>
            </a:r>
            <a:r>
              <a:rPr lang="en-US" dirty="0"/>
              <a:t>. </a:t>
            </a:r>
          </a:p>
          <a:p>
            <a:r>
              <a:rPr lang="en-US" dirty="0" err="1"/>
              <a:t>Mauris</a:t>
            </a:r>
            <a:r>
              <a:rPr lang="en-US" dirty="0"/>
              <a:t> </a:t>
            </a:r>
            <a:r>
              <a:rPr lang="en-US" dirty="0" err="1"/>
              <a:t>eget</a:t>
            </a:r>
            <a:r>
              <a:rPr lang="en-US" dirty="0"/>
              <a:t> </a:t>
            </a:r>
            <a:r>
              <a:rPr lang="en-US" dirty="0" err="1"/>
              <a:t>neque</a:t>
            </a:r>
            <a:r>
              <a:rPr lang="en-US" dirty="0"/>
              <a:t> at </a:t>
            </a:r>
            <a:r>
              <a:rPr lang="en-US" dirty="0" err="1"/>
              <a:t>sem</a:t>
            </a:r>
            <a:r>
              <a:rPr lang="en-US" dirty="0"/>
              <a:t> </a:t>
            </a:r>
            <a:r>
              <a:rPr lang="en-US" dirty="0" err="1"/>
              <a:t>venenatis</a:t>
            </a:r>
            <a:r>
              <a:rPr lang="en-US" dirty="0"/>
              <a:t> </a:t>
            </a:r>
            <a:r>
              <a:rPr lang="en-US" dirty="0" err="1"/>
              <a:t>eleifend</a:t>
            </a:r>
            <a:r>
              <a:rPr lang="en-US" dirty="0"/>
              <a:t>. Ut </a:t>
            </a:r>
            <a:r>
              <a:rPr lang="en-US" dirty="0" err="1"/>
              <a:t>nonummy</a:t>
            </a:r>
            <a:r>
              <a:rPr lang="en-US" dirty="0"/>
              <a:t>. Fusce </a:t>
            </a:r>
            <a:r>
              <a:rPr lang="en-US" dirty="0" err="1"/>
              <a:t>aliquet</a:t>
            </a:r>
            <a:r>
              <a:rPr lang="en-US" dirty="0"/>
              <a:t> </a:t>
            </a:r>
            <a:r>
              <a:rPr lang="en-US" dirty="0" err="1"/>
              <a:t>pede</a:t>
            </a:r>
            <a:r>
              <a:rPr lang="en-US" dirty="0"/>
              <a:t> non </a:t>
            </a:r>
            <a:r>
              <a:rPr lang="en-US" dirty="0" err="1"/>
              <a:t>pede</a:t>
            </a:r>
            <a:r>
              <a:rPr lang="en-US" dirty="0"/>
              <a:t>. </a:t>
            </a:r>
            <a:r>
              <a:rPr lang="en-US" dirty="0" err="1"/>
              <a:t>Suspendisse</a:t>
            </a:r>
            <a:r>
              <a:rPr lang="en-US" dirty="0"/>
              <a:t> </a:t>
            </a:r>
            <a:r>
              <a:rPr lang="en-US" dirty="0" err="1"/>
              <a:t>dapibus</a:t>
            </a:r>
            <a:r>
              <a:rPr lang="en-US" dirty="0"/>
              <a:t> lorem </a:t>
            </a:r>
            <a:r>
              <a:rPr lang="en-US" dirty="0" err="1"/>
              <a:t>pellentesque</a:t>
            </a:r>
            <a:r>
              <a:rPr lang="en-US" dirty="0"/>
              <a:t>.</a:t>
            </a:r>
          </a:p>
        </p:txBody>
      </p:sp>
      <p:sp>
        <p:nvSpPr>
          <p:cNvPr id="16" name="Content Placeholder 15">
            <a:extLst>
              <a:ext uri="{FF2B5EF4-FFF2-40B4-BE49-F238E27FC236}">
                <a16:creationId xmlns:a16="http://schemas.microsoft.com/office/drawing/2014/main" id="{1AC3CE8D-964B-4A39-BC91-314FA7040ACE}"/>
              </a:ext>
            </a:extLst>
          </p:cNvPr>
          <p:cNvSpPr>
            <a:spLocks noGrp="1"/>
          </p:cNvSpPr>
          <p:nvPr>
            <p:ph sz="quarter" idx="17"/>
          </p:nvPr>
        </p:nvSpPr>
        <p:spPr/>
        <p:txBody>
          <a:bodyPr/>
          <a:lstStyle/>
          <a:p>
            <a:r>
              <a:rPr lang="en-US" dirty="0" err="1"/>
              <a:t>Donec</a:t>
            </a:r>
            <a:r>
              <a:rPr lang="en-US" dirty="0"/>
              <a:t> </a:t>
            </a:r>
            <a:r>
              <a:rPr lang="en-US" dirty="0" err="1"/>
              <a:t>ut</a:t>
            </a:r>
            <a:r>
              <a:rPr lang="en-US" dirty="0"/>
              <a:t> </a:t>
            </a:r>
            <a:r>
              <a:rPr lang="en-US" dirty="0" err="1"/>
              <a:t>est</a:t>
            </a:r>
            <a:r>
              <a:rPr lang="en-US" dirty="0"/>
              <a:t> in lectus </a:t>
            </a:r>
            <a:r>
              <a:rPr lang="en-US" dirty="0" err="1"/>
              <a:t>consequat</a:t>
            </a:r>
            <a:r>
              <a:rPr lang="en-US" dirty="0"/>
              <a:t> </a:t>
            </a:r>
            <a:r>
              <a:rPr lang="en-US" dirty="0" err="1"/>
              <a:t>consequat</a:t>
            </a:r>
            <a:r>
              <a:rPr lang="en-US" dirty="0"/>
              <a:t>. </a:t>
            </a:r>
            <a:r>
              <a:rPr lang="en-US" dirty="0" err="1"/>
              <a:t>Etiam</a:t>
            </a:r>
            <a:r>
              <a:rPr lang="en-US" dirty="0"/>
              <a:t> </a:t>
            </a:r>
            <a:r>
              <a:rPr lang="en-US" dirty="0" err="1"/>
              <a:t>eget</a:t>
            </a:r>
            <a:r>
              <a:rPr lang="en-US" dirty="0"/>
              <a:t> dui. </a:t>
            </a:r>
            <a:r>
              <a:rPr lang="en-US" dirty="0" err="1"/>
              <a:t>Aliqua</a:t>
            </a:r>
            <a:r>
              <a:rPr lang="en-US" dirty="0"/>
              <a:t> </a:t>
            </a:r>
            <a:r>
              <a:rPr lang="en-US" dirty="0" err="1"/>
              <a:t>merat</a:t>
            </a:r>
            <a:r>
              <a:rPr lang="en-US" dirty="0"/>
              <a:t> </a:t>
            </a:r>
            <a:r>
              <a:rPr lang="en-US" dirty="0" err="1"/>
              <a:t>volutpat</a:t>
            </a:r>
            <a:r>
              <a:rPr lang="en-US" dirty="0"/>
              <a:t>. Sed at lorem in </a:t>
            </a:r>
            <a:r>
              <a:rPr lang="en-US" dirty="0" err="1"/>
              <a:t>nunc</a:t>
            </a:r>
            <a:r>
              <a:rPr lang="en-US" dirty="0"/>
              <a:t> porta </a:t>
            </a:r>
            <a:r>
              <a:rPr lang="en-US" dirty="0" err="1"/>
              <a:t>tristique</a:t>
            </a:r>
            <a:r>
              <a:rPr lang="en-US" dirty="0"/>
              <a:t>. </a:t>
            </a:r>
            <a:r>
              <a:rPr lang="en-US" dirty="0" err="1"/>
              <a:t>Proin</a:t>
            </a:r>
            <a:r>
              <a:rPr lang="en-US" dirty="0"/>
              <a:t> </a:t>
            </a:r>
            <a:r>
              <a:rPr lang="en-US" dirty="0" err="1"/>
              <a:t>nec</a:t>
            </a:r>
            <a:r>
              <a:rPr lang="en-US" dirty="0"/>
              <a:t> </a:t>
            </a:r>
            <a:r>
              <a:rPr lang="en-US" dirty="0" err="1"/>
              <a:t>augue</a:t>
            </a:r>
            <a:r>
              <a:rPr lang="en-US" dirty="0"/>
              <a:t>.</a:t>
            </a:r>
          </a:p>
          <a:p>
            <a:r>
              <a:rPr lang="en-US" dirty="0" err="1"/>
              <a:t>Quisque</a:t>
            </a:r>
            <a:r>
              <a:rPr lang="en-US" dirty="0"/>
              <a:t> </a:t>
            </a:r>
            <a:r>
              <a:rPr lang="en-US" dirty="0" err="1"/>
              <a:t>aliquam</a:t>
            </a:r>
            <a:r>
              <a:rPr lang="en-US" dirty="0"/>
              <a:t> </a:t>
            </a:r>
            <a:r>
              <a:rPr lang="en-US" dirty="0" err="1"/>
              <a:t>tempor</a:t>
            </a:r>
            <a:r>
              <a:rPr lang="en-US" dirty="0"/>
              <a:t> magna.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Nunc ac magna. Maecenas </a:t>
            </a:r>
            <a:r>
              <a:rPr lang="en-US" dirty="0" err="1"/>
              <a:t>odio</a:t>
            </a:r>
            <a:r>
              <a:rPr lang="en-US" dirty="0"/>
              <a:t> dolor, </a:t>
            </a:r>
            <a:r>
              <a:rPr lang="en-US" dirty="0" err="1"/>
              <a:t>vulputate</a:t>
            </a:r>
            <a:r>
              <a:rPr lang="en-US" dirty="0"/>
              <a:t> vel, </a:t>
            </a:r>
            <a:r>
              <a:rPr lang="en-US" dirty="0" err="1"/>
              <a:t>auctor</a:t>
            </a:r>
            <a:r>
              <a:rPr lang="en-US" dirty="0"/>
              <a:t> ac, </a:t>
            </a:r>
            <a:r>
              <a:rPr lang="en-US" dirty="0" err="1"/>
              <a:t>accumsan</a:t>
            </a:r>
            <a:r>
              <a:rPr lang="en-US" dirty="0"/>
              <a:t> id, </a:t>
            </a:r>
            <a:r>
              <a:rPr lang="en-US" dirty="0" err="1"/>
              <a:t>felis</a:t>
            </a:r>
            <a:r>
              <a:rPr lang="en-US" dirty="0"/>
              <a:t>. </a:t>
            </a:r>
            <a:r>
              <a:rPr lang="en-US" dirty="0" err="1"/>
              <a:t>Pellentesque</a:t>
            </a:r>
            <a:r>
              <a:rPr lang="en-US" dirty="0"/>
              <a:t> cursus </a:t>
            </a:r>
            <a:r>
              <a:rPr lang="en-US" dirty="0" err="1"/>
              <a:t>sagittis</a:t>
            </a:r>
            <a:r>
              <a:rPr lang="en-US" dirty="0"/>
              <a:t> </a:t>
            </a:r>
            <a:r>
              <a:rPr lang="en-US" dirty="0" err="1"/>
              <a:t>felis</a:t>
            </a:r>
            <a:r>
              <a:rPr lang="en-US" dirty="0"/>
              <a:t>.</a:t>
            </a:r>
          </a:p>
          <a:p>
            <a:pPr lvl="3"/>
            <a:r>
              <a:rPr lang="en-US" dirty="0" err="1"/>
              <a:t>Pellentesque</a:t>
            </a:r>
            <a:r>
              <a:rPr lang="en-US" dirty="0"/>
              <a:t> porttitor, </a:t>
            </a:r>
            <a:r>
              <a:rPr lang="en-US" dirty="0" err="1"/>
              <a:t>velit</a:t>
            </a:r>
            <a:r>
              <a:rPr lang="en-US" dirty="0"/>
              <a:t> lacinia </a:t>
            </a:r>
            <a:r>
              <a:rPr lang="en-US" dirty="0" err="1"/>
              <a:t>egestas</a:t>
            </a:r>
            <a:r>
              <a:rPr lang="en-US" dirty="0"/>
              <a:t> </a:t>
            </a:r>
            <a:r>
              <a:rPr lang="en-US" dirty="0" err="1"/>
              <a:t>auctor</a:t>
            </a:r>
            <a:r>
              <a:rPr lang="en-US" dirty="0"/>
              <a:t>, diam </a:t>
            </a:r>
            <a:r>
              <a:rPr lang="en-US" dirty="0" err="1"/>
              <a:t>eros</a:t>
            </a:r>
            <a:r>
              <a:rPr lang="en-US" dirty="0"/>
              <a:t> tempus </a:t>
            </a:r>
            <a:r>
              <a:rPr lang="en-US" dirty="0" err="1"/>
              <a:t>arcu</a:t>
            </a:r>
            <a:r>
              <a:rPr lang="en-US" dirty="0"/>
              <a:t>, </a:t>
            </a:r>
            <a:r>
              <a:rPr lang="en-US" dirty="0" err="1"/>
              <a:t>nec</a:t>
            </a:r>
            <a:r>
              <a:rPr lang="en-US" dirty="0"/>
              <a:t> </a:t>
            </a:r>
            <a:r>
              <a:rPr lang="en-US" dirty="0" err="1"/>
              <a:t>vulputate</a:t>
            </a:r>
            <a:r>
              <a:rPr lang="en-US" dirty="0"/>
              <a:t> </a:t>
            </a:r>
            <a:r>
              <a:rPr lang="en-US" dirty="0" err="1"/>
              <a:t>augue</a:t>
            </a:r>
            <a:r>
              <a:rPr lang="en-US" dirty="0"/>
              <a:t> magna vel </a:t>
            </a:r>
            <a:r>
              <a:rPr lang="en-US" dirty="0" err="1"/>
              <a:t>risus</a:t>
            </a:r>
            <a:r>
              <a:rPr lang="en-US" dirty="0"/>
              <a:t>. Cras non magna vel ante adipiscing </a:t>
            </a:r>
            <a:r>
              <a:rPr lang="en-US" dirty="0" err="1"/>
              <a:t>rhoncus</a:t>
            </a:r>
            <a:r>
              <a:rPr lang="en-US" dirty="0"/>
              <a:t>. </a:t>
            </a:r>
            <a:r>
              <a:rPr lang="en-US" dirty="0" err="1"/>
              <a:t>Vivamus</a:t>
            </a:r>
            <a:r>
              <a:rPr lang="en-US" dirty="0"/>
              <a:t> a mi. Morbi </a:t>
            </a:r>
            <a:r>
              <a:rPr lang="en-US" dirty="0" err="1"/>
              <a:t>neque</a:t>
            </a:r>
            <a:r>
              <a:rPr lang="en-US" dirty="0"/>
              <a:t>. </a:t>
            </a:r>
            <a:r>
              <a:rPr lang="en-US" dirty="0" err="1"/>
              <a:t>Aliquam</a:t>
            </a:r>
            <a:r>
              <a:rPr lang="en-US" dirty="0"/>
              <a:t> dolor sit amet </a:t>
            </a:r>
            <a:r>
              <a:rPr lang="en-US" dirty="0" err="1"/>
              <a:t>erat</a:t>
            </a:r>
            <a:r>
              <a:rPr lang="en-US" dirty="0"/>
              <a:t> </a:t>
            </a:r>
            <a:r>
              <a:rPr lang="en-US" dirty="0" err="1"/>
              <a:t>volutpat</a:t>
            </a:r>
            <a:r>
              <a:rPr lang="en-US" dirty="0"/>
              <a:t>.</a:t>
            </a:r>
          </a:p>
          <a:p>
            <a:r>
              <a:rPr lang="en-US" dirty="0"/>
              <a:t>Ut </a:t>
            </a:r>
            <a:r>
              <a:rPr lang="en-US" dirty="0" err="1"/>
              <a:t>tincidunt</a:t>
            </a:r>
            <a:r>
              <a:rPr lang="en-US" dirty="0"/>
              <a:t> </a:t>
            </a:r>
            <a:r>
              <a:rPr lang="en-US" dirty="0" err="1"/>
              <a:t>volutpat</a:t>
            </a:r>
            <a:r>
              <a:rPr lang="en-US" dirty="0"/>
              <a:t> </a:t>
            </a:r>
            <a:r>
              <a:rPr lang="en-US" dirty="0" err="1"/>
              <a:t>urna</a:t>
            </a:r>
            <a:r>
              <a:rPr lang="en-US" dirty="0"/>
              <a:t>. </a:t>
            </a:r>
            <a:r>
              <a:rPr lang="en-US" dirty="0" err="1"/>
              <a:t>Mauris</a:t>
            </a:r>
            <a:r>
              <a:rPr lang="en-US" dirty="0"/>
              <a:t> </a:t>
            </a:r>
            <a:r>
              <a:rPr lang="en-US" dirty="0" err="1"/>
              <a:t>eleifend</a:t>
            </a:r>
            <a:r>
              <a:rPr lang="en-US" dirty="0"/>
              <a:t> </a:t>
            </a:r>
            <a:r>
              <a:rPr lang="en-US" dirty="0" err="1"/>
              <a:t>nulla</a:t>
            </a:r>
            <a:r>
              <a:rPr lang="en-US" dirty="0"/>
              <a:t> </a:t>
            </a:r>
            <a:r>
              <a:rPr lang="en-US" dirty="0" err="1"/>
              <a:t>eget</a:t>
            </a:r>
            <a:r>
              <a:rPr lang="en-US" dirty="0"/>
              <a:t> </a:t>
            </a:r>
            <a:r>
              <a:rPr lang="en-US" dirty="0" err="1"/>
              <a:t>mauris</a:t>
            </a:r>
            <a:r>
              <a:rPr lang="en-US" dirty="0"/>
              <a:t>. Sed cursus </a:t>
            </a:r>
            <a:r>
              <a:rPr lang="en-US" dirty="0" err="1"/>
              <a:t>quam</a:t>
            </a:r>
            <a:r>
              <a:rPr lang="en-US" dirty="0"/>
              <a:t> id </a:t>
            </a:r>
            <a:r>
              <a:rPr lang="en-US" dirty="0" err="1"/>
              <a:t>felis</a:t>
            </a:r>
            <a:r>
              <a:rPr lang="en-US" dirty="0"/>
              <a:t>. </a:t>
            </a:r>
            <a:r>
              <a:rPr lang="en-US" dirty="0" err="1"/>
              <a:t>Curabitur</a:t>
            </a:r>
            <a:r>
              <a:rPr lang="en-US" dirty="0"/>
              <a:t> posuere </a:t>
            </a:r>
            <a:r>
              <a:rPr lang="en-US" dirty="0" err="1"/>
              <a:t>quam</a:t>
            </a:r>
            <a:r>
              <a:rPr lang="en-US" dirty="0"/>
              <a:t> vel </a:t>
            </a:r>
            <a:r>
              <a:rPr lang="en-US" dirty="0" err="1"/>
              <a:t>nibh</a:t>
            </a:r>
            <a:r>
              <a:rPr lang="en-US" dirty="0"/>
              <a:t>. Cras </a:t>
            </a:r>
            <a:r>
              <a:rPr lang="en-US" dirty="0" err="1"/>
              <a:t>dapibus</a:t>
            </a:r>
            <a:r>
              <a:rPr lang="en-US" dirty="0"/>
              <a:t> </a:t>
            </a:r>
            <a:r>
              <a:rPr lang="en-US" dirty="0" err="1"/>
              <a:t>dapibus dolor sit amet</a:t>
            </a:r>
            <a:r>
              <a:rPr lang="en-US" dirty="0"/>
              <a:t> </a:t>
            </a:r>
            <a:r>
              <a:rPr lang="en-US" dirty="0" err="1"/>
              <a:t>nisl</a:t>
            </a:r>
            <a:r>
              <a:rPr lang="en-US" dirty="0"/>
              <a:t>.</a:t>
            </a:r>
          </a:p>
        </p:txBody>
      </p:sp>
    </p:spTree>
    <p:extLst>
      <p:ext uri="{BB962C8B-B14F-4D97-AF65-F5344CB8AC3E}">
        <p14:creationId xmlns:p14="http://schemas.microsoft.com/office/powerpoint/2010/main" val="21707391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2BCB3E00-6485-6AB7-3EF9-B1C4DD6975F2}"/>
              </a:ext>
            </a:extLst>
          </p:cNvPr>
          <p:cNvSpPr>
            <a:spLocks noGrp="1"/>
          </p:cNvSpPr>
          <p:nvPr>
            <p:ph type="subTitle" idx="12"/>
          </p:nvPr>
        </p:nvSpPr>
        <p:spPr/>
        <p:txBody>
          <a:bodyPr/>
          <a:lstStyle/>
          <a:p>
            <a:r>
              <a:rPr lang="en-US" dirty="0"/>
              <a:t>Standard Layouts</a:t>
            </a:r>
          </a:p>
        </p:txBody>
      </p:sp>
      <p:sp>
        <p:nvSpPr>
          <p:cNvPr id="2" name="Title 1">
            <a:extLst>
              <a:ext uri="{FF2B5EF4-FFF2-40B4-BE49-F238E27FC236}">
                <a16:creationId xmlns:a16="http://schemas.microsoft.com/office/drawing/2014/main" id="{90D26221-B827-4344-A19B-8D8D15151827}"/>
              </a:ext>
            </a:extLst>
          </p:cNvPr>
          <p:cNvSpPr>
            <a:spLocks noGrp="1"/>
          </p:cNvSpPr>
          <p:nvPr>
            <p:ph type="title"/>
          </p:nvPr>
        </p:nvSpPr>
        <p:spPr/>
        <p:txBody>
          <a:bodyPr/>
          <a:lstStyle/>
          <a:p>
            <a:r>
              <a:rPr lang="en-US" dirty="0"/>
              <a:t>1/3 _ 2/3 Light</a:t>
            </a:r>
          </a:p>
        </p:txBody>
      </p:sp>
      <p:sp>
        <p:nvSpPr>
          <p:cNvPr id="3" name="Content Placeholder 2">
            <a:extLst>
              <a:ext uri="{FF2B5EF4-FFF2-40B4-BE49-F238E27FC236}">
                <a16:creationId xmlns:a16="http://schemas.microsoft.com/office/drawing/2014/main" id="{FEC626CA-8D17-48CF-B244-34F7C6058254}"/>
              </a:ext>
            </a:extLst>
          </p:cNvPr>
          <p:cNvSpPr>
            <a:spLocks noGrp="1"/>
          </p:cNvSpPr>
          <p:nvPr>
            <p:ph sz="quarter" idx="16"/>
          </p:nvPr>
        </p:nvSpPr>
        <p:spPr/>
        <p:txBody>
          <a:bodyPr/>
          <a:lstStyle/>
          <a:p>
            <a:pPr lvl="3"/>
            <a:r>
              <a:rPr lang="en-US" dirty="0"/>
              <a:t>Integer </a:t>
            </a:r>
            <a:r>
              <a:rPr lang="en-US" dirty="0" err="1"/>
              <a:t>ultrices</a:t>
            </a:r>
            <a:r>
              <a:rPr lang="en-US" dirty="0"/>
              <a:t> </a:t>
            </a:r>
            <a:r>
              <a:rPr lang="en-US" dirty="0" err="1"/>
              <a:t>lobortis</a:t>
            </a:r>
            <a:r>
              <a:rPr lang="en-US" dirty="0"/>
              <a:t> </a:t>
            </a:r>
            <a:r>
              <a:rPr lang="en-US" dirty="0" err="1"/>
              <a:t>eros</a:t>
            </a:r>
          </a:p>
          <a:p>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a:t>
            </a: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intel, ultricies vel, </a:t>
            </a:r>
            <a:r>
              <a:rPr lang="en-US" dirty="0" err="1"/>
              <a:t>faucibus</a:t>
            </a:r>
            <a:r>
              <a:rPr lang="en-US" dirty="0"/>
              <a:t> at, </a:t>
            </a:r>
            <a:r>
              <a:rPr lang="en-US" dirty="0" err="1"/>
              <a:t>quam</a:t>
            </a:r>
            <a:r>
              <a:rPr lang="en-US" dirty="0"/>
              <a:t>. </a:t>
            </a:r>
            <a:r>
              <a:rPr lang="en-US" dirty="0" err="1"/>
              <a:t>Doneca</a:t>
            </a:r>
            <a:r>
              <a:rPr lang="en-US" dirty="0"/>
              <a:t> elit </a:t>
            </a:r>
            <a:r>
              <a:rPr lang="en-US" dirty="0" err="1"/>
              <a:t>est</a:t>
            </a:r>
            <a:r>
              <a:rPr lang="en-US" dirty="0"/>
              <a:t>, consectetuer </a:t>
            </a:r>
            <a:r>
              <a:rPr lang="en-US" dirty="0" err="1"/>
              <a:t>eget</a:t>
            </a:r>
            <a:r>
              <a:rPr lang="en-US" dirty="0"/>
              <a:t>, </a:t>
            </a:r>
            <a:r>
              <a:rPr lang="en-US" dirty="0" err="1"/>
              <a:t>consequat</a:t>
            </a:r>
            <a:r>
              <a:rPr lang="en-US" dirty="0"/>
              <a:t>.</a:t>
            </a:r>
          </a:p>
          <a:p>
            <a:r>
              <a:rPr lang="en-US" dirty="0"/>
              <a:t>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br>
              <a:rPr lang="en-US" dirty="0"/>
            </a:b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a:t>
            </a:r>
          </a:p>
        </p:txBody>
      </p:sp>
      <p:sp>
        <p:nvSpPr>
          <p:cNvPr id="5" name="Content Placeholder 4">
            <a:extLst>
              <a:ext uri="{FF2B5EF4-FFF2-40B4-BE49-F238E27FC236}">
                <a16:creationId xmlns:a16="http://schemas.microsoft.com/office/drawing/2014/main" id="{525F8696-7248-4D54-A77D-68AF7F202817}"/>
              </a:ext>
            </a:extLst>
          </p:cNvPr>
          <p:cNvSpPr>
            <a:spLocks noGrp="1"/>
          </p:cNvSpPr>
          <p:nvPr>
            <p:ph sz="quarter" idx="17"/>
          </p:nvPr>
        </p:nvSpPr>
        <p:spPr/>
        <p:txBody>
          <a:bodyPr/>
          <a:lstStyle/>
          <a:p>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t>
            </a:r>
            <a:r>
              <a:rPr lang="en-US" dirty="0"/>
              <a:t> </a:t>
            </a:r>
            <a:r>
              <a:rPr lang="en-US" dirty="0" err="1"/>
              <a:t>ada</a:t>
            </a:r>
            <a:r>
              <a:rPr lang="en-US" dirty="0"/>
              <a:t> fames ac </a:t>
            </a:r>
            <a:r>
              <a:rPr lang="en-US" dirty="0" err="1"/>
              <a:t>turpis</a:t>
            </a:r>
            <a:r>
              <a:rPr lang="en-US" dirty="0"/>
              <a:t> </a:t>
            </a:r>
            <a:r>
              <a:rPr lang="en-US" dirty="0" err="1"/>
              <a:t>egestas</a:t>
            </a:r>
            <a:r>
              <a:rPr lang="en-US" dirty="0"/>
              <a:t>. </a:t>
            </a: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a:t>
            </a:r>
            <a:r>
              <a:rPr lang="en-US" dirty="0" err="1"/>
              <a:t>interdum</a:t>
            </a:r>
            <a:r>
              <a:rPr lang="en-US" dirty="0"/>
              <a:t> vel, ultricies vel, </a:t>
            </a:r>
            <a:r>
              <a:rPr lang="en-US" dirty="0" err="1"/>
              <a:t>faucibus</a:t>
            </a:r>
            <a:r>
              <a:rPr lang="en-US" dirty="0"/>
              <a:t> at, </a:t>
            </a:r>
            <a:r>
              <a:rPr lang="en-US" dirty="0" err="1"/>
              <a:t>quam</a:t>
            </a:r>
            <a:r>
              <a:rPr lang="en-US" dirty="0"/>
              <a:t>. </a:t>
            </a:r>
            <a:r>
              <a:rPr lang="en-US" dirty="0" err="1"/>
              <a:t>Donec</a:t>
            </a:r>
            <a:r>
              <a:rPr lang="en-US" dirty="0"/>
              <a:t> elit </a:t>
            </a:r>
            <a:r>
              <a:rPr lang="en-US" dirty="0" err="1"/>
              <a:t>est</a:t>
            </a:r>
            <a:r>
              <a:rPr lang="en-US" dirty="0"/>
              <a:t>, consectetuer </a:t>
            </a:r>
            <a:r>
              <a:rPr lang="en-US" dirty="0" err="1"/>
              <a:t>eget</a:t>
            </a:r>
            <a:r>
              <a:rPr lang="en-US" dirty="0"/>
              <a:t>, </a:t>
            </a:r>
            <a:r>
              <a:rPr lang="en-US" dirty="0" err="1"/>
              <a:t>consequat</a:t>
            </a:r>
            <a:r>
              <a:rPr lang="en-US" dirty="0"/>
              <a:t> </a:t>
            </a:r>
            <a:r>
              <a:rPr lang="en-US" dirty="0" err="1"/>
              <a:t>quis</a:t>
            </a:r>
            <a:r>
              <a:rPr lang="en-US" dirty="0"/>
              <a:t>, tempus </a:t>
            </a:r>
            <a:r>
              <a:rPr lang="en-US" dirty="0" err="1"/>
              <a:t>quis</a:t>
            </a:r>
            <a:r>
              <a:rPr lang="en-US" dirty="0"/>
              <a:t>, </a:t>
            </a:r>
            <a:r>
              <a:rPr lang="en-US" dirty="0" err="1"/>
              <a:t>wisi</a:t>
            </a:r>
            <a:r>
              <a:rPr lang="en-US" dirty="0"/>
              <a:t>.</a:t>
            </a:r>
          </a:p>
          <a:p>
            <a:pPr lvl="4"/>
            <a:r>
              <a:rPr lang="en-US" dirty="0"/>
              <a:t>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 per </a:t>
            </a:r>
            <a:r>
              <a:rPr lang="en-US" dirty="0" err="1"/>
              <a:t>conubia</a:t>
            </a:r>
            <a:r>
              <a:rPr lang="en-US" dirty="0"/>
              <a:t> nostra</a:t>
            </a:r>
          </a:p>
          <a:p>
            <a:pPr lvl="4"/>
            <a:r>
              <a:rPr lang="en-US" dirty="0" err="1"/>
              <a:t>Donec</a:t>
            </a:r>
            <a:r>
              <a:rPr lang="en-US" dirty="0"/>
              <a:t> </a:t>
            </a:r>
            <a:r>
              <a:rPr lang="en-US" dirty="0" err="1"/>
              <a:t>ullamcorper</a:t>
            </a:r>
            <a:r>
              <a:rPr lang="en-US" dirty="0"/>
              <a:t> </a:t>
            </a:r>
            <a:r>
              <a:rPr lang="en-US" dirty="0" err="1"/>
              <a:t>fringilla</a:t>
            </a:r>
            <a:r>
              <a:rPr lang="en-US" dirty="0"/>
              <a:t> </a:t>
            </a:r>
            <a:r>
              <a:rPr lang="en-US" dirty="0" err="1"/>
              <a:t>eros</a:t>
            </a:r>
            <a:r>
              <a:rPr lang="en-US" dirty="0"/>
              <a:t>. Fusce in </a:t>
            </a:r>
            <a:r>
              <a:rPr lang="en-US" dirty="0" err="1"/>
              <a:t>sapien</a:t>
            </a:r>
            <a:r>
              <a:rPr lang="en-US" dirty="0"/>
              <a:t> </a:t>
            </a:r>
            <a:r>
              <a:rPr lang="en-US" dirty="0" err="1"/>
              <a:t>eu</a:t>
            </a:r>
            <a:r>
              <a:rPr lang="en-US" dirty="0"/>
              <a:t> purus </a:t>
            </a:r>
            <a:r>
              <a:rPr lang="en-US" dirty="0" err="1"/>
              <a:t>dapibus</a:t>
            </a:r>
            <a:r>
              <a:rPr lang="en-US" dirty="0"/>
              <a:t> </a:t>
            </a:r>
            <a:r>
              <a:rPr lang="en-US" dirty="0" err="1"/>
              <a:t>commodo</a:t>
            </a:r>
          </a:p>
          <a:p>
            <a:pPr lvl="4"/>
            <a:r>
              <a:rPr lang="en-US" dirty="0"/>
              <a:t>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a:t>
            </a:r>
          </a:p>
          <a:p>
            <a:pPr lvl="4"/>
            <a:r>
              <a:rPr lang="en-US" dirty="0"/>
              <a:t>Cras </a:t>
            </a:r>
            <a:r>
              <a:rPr lang="en-US" dirty="0" err="1"/>
              <a:t>faucibus</a:t>
            </a:r>
            <a:r>
              <a:rPr lang="en-US" dirty="0"/>
              <a:t> </a:t>
            </a:r>
            <a:r>
              <a:rPr lang="en-US" dirty="0" err="1"/>
              <a:t>condimentum</a:t>
            </a:r>
            <a:r>
              <a:rPr lang="en-US" dirty="0"/>
              <a:t> </a:t>
            </a:r>
            <a:r>
              <a:rPr lang="en-US" dirty="0" err="1"/>
              <a:t>odio dolor sit amet</a:t>
            </a:r>
            <a:endParaRPr lang="en-US" dirty="0"/>
          </a:p>
          <a:p>
            <a:pPr lvl="4"/>
            <a:r>
              <a:rPr lang="en-US" dirty="0" err="1"/>
              <a:t>Etiam</a:t>
            </a:r>
            <a:r>
              <a:rPr lang="en-US" dirty="0"/>
              <a:t> at ligula et </a:t>
            </a:r>
            <a:r>
              <a:rPr lang="en-US" dirty="0" err="1"/>
              <a:t>tellus</a:t>
            </a:r>
            <a:r>
              <a:rPr lang="en-US" dirty="0"/>
              <a:t> </a:t>
            </a:r>
            <a:r>
              <a:rPr lang="en-US" dirty="0" err="1"/>
              <a:t>ullamcorper</a:t>
            </a:r>
            <a:r>
              <a:rPr lang="en-US" dirty="0"/>
              <a:t> </a:t>
            </a:r>
            <a:r>
              <a:rPr lang="en-US" dirty="0" err="1"/>
              <a:t>ultrices</a:t>
            </a:r>
            <a:endParaRPr lang="en-US" dirty="0"/>
          </a:p>
          <a:p>
            <a:r>
              <a:rPr lang="en-US" dirty="0"/>
              <a:t>In fermentum, lorem non cursus porttitor, diam </a:t>
            </a:r>
            <a:r>
              <a:rPr lang="en-US" dirty="0" err="1"/>
              <a:t>urna</a:t>
            </a:r>
            <a:r>
              <a:rPr lang="en-US" dirty="0"/>
              <a:t> </a:t>
            </a:r>
            <a:r>
              <a:rPr lang="en-US" dirty="0" err="1"/>
              <a:t>accumsan</a:t>
            </a:r>
            <a:r>
              <a:rPr lang="en-US" dirty="0"/>
              <a:t> </a:t>
            </a:r>
            <a:r>
              <a:rPr lang="en-US" dirty="0" err="1"/>
              <a:t>lacus</a:t>
            </a:r>
            <a:r>
              <a:rPr lang="en-US" dirty="0"/>
              <a:t>, sed </a:t>
            </a:r>
            <a:r>
              <a:rPr lang="en-US" dirty="0" err="1"/>
              <a:t>interdum</a:t>
            </a:r>
            <a:r>
              <a:rPr lang="en-US" dirty="0"/>
              <a:t> </a:t>
            </a:r>
            <a:r>
              <a:rPr lang="en-US" dirty="0" err="1"/>
              <a:t>wisi</a:t>
            </a:r>
            <a:r>
              <a:rPr lang="en-US" dirty="0"/>
              <a:t> </a:t>
            </a:r>
            <a:r>
              <a:rPr lang="en-US" dirty="0" err="1"/>
              <a:t>nibh</a:t>
            </a:r>
            <a:r>
              <a:rPr lang="en-US" dirty="0"/>
              <a:t>. 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r>
              <a:rPr lang="en-US" dirty="0" err="1"/>
              <a:t>Nullam</a:t>
            </a:r>
            <a:r>
              <a:rPr lang="en-US" dirty="0"/>
              <a:t> </a:t>
            </a:r>
            <a:r>
              <a:rPr lang="en-US" dirty="0" err="1"/>
              <a:t>hendrerit</a:t>
            </a:r>
            <a:r>
              <a:rPr lang="en-US" dirty="0"/>
              <a:t> </a:t>
            </a:r>
            <a:r>
              <a:rPr lang="en-US" dirty="0" err="1"/>
              <a:t>bibendum</a:t>
            </a:r>
            <a:r>
              <a:rPr lang="en-US" dirty="0"/>
              <a:t> </a:t>
            </a:r>
            <a:r>
              <a:rPr lang="en-US" dirty="0" err="1"/>
              <a:t>justo</a:t>
            </a:r>
            <a:r>
              <a:rPr lang="en-US" dirty="0"/>
              <a:t>. </a:t>
            </a:r>
          </a:p>
        </p:txBody>
      </p:sp>
    </p:spTree>
    <p:extLst>
      <p:ext uri="{BB962C8B-B14F-4D97-AF65-F5344CB8AC3E}">
        <p14:creationId xmlns:p14="http://schemas.microsoft.com/office/powerpoint/2010/main" val="475327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1191E682-8E0E-1D45-B0ED-3837E048702E}"/>
              </a:ext>
            </a:extLst>
          </p:cNvPr>
          <p:cNvSpPr>
            <a:spLocks noGrp="1"/>
          </p:cNvSpPr>
          <p:nvPr>
            <p:ph type="subTitle" idx="12"/>
          </p:nvPr>
        </p:nvSpPr>
        <p:spPr/>
        <p:txBody>
          <a:bodyPr/>
          <a:lstStyle/>
          <a:p>
            <a:r>
              <a:rPr lang="en-US" dirty="0"/>
              <a:t>Standard Layouts</a:t>
            </a:r>
          </a:p>
        </p:txBody>
      </p:sp>
      <p:sp>
        <p:nvSpPr>
          <p:cNvPr id="2" name="Title 1">
            <a:extLst>
              <a:ext uri="{FF2B5EF4-FFF2-40B4-BE49-F238E27FC236}">
                <a16:creationId xmlns:a16="http://schemas.microsoft.com/office/drawing/2014/main" id="{90D26221-B827-4344-A19B-8D8D15151827}"/>
              </a:ext>
            </a:extLst>
          </p:cNvPr>
          <p:cNvSpPr>
            <a:spLocks noGrp="1"/>
          </p:cNvSpPr>
          <p:nvPr>
            <p:ph type="title"/>
          </p:nvPr>
        </p:nvSpPr>
        <p:spPr/>
        <p:txBody>
          <a:bodyPr/>
          <a:lstStyle/>
          <a:p>
            <a:r>
              <a:rPr lang="en-US" dirty="0"/>
              <a:t>2/3 _ 1/3 Light</a:t>
            </a:r>
          </a:p>
        </p:txBody>
      </p:sp>
      <p:sp>
        <p:nvSpPr>
          <p:cNvPr id="3" name="Content Placeholder 2">
            <a:extLst>
              <a:ext uri="{FF2B5EF4-FFF2-40B4-BE49-F238E27FC236}">
                <a16:creationId xmlns:a16="http://schemas.microsoft.com/office/drawing/2014/main" id="{FEC626CA-8D17-48CF-B244-34F7C6058254}"/>
              </a:ext>
            </a:extLst>
          </p:cNvPr>
          <p:cNvSpPr>
            <a:spLocks noGrp="1"/>
          </p:cNvSpPr>
          <p:nvPr>
            <p:ph sz="quarter" idx="16"/>
          </p:nvPr>
        </p:nvSpPr>
        <p:spPr/>
        <p:txBody>
          <a:bodyPr/>
          <a:lstStyle/>
          <a:p>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t>
            </a:r>
            <a:r>
              <a:rPr lang="en-US" dirty="0"/>
              <a:t> </a:t>
            </a:r>
            <a:r>
              <a:rPr lang="en-US" dirty="0" err="1"/>
              <a:t>ada</a:t>
            </a:r>
            <a:r>
              <a:rPr lang="en-US" dirty="0"/>
              <a:t> fames ac </a:t>
            </a:r>
            <a:r>
              <a:rPr lang="en-US" dirty="0" err="1"/>
              <a:t>turpis</a:t>
            </a:r>
            <a:r>
              <a:rPr lang="en-US" dirty="0"/>
              <a:t> </a:t>
            </a:r>
            <a:r>
              <a:rPr lang="en-US" dirty="0" err="1"/>
              <a:t>egestas</a:t>
            </a:r>
            <a:r>
              <a:rPr lang="en-US" dirty="0"/>
              <a:t>. </a:t>
            </a:r>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a:t>
            </a:r>
            <a:r>
              <a:rPr lang="en-US" dirty="0" err="1"/>
              <a:t>interdum</a:t>
            </a:r>
            <a:r>
              <a:rPr lang="en-US" dirty="0"/>
              <a:t> vel, ultricies vel, </a:t>
            </a:r>
            <a:r>
              <a:rPr lang="en-US" dirty="0" err="1"/>
              <a:t>faucibus</a:t>
            </a:r>
            <a:r>
              <a:rPr lang="en-US" dirty="0"/>
              <a:t> at, </a:t>
            </a:r>
            <a:r>
              <a:rPr lang="en-US" dirty="0" err="1"/>
              <a:t>quam</a:t>
            </a:r>
            <a:r>
              <a:rPr lang="en-US" dirty="0"/>
              <a:t>. </a:t>
            </a:r>
            <a:r>
              <a:rPr lang="en-US" dirty="0" err="1"/>
              <a:t>Donec</a:t>
            </a:r>
            <a:r>
              <a:rPr lang="en-US" dirty="0"/>
              <a:t> elit </a:t>
            </a:r>
            <a:r>
              <a:rPr lang="en-US" dirty="0" err="1"/>
              <a:t>est</a:t>
            </a:r>
            <a:r>
              <a:rPr lang="en-US" dirty="0"/>
              <a:t>, consectetuer </a:t>
            </a:r>
            <a:r>
              <a:rPr lang="en-US" dirty="0" err="1"/>
              <a:t>eget</a:t>
            </a:r>
            <a:r>
              <a:rPr lang="en-US" dirty="0"/>
              <a:t>, </a:t>
            </a:r>
            <a:r>
              <a:rPr lang="en-US" dirty="0" err="1"/>
              <a:t>consequat</a:t>
            </a:r>
            <a:r>
              <a:rPr lang="en-US" dirty="0"/>
              <a:t> </a:t>
            </a:r>
            <a:r>
              <a:rPr lang="en-US" dirty="0" err="1"/>
              <a:t>quis</a:t>
            </a:r>
            <a:r>
              <a:rPr lang="en-US" dirty="0"/>
              <a:t>, tempus </a:t>
            </a:r>
            <a:r>
              <a:rPr lang="en-US" dirty="0" err="1"/>
              <a:t>quis</a:t>
            </a:r>
            <a:r>
              <a:rPr lang="en-US" dirty="0"/>
              <a:t>, </a:t>
            </a:r>
            <a:r>
              <a:rPr lang="en-US" dirty="0" err="1"/>
              <a:t>wisi</a:t>
            </a:r>
            <a:r>
              <a:rPr lang="en-US" dirty="0"/>
              <a:t>.</a:t>
            </a:r>
          </a:p>
          <a:p>
            <a:r>
              <a:rPr lang="en-US" dirty="0"/>
              <a:t>In in </a:t>
            </a:r>
            <a:r>
              <a:rPr lang="en-US" dirty="0" err="1"/>
              <a:t>nunc</a:t>
            </a:r>
            <a:r>
              <a:rPr lang="en-US" dirty="0"/>
              <a:t>. Class </a:t>
            </a:r>
            <a:r>
              <a:rPr lang="en-US" dirty="0" err="1"/>
              <a:t>aptent</a:t>
            </a:r>
            <a:r>
              <a:rPr lang="en-US" dirty="0"/>
              <a:t> </a:t>
            </a:r>
            <a:r>
              <a:rPr lang="en-US" dirty="0" err="1"/>
              <a:t>taciti</a:t>
            </a:r>
            <a:r>
              <a:rPr lang="en-US" dirty="0"/>
              <a:t> </a:t>
            </a:r>
            <a:r>
              <a:rPr lang="en-US" dirty="0" err="1"/>
              <a:t>sociosqu</a:t>
            </a:r>
            <a:r>
              <a:rPr lang="en-US" dirty="0"/>
              <a:t> ad </a:t>
            </a:r>
            <a:r>
              <a:rPr lang="en-US" dirty="0" err="1"/>
              <a:t>litora</a:t>
            </a:r>
            <a:r>
              <a:rPr lang="en-US" dirty="0"/>
              <a:t> </a:t>
            </a:r>
            <a:r>
              <a:rPr lang="en-US" dirty="0" err="1"/>
              <a:t>torquent</a:t>
            </a:r>
            <a:r>
              <a:rPr lang="en-US" dirty="0"/>
              <a:t> per </a:t>
            </a:r>
            <a:r>
              <a:rPr lang="en-US" dirty="0" err="1"/>
              <a:t>conubia</a:t>
            </a:r>
            <a:r>
              <a:rPr lang="en-US" dirty="0"/>
              <a:t> nostra, per </a:t>
            </a:r>
            <a:r>
              <a:rPr lang="en-US" dirty="0" err="1"/>
              <a:t>inceptos</a:t>
            </a:r>
            <a:r>
              <a:rPr lang="en-US" dirty="0"/>
              <a:t> </a:t>
            </a:r>
            <a:r>
              <a:rPr lang="en-US" dirty="0" err="1"/>
              <a:t>hymenaeos</a:t>
            </a:r>
            <a:r>
              <a:rPr lang="en-US" dirty="0"/>
              <a:t>. </a:t>
            </a:r>
            <a:r>
              <a:rPr lang="en-US" dirty="0" err="1"/>
              <a:t>Donec</a:t>
            </a:r>
            <a:r>
              <a:rPr lang="en-US" dirty="0"/>
              <a:t> </a:t>
            </a:r>
            <a:r>
              <a:rPr lang="en-US" dirty="0" err="1"/>
              <a:t>ullamcorper</a:t>
            </a:r>
            <a:r>
              <a:rPr lang="en-US" dirty="0"/>
              <a:t> </a:t>
            </a:r>
            <a:r>
              <a:rPr lang="en-US" dirty="0" err="1"/>
              <a:t>fringilla</a:t>
            </a:r>
            <a:r>
              <a:rPr lang="en-US" dirty="0"/>
              <a:t> </a:t>
            </a:r>
            <a:r>
              <a:rPr lang="en-US" dirty="0" err="1"/>
              <a:t>eros</a:t>
            </a:r>
            <a:r>
              <a:rPr lang="en-US" dirty="0"/>
              <a:t>. Fusce in </a:t>
            </a:r>
            <a:r>
              <a:rPr lang="en-US" dirty="0" err="1"/>
              <a:t>sapien</a:t>
            </a:r>
            <a:r>
              <a:rPr lang="en-US" dirty="0"/>
              <a:t> </a:t>
            </a:r>
            <a:r>
              <a:rPr lang="en-US" dirty="0" err="1"/>
              <a:t>eu</a:t>
            </a:r>
            <a:r>
              <a:rPr lang="en-US" dirty="0"/>
              <a:t> purus </a:t>
            </a:r>
            <a:r>
              <a:rPr lang="en-US" dirty="0" err="1"/>
              <a:t>dapibus</a:t>
            </a:r>
            <a:r>
              <a:rPr lang="en-US" dirty="0"/>
              <a:t> </a:t>
            </a:r>
            <a:r>
              <a:rPr lang="en-US" dirty="0" err="1"/>
              <a:t>commodo</a:t>
            </a:r>
            <a:r>
              <a:rPr lang="en-US" dirty="0"/>
              <a:t>.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a:t>
            </a:r>
          </a:p>
          <a:p>
            <a:pPr lvl="2"/>
            <a:r>
              <a:rPr lang="en-US" dirty="0"/>
              <a:t>Cras </a:t>
            </a:r>
            <a:r>
              <a:rPr lang="en-US" dirty="0" err="1"/>
              <a:t>faucibus</a:t>
            </a:r>
            <a:r>
              <a:rPr lang="en-US" dirty="0"/>
              <a:t> </a:t>
            </a:r>
            <a:r>
              <a:rPr lang="en-US" dirty="0" err="1"/>
              <a:t>condimentum</a:t>
            </a:r>
            <a:r>
              <a:rPr lang="en-US" dirty="0"/>
              <a:t> </a:t>
            </a:r>
            <a:r>
              <a:rPr lang="en-US" dirty="0" err="1"/>
              <a:t>odio</a:t>
            </a:r>
            <a:endParaRPr lang="en-US" dirty="0"/>
          </a:p>
          <a:p>
            <a:pPr lvl="2"/>
            <a:r>
              <a:rPr lang="en-US" dirty="0"/>
              <a:t>Sed ac ligula dolor sit amet</a:t>
            </a:r>
          </a:p>
          <a:p>
            <a:pPr lvl="2"/>
            <a:r>
              <a:rPr lang="en-US" dirty="0" err="1"/>
              <a:t>Aliquam</a:t>
            </a:r>
            <a:r>
              <a:rPr lang="en-US" dirty="0"/>
              <a:t> dolor sit amet at </a:t>
            </a:r>
            <a:r>
              <a:rPr lang="en-US" dirty="0" err="1"/>
              <a:t>eros</a:t>
            </a:r>
            <a:endParaRPr lang="en-US" dirty="0"/>
          </a:p>
          <a:p>
            <a:pPr lvl="2"/>
            <a:r>
              <a:rPr lang="en-US" dirty="0" err="1"/>
              <a:t>Etiam</a:t>
            </a:r>
            <a:r>
              <a:rPr lang="en-US" dirty="0"/>
              <a:t> at ligula et </a:t>
            </a:r>
            <a:r>
              <a:rPr lang="en-US" dirty="0" err="1"/>
              <a:t>tellus</a:t>
            </a:r>
            <a:r>
              <a:rPr lang="en-US" dirty="0"/>
              <a:t> </a:t>
            </a:r>
            <a:r>
              <a:rPr lang="en-US" dirty="0" err="1"/>
              <a:t>ullamcorper</a:t>
            </a:r>
            <a:r>
              <a:rPr lang="en-US" dirty="0"/>
              <a:t> </a:t>
            </a:r>
            <a:r>
              <a:rPr lang="en-US" dirty="0" err="1"/>
              <a:t>ultrices</a:t>
            </a:r>
            <a:endParaRPr lang="en-US" dirty="0"/>
          </a:p>
          <a:p>
            <a:r>
              <a:rPr lang="en-US" dirty="0"/>
              <a:t>In fermentum, lorem non cursus porttitor, diam </a:t>
            </a:r>
            <a:r>
              <a:rPr lang="en-US" dirty="0" err="1"/>
              <a:t>urna</a:t>
            </a:r>
            <a:r>
              <a:rPr lang="en-US" dirty="0"/>
              <a:t> </a:t>
            </a:r>
            <a:r>
              <a:rPr lang="en-US" dirty="0" err="1"/>
              <a:t>accumsan</a:t>
            </a:r>
            <a:r>
              <a:rPr lang="en-US" dirty="0"/>
              <a:t> </a:t>
            </a:r>
            <a:r>
              <a:rPr lang="en-US" dirty="0" err="1"/>
              <a:t>lacus</a:t>
            </a:r>
            <a:r>
              <a:rPr lang="en-US" dirty="0"/>
              <a:t>, sed </a:t>
            </a:r>
            <a:r>
              <a:rPr lang="en-US" dirty="0" err="1"/>
              <a:t>interdum</a:t>
            </a:r>
            <a:r>
              <a:rPr lang="en-US" dirty="0"/>
              <a:t> </a:t>
            </a:r>
            <a:r>
              <a:rPr lang="en-US" dirty="0" err="1"/>
              <a:t>wisi</a:t>
            </a:r>
            <a:r>
              <a:rPr lang="en-US" dirty="0"/>
              <a:t> </a:t>
            </a:r>
            <a:r>
              <a:rPr lang="en-US" dirty="0" err="1"/>
              <a:t>nibh</a:t>
            </a:r>
            <a:r>
              <a:rPr lang="en-US" dirty="0"/>
              <a:t>. 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r>
              <a:rPr lang="en-US" dirty="0" err="1"/>
              <a:t>Nullam</a:t>
            </a:r>
            <a:r>
              <a:rPr lang="en-US" dirty="0"/>
              <a:t> </a:t>
            </a:r>
            <a:r>
              <a:rPr lang="en-US" dirty="0" err="1"/>
              <a:t>hendrerit</a:t>
            </a:r>
            <a:r>
              <a:rPr lang="en-US" dirty="0"/>
              <a:t> </a:t>
            </a:r>
            <a:r>
              <a:rPr lang="en-US" dirty="0" err="1"/>
              <a:t>bibendum</a:t>
            </a:r>
            <a:r>
              <a:rPr lang="en-US" dirty="0"/>
              <a:t> </a:t>
            </a:r>
            <a:r>
              <a:rPr lang="en-US" dirty="0" err="1"/>
              <a:t>justo</a:t>
            </a:r>
            <a:r>
              <a:rPr lang="en-US" dirty="0"/>
              <a:t>. </a:t>
            </a:r>
          </a:p>
        </p:txBody>
      </p:sp>
      <p:sp>
        <p:nvSpPr>
          <p:cNvPr id="5" name="Content Placeholder 4">
            <a:extLst>
              <a:ext uri="{FF2B5EF4-FFF2-40B4-BE49-F238E27FC236}">
                <a16:creationId xmlns:a16="http://schemas.microsoft.com/office/drawing/2014/main" id="{525F8696-7248-4D54-A77D-68AF7F202817}"/>
              </a:ext>
            </a:extLst>
          </p:cNvPr>
          <p:cNvSpPr>
            <a:spLocks noGrp="1"/>
          </p:cNvSpPr>
          <p:nvPr>
            <p:ph sz="quarter" idx="17"/>
          </p:nvPr>
        </p:nvSpPr>
        <p:spPr/>
        <p:txBody>
          <a:bodyPr/>
          <a:lstStyle/>
          <a:p>
            <a:pPr lvl="3"/>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Pellentesque</a:t>
            </a:r>
            <a:r>
              <a:rPr lang="en-US" dirty="0"/>
              <a:t> habitant </a:t>
            </a:r>
            <a:r>
              <a:rPr lang="en-US" dirty="0" err="1"/>
              <a:t>morbi</a:t>
            </a:r>
            <a:r>
              <a:rPr lang="en-US" dirty="0"/>
              <a:t> </a:t>
            </a:r>
            <a:r>
              <a:rPr lang="en-US" dirty="0" err="1"/>
              <a:t>tristi</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a:t>
            </a:r>
          </a:p>
          <a:p>
            <a:r>
              <a:rPr lang="en-US" dirty="0" err="1"/>
              <a:t>Proin</a:t>
            </a:r>
            <a:r>
              <a:rPr lang="en-US" dirty="0"/>
              <a:t> semper, ante vitae </a:t>
            </a:r>
            <a:r>
              <a:rPr lang="en-US" dirty="0" err="1"/>
              <a:t>sollicitudin</a:t>
            </a:r>
            <a:r>
              <a:rPr lang="en-US" dirty="0"/>
              <a:t> posuere, </a:t>
            </a:r>
            <a:r>
              <a:rPr lang="en-US" dirty="0" err="1"/>
              <a:t>metus</a:t>
            </a:r>
            <a:r>
              <a:rPr lang="en-US" dirty="0"/>
              <a:t> </a:t>
            </a:r>
            <a:r>
              <a:rPr lang="en-US" dirty="0" err="1"/>
              <a:t>quam</a:t>
            </a:r>
            <a:r>
              <a:rPr lang="en-US" dirty="0"/>
              <a:t> </a:t>
            </a:r>
            <a:r>
              <a:rPr lang="en-US" dirty="0" err="1"/>
              <a:t>iaculis</a:t>
            </a:r>
            <a:r>
              <a:rPr lang="en-US" dirty="0"/>
              <a:t> </a:t>
            </a:r>
            <a:r>
              <a:rPr lang="en-US" dirty="0" err="1"/>
              <a:t>nibh</a:t>
            </a:r>
            <a:r>
              <a:rPr lang="en-US" dirty="0"/>
              <a:t>, vitae </a:t>
            </a:r>
            <a:r>
              <a:rPr lang="en-US" dirty="0" err="1"/>
              <a:t>scelerisque</a:t>
            </a:r>
            <a:r>
              <a:rPr lang="en-US" dirty="0"/>
              <a:t> </a:t>
            </a:r>
            <a:r>
              <a:rPr lang="en-US" dirty="0" err="1"/>
              <a:t>nunc</a:t>
            </a:r>
            <a:r>
              <a:rPr lang="en-US" dirty="0"/>
              <a:t> massa </a:t>
            </a:r>
            <a:r>
              <a:rPr lang="en-US" dirty="0" err="1"/>
              <a:t>eget</a:t>
            </a:r>
            <a:r>
              <a:rPr lang="en-US" dirty="0"/>
              <a:t> </a:t>
            </a:r>
            <a:r>
              <a:rPr lang="en-US" dirty="0" err="1"/>
              <a:t>pede</a:t>
            </a:r>
            <a:r>
              <a:rPr lang="en-US" dirty="0"/>
              <a:t>. Sed </a:t>
            </a:r>
            <a:r>
              <a:rPr lang="en-US" dirty="0" err="1"/>
              <a:t>velit</a:t>
            </a:r>
            <a:r>
              <a:rPr lang="en-US" dirty="0"/>
              <a:t> </a:t>
            </a:r>
            <a:r>
              <a:rPr lang="en-US" dirty="0" err="1"/>
              <a:t>urna</a:t>
            </a:r>
            <a:r>
              <a:rPr lang="en-US" dirty="0"/>
              <a:t>, intel, ultricies </a:t>
            </a:r>
            <a:r>
              <a:rPr lang="en-US" dirty="0" err="1"/>
              <a:t>faucibus</a:t>
            </a:r>
            <a:r>
              <a:rPr lang="en-US" dirty="0"/>
              <a:t> at, </a:t>
            </a:r>
            <a:r>
              <a:rPr lang="en-US" dirty="0" err="1"/>
              <a:t>quam</a:t>
            </a:r>
            <a:r>
              <a:rPr lang="en-US" dirty="0"/>
              <a:t>. </a:t>
            </a:r>
          </a:p>
          <a:p>
            <a:r>
              <a:rPr lang="en-US" dirty="0"/>
              <a:t>Vestibulum </a:t>
            </a:r>
            <a:r>
              <a:rPr lang="en-US" dirty="0" err="1"/>
              <a:t>quis</a:t>
            </a:r>
            <a:r>
              <a:rPr lang="en-US" dirty="0"/>
              <a:t> dolor a </a:t>
            </a:r>
            <a:r>
              <a:rPr lang="en-US" dirty="0" err="1"/>
              <a:t>felis</a:t>
            </a:r>
            <a:r>
              <a:rPr lang="en-US" dirty="0"/>
              <a:t> congue </a:t>
            </a:r>
            <a:r>
              <a:rPr lang="en-US" dirty="0" err="1"/>
              <a:t>vehicula</a:t>
            </a:r>
            <a:r>
              <a:rPr lang="en-US" dirty="0"/>
              <a:t>. Maecenas </a:t>
            </a:r>
            <a:r>
              <a:rPr lang="en-US" dirty="0" err="1"/>
              <a:t>pede</a:t>
            </a:r>
            <a:r>
              <a:rPr lang="en-US" dirty="0"/>
              <a:t> purus, </a:t>
            </a:r>
            <a:r>
              <a:rPr lang="en-US" dirty="0" err="1"/>
              <a:t>tristique</a:t>
            </a:r>
            <a:r>
              <a:rPr lang="en-US" dirty="0"/>
              <a:t> ac, tempus </a:t>
            </a:r>
            <a:r>
              <a:rPr lang="en-US" dirty="0" err="1"/>
              <a:t>eget</a:t>
            </a:r>
            <a:r>
              <a:rPr lang="en-US" dirty="0"/>
              <a:t>, </a:t>
            </a:r>
            <a:r>
              <a:rPr lang="en-US" dirty="0" err="1"/>
              <a:t>egestas</a:t>
            </a:r>
            <a:r>
              <a:rPr lang="en-US" dirty="0"/>
              <a:t> </a:t>
            </a:r>
            <a:r>
              <a:rPr lang="en-US" dirty="0" err="1"/>
              <a:t>quis</a:t>
            </a:r>
            <a:r>
              <a:rPr lang="en-US" dirty="0"/>
              <a:t>, </a:t>
            </a:r>
            <a:r>
              <a:rPr lang="en-US" dirty="0" err="1"/>
              <a:t>mauris</a:t>
            </a:r>
            <a:r>
              <a:rPr lang="en-US" dirty="0"/>
              <a:t>. </a:t>
            </a:r>
            <a:r>
              <a:rPr lang="en-US" dirty="0" err="1"/>
              <a:t>Curabitur</a:t>
            </a:r>
            <a:r>
              <a:rPr lang="en-US" dirty="0"/>
              <a:t> non </a:t>
            </a:r>
            <a:r>
              <a:rPr lang="en-US" dirty="0" err="1"/>
              <a:t>eros</a:t>
            </a:r>
            <a:r>
              <a:rPr lang="en-US" dirty="0"/>
              <a:t>. </a:t>
            </a:r>
            <a:br>
              <a:rPr lang="en-US" dirty="0"/>
            </a:br>
            <a:endParaRPr lang="en-US" dirty="0"/>
          </a:p>
        </p:txBody>
      </p:sp>
    </p:spTree>
    <p:extLst>
      <p:ext uri="{BB962C8B-B14F-4D97-AF65-F5344CB8AC3E}">
        <p14:creationId xmlns:p14="http://schemas.microsoft.com/office/powerpoint/2010/main" val="958081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717BB94-39AA-41C0-D9B4-F7CB2DDEFC5D}"/>
              </a:ext>
            </a:extLst>
          </p:cNvPr>
          <p:cNvSpPr>
            <a:spLocks noGrp="1"/>
          </p:cNvSpPr>
          <p:nvPr>
            <p:ph type="subTitle" idx="12"/>
          </p:nvPr>
        </p:nvSpPr>
        <p:spPr/>
        <p:txBody>
          <a:bodyPr/>
          <a:lstStyle/>
          <a:p>
            <a:r>
              <a:rPr lang="en-US" dirty="0"/>
              <a:t>Standard Layouts</a:t>
            </a:r>
          </a:p>
        </p:txBody>
      </p:sp>
      <p:sp>
        <p:nvSpPr>
          <p:cNvPr id="9" name="Title 8">
            <a:extLst>
              <a:ext uri="{FF2B5EF4-FFF2-40B4-BE49-F238E27FC236}">
                <a16:creationId xmlns:a16="http://schemas.microsoft.com/office/drawing/2014/main" id="{06AC8681-EE8E-4AFB-99FE-A68081B8326A}"/>
              </a:ext>
            </a:extLst>
          </p:cNvPr>
          <p:cNvSpPr>
            <a:spLocks noGrp="1"/>
          </p:cNvSpPr>
          <p:nvPr>
            <p:ph type="title"/>
          </p:nvPr>
        </p:nvSpPr>
        <p:spPr/>
        <p:txBody>
          <a:bodyPr/>
          <a:lstStyle/>
          <a:p>
            <a:r>
              <a:rPr lang="en-US" dirty="0"/>
              <a:t>3 _ Col Light</a:t>
            </a:r>
          </a:p>
        </p:txBody>
      </p:sp>
      <p:sp>
        <p:nvSpPr>
          <p:cNvPr id="15" name="Content Placeholder 14">
            <a:extLst>
              <a:ext uri="{FF2B5EF4-FFF2-40B4-BE49-F238E27FC236}">
                <a16:creationId xmlns:a16="http://schemas.microsoft.com/office/drawing/2014/main" id="{717D8585-A40B-40CB-B216-11D77214E396}"/>
              </a:ext>
            </a:extLst>
          </p:cNvPr>
          <p:cNvSpPr>
            <a:spLocks noGrp="1"/>
          </p:cNvSpPr>
          <p:nvPr>
            <p:ph sz="quarter" idx="16"/>
          </p:nvPr>
        </p:nvSpPr>
        <p:spPr/>
        <p:txBody>
          <a:bodyPr/>
          <a:lstStyle/>
          <a:p>
            <a:pPr lvl="3"/>
            <a:r>
              <a:rPr lang="en-US" dirty="0" err="1"/>
              <a:t>Lorem ipsum dolor sit amet</a:t>
            </a:r>
          </a:p>
          <a:p>
            <a:r>
              <a:rPr lang="en-US" dirty="0" err="1"/>
              <a:t>Curabitur</a:t>
            </a:r>
            <a:r>
              <a:rPr lang="en-US" dirty="0"/>
              <a:t> </a:t>
            </a:r>
            <a:r>
              <a:rPr lang="en-US" dirty="0" err="1"/>
              <a:t>varius</a:t>
            </a:r>
            <a:r>
              <a:rPr lang="en-US" dirty="0"/>
              <a:t> </a:t>
            </a:r>
            <a:r>
              <a:rPr lang="en-US" dirty="0" err="1"/>
              <a:t>fringilla</a:t>
            </a:r>
            <a:r>
              <a:rPr lang="en-US" dirty="0"/>
              <a:t> </a:t>
            </a:r>
            <a:r>
              <a:rPr lang="en-US" dirty="0" err="1"/>
              <a:t>nisl</a:t>
            </a:r>
            <a:r>
              <a:rPr lang="en-US" dirty="0"/>
              <a:t>. Duis </a:t>
            </a:r>
            <a:r>
              <a:rPr lang="en-US" dirty="0" err="1"/>
              <a:t>pretium</a:t>
            </a:r>
            <a:r>
              <a:rPr lang="en-US" dirty="0"/>
              <a:t> </a:t>
            </a:r>
            <a:r>
              <a:rPr lang="en-US" dirty="0" err="1"/>
              <a:t>euismod</a:t>
            </a:r>
            <a:r>
              <a:rPr lang="en-US" dirty="0"/>
              <a:t> </a:t>
            </a:r>
            <a:r>
              <a:rPr lang="en-US" dirty="0" err="1"/>
              <a:t>erat</a:t>
            </a:r>
            <a:r>
              <a:rPr lang="en-US" dirty="0"/>
              <a:t>. Maecenas id </a:t>
            </a:r>
            <a:r>
              <a:rPr lang="en-US" dirty="0" err="1"/>
              <a:t>augue</a:t>
            </a:r>
            <a:r>
              <a:rPr lang="en-US" dirty="0"/>
              <a:t>. Nam </a:t>
            </a:r>
            <a:r>
              <a:rPr lang="en-US" dirty="0" err="1"/>
              <a:t>vulputate</a:t>
            </a:r>
            <a:r>
              <a:rPr lang="en-US" dirty="0"/>
              <a:t>. Duis a </a:t>
            </a:r>
            <a:r>
              <a:rPr lang="en-US" dirty="0" err="1"/>
              <a:t>quam</a:t>
            </a:r>
            <a:r>
              <a:rPr lang="en-US" dirty="0"/>
              <a:t> non dolor sit amet </a:t>
            </a:r>
            <a:r>
              <a:rPr lang="en-US" dirty="0" err="1"/>
              <a:t>neque</a:t>
            </a:r>
            <a:r>
              <a:rPr lang="en-US" dirty="0"/>
              <a:t> </a:t>
            </a:r>
            <a:r>
              <a:rPr lang="en-US" dirty="0" err="1"/>
              <a:t>lobortis</a:t>
            </a:r>
            <a:r>
              <a:rPr lang="en-US" dirty="0"/>
              <a:t> malesuada.</a:t>
            </a:r>
          </a:p>
          <a:p>
            <a:r>
              <a:rPr lang="en-US" dirty="0" err="1"/>
              <a:t>Quisque</a:t>
            </a:r>
            <a:r>
              <a:rPr lang="en-US" dirty="0"/>
              <a:t> purus dolor, </a:t>
            </a:r>
            <a:r>
              <a:rPr lang="en-US" dirty="0" err="1"/>
              <a:t>mollis</a:t>
            </a:r>
            <a:r>
              <a:rPr lang="en-US" dirty="0"/>
              <a:t> </a:t>
            </a:r>
            <a:r>
              <a:rPr lang="en-US" dirty="0" err="1"/>
              <a:t>viverra</a:t>
            </a:r>
            <a:r>
              <a:rPr lang="en-US" dirty="0"/>
              <a:t> lorem sit amet, </a:t>
            </a:r>
            <a:r>
              <a:rPr lang="en-US" dirty="0" err="1"/>
              <a:t>auctor</a:t>
            </a:r>
            <a:r>
              <a:rPr lang="en-US" dirty="0"/>
              <a:t> </a:t>
            </a:r>
            <a:r>
              <a:rPr lang="en-US" dirty="0" err="1"/>
              <a:t>blandit</a:t>
            </a:r>
            <a:r>
              <a:rPr lang="en-US" dirty="0"/>
              <a:t> diam. Morbi </a:t>
            </a:r>
            <a:r>
              <a:rPr lang="en-US" dirty="0" err="1"/>
              <a:t>enim</a:t>
            </a:r>
            <a:r>
              <a:rPr lang="en-US" dirty="0"/>
              <a:t> </a:t>
            </a:r>
            <a:r>
              <a:rPr lang="en-US" dirty="0" err="1"/>
              <a:t>tortor</a:t>
            </a:r>
            <a:r>
              <a:rPr lang="en-US" dirty="0"/>
              <a:t>, </a:t>
            </a:r>
            <a:r>
              <a:rPr lang="en-US" dirty="0" err="1"/>
              <a:t>venenatis</a:t>
            </a:r>
            <a:r>
              <a:rPr lang="en-US" dirty="0"/>
              <a:t> </a:t>
            </a:r>
            <a:r>
              <a:rPr lang="en-US" dirty="0" err="1"/>
              <a:t>eu</a:t>
            </a:r>
            <a:r>
              <a:rPr lang="en-US" dirty="0"/>
              <a:t> </a:t>
            </a:r>
            <a:r>
              <a:rPr lang="en-US" dirty="0" err="1"/>
              <a:t>molestie</a:t>
            </a:r>
            <a:r>
              <a:rPr lang="en-US" dirty="0"/>
              <a:t> id, </a:t>
            </a:r>
            <a:r>
              <a:rPr lang="en-US" dirty="0" err="1"/>
              <a:t>varius</a:t>
            </a:r>
            <a:r>
              <a:rPr lang="en-US" dirty="0"/>
              <a:t> a </a:t>
            </a:r>
            <a:r>
              <a:rPr lang="en-US" dirty="0" err="1"/>
              <a:t>arcu</a:t>
            </a:r>
            <a:r>
              <a:rPr lang="en-US" dirty="0"/>
              <a:t>. </a:t>
            </a:r>
            <a:r>
              <a:rPr lang="en-US" dirty="0" err="1"/>
              <a:t>Quisque</a:t>
            </a:r>
            <a:r>
              <a:rPr lang="en-US" dirty="0"/>
              <a:t> </a:t>
            </a:r>
            <a:r>
              <a:rPr lang="en-US" dirty="0" err="1"/>
              <a:t>ornare</a:t>
            </a:r>
            <a:r>
              <a:rPr lang="en-US" dirty="0"/>
              <a:t> </a:t>
            </a:r>
            <a:r>
              <a:rPr lang="en-US" dirty="0" err="1"/>
              <a:t>jelflo</a:t>
            </a:r>
            <a:r>
              <a:rPr lang="en-US" dirty="0"/>
              <a:t> </a:t>
            </a:r>
            <a:r>
              <a:rPr lang="en-US" dirty="0" err="1"/>
              <a:t>placerat</a:t>
            </a:r>
            <a:r>
              <a:rPr lang="en-US" dirty="0"/>
              <a:t> </a:t>
            </a:r>
            <a:r>
              <a:rPr lang="en-US" dirty="0" err="1"/>
              <a:t>risus</a:t>
            </a:r>
            <a:r>
              <a:rPr lang="en-US" dirty="0"/>
              <a:t>. Ut </a:t>
            </a:r>
            <a:r>
              <a:rPr lang="en-US" dirty="0" err="1"/>
              <a:t>molestie</a:t>
            </a:r>
            <a:r>
              <a:rPr lang="en-US" dirty="0"/>
              <a:t> magna at mi. </a:t>
            </a:r>
            <a:r>
              <a:rPr lang="en-US" dirty="0" err="1"/>
              <a:t>Integr</a:t>
            </a:r>
            <a:r>
              <a:rPr lang="en-US" dirty="0"/>
              <a:t> </a:t>
            </a:r>
            <a:r>
              <a:rPr lang="en-US" dirty="0" err="1"/>
              <a:t>sealiquet</a:t>
            </a:r>
            <a:r>
              <a:rPr lang="en-US" dirty="0"/>
              <a:t> </a:t>
            </a:r>
            <a:r>
              <a:rPr lang="en-US" dirty="0" err="1"/>
              <a:t>mauris</a:t>
            </a:r>
            <a:r>
              <a:rPr lang="en-US" dirty="0"/>
              <a:t> et </a:t>
            </a:r>
            <a:r>
              <a:rPr lang="en-US" dirty="0" err="1"/>
              <a:t>nibh</a:t>
            </a:r>
            <a:r>
              <a:rPr lang="en-US" dirty="0"/>
              <a:t>. Ut </a:t>
            </a:r>
            <a:r>
              <a:rPr lang="en-US" dirty="0" err="1"/>
              <a:t>mattis</a:t>
            </a:r>
            <a:r>
              <a:rPr lang="en-US" dirty="0"/>
              <a:t> ligula posuere Fusce est. </a:t>
            </a:r>
            <a:r>
              <a:rPr lang="en-US" dirty="0" err="1"/>
              <a:t>Vivamus</a:t>
            </a:r>
            <a:r>
              <a:rPr lang="en-US" dirty="0"/>
              <a:t> a </a:t>
            </a:r>
            <a:r>
              <a:rPr lang="en-US" dirty="0" err="1"/>
              <a:t>tellus</a:t>
            </a:r>
            <a:r>
              <a:rPr lang="en-US" dirty="0"/>
              <a:t>. </a:t>
            </a:r>
            <a:r>
              <a:rPr lang="en-US" dirty="0" err="1"/>
              <a:t>Pellentesque</a:t>
            </a:r>
            <a:r>
              <a:rPr lang="en-US" dirty="0"/>
              <a:t> </a:t>
            </a:r>
            <a:r>
              <a:rPr lang="en-US" dirty="0" err="1"/>
              <a:t>abitant</a:t>
            </a:r>
            <a:r>
              <a:rPr lang="en-US" dirty="0"/>
              <a: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malesuada fames ac </a:t>
            </a:r>
            <a:r>
              <a:rPr lang="en-US" dirty="0" err="1"/>
              <a:t>turpis</a:t>
            </a:r>
            <a:r>
              <a:rPr lang="en-US" dirty="0"/>
              <a:t> </a:t>
            </a:r>
            <a:r>
              <a:rPr lang="en-US" dirty="0" err="1"/>
              <a:t>egestas</a:t>
            </a:r>
            <a:r>
              <a:rPr lang="en-US" dirty="0"/>
              <a:t>. </a:t>
            </a:r>
            <a:r>
              <a:rPr lang="en-US" dirty="0" err="1"/>
              <a:t>Proin</a:t>
            </a:r>
            <a:r>
              <a:rPr lang="en-US" dirty="0"/>
              <a:t> pharetra </a:t>
            </a:r>
            <a:r>
              <a:rPr lang="en-US" dirty="0" err="1"/>
              <a:t>nonummy</a:t>
            </a:r>
            <a:r>
              <a:rPr lang="en-US" dirty="0"/>
              <a:t> </a:t>
            </a:r>
            <a:r>
              <a:rPr lang="en-US" dirty="0" err="1"/>
              <a:t>pede</a:t>
            </a:r>
            <a:r>
              <a:rPr lang="en-US" dirty="0"/>
              <a:t>. </a:t>
            </a:r>
            <a:r>
              <a:rPr lang="en-US" dirty="0" err="1"/>
              <a:t>Mauris</a:t>
            </a:r>
            <a:r>
              <a:rPr lang="en-US" dirty="0"/>
              <a:t> et </a:t>
            </a:r>
            <a:r>
              <a:rPr lang="en-US" dirty="0" err="1"/>
              <a:t>orci</a:t>
            </a:r>
            <a:r>
              <a:rPr lang="en-US" dirty="0"/>
              <a:t>. </a:t>
            </a:r>
            <a:r>
              <a:rPr lang="en-US" dirty="0" err="1"/>
              <a:t>Aenean</a:t>
            </a:r>
            <a:r>
              <a:rPr lang="en-US" dirty="0"/>
              <a:t> </a:t>
            </a:r>
            <a:r>
              <a:rPr lang="en-US" dirty="0" err="1"/>
              <a:t>nec</a:t>
            </a:r>
            <a:r>
              <a:rPr lang="en-US" dirty="0"/>
              <a:t> lorem. </a:t>
            </a:r>
            <a:r>
              <a:rPr lang="en-US" dirty="0" err="1"/>
              <a:t>Donec</a:t>
            </a:r>
            <a:r>
              <a:rPr lang="en-US" dirty="0"/>
              <a:t> </a:t>
            </a:r>
            <a:r>
              <a:rPr lang="en-US" dirty="0" err="1"/>
              <a:t>laoreet</a:t>
            </a:r>
            <a:r>
              <a:rPr lang="en-US" dirty="0"/>
              <a:t> </a:t>
            </a:r>
            <a:r>
              <a:rPr lang="en-US" dirty="0" err="1"/>
              <a:t>augue</a:t>
            </a:r>
            <a:r>
              <a:rPr lang="en-US" dirty="0"/>
              <a:t>. </a:t>
            </a:r>
          </a:p>
        </p:txBody>
      </p:sp>
      <p:sp>
        <p:nvSpPr>
          <p:cNvPr id="16" name="Content Placeholder 15">
            <a:extLst>
              <a:ext uri="{FF2B5EF4-FFF2-40B4-BE49-F238E27FC236}">
                <a16:creationId xmlns:a16="http://schemas.microsoft.com/office/drawing/2014/main" id="{1AC3CE8D-964B-4A39-BC91-314FA7040ACE}"/>
              </a:ext>
            </a:extLst>
          </p:cNvPr>
          <p:cNvSpPr>
            <a:spLocks noGrp="1"/>
          </p:cNvSpPr>
          <p:nvPr>
            <p:ph sz="quarter" idx="17"/>
          </p:nvPr>
        </p:nvSpPr>
        <p:spPr/>
        <p:txBody>
          <a:bodyPr/>
          <a:lstStyle/>
          <a:p>
            <a:pPr lvl="3"/>
            <a:r>
              <a:rPr lang="en-US" dirty="0" err="1"/>
              <a:t>Mollis</a:t>
            </a:r>
            <a:r>
              <a:rPr lang="en-US" dirty="0"/>
              <a:t> </a:t>
            </a:r>
            <a:r>
              <a:rPr lang="en-US" dirty="0" err="1"/>
              <a:t>viverra</a:t>
            </a:r>
            <a:r>
              <a:rPr lang="en-US" dirty="0"/>
              <a:t> lorem sit amet </a:t>
            </a:r>
          </a:p>
          <a:p>
            <a:r>
              <a:rPr lang="en-US" dirty="0"/>
              <a:t>Lorem ipsum dolor sit amet, </a:t>
            </a:r>
            <a:r>
              <a:rPr lang="en-US" dirty="0" err="1"/>
              <a:t>consectetur</a:t>
            </a:r>
            <a:r>
              <a:rPr lang="en-US" dirty="0"/>
              <a:t> </a:t>
            </a:r>
            <a:r>
              <a:rPr lang="en-US" dirty="0" err="1"/>
              <a:t>aiiscing</a:t>
            </a:r>
            <a:r>
              <a:rPr lang="en-US" dirty="0"/>
              <a:t> elit. Vestibulum </a:t>
            </a:r>
            <a:r>
              <a:rPr lang="en-US" dirty="0" err="1"/>
              <a:t>ullamcorper</a:t>
            </a:r>
            <a:r>
              <a:rPr lang="en-US" dirty="0"/>
              <a:t> </a:t>
            </a:r>
            <a:r>
              <a:rPr lang="en-US" dirty="0" err="1"/>
              <a:t>tellus</a:t>
            </a:r>
            <a:r>
              <a:rPr lang="en-US" dirty="0"/>
              <a:t> vitae </a:t>
            </a:r>
            <a:r>
              <a:rPr lang="en-US" dirty="0" err="1"/>
              <a:t>velitoe</a:t>
            </a:r>
            <a:r>
              <a:rPr lang="en-US" dirty="0"/>
              <a:t> malesuada, et </a:t>
            </a:r>
            <a:r>
              <a:rPr lang="en-US" dirty="0" err="1"/>
              <a:t>dignissim</a:t>
            </a:r>
            <a:r>
              <a:rPr lang="en-US" dirty="0"/>
              <a:t> ligula </a:t>
            </a:r>
            <a:r>
              <a:rPr lang="en-US" dirty="0" err="1"/>
              <a:t>elementum</a:t>
            </a:r>
            <a:r>
              <a:rPr lang="en-US" dirty="0"/>
              <a:t>. </a:t>
            </a:r>
            <a:r>
              <a:rPr lang="en-US" dirty="0" err="1"/>
              <a:t>Duiss</a:t>
            </a:r>
            <a:r>
              <a:rPr lang="en-US" dirty="0"/>
              <a:t> congue </a:t>
            </a:r>
            <a:r>
              <a:rPr lang="en-US" dirty="0" err="1"/>
              <a:t>nec</a:t>
            </a:r>
            <a:r>
              <a:rPr lang="en-US" dirty="0"/>
              <a:t> </a:t>
            </a:r>
            <a:r>
              <a:rPr lang="en-US" dirty="0" err="1"/>
              <a:t>enim</a:t>
            </a:r>
            <a:r>
              <a:rPr lang="en-US" dirty="0"/>
              <a:t> </a:t>
            </a:r>
            <a:r>
              <a:rPr lang="en-US" dirty="0" err="1"/>
              <a:t>nec</a:t>
            </a:r>
            <a:r>
              <a:rPr lang="en-US" dirty="0"/>
              <a:t> </a:t>
            </a:r>
            <a:r>
              <a:rPr lang="en-US" dirty="0" err="1"/>
              <a:t>volutpat</a:t>
            </a:r>
            <a:r>
              <a:rPr lang="en-US" dirty="0"/>
              <a:t>. </a:t>
            </a:r>
            <a:r>
              <a:rPr lang="en-US" dirty="0" err="1"/>
              <a:t>Suspendisse</a:t>
            </a:r>
            <a:r>
              <a:rPr lang="en-US" dirty="0"/>
              <a:t> </a:t>
            </a:r>
            <a:r>
              <a:rPr lang="en-US" dirty="0" err="1"/>
              <a:t>interdum</a:t>
            </a:r>
            <a:r>
              <a:rPr lang="en-US" dirty="0"/>
              <a:t> </a:t>
            </a:r>
            <a:r>
              <a:rPr lang="en-US" dirty="0" err="1"/>
              <a:t>justo</a:t>
            </a:r>
            <a:r>
              <a:rPr lang="en-US" dirty="0"/>
              <a:t>. In in </a:t>
            </a:r>
            <a:r>
              <a:rPr lang="en-US" dirty="0" err="1"/>
              <a:t>neque</a:t>
            </a:r>
            <a:r>
              <a:rPr lang="en-US" dirty="0"/>
              <a:t> et </a:t>
            </a:r>
            <a:r>
              <a:rPr lang="en-US" dirty="0" err="1"/>
              <a:t>arcu</a:t>
            </a:r>
            <a:r>
              <a:rPr lang="en-US" dirty="0"/>
              <a:t> </a:t>
            </a:r>
            <a:r>
              <a:rPr lang="en-US" dirty="0" err="1"/>
              <a:t>elementum</a:t>
            </a:r>
            <a:r>
              <a:rPr lang="en-US" dirty="0"/>
              <a:t> </a:t>
            </a:r>
            <a:r>
              <a:rPr lang="en-US" dirty="0" err="1"/>
              <a:t>fis</a:t>
            </a:r>
            <a:r>
              <a:rPr lang="en-US" dirty="0"/>
              <a:t> non at </a:t>
            </a:r>
            <a:r>
              <a:rPr lang="en-US" dirty="0" err="1"/>
              <a:t>urna</a:t>
            </a:r>
            <a:r>
              <a:rPr lang="en-US" dirty="0"/>
              <a:t>. </a:t>
            </a:r>
            <a:r>
              <a:rPr lang="en-US" dirty="0" err="1"/>
              <a:t>Quisque</a:t>
            </a:r>
            <a:r>
              <a:rPr lang="en-US" dirty="0"/>
              <a:t> porttitor </a:t>
            </a:r>
            <a:r>
              <a:rPr lang="en-US" dirty="0" err="1"/>
              <a:t>nulla</a:t>
            </a:r>
            <a:r>
              <a:rPr lang="en-US" dirty="0"/>
              <a:t> at </a:t>
            </a:r>
            <a:r>
              <a:rPr lang="en-US" dirty="0" err="1"/>
              <a:t>torulvinar</a:t>
            </a:r>
            <a:r>
              <a:rPr lang="en-US" dirty="0"/>
              <a:t>, id </a:t>
            </a:r>
            <a:r>
              <a:rPr lang="en-US" dirty="0" err="1"/>
              <a:t>laoreet</a:t>
            </a:r>
            <a:r>
              <a:rPr lang="en-US" dirty="0"/>
              <a:t> ante </a:t>
            </a:r>
            <a:r>
              <a:rPr lang="en-US" dirty="0" err="1"/>
              <a:t>dapibus</a:t>
            </a:r>
            <a:r>
              <a:rPr lang="en-US" dirty="0"/>
              <a:t>. </a:t>
            </a:r>
            <a:r>
              <a:rPr lang="en-US" dirty="0" err="1"/>
              <a:t>Pellentesque</a:t>
            </a:r>
            <a:r>
              <a:rPr lang="en-US" dirty="0"/>
              <a:t> </a:t>
            </a:r>
            <a:r>
              <a:rPr lang="en-US" dirty="0" err="1"/>
              <a:t>blandit</a:t>
            </a:r>
            <a:r>
              <a:rPr lang="en-US" dirty="0"/>
              <a:t> </a:t>
            </a:r>
            <a:r>
              <a:rPr lang="en-US" dirty="0" err="1"/>
              <a:t>feugiat</a:t>
            </a:r>
            <a:r>
              <a:rPr lang="en-US" dirty="0"/>
              <a:t> </a:t>
            </a:r>
            <a:r>
              <a:rPr lang="en-US" dirty="0" err="1"/>
              <a:t>varius</a:t>
            </a:r>
            <a:r>
              <a:rPr lang="en-US" dirty="0"/>
              <a:t>. </a:t>
            </a:r>
            <a:r>
              <a:rPr lang="en-US" dirty="0" err="1"/>
              <a:t>Praesent</a:t>
            </a:r>
            <a:r>
              <a:rPr lang="en-US" dirty="0"/>
              <a:t> </a:t>
            </a:r>
            <a:r>
              <a:rPr lang="en-US" dirty="0" err="1"/>
              <a:t>eget</a:t>
            </a:r>
            <a:r>
              <a:rPr lang="en-US" dirty="0"/>
              <a:t> </a:t>
            </a:r>
            <a:r>
              <a:rPr lang="en-US" dirty="0" err="1"/>
              <a:t>nibh</a:t>
            </a:r>
            <a:r>
              <a:rPr lang="en-US" dirty="0"/>
              <a:t> </a:t>
            </a:r>
            <a:r>
              <a:rPr lang="en-US" dirty="0" err="1"/>
              <a:t>interdum</a:t>
            </a:r>
            <a:r>
              <a:rPr lang="en-US" dirty="0"/>
              <a:t>, cons </a:t>
            </a:r>
            <a:r>
              <a:rPr lang="en-US" dirty="0" err="1"/>
              <a:t>metus</a:t>
            </a:r>
            <a:r>
              <a:rPr lang="en-US" dirty="0"/>
              <a:t> </a:t>
            </a:r>
            <a:r>
              <a:rPr lang="en-US" dirty="0" err="1"/>
              <a:t>faucibus</a:t>
            </a:r>
            <a:r>
              <a:rPr lang="en-US" dirty="0"/>
              <a:t>, </a:t>
            </a:r>
            <a:r>
              <a:rPr lang="en-US" dirty="0" err="1"/>
              <a:t>scelerisque</a:t>
            </a:r>
            <a:r>
              <a:rPr lang="en-US" dirty="0"/>
              <a:t> </a:t>
            </a:r>
            <a:r>
              <a:rPr lang="en-US" dirty="0" err="1"/>
              <a:t>nunc</a:t>
            </a:r>
            <a:r>
              <a:rPr lang="en-US" dirty="0"/>
              <a:t>.</a:t>
            </a:r>
          </a:p>
          <a:p>
            <a:r>
              <a:rPr lang="en-US" dirty="0" err="1"/>
              <a:t>Nulla</a:t>
            </a:r>
            <a:r>
              <a:rPr lang="en-US" dirty="0"/>
              <a:t> </a:t>
            </a:r>
            <a:r>
              <a:rPr lang="en-US" dirty="0" err="1"/>
              <a:t>rhoncus</a:t>
            </a:r>
            <a:r>
              <a:rPr lang="en-US" dirty="0"/>
              <a:t> ex at </a:t>
            </a:r>
            <a:r>
              <a:rPr lang="en-US" dirty="0" err="1"/>
              <a:t>urna</a:t>
            </a:r>
            <a:r>
              <a:rPr lang="en-US" dirty="0"/>
              <a:t> </a:t>
            </a:r>
            <a:r>
              <a:rPr lang="en-US" dirty="0" err="1"/>
              <a:t>graviead</a:t>
            </a:r>
            <a:r>
              <a:rPr lang="en-US" dirty="0"/>
              <a:t> Nunc porttitor </a:t>
            </a:r>
            <a:r>
              <a:rPr lang="en-US" dirty="0" err="1"/>
              <a:t>metus</a:t>
            </a:r>
            <a:r>
              <a:rPr lang="en-US" dirty="0"/>
              <a:t> id </a:t>
            </a:r>
            <a:r>
              <a:rPr lang="en-US" dirty="0" err="1"/>
              <a:t>nisl</a:t>
            </a:r>
            <a:r>
              <a:rPr lang="en-US" dirty="0"/>
              <a:t> </a:t>
            </a:r>
            <a:r>
              <a:rPr lang="en-US" dirty="0" err="1"/>
              <a:t>lobortis</a:t>
            </a:r>
            <a:r>
              <a:rPr lang="en-US" dirty="0"/>
              <a:t>, </a:t>
            </a:r>
            <a:r>
              <a:rPr lang="en-US" dirty="0" err="1"/>
              <a:t>quis</a:t>
            </a:r>
            <a:r>
              <a:rPr lang="en-US" dirty="0"/>
              <a:t> </a:t>
            </a:r>
            <a:r>
              <a:rPr lang="en-US" dirty="0" err="1"/>
              <a:t>iaculis</a:t>
            </a:r>
            <a:r>
              <a:rPr lang="en-US" dirty="0"/>
              <a:t> </a:t>
            </a:r>
            <a:r>
              <a:rPr lang="en-US" dirty="0" err="1"/>
              <a:t>sem</a:t>
            </a:r>
            <a:r>
              <a:rPr lang="en-US" dirty="0"/>
              <a:t> </a:t>
            </a:r>
            <a:r>
              <a:rPr lang="en-US" dirty="0" err="1"/>
              <a:t>rhoncus</a:t>
            </a:r>
            <a:r>
              <a:rPr lang="en-US" dirty="0"/>
              <a:t>. Fusce in </a:t>
            </a:r>
            <a:r>
              <a:rPr lang="en-US" dirty="0" err="1"/>
              <a:t>elementum</a:t>
            </a:r>
            <a:r>
              <a:rPr lang="en-US" dirty="0"/>
              <a:t> sem. Ut </a:t>
            </a:r>
            <a:r>
              <a:rPr lang="en-US" dirty="0" err="1"/>
              <a:t>augue</a:t>
            </a:r>
            <a:r>
              <a:rPr lang="en-US" dirty="0"/>
              <a:t> ligula, </a:t>
            </a:r>
            <a:r>
              <a:rPr lang="en-US" dirty="0" err="1"/>
              <a:t>laoreet</a:t>
            </a:r>
            <a:r>
              <a:rPr lang="en-US" dirty="0"/>
              <a:t> </a:t>
            </a:r>
            <a:r>
              <a:rPr lang="en-US" dirty="0" err="1"/>
              <a:t>consequat</a:t>
            </a:r>
            <a:r>
              <a:rPr lang="en-US" dirty="0"/>
              <a:t> </a:t>
            </a:r>
            <a:r>
              <a:rPr lang="en-US" dirty="0" err="1"/>
              <a:t>tortor</a:t>
            </a:r>
            <a:r>
              <a:rPr lang="en-US" dirty="0"/>
              <a:t> </a:t>
            </a:r>
            <a:r>
              <a:rPr lang="en-US" dirty="0" err="1"/>
              <a:t>bibendum</a:t>
            </a:r>
            <a:r>
              <a:rPr lang="en-US" dirty="0"/>
              <a:t>, </a:t>
            </a:r>
            <a:r>
              <a:rPr lang="en-US" dirty="0" err="1"/>
              <a:t>venenatis</a:t>
            </a:r>
            <a:r>
              <a:rPr lang="en-US" dirty="0"/>
              <a:t> </a:t>
            </a:r>
            <a:r>
              <a:rPr lang="en-US" dirty="0" err="1"/>
              <a:t>placerat</a:t>
            </a:r>
            <a:r>
              <a:rPr lang="en-US" dirty="0"/>
              <a:t> </a:t>
            </a:r>
            <a:r>
              <a:rPr lang="en-US" dirty="0" err="1"/>
              <a:t>leo</a:t>
            </a:r>
            <a:r>
              <a:rPr lang="en-US" dirty="0"/>
              <a:t>. </a:t>
            </a:r>
          </a:p>
        </p:txBody>
      </p:sp>
      <p:sp>
        <p:nvSpPr>
          <p:cNvPr id="26" name="Content Placeholder 25">
            <a:extLst>
              <a:ext uri="{FF2B5EF4-FFF2-40B4-BE49-F238E27FC236}">
                <a16:creationId xmlns:a16="http://schemas.microsoft.com/office/drawing/2014/main" id="{A8B07F15-0DEC-4FFB-B4FE-B51FD880BF4D}"/>
              </a:ext>
            </a:extLst>
          </p:cNvPr>
          <p:cNvSpPr>
            <a:spLocks noGrp="1"/>
          </p:cNvSpPr>
          <p:nvPr>
            <p:ph sz="quarter" idx="18"/>
          </p:nvPr>
        </p:nvSpPr>
        <p:spPr/>
        <p:txBody>
          <a:bodyPr/>
          <a:lstStyle/>
          <a:p>
            <a:pPr lvl="6"/>
            <a:r>
              <a:rPr lang="en-US" dirty="0" err="1"/>
              <a:t>Praesent</a:t>
            </a:r>
            <a:r>
              <a:rPr lang="en-US" dirty="0"/>
              <a:t> porttitor </a:t>
            </a:r>
            <a:r>
              <a:rPr lang="en-US" dirty="0" err="1"/>
              <a:t>tempor</a:t>
            </a:r>
            <a:r>
              <a:rPr lang="en-US" dirty="0"/>
              <a:t> nisi </a:t>
            </a:r>
            <a:r>
              <a:rPr lang="en-US" dirty="0" err="1"/>
              <a:t>eu</a:t>
            </a:r>
            <a:r>
              <a:rPr lang="en-US" dirty="0"/>
              <a:t> ultricies. </a:t>
            </a:r>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r>
              <a:rPr lang="en-US" dirty="0"/>
              <a:t>. </a:t>
            </a:r>
            <a:r>
              <a:rPr lang="en-US" dirty="0" err="1"/>
              <a:t>Nulla</a:t>
            </a:r>
            <a:r>
              <a:rPr lang="en-US" dirty="0"/>
              <a:t> </a:t>
            </a:r>
            <a:r>
              <a:rPr lang="en-US" dirty="0" err="1"/>
              <a:t>efficitur</a:t>
            </a:r>
            <a:r>
              <a:rPr lang="en-US" dirty="0"/>
              <a:t> </a:t>
            </a:r>
            <a:r>
              <a:rPr lang="en-US" dirty="0" err="1"/>
              <a:t>tellus</a:t>
            </a:r>
            <a:r>
              <a:rPr lang="en-US" dirty="0"/>
              <a:t> </a:t>
            </a:r>
            <a:r>
              <a:rPr lang="en-US" dirty="0" err="1"/>
              <a:t>odio</a:t>
            </a:r>
            <a:r>
              <a:rPr lang="en-US" dirty="0"/>
              <a:t>, sit amet </a:t>
            </a:r>
            <a:r>
              <a:rPr lang="en-US" dirty="0" err="1"/>
              <a:t>dapibus</a:t>
            </a:r>
            <a:r>
              <a:rPr lang="en-US" dirty="0"/>
              <a:t> </a:t>
            </a:r>
            <a:r>
              <a:rPr lang="en-US" dirty="0" err="1"/>
              <a:t>mauris</a:t>
            </a:r>
            <a:r>
              <a:rPr lang="en-US" dirty="0"/>
              <a:t> </a:t>
            </a:r>
            <a:r>
              <a:rPr lang="en-US" dirty="0" err="1"/>
              <a:t>vehicula</a:t>
            </a:r>
            <a:r>
              <a:rPr lang="en-US" dirty="0"/>
              <a:t> et. </a:t>
            </a:r>
            <a:r>
              <a:rPr lang="en-US" dirty="0" err="1"/>
              <a:t>Phasellus</a:t>
            </a:r>
            <a:r>
              <a:rPr lang="en-US" dirty="0"/>
              <a:t> at </a:t>
            </a:r>
            <a:r>
              <a:rPr lang="en-US" dirty="0" err="1"/>
              <a:t>justo</a:t>
            </a:r>
            <a:r>
              <a:rPr lang="en-US" dirty="0"/>
              <a:t> </a:t>
            </a:r>
            <a:r>
              <a:rPr lang="en-US" dirty="0" err="1"/>
              <a:t>ullamcorper</a:t>
            </a:r>
            <a:r>
              <a:rPr lang="en-US" dirty="0"/>
              <a:t> </a:t>
            </a:r>
            <a:r>
              <a:rPr lang="en-US" dirty="0" err="1"/>
              <a:t>eros</a:t>
            </a:r>
            <a:r>
              <a:rPr lang="en-US" dirty="0"/>
              <a:t> </a:t>
            </a:r>
            <a:r>
              <a:rPr lang="en-US" dirty="0" err="1"/>
              <a:t>facilisis</a:t>
            </a:r>
            <a:r>
              <a:rPr lang="en-US" dirty="0"/>
              <a:t> malesuada. </a:t>
            </a:r>
          </a:p>
        </p:txBody>
      </p:sp>
    </p:spTree>
    <p:extLst>
      <p:ext uri="{BB962C8B-B14F-4D97-AF65-F5344CB8AC3E}">
        <p14:creationId xmlns:p14="http://schemas.microsoft.com/office/powerpoint/2010/main" val="4755980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F13FCAC4-C793-C1AE-59EA-449C43BF4198}"/>
              </a:ext>
            </a:extLst>
          </p:cNvPr>
          <p:cNvSpPr>
            <a:spLocks noGrp="1"/>
          </p:cNvSpPr>
          <p:nvPr>
            <p:ph type="subTitle" idx="12"/>
          </p:nvPr>
        </p:nvSpPr>
        <p:spPr/>
        <p:txBody>
          <a:bodyPr/>
          <a:lstStyle/>
          <a:p>
            <a:r>
              <a:rPr lang="en-US" dirty="0"/>
              <a:t>Standard Layouts</a:t>
            </a:r>
          </a:p>
        </p:txBody>
      </p:sp>
      <p:sp>
        <p:nvSpPr>
          <p:cNvPr id="9" name="Title 8">
            <a:extLst>
              <a:ext uri="{FF2B5EF4-FFF2-40B4-BE49-F238E27FC236}">
                <a16:creationId xmlns:a16="http://schemas.microsoft.com/office/drawing/2014/main" id="{06AC8681-EE8E-4AFB-99FE-A68081B8326A}"/>
              </a:ext>
            </a:extLst>
          </p:cNvPr>
          <p:cNvSpPr>
            <a:spLocks noGrp="1"/>
          </p:cNvSpPr>
          <p:nvPr>
            <p:ph type="title"/>
          </p:nvPr>
        </p:nvSpPr>
        <p:spPr/>
        <p:txBody>
          <a:bodyPr/>
          <a:lstStyle/>
          <a:p>
            <a:r>
              <a:rPr lang="en-US" dirty="0"/>
              <a:t>4 _ Col Light</a:t>
            </a:r>
          </a:p>
        </p:txBody>
      </p:sp>
      <p:sp>
        <p:nvSpPr>
          <p:cNvPr id="15" name="Content Placeholder 14">
            <a:extLst>
              <a:ext uri="{FF2B5EF4-FFF2-40B4-BE49-F238E27FC236}">
                <a16:creationId xmlns:a16="http://schemas.microsoft.com/office/drawing/2014/main" id="{717D8585-A40B-40CB-B216-11D77214E396}"/>
              </a:ext>
            </a:extLst>
          </p:cNvPr>
          <p:cNvSpPr>
            <a:spLocks noGrp="1"/>
          </p:cNvSpPr>
          <p:nvPr>
            <p:ph sz="quarter" idx="16"/>
          </p:nvPr>
        </p:nvSpPr>
        <p:spPr/>
        <p:txBody>
          <a:bodyPr/>
          <a:lstStyle/>
          <a:p>
            <a:r>
              <a:rPr lang="en-US" dirty="0" err="1"/>
              <a:t>Donec</a:t>
            </a:r>
            <a:r>
              <a:rPr lang="en-US" dirty="0"/>
              <a:t> </a:t>
            </a:r>
            <a:r>
              <a:rPr lang="en-US" dirty="0" err="1"/>
              <a:t>blandit</a:t>
            </a:r>
            <a:r>
              <a:rPr lang="en-US" dirty="0"/>
              <a:t> </a:t>
            </a:r>
            <a:r>
              <a:rPr lang="en-US" dirty="0" err="1"/>
              <a:t>feugiat</a:t>
            </a:r>
            <a:r>
              <a:rPr lang="en-US" dirty="0"/>
              <a:t> ligula. </a:t>
            </a:r>
            <a:r>
              <a:rPr lang="en-US" dirty="0" err="1"/>
              <a:t>Donec</a:t>
            </a:r>
            <a:r>
              <a:rPr lang="en-US" dirty="0"/>
              <a:t> </a:t>
            </a:r>
            <a:r>
              <a:rPr lang="en-US" dirty="0" err="1"/>
              <a:t>hendrerit</a:t>
            </a:r>
            <a:r>
              <a:rPr lang="en-US" dirty="0"/>
              <a:t>, </a:t>
            </a:r>
            <a:r>
              <a:rPr lang="en-US" dirty="0" err="1"/>
              <a:t>felis</a:t>
            </a:r>
            <a:r>
              <a:rPr lang="en-US" dirty="0"/>
              <a:t> et </a:t>
            </a:r>
            <a:r>
              <a:rPr lang="en-US" dirty="0" err="1"/>
              <a:t>imper</a:t>
            </a:r>
            <a:r>
              <a:rPr lang="en-US" dirty="0"/>
              <a:t> die </a:t>
            </a:r>
            <a:r>
              <a:rPr lang="en-US" dirty="0" err="1"/>
              <a:t>uismod</a:t>
            </a:r>
            <a:r>
              <a:rPr lang="en-US" dirty="0"/>
              <a:t>, purus ipsum </a:t>
            </a:r>
            <a:r>
              <a:rPr lang="en-US" dirty="0" err="1"/>
              <a:t>pret</a:t>
            </a:r>
            <a:r>
              <a:rPr lang="en-US" dirty="0"/>
              <a:t> </a:t>
            </a:r>
            <a:r>
              <a:rPr lang="en-US" dirty="0" err="1"/>
              <a:t>ium</a:t>
            </a:r>
            <a:r>
              <a:rPr lang="en-US" dirty="0"/>
              <a:t> </a:t>
            </a:r>
            <a:r>
              <a:rPr lang="en-US" dirty="0" err="1"/>
              <a:t>metus</a:t>
            </a:r>
            <a:r>
              <a:rPr lang="en-US" dirty="0"/>
              <a:t>, </a:t>
            </a:r>
            <a:r>
              <a:rPr lang="en-US" dirty="0" err="1"/>
              <a:t>iacinia</a:t>
            </a:r>
            <a:r>
              <a:rPr lang="en-US" dirty="0"/>
              <a:t> </a:t>
            </a:r>
            <a:r>
              <a:rPr lang="en-US" dirty="0" err="1"/>
              <a:t>nulla</a:t>
            </a:r>
            <a:r>
              <a:rPr lang="en-US" dirty="0"/>
              <a:t> </a:t>
            </a:r>
            <a:r>
              <a:rPr lang="en-US" dirty="0" err="1"/>
              <a:t>nisl</a:t>
            </a:r>
            <a:r>
              <a:rPr lang="en-US" dirty="0"/>
              <a:t> </a:t>
            </a:r>
            <a:r>
              <a:rPr lang="en-US" dirty="0" err="1"/>
              <a:t>eget</a:t>
            </a:r>
            <a:r>
              <a:rPr lang="en-US" dirty="0"/>
              <a:t> </a:t>
            </a:r>
            <a:r>
              <a:rPr lang="en-US" dirty="0" err="1"/>
              <a:t>sapien</a:t>
            </a:r>
            <a:r>
              <a:rPr lang="en-US" dirty="0"/>
              <a:t>. </a:t>
            </a:r>
            <a:r>
              <a:rPr lang="en-US" dirty="0" err="1"/>
              <a:t>Donec</a:t>
            </a:r>
            <a:r>
              <a:rPr lang="en-US" dirty="0"/>
              <a:t> </a:t>
            </a:r>
            <a:r>
              <a:rPr lang="en-US" dirty="0" err="1"/>
              <a:t>est</a:t>
            </a:r>
            <a:r>
              <a:rPr lang="en-US" dirty="0"/>
              <a:t> lectus </a:t>
            </a:r>
            <a:r>
              <a:rPr lang="en-US" dirty="0" err="1"/>
              <a:t>consequat</a:t>
            </a:r>
            <a:r>
              <a:rPr lang="en-US" dirty="0"/>
              <a:t> </a:t>
            </a:r>
            <a:r>
              <a:rPr lang="en-US" dirty="0" err="1"/>
              <a:t>consequat</a:t>
            </a:r>
            <a:r>
              <a:rPr lang="en-US" dirty="0"/>
              <a:t>.</a:t>
            </a:r>
          </a:p>
          <a:p>
            <a:r>
              <a:rPr lang="en-US" dirty="0" err="1"/>
              <a:t>Etiam</a:t>
            </a:r>
            <a:r>
              <a:rPr lang="en-US" dirty="0"/>
              <a:t> </a:t>
            </a:r>
            <a:r>
              <a:rPr lang="en-US" dirty="0" err="1"/>
              <a:t>eget</a:t>
            </a:r>
            <a:r>
              <a:rPr lang="en-US" dirty="0"/>
              <a:t> dui. </a:t>
            </a:r>
            <a:r>
              <a:rPr lang="en-US" dirty="0" err="1"/>
              <a:t>Aliquam</a:t>
            </a:r>
            <a:r>
              <a:rPr lang="en-US" dirty="0"/>
              <a:t> </a:t>
            </a:r>
            <a:r>
              <a:rPr lang="en-US" dirty="0" err="1"/>
              <a:t>erat</a:t>
            </a:r>
            <a:r>
              <a:rPr lang="en-US" dirty="0"/>
              <a:t> </a:t>
            </a:r>
            <a:r>
              <a:rPr lang="en-US" dirty="0" err="1"/>
              <a:t>olutpat</a:t>
            </a:r>
            <a:r>
              <a:rPr lang="en-US" dirty="0"/>
              <a:t>. Sed at lorem in </a:t>
            </a:r>
            <a:r>
              <a:rPr lang="en-US" dirty="0" err="1"/>
              <a:t>nunc</a:t>
            </a:r>
            <a:r>
              <a:rPr lang="en-US" dirty="0"/>
              <a:t> porta </a:t>
            </a:r>
            <a:r>
              <a:rPr lang="en-US" dirty="0" err="1"/>
              <a:t>tristique</a:t>
            </a:r>
            <a:r>
              <a:rPr lang="en-US" dirty="0"/>
              <a:t>. Vestibulum </a:t>
            </a:r>
            <a:r>
              <a:rPr lang="en-US" dirty="0" err="1"/>
              <a:t>quis</a:t>
            </a:r>
            <a:r>
              <a:rPr lang="en-US" dirty="0"/>
              <a:t> dolor a congue </a:t>
            </a:r>
            <a:r>
              <a:rPr lang="en-US" dirty="0" err="1"/>
              <a:t>vehicula</a:t>
            </a:r>
            <a:r>
              <a:rPr lang="en-US" dirty="0"/>
              <a:t>. </a:t>
            </a:r>
            <a:r>
              <a:rPr lang="en-US" dirty="0" err="1"/>
              <a:t>Maec</a:t>
            </a:r>
            <a:r>
              <a:rPr lang="en-US" dirty="0"/>
              <a:t> </a:t>
            </a:r>
            <a:r>
              <a:rPr lang="en-US" dirty="0" err="1"/>
              <a:t>enas</a:t>
            </a:r>
            <a:r>
              <a:rPr lang="en-US" dirty="0"/>
              <a:t> </a:t>
            </a:r>
            <a:r>
              <a:rPr lang="en-US" dirty="0" err="1"/>
              <a:t>pede</a:t>
            </a:r>
            <a:r>
              <a:rPr lang="en-US" dirty="0"/>
              <a:t> </a:t>
            </a:r>
            <a:r>
              <a:rPr lang="en-US" dirty="0" err="1"/>
              <a:t>purustri</a:t>
            </a:r>
            <a:r>
              <a:rPr lang="en-US" dirty="0"/>
              <a:t>, tempus </a:t>
            </a:r>
            <a:r>
              <a:rPr lang="en-US" dirty="0" err="1"/>
              <a:t>eget</a:t>
            </a:r>
            <a:r>
              <a:rPr lang="en-US" dirty="0"/>
              <a:t>, </a:t>
            </a:r>
            <a:r>
              <a:rPr lang="en-US" dirty="0" err="1"/>
              <a:t>egestas</a:t>
            </a:r>
            <a:r>
              <a:rPr lang="en-US" dirty="0"/>
              <a:t> </a:t>
            </a:r>
            <a:r>
              <a:rPr lang="en-US" dirty="0" err="1"/>
              <a:t>quis</a:t>
            </a:r>
            <a:r>
              <a:rPr lang="en-US" dirty="0"/>
              <a:t>, </a:t>
            </a:r>
            <a:r>
              <a:rPr lang="en-US" dirty="0" err="1"/>
              <a:t>nuncurabitur</a:t>
            </a:r>
            <a:r>
              <a:rPr lang="en-US" dirty="0"/>
              <a:t> non </a:t>
            </a:r>
            <a:r>
              <a:rPr lang="en-US" dirty="0" err="1"/>
              <a:t>eros</a:t>
            </a:r>
            <a:r>
              <a:rPr lang="en-US" dirty="0"/>
              <a:t>. </a:t>
            </a:r>
            <a:r>
              <a:rPr lang="en-US" dirty="0" err="1"/>
              <a:t>Nullam</a:t>
            </a:r>
            <a:r>
              <a:rPr lang="en-US" dirty="0"/>
              <a:t> end </a:t>
            </a:r>
            <a:r>
              <a:rPr lang="en-US" dirty="0" err="1"/>
              <a:t>rerit</a:t>
            </a:r>
            <a:r>
              <a:rPr lang="en-US" dirty="0"/>
              <a:t> bib </a:t>
            </a:r>
            <a:r>
              <a:rPr lang="en-US" dirty="0" err="1"/>
              <a:t>endum</a:t>
            </a:r>
            <a:r>
              <a:rPr lang="en-US" dirty="0"/>
              <a:t> </a:t>
            </a:r>
            <a:r>
              <a:rPr lang="en-US" dirty="0" err="1"/>
              <a:t>justo</a:t>
            </a:r>
            <a:r>
              <a:rPr lang="en-US" dirty="0"/>
              <a:t>. Fusce </a:t>
            </a:r>
            <a:r>
              <a:rPr lang="en-US" dirty="0" err="1"/>
              <a:t>iaculis</a:t>
            </a:r>
            <a:r>
              <a:rPr lang="en-US" dirty="0"/>
              <a:t>, </a:t>
            </a:r>
            <a:r>
              <a:rPr lang="en-US" dirty="0" err="1"/>
              <a:t>est</a:t>
            </a:r>
            <a:r>
              <a:rPr lang="en-US" dirty="0"/>
              <a:t> </a:t>
            </a:r>
            <a:r>
              <a:rPr lang="en-US" dirty="0" err="1"/>
              <a:t>quis</a:t>
            </a:r>
            <a:r>
              <a:rPr lang="en-US" dirty="0"/>
              <a:t> lacinia </a:t>
            </a:r>
            <a:r>
              <a:rPr lang="en-US" dirty="0" err="1"/>
              <a:t>pretium</a:t>
            </a:r>
            <a:r>
              <a:rPr lang="en-US" dirty="0"/>
              <a:t>, </a:t>
            </a:r>
            <a:r>
              <a:rPr lang="en-US" dirty="0" err="1"/>
              <a:t>pedemetus</a:t>
            </a:r>
            <a:r>
              <a:rPr lang="en-US" dirty="0"/>
              <a:t> </a:t>
            </a:r>
            <a:r>
              <a:rPr lang="en-US" dirty="0" err="1"/>
              <a:t>molestie</a:t>
            </a:r>
            <a:r>
              <a:rPr lang="en-US" dirty="0"/>
              <a:t> </a:t>
            </a:r>
            <a:r>
              <a:rPr lang="en-US" dirty="0" err="1"/>
              <a:t>lacus</a:t>
            </a:r>
            <a:r>
              <a:rPr lang="en-US" dirty="0"/>
              <a:t>, at gravida </a:t>
            </a:r>
            <a:r>
              <a:rPr lang="en-US" dirty="0" err="1"/>
              <a:t>wisi</a:t>
            </a:r>
            <a:r>
              <a:rPr lang="en-US" dirty="0"/>
              <a:t> ante at libero.</a:t>
            </a:r>
          </a:p>
        </p:txBody>
      </p:sp>
      <p:sp>
        <p:nvSpPr>
          <p:cNvPr id="16" name="Content Placeholder 15">
            <a:extLst>
              <a:ext uri="{FF2B5EF4-FFF2-40B4-BE49-F238E27FC236}">
                <a16:creationId xmlns:a16="http://schemas.microsoft.com/office/drawing/2014/main" id="{1AC3CE8D-964B-4A39-BC91-314FA7040ACE}"/>
              </a:ext>
            </a:extLst>
          </p:cNvPr>
          <p:cNvSpPr>
            <a:spLocks noGrp="1"/>
          </p:cNvSpPr>
          <p:nvPr>
            <p:ph sz="quarter" idx="17"/>
          </p:nvPr>
        </p:nvSpPr>
        <p:spPr/>
        <p:txBody>
          <a:bodyPr/>
          <a:lstStyle/>
          <a:p>
            <a:r>
              <a:rPr lang="en-US" dirty="0"/>
              <a:t>Lorem ipsum dolor sit amet, </a:t>
            </a:r>
            <a:r>
              <a:rPr lang="en-US" dirty="0" err="1"/>
              <a:t>secttur</a:t>
            </a:r>
            <a:r>
              <a:rPr lang="en-US" dirty="0"/>
              <a:t> adipiscing elit. </a:t>
            </a:r>
            <a:r>
              <a:rPr lang="en-US" dirty="0" err="1"/>
              <a:t>Vesti</a:t>
            </a:r>
            <a:r>
              <a:rPr lang="en-US" dirty="0"/>
              <a:t> </a:t>
            </a:r>
            <a:r>
              <a:rPr lang="en-US" dirty="0" err="1"/>
              <a:t>bulum</a:t>
            </a:r>
            <a:r>
              <a:rPr lang="en-US" dirty="0"/>
              <a:t> </a:t>
            </a:r>
            <a:r>
              <a:rPr lang="en-US" dirty="0" err="1"/>
              <a:t>ullame</a:t>
            </a:r>
            <a:r>
              <a:rPr lang="en-US" dirty="0"/>
              <a:t> </a:t>
            </a:r>
            <a:r>
              <a:rPr lang="en-US" dirty="0" err="1"/>
              <a:t>tellus</a:t>
            </a:r>
            <a:r>
              <a:rPr lang="en-US" dirty="0"/>
              <a:t> vitae </a:t>
            </a:r>
            <a:r>
              <a:rPr lang="en-US" dirty="0" err="1"/>
              <a:t>velit</a:t>
            </a:r>
            <a:r>
              <a:rPr lang="en-US" dirty="0"/>
              <a:t> </a:t>
            </a:r>
            <a:r>
              <a:rPr lang="en-US" dirty="0" err="1"/>
              <a:t>malesuaddignissim</a:t>
            </a:r>
            <a:r>
              <a:rPr lang="en-US" dirty="0"/>
              <a:t> ligula </a:t>
            </a:r>
            <a:r>
              <a:rPr lang="en-US" dirty="0" err="1"/>
              <a:t>elementum</a:t>
            </a:r>
            <a:r>
              <a:rPr lang="en-US" dirty="0"/>
              <a:t>. Duis congue </a:t>
            </a:r>
            <a:r>
              <a:rPr lang="en-US" dirty="0" err="1"/>
              <a:t>nec</a:t>
            </a:r>
            <a:r>
              <a:rPr lang="en-US" dirty="0"/>
              <a:t> </a:t>
            </a:r>
            <a:r>
              <a:rPr lang="en-US" dirty="0" err="1"/>
              <a:t>enim</a:t>
            </a:r>
            <a:r>
              <a:rPr lang="en-US" dirty="0"/>
              <a:t> </a:t>
            </a:r>
            <a:r>
              <a:rPr lang="en-US" dirty="0" err="1"/>
              <a:t>nec</a:t>
            </a:r>
            <a:r>
              <a:rPr lang="en-US" dirty="0"/>
              <a:t> </a:t>
            </a:r>
            <a:r>
              <a:rPr lang="en-US" dirty="0" err="1"/>
              <a:t>volutpat</a:t>
            </a:r>
            <a:r>
              <a:rPr lang="en-US" dirty="0"/>
              <a:t>. </a:t>
            </a:r>
            <a:r>
              <a:rPr lang="en-US" dirty="0" err="1"/>
              <a:t>Suspendisse</a:t>
            </a:r>
            <a:r>
              <a:rPr lang="en-US" dirty="0"/>
              <a:t> </a:t>
            </a:r>
            <a:r>
              <a:rPr lang="en-US" dirty="0" err="1"/>
              <a:t>interdum</a:t>
            </a:r>
            <a:r>
              <a:rPr lang="en-US" dirty="0"/>
              <a:t> </a:t>
            </a:r>
            <a:r>
              <a:rPr lang="en-US" dirty="0" err="1"/>
              <a:t>justo</a:t>
            </a:r>
            <a:r>
              <a:rPr lang="en-US" dirty="0"/>
              <a:t>. In in </a:t>
            </a:r>
            <a:r>
              <a:rPr lang="en-US" dirty="0" err="1"/>
              <a:t>neque</a:t>
            </a:r>
            <a:r>
              <a:rPr lang="en-US" dirty="0"/>
              <a:t> et </a:t>
            </a:r>
            <a:r>
              <a:rPr lang="en-US" dirty="0" err="1"/>
              <a:t>arcu</a:t>
            </a:r>
            <a:r>
              <a:rPr lang="en-US" dirty="0"/>
              <a:t> </a:t>
            </a:r>
            <a:r>
              <a:rPr lang="en-US" dirty="0" err="1"/>
              <a:t>elementum</a:t>
            </a:r>
            <a:r>
              <a:rPr lang="en-US" dirty="0"/>
              <a:t> </a:t>
            </a:r>
            <a:r>
              <a:rPr lang="en-US" dirty="0" err="1"/>
              <a:t>finibus</a:t>
            </a:r>
            <a:r>
              <a:rPr lang="en-US" dirty="0"/>
              <a:t> non at </a:t>
            </a:r>
            <a:r>
              <a:rPr lang="en-US" dirty="0" err="1"/>
              <a:t>urna</a:t>
            </a:r>
            <a:r>
              <a:rPr lang="en-US" dirty="0"/>
              <a:t>. </a:t>
            </a:r>
            <a:r>
              <a:rPr lang="en-US" dirty="0" err="1"/>
              <a:t>Quisque</a:t>
            </a:r>
            <a:r>
              <a:rPr lang="en-US" dirty="0"/>
              <a:t> porttitor </a:t>
            </a:r>
            <a:r>
              <a:rPr lang="en-US" dirty="0" err="1"/>
              <a:t>nulla</a:t>
            </a:r>
            <a:r>
              <a:rPr lang="en-US" dirty="0"/>
              <a:t> at </a:t>
            </a:r>
            <a:r>
              <a:rPr lang="en-US" dirty="0" err="1"/>
              <a:t>tortornar</a:t>
            </a:r>
            <a:r>
              <a:rPr lang="en-US" dirty="0"/>
              <a:t>, id </a:t>
            </a:r>
            <a:r>
              <a:rPr lang="en-US" dirty="0" err="1"/>
              <a:t>laoreet</a:t>
            </a:r>
            <a:r>
              <a:rPr lang="en-US" dirty="0"/>
              <a:t> ante </a:t>
            </a:r>
            <a:r>
              <a:rPr lang="en-US" dirty="0" err="1"/>
              <a:t>dapibus</a:t>
            </a:r>
            <a:r>
              <a:rPr lang="en-US" dirty="0"/>
              <a:t>. </a:t>
            </a:r>
            <a:r>
              <a:rPr lang="en-US" dirty="0" err="1"/>
              <a:t>Pellentesue</a:t>
            </a:r>
            <a:r>
              <a:rPr lang="en-US" dirty="0"/>
              <a:t> </a:t>
            </a:r>
            <a:r>
              <a:rPr lang="en-US" dirty="0" err="1"/>
              <a:t>blandit</a:t>
            </a:r>
            <a:r>
              <a:rPr lang="en-US" dirty="0"/>
              <a:t> </a:t>
            </a:r>
            <a:r>
              <a:rPr lang="en-US" dirty="0" err="1"/>
              <a:t>feugiat</a:t>
            </a:r>
            <a:r>
              <a:rPr lang="en-US" dirty="0"/>
              <a:t> </a:t>
            </a:r>
            <a:r>
              <a:rPr lang="en-US" dirty="0" err="1"/>
              <a:t>varius</a:t>
            </a:r>
            <a:r>
              <a:rPr lang="en-US" dirty="0"/>
              <a:t>. </a:t>
            </a:r>
            <a:r>
              <a:rPr lang="en-US" dirty="0" err="1"/>
              <a:t>Praesent</a:t>
            </a:r>
            <a:r>
              <a:rPr lang="en-US" dirty="0"/>
              <a:t> </a:t>
            </a:r>
            <a:r>
              <a:rPr lang="en-US" dirty="0" err="1"/>
              <a:t>eget</a:t>
            </a:r>
            <a:r>
              <a:rPr lang="en-US" dirty="0"/>
              <a:t> </a:t>
            </a:r>
            <a:r>
              <a:rPr lang="en-US" dirty="0" err="1"/>
              <a:t>nibh</a:t>
            </a:r>
            <a:r>
              <a:rPr lang="en-US" dirty="0"/>
              <a:t> </a:t>
            </a:r>
            <a:r>
              <a:rPr lang="en-US" dirty="0" err="1"/>
              <a:t>interdum</a:t>
            </a:r>
            <a:r>
              <a:rPr lang="en-US" dirty="0"/>
              <a:t>, </a:t>
            </a:r>
            <a:r>
              <a:rPr lang="en-US" dirty="0" err="1"/>
              <a:t>consequatuse</a:t>
            </a:r>
            <a:r>
              <a:rPr lang="en-US" dirty="0"/>
              <a:t> </a:t>
            </a:r>
            <a:r>
              <a:rPr lang="en-US" dirty="0" err="1"/>
              <a:t>faucibus</a:t>
            </a:r>
            <a:r>
              <a:rPr lang="en-US" dirty="0"/>
              <a:t>, </a:t>
            </a:r>
            <a:r>
              <a:rPr lang="en-US" dirty="0" err="1"/>
              <a:t>scelerisque</a:t>
            </a:r>
            <a:r>
              <a:rPr lang="en-US" dirty="0"/>
              <a:t> </a:t>
            </a:r>
            <a:r>
              <a:rPr lang="en-US" dirty="0" err="1"/>
              <a:t>nunc</a:t>
            </a:r>
            <a:r>
              <a:rPr lang="en-US" dirty="0"/>
              <a:t>.</a:t>
            </a:r>
          </a:p>
          <a:p>
            <a:r>
              <a:rPr lang="en-US" dirty="0" err="1"/>
              <a:t>Praesent</a:t>
            </a:r>
            <a:r>
              <a:rPr lang="en-US" dirty="0"/>
              <a:t> </a:t>
            </a:r>
            <a:r>
              <a:rPr lang="en-US" dirty="0" err="1"/>
              <a:t>euismod</a:t>
            </a:r>
            <a:r>
              <a:rPr lang="en-US" dirty="0"/>
              <a:t>. </a:t>
            </a:r>
            <a:r>
              <a:rPr lang="en-US" dirty="0" err="1"/>
              <a:t>Donec</a:t>
            </a:r>
            <a:r>
              <a:rPr lang="en-US" dirty="0"/>
              <a:t> </a:t>
            </a:r>
            <a:r>
              <a:rPr lang="en-US" dirty="0" err="1"/>
              <a:t>nullugue</a:t>
            </a:r>
            <a:r>
              <a:rPr lang="en-US" dirty="0"/>
              <a:t>, </a:t>
            </a:r>
            <a:r>
              <a:rPr lang="en-US" dirty="0" err="1"/>
              <a:t>venenatis</a:t>
            </a:r>
            <a:r>
              <a:rPr lang="en-US" dirty="0"/>
              <a:t> </a:t>
            </a:r>
            <a:r>
              <a:rPr lang="en-US" dirty="0" err="1"/>
              <a:t>sceleri</a:t>
            </a:r>
            <a:r>
              <a:rPr lang="en-US" dirty="0"/>
              <a:t> </a:t>
            </a:r>
            <a:r>
              <a:rPr lang="en-US" dirty="0" err="1"/>
              <a:t>dapibus</a:t>
            </a:r>
            <a:r>
              <a:rPr lang="en-US" dirty="0"/>
              <a:t>, </a:t>
            </a:r>
            <a:r>
              <a:rPr lang="en-US" dirty="0" err="1"/>
              <a:t>consequat</a:t>
            </a:r>
            <a:r>
              <a:rPr lang="en-US" dirty="0"/>
              <a:t> at, </a:t>
            </a:r>
            <a:r>
              <a:rPr lang="en-US" dirty="0" err="1"/>
              <a:t>leo</a:t>
            </a:r>
            <a:r>
              <a:rPr lang="en-US" dirty="0"/>
              <a:t>.</a:t>
            </a:r>
          </a:p>
        </p:txBody>
      </p:sp>
      <p:sp>
        <p:nvSpPr>
          <p:cNvPr id="2" name="Content Placeholder 1">
            <a:extLst>
              <a:ext uri="{FF2B5EF4-FFF2-40B4-BE49-F238E27FC236}">
                <a16:creationId xmlns:a16="http://schemas.microsoft.com/office/drawing/2014/main" id="{37272A0C-3C3C-49C0-A346-222F838130E3}"/>
              </a:ext>
            </a:extLst>
          </p:cNvPr>
          <p:cNvSpPr>
            <a:spLocks noGrp="1"/>
          </p:cNvSpPr>
          <p:nvPr>
            <p:ph sz="quarter" idx="18"/>
          </p:nvPr>
        </p:nvSpPr>
        <p:spPr/>
        <p:txBody>
          <a:bodyPr/>
          <a:lstStyle/>
          <a:p>
            <a:r>
              <a:rPr lang="en-US" dirty="0" err="1"/>
              <a:t>Praesent</a:t>
            </a:r>
            <a:r>
              <a:rPr lang="en-US" dirty="0"/>
              <a:t> porttitor </a:t>
            </a:r>
            <a:r>
              <a:rPr lang="en-US" dirty="0" err="1"/>
              <a:t>tempor</a:t>
            </a:r>
            <a:r>
              <a:rPr lang="en-US" dirty="0"/>
              <a:t> nisi </a:t>
            </a:r>
            <a:r>
              <a:rPr lang="en-US" dirty="0" err="1"/>
              <a:t>eu</a:t>
            </a:r>
            <a:r>
              <a:rPr lang="en-US" dirty="0"/>
              <a:t> ultricies. </a:t>
            </a:r>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r>
              <a:rPr lang="en-US" dirty="0"/>
              <a:t>. </a:t>
            </a:r>
            <a:r>
              <a:rPr lang="en-US" dirty="0" err="1"/>
              <a:t>Nulla</a:t>
            </a:r>
            <a:r>
              <a:rPr lang="en-US" dirty="0"/>
              <a:t> </a:t>
            </a:r>
            <a:r>
              <a:rPr lang="en-US" dirty="0" err="1"/>
              <a:t>efficitur</a:t>
            </a:r>
            <a:r>
              <a:rPr lang="en-US" dirty="0"/>
              <a:t> </a:t>
            </a:r>
            <a:r>
              <a:rPr lang="en-US" dirty="0" err="1"/>
              <a:t>tellus</a:t>
            </a:r>
            <a:r>
              <a:rPr lang="en-US" dirty="0"/>
              <a:t> </a:t>
            </a:r>
            <a:r>
              <a:rPr lang="en-US" dirty="0" err="1"/>
              <a:t>odio</a:t>
            </a:r>
            <a:r>
              <a:rPr lang="en-US" dirty="0"/>
              <a:t>, sit amet </a:t>
            </a:r>
            <a:r>
              <a:rPr lang="en-US" dirty="0" err="1"/>
              <a:t>dapibus</a:t>
            </a:r>
            <a:r>
              <a:rPr lang="en-US" dirty="0"/>
              <a:t> </a:t>
            </a:r>
            <a:r>
              <a:rPr lang="en-US" dirty="0" err="1"/>
              <a:t>mauris</a:t>
            </a:r>
            <a:r>
              <a:rPr lang="en-US" dirty="0"/>
              <a:t> </a:t>
            </a:r>
            <a:r>
              <a:rPr lang="en-US" dirty="0" err="1"/>
              <a:t>vehicula</a:t>
            </a:r>
            <a:r>
              <a:rPr lang="en-US" dirty="0"/>
              <a:t> et. Morbi </a:t>
            </a:r>
            <a:r>
              <a:rPr lang="en-US" dirty="0" err="1"/>
              <a:t>enim</a:t>
            </a:r>
            <a:r>
              <a:rPr lang="en-US" dirty="0"/>
              <a:t> </a:t>
            </a:r>
            <a:r>
              <a:rPr lang="en-US" dirty="0" err="1"/>
              <a:t>tortor</a:t>
            </a:r>
            <a:r>
              <a:rPr lang="en-US" dirty="0"/>
              <a:t>, </a:t>
            </a:r>
            <a:r>
              <a:rPr lang="en-US" dirty="0" err="1"/>
              <a:t>venenatis</a:t>
            </a:r>
            <a:r>
              <a:rPr lang="en-US" dirty="0"/>
              <a:t> </a:t>
            </a:r>
            <a:r>
              <a:rPr lang="en-US" dirty="0" err="1"/>
              <a:t>eu</a:t>
            </a:r>
            <a:r>
              <a:rPr lang="en-US" dirty="0"/>
              <a:t>, </a:t>
            </a:r>
            <a:r>
              <a:rPr lang="en-US" dirty="0" err="1"/>
              <a:t>varius</a:t>
            </a:r>
            <a:r>
              <a:rPr lang="en-US" dirty="0"/>
              <a:t> a </a:t>
            </a:r>
            <a:r>
              <a:rPr lang="en-US" dirty="0" err="1"/>
              <a:t>arcu</a:t>
            </a:r>
            <a:r>
              <a:rPr lang="en-US" dirty="0"/>
              <a:t>. </a:t>
            </a:r>
            <a:r>
              <a:rPr lang="en-US" dirty="0" err="1"/>
              <a:t>Phasellus</a:t>
            </a:r>
            <a:r>
              <a:rPr lang="en-US" dirty="0"/>
              <a:t> at </a:t>
            </a:r>
            <a:r>
              <a:rPr lang="en-US" dirty="0" err="1"/>
              <a:t>justo</a:t>
            </a:r>
            <a:r>
              <a:rPr lang="en-US" dirty="0"/>
              <a:t> </a:t>
            </a:r>
            <a:r>
              <a:rPr lang="en-US" dirty="0" err="1"/>
              <a:t>ullamcorper</a:t>
            </a:r>
            <a:r>
              <a:rPr lang="en-US" dirty="0"/>
              <a:t> </a:t>
            </a:r>
            <a:r>
              <a:rPr lang="en-US" dirty="0" err="1"/>
              <a:t>eros</a:t>
            </a:r>
            <a:r>
              <a:rPr lang="en-US" dirty="0"/>
              <a:t> </a:t>
            </a:r>
            <a:r>
              <a:rPr lang="en-US" dirty="0" err="1"/>
              <a:t>facilisis</a:t>
            </a:r>
            <a:r>
              <a:rPr lang="en-US" dirty="0"/>
              <a:t> malesuada. Nam cursus </a:t>
            </a:r>
            <a:r>
              <a:rPr lang="en-US" dirty="0" err="1"/>
              <a:t>nulla</a:t>
            </a:r>
            <a:r>
              <a:rPr lang="en-US" dirty="0"/>
              <a:t> malesuada, </a:t>
            </a:r>
            <a:r>
              <a:rPr lang="en-US" dirty="0" err="1"/>
              <a:t>aliquam</a:t>
            </a:r>
            <a:r>
              <a:rPr lang="en-US" dirty="0"/>
              <a:t> lectus </a:t>
            </a:r>
            <a:r>
              <a:rPr lang="en-US" dirty="0" err="1"/>
              <a:t>quis</a:t>
            </a:r>
            <a:r>
              <a:rPr lang="en-US" dirty="0"/>
              <a:t>, congue </a:t>
            </a:r>
            <a:r>
              <a:rPr lang="en-US" dirty="0" err="1"/>
              <a:t>uismod</a:t>
            </a:r>
            <a:r>
              <a:rPr lang="en-US" dirty="0"/>
              <a:t>.</a:t>
            </a:r>
          </a:p>
          <a:p>
            <a:pPr lvl="1"/>
            <a:r>
              <a:rPr lang="en-US" dirty="0" err="1"/>
              <a:t>Proin</a:t>
            </a:r>
            <a:r>
              <a:rPr lang="en-US" dirty="0"/>
              <a:t> malesuada </a:t>
            </a:r>
            <a:r>
              <a:rPr lang="en-US" dirty="0" err="1"/>
              <a:t>elementum</a:t>
            </a:r>
            <a:r>
              <a:rPr lang="en-US" dirty="0"/>
              <a:t> </a:t>
            </a:r>
          </a:p>
          <a:p>
            <a:pPr lvl="1"/>
            <a:r>
              <a:rPr lang="en-US" dirty="0" err="1"/>
              <a:t>Donec</a:t>
            </a:r>
            <a:r>
              <a:rPr lang="en-US" dirty="0"/>
              <a:t> sit amet </a:t>
            </a:r>
            <a:r>
              <a:rPr lang="en-US" dirty="0" err="1"/>
              <a:t>eros</a:t>
            </a:r>
            <a:r>
              <a:rPr lang="en-US" dirty="0"/>
              <a:t> </a:t>
            </a:r>
            <a:r>
              <a:rPr lang="en-US" dirty="0" err="1"/>
              <a:t>tincidunt</a:t>
            </a:r>
            <a:r>
              <a:rPr lang="en-US" dirty="0"/>
              <a:t>, </a:t>
            </a:r>
            <a:r>
              <a:rPr lang="en-US" dirty="0" err="1"/>
              <a:t>consectetur</a:t>
            </a:r>
            <a:r>
              <a:rPr lang="en-US" dirty="0"/>
              <a:t> </a:t>
            </a:r>
            <a:r>
              <a:rPr lang="en-US" dirty="0" err="1"/>
              <a:t>neque</a:t>
            </a:r>
            <a:r>
              <a:rPr lang="en-US" dirty="0"/>
              <a:t> </a:t>
            </a:r>
            <a:r>
              <a:rPr lang="en-US" dirty="0" err="1"/>
              <a:t>ut</a:t>
            </a:r>
            <a:endParaRPr lang="en-US" dirty="0"/>
          </a:p>
          <a:p>
            <a:pPr lvl="1"/>
            <a:r>
              <a:rPr lang="en-US" dirty="0"/>
              <a:t>Morbi </a:t>
            </a:r>
            <a:r>
              <a:rPr lang="en-US" dirty="0" err="1"/>
              <a:t>ut</a:t>
            </a:r>
            <a:r>
              <a:rPr lang="en-US" dirty="0"/>
              <a:t> ex sit amet </a:t>
            </a:r>
            <a:r>
              <a:rPr lang="en-US" dirty="0" err="1"/>
              <a:t>velit</a:t>
            </a:r>
            <a:r>
              <a:rPr lang="en-US" dirty="0"/>
              <a:t> </a:t>
            </a:r>
            <a:r>
              <a:rPr lang="en-US" dirty="0" err="1"/>
              <a:t>luctus</a:t>
            </a:r>
            <a:r>
              <a:rPr lang="en-US" dirty="0"/>
              <a:t> dolor sit </a:t>
            </a:r>
            <a:r>
              <a:rPr lang="en-US" dirty="0" err="1"/>
              <a:t>dignissim</a:t>
            </a:r>
            <a:endParaRPr lang="en-US" dirty="0"/>
          </a:p>
        </p:txBody>
      </p:sp>
      <p:sp>
        <p:nvSpPr>
          <p:cNvPr id="3" name="Content Placeholder 2">
            <a:extLst>
              <a:ext uri="{FF2B5EF4-FFF2-40B4-BE49-F238E27FC236}">
                <a16:creationId xmlns:a16="http://schemas.microsoft.com/office/drawing/2014/main" id="{A723E901-4B07-4874-9C77-6BDD8146D628}"/>
              </a:ext>
            </a:extLst>
          </p:cNvPr>
          <p:cNvSpPr>
            <a:spLocks noGrp="1"/>
          </p:cNvSpPr>
          <p:nvPr>
            <p:ph sz="quarter" idx="19"/>
          </p:nvPr>
        </p:nvSpPr>
        <p:spPr/>
        <p:txBody>
          <a:bodyPr/>
          <a:lstStyle/>
          <a:p>
            <a:r>
              <a:rPr lang="en-US" dirty="0"/>
              <a:t>Montes, </a:t>
            </a:r>
            <a:r>
              <a:rPr lang="en-US" dirty="0" err="1"/>
              <a:t>nascetur</a:t>
            </a:r>
            <a:r>
              <a:rPr lang="en-US" dirty="0"/>
              <a:t> </a:t>
            </a:r>
            <a:r>
              <a:rPr lang="en-US" dirty="0" err="1"/>
              <a:t>ridiculus</a:t>
            </a:r>
            <a:r>
              <a:rPr lang="en-US" dirty="0"/>
              <a:t> </a:t>
            </a:r>
            <a:r>
              <a:rPr lang="en-US" dirty="0" err="1"/>
              <a:t>musous</a:t>
            </a:r>
            <a:r>
              <a:rPr lang="en-US" dirty="0"/>
              <a:t>. Nunc </a:t>
            </a:r>
            <a:r>
              <a:rPr lang="en-US" dirty="0" err="1"/>
              <a:t>quam</a:t>
            </a:r>
            <a:r>
              <a:rPr lang="en-US" dirty="0"/>
              <a:t> </a:t>
            </a:r>
            <a:r>
              <a:rPr lang="en-US" dirty="0" err="1"/>
              <a:t>sem</a:t>
            </a:r>
            <a:r>
              <a:rPr lang="en-US" dirty="0"/>
              <a:t>, </a:t>
            </a:r>
            <a:r>
              <a:rPr lang="en-US" dirty="0" err="1"/>
              <a:t>consequat</a:t>
            </a:r>
            <a:r>
              <a:rPr lang="en-US" dirty="0"/>
              <a:t> site amet maximus non, </a:t>
            </a:r>
            <a:r>
              <a:rPr lang="en-US" dirty="0" err="1"/>
              <a:t>mattis</a:t>
            </a:r>
            <a:r>
              <a:rPr lang="en-US" dirty="0"/>
              <a:t> </a:t>
            </a:r>
            <a:r>
              <a:rPr lang="en-US" dirty="0" err="1"/>
              <a:t>sedeni</a:t>
            </a:r>
            <a:r>
              <a:rPr lang="en-US" dirty="0"/>
              <a:t>. </a:t>
            </a:r>
            <a:r>
              <a:rPr lang="en-US" dirty="0" err="1"/>
              <a:t>Etiam</a:t>
            </a:r>
            <a:r>
              <a:rPr lang="en-US" dirty="0"/>
              <a:t> et </a:t>
            </a:r>
            <a:r>
              <a:rPr lang="en-US" dirty="0" err="1"/>
              <a:t>euismod</a:t>
            </a:r>
            <a:r>
              <a:rPr lang="en-US" dirty="0"/>
              <a:t> </a:t>
            </a:r>
            <a:r>
              <a:rPr lang="en-US" dirty="0" err="1"/>
              <a:t>metus</a:t>
            </a:r>
            <a:r>
              <a:rPr lang="en-US" dirty="0"/>
              <a:t>. </a:t>
            </a:r>
            <a:r>
              <a:rPr lang="en-US" dirty="0" err="1"/>
              <a:t>Quisque</a:t>
            </a:r>
            <a:r>
              <a:rPr lang="en-US" dirty="0"/>
              <a:t> purus dolor, </a:t>
            </a:r>
            <a:r>
              <a:rPr lang="en-US" dirty="0" err="1"/>
              <a:t>mollis</a:t>
            </a:r>
            <a:r>
              <a:rPr lang="en-US" dirty="0"/>
              <a:t> </a:t>
            </a:r>
            <a:r>
              <a:rPr lang="en-US" dirty="0" err="1"/>
              <a:t>viverra</a:t>
            </a:r>
            <a:r>
              <a:rPr lang="en-US" dirty="0"/>
              <a:t> lorem sit amet, </a:t>
            </a:r>
            <a:r>
              <a:rPr lang="en-US" dirty="0" err="1"/>
              <a:t>auctor</a:t>
            </a:r>
            <a:r>
              <a:rPr lang="en-US" dirty="0"/>
              <a:t> </a:t>
            </a:r>
            <a:r>
              <a:rPr lang="en-US" dirty="0" err="1"/>
              <a:t>blandit</a:t>
            </a:r>
            <a:r>
              <a:rPr lang="en-US" dirty="0"/>
              <a:t> diam. Morbi </a:t>
            </a:r>
            <a:r>
              <a:rPr lang="en-US" dirty="0" err="1"/>
              <a:t>enim</a:t>
            </a:r>
            <a:r>
              <a:rPr lang="en-US" dirty="0"/>
              <a:t> </a:t>
            </a:r>
            <a:r>
              <a:rPr lang="en-US" dirty="0" err="1"/>
              <a:t>tortor</a:t>
            </a:r>
            <a:r>
              <a:rPr lang="en-US" dirty="0"/>
              <a:t>, </a:t>
            </a:r>
            <a:r>
              <a:rPr lang="en-US" dirty="0" err="1"/>
              <a:t>venenatis</a:t>
            </a:r>
            <a:r>
              <a:rPr lang="en-US" dirty="0"/>
              <a:t> </a:t>
            </a:r>
            <a:r>
              <a:rPr lang="en-US" dirty="0" err="1"/>
              <a:t>varius</a:t>
            </a:r>
            <a:r>
              <a:rPr lang="en-US" dirty="0"/>
              <a:t> a </a:t>
            </a:r>
            <a:r>
              <a:rPr lang="en-US" dirty="0" err="1"/>
              <a:t>arcu</a:t>
            </a:r>
            <a:r>
              <a:rPr lang="en-US" dirty="0"/>
              <a:t>. Duis </a:t>
            </a:r>
            <a:r>
              <a:rPr lang="en-US" dirty="0" err="1"/>
              <a:t>mollis</a:t>
            </a:r>
            <a:r>
              <a:rPr lang="en-US" dirty="0"/>
              <a:t> </a:t>
            </a:r>
            <a:r>
              <a:rPr lang="en-US" dirty="0" err="1"/>
              <a:t>lec</a:t>
            </a:r>
            <a:br>
              <a:rPr lang="en-US" dirty="0"/>
            </a:br>
            <a:r>
              <a:rPr lang="en-US" dirty="0" err="1"/>
              <a:t>tus</a:t>
            </a:r>
            <a:r>
              <a:rPr lang="en-US" dirty="0"/>
              <a:t> ac </a:t>
            </a:r>
            <a:r>
              <a:rPr lang="en-US" dirty="0" err="1"/>
              <a:t>sapien</a:t>
            </a:r>
            <a:r>
              <a:rPr lang="en-US" dirty="0"/>
              <a:t> </a:t>
            </a:r>
            <a:r>
              <a:rPr lang="en-US" dirty="0" err="1"/>
              <a:t>finibus</a:t>
            </a:r>
            <a:r>
              <a:rPr lang="en-US" dirty="0"/>
              <a:t> dictum. </a:t>
            </a:r>
          </a:p>
          <a:p>
            <a:pPr lvl="1"/>
            <a:r>
              <a:rPr lang="en-US" dirty="0" err="1"/>
              <a:t>Etiam</a:t>
            </a:r>
            <a:r>
              <a:rPr lang="en-US" dirty="0"/>
              <a:t> </a:t>
            </a:r>
            <a:r>
              <a:rPr lang="en-US" dirty="0" err="1"/>
              <a:t>nisl</a:t>
            </a:r>
            <a:r>
              <a:rPr lang="en-US" dirty="0"/>
              <a:t> </a:t>
            </a:r>
            <a:r>
              <a:rPr lang="en-US" dirty="0" err="1"/>
              <a:t>sapien</a:t>
            </a:r>
            <a:endParaRPr lang="en-US" dirty="0"/>
          </a:p>
          <a:p>
            <a:pPr lvl="1"/>
            <a:r>
              <a:rPr lang="en-US" dirty="0" err="1"/>
              <a:t>Venenatis</a:t>
            </a:r>
            <a:r>
              <a:rPr lang="en-US" dirty="0"/>
              <a:t> </a:t>
            </a:r>
            <a:r>
              <a:rPr lang="en-US" dirty="0" err="1"/>
              <a:t>ut</a:t>
            </a:r>
            <a:r>
              <a:rPr lang="en-US" dirty="0"/>
              <a:t> </a:t>
            </a:r>
            <a:r>
              <a:rPr lang="en-US" dirty="0" err="1"/>
              <a:t>lectuseu</a:t>
            </a:r>
            <a:endParaRPr lang="en-US" dirty="0"/>
          </a:p>
          <a:p>
            <a:pPr lvl="1"/>
            <a:r>
              <a:rPr lang="en-US" dirty="0"/>
              <a:t>Duis at </a:t>
            </a:r>
            <a:r>
              <a:rPr lang="en-US" dirty="0" err="1"/>
              <a:t>uada</a:t>
            </a:r>
            <a:r>
              <a:rPr lang="en-US" dirty="0"/>
              <a:t> massa </a:t>
            </a:r>
          </a:p>
          <a:p>
            <a:pPr lvl="2"/>
            <a:r>
              <a:rPr lang="en-US" dirty="0" err="1"/>
              <a:t>Bulum</a:t>
            </a:r>
            <a:r>
              <a:rPr lang="en-US" dirty="0"/>
              <a:t> </a:t>
            </a:r>
            <a:r>
              <a:rPr lang="en-US" dirty="0" err="1"/>
              <a:t>ullame</a:t>
            </a:r>
            <a:r>
              <a:rPr lang="en-US" dirty="0"/>
              <a:t> </a:t>
            </a:r>
            <a:r>
              <a:rPr lang="en-US" dirty="0" err="1"/>
              <a:t>tellus</a:t>
            </a:r>
            <a:r>
              <a:rPr lang="en-US" dirty="0"/>
              <a:t> </a:t>
            </a:r>
          </a:p>
          <a:p>
            <a:pPr lvl="2"/>
            <a:r>
              <a:rPr lang="en-US" dirty="0"/>
              <a:t>Vitae </a:t>
            </a:r>
            <a:r>
              <a:rPr lang="en-US" dirty="0" err="1"/>
              <a:t>velit</a:t>
            </a:r>
            <a:r>
              <a:rPr lang="en-US" dirty="0"/>
              <a:t> ligula </a:t>
            </a:r>
            <a:r>
              <a:rPr lang="en-US" dirty="0" err="1"/>
              <a:t>elementum</a:t>
            </a:r>
            <a:endParaRPr lang="en-US" dirty="0"/>
          </a:p>
        </p:txBody>
      </p:sp>
    </p:spTree>
    <p:extLst>
      <p:ext uri="{BB962C8B-B14F-4D97-AF65-F5344CB8AC3E}">
        <p14:creationId xmlns:p14="http://schemas.microsoft.com/office/powerpoint/2010/main" val="31039852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Placeholder 62">
            <a:extLst>
              <a:ext uri="{FF2B5EF4-FFF2-40B4-BE49-F238E27FC236}">
                <a16:creationId xmlns:a16="http://schemas.microsoft.com/office/drawing/2014/main" id="{B2135D09-593C-4BC7-98C8-F8C235C5B136}"/>
              </a:ext>
            </a:extLst>
          </p:cNvPr>
          <p:cNvSpPr>
            <a:spLocks noGrp="1"/>
          </p:cNvSpPr>
          <p:nvPr>
            <p:ph type="body" sz="quarter" idx="17"/>
          </p:nvPr>
        </p:nvSpPr>
        <p:spPr/>
        <p:txBody>
          <a:bodyPr/>
          <a:lstStyle/>
          <a:p>
            <a:r>
              <a:rPr lang="en-US" dirty="0"/>
              <a:t>02</a:t>
            </a:r>
          </a:p>
        </p:txBody>
      </p:sp>
      <p:sp>
        <p:nvSpPr>
          <p:cNvPr id="3" name="Title 2">
            <a:extLst>
              <a:ext uri="{FF2B5EF4-FFF2-40B4-BE49-F238E27FC236}">
                <a16:creationId xmlns:a16="http://schemas.microsoft.com/office/drawing/2014/main" id="{66D51350-237B-4E39-B9C4-DEAC1EBF9B0B}"/>
              </a:ext>
            </a:extLst>
          </p:cNvPr>
          <p:cNvSpPr>
            <a:spLocks noGrp="1"/>
          </p:cNvSpPr>
          <p:nvPr>
            <p:ph type="title"/>
          </p:nvPr>
        </p:nvSpPr>
        <p:spPr/>
        <p:txBody>
          <a:bodyPr/>
          <a:lstStyle/>
          <a:p>
            <a:r>
              <a:rPr lang="en-US" dirty="0"/>
              <a:t>Impact Layouts</a:t>
            </a:r>
          </a:p>
        </p:txBody>
      </p:sp>
    </p:spTree>
    <p:extLst>
      <p:ext uri="{BB962C8B-B14F-4D97-AF65-F5344CB8AC3E}">
        <p14:creationId xmlns:p14="http://schemas.microsoft.com/office/powerpoint/2010/main" val="1025541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CAAB068B-AE59-4EA0-9F55-2272B4BCF0A2}"/>
              </a:ext>
            </a:extLst>
          </p:cNvPr>
          <p:cNvSpPr>
            <a:spLocks noGrp="1"/>
          </p:cNvSpPr>
          <p:nvPr>
            <p:ph type="body" sz="quarter" idx="17"/>
          </p:nvPr>
        </p:nvSpPr>
        <p:spPr/>
        <p:txBody>
          <a:bodyPr/>
          <a:lstStyle/>
          <a:p>
            <a:r>
              <a:rPr lang="en-US" dirty="0"/>
              <a:t>00</a:t>
            </a:r>
          </a:p>
        </p:txBody>
      </p:sp>
      <p:sp>
        <p:nvSpPr>
          <p:cNvPr id="11" name="Title 10">
            <a:extLst>
              <a:ext uri="{FF2B5EF4-FFF2-40B4-BE49-F238E27FC236}">
                <a16:creationId xmlns:a16="http://schemas.microsoft.com/office/drawing/2014/main" id="{F4178791-44DF-42D1-80EF-168CB8670504}"/>
              </a:ext>
            </a:extLst>
          </p:cNvPr>
          <p:cNvSpPr>
            <a:spLocks noGrp="1"/>
          </p:cNvSpPr>
          <p:nvPr>
            <p:ph type="title"/>
          </p:nvPr>
        </p:nvSpPr>
        <p:spPr/>
        <p:txBody>
          <a:bodyPr/>
          <a:lstStyle/>
          <a:p>
            <a:r>
              <a:rPr lang="en-US" dirty="0"/>
              <a:t>Section</a:t>
            </a:r>
          </a:p>
        </p:txBody>
      </p:sp>
      <p:sp>
        <p:nvSpPr>
          <p:cNvPr id="12" name="Text Placeholder 11">
            <a:extLst>
              <a:ext uri="{FF2B5EF4-FFF2-40B4-BE49-F238E27FC236}">
                <a16:creationId xmlns:a16="http://schemas.microsoft.com/office/drawing/2014/main" id="{86B99555-CBB3-4173-82D8-8341E6E4A3F6}"/>
              </a:ext>
            </a:extLst>
          </p:cNvPr>
          <p:cNvSpPr>
            <a:spLocks noGrp="1"/>
          </p:cNvSpPr>
          <p:nvPr>
            <p:ph type="body" idx="1"/>
          </p:nvPr>
        </p:nvSpPr>
        <p:spPr/>
        <p:txBody>
          <a:bodyPr/>
          <a:lstStyle/>
          <a:p>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a:t>
            </a:r>
            <a:br>
              <a:rPr lang="en-US" dirty="0"/>
            </a:br>
            <a:r>
              <a:rPr lang="en-US" dirty="0"/>
              <a:t>et </a:t>
            </a:r>
            <a:r>
              <a:rPr lang="en-US" dirty="0" err="1"/>
              <a:t>malesu</a:t>
            </a:r>
            <a:r>
              <a:rPr lang="en-US" dirty="0"/>
              <a:t> </a:t>
            </a:r>
            <a:r>
              <a:rPr lang="en-US" dirty="0" err="1"/>
              <a:t>ada</a:t>
            </a:r>
            <a:r>
              <a:rPr lang="en-US" dirty="0"/>
              <a:t> fames ac </a:t>
            </a:r>
            <a:r>
              <a:rPr lang="en-US" dirty="0" err="1"/>
              <a:t>turpis</a:t>
            </a:r>
            <a:r>
              <a:rPr lang="en-US" dirty="0"/>
              <a:t> </a:t>
            </a:r>
            <a:r>
              <a:rPr lang="en-US" dirty="0" err="1"/>
              <a:t>egestas</a:t>
            </a:r>
            <a:r>
              <a:rPr lang="en-US" dirty="0"/>
              <a:t>. </a:t>
            </a:r>
          </a:p>
        </p:txBody>
      </p:sp>
    </p:spTree>
    <p:extLst>
      <p:ext uri="{BB962C8B-B14F-4D97-AF65-F5344CB8AC3E}">
        <p14:creationId xmlns:p14="http://schemas.microsoft.com/office/powerpoint/2010/main" val="15520713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a:extLst>
              <a:ext uri="{FF2B5EF4-FFF2-40B4-BE49-F238E27FC236}">
                <a16:creationId xmlns:a16="http://schemas.microsoft.com/office/drawing/2014/main" id="{50B57996-A111-4EFB-BDFE-6D1361607BC4}"/>
              </a:ext>
            </a:extLst>
          </p:cNvPr>
          <p:cNvSpPr>
            <a:spLocks noGrp="1"/>
          </p:cNvSpPr>
          <p:nvPr>
            <p:ph type="subTitle" idx="10"/>
          </p:nvPr>
        </p:nvSpPr>
        <p:spPr/>
        <p:txBody>
          <a:bodyPr/>
          <a:lstStyle/>
          <a:p>
            <a:r>
              <a:rPr lang="en-US" dirty="0"/>
              <a:t>00</a:t>
            </a:r>
          </a:p>
        </p:txBody>
      </p:sp>
      <p:sp>
        <p:nvSpPr>
          <p:cNvPr id="5" name="Title 4">
            <a:extLst>
              <a:ext uri="{FF2B5EF4-FFF2-40B4-BE49-F238E27FC236}">
                <a16:creationId xmlns:a16="http://schemas.microsoft.com/office/drawing/2014/main" id="{1F4F5019-0CC5-444A-9BA9-836056BC212F}"/>
              </a:ext>
            </a:extLst>
          </p:cNvPr>
          <p:cNvSpPr>
            <a:spLocks noGrp="1"/>
          </p:cNvSpPr>
          <p:nvPr>
            <p:ph type="title"/>
          </p:nvPr>
        </p:nvSpPr>
        <p:spPr/>
        <p:txBody>
          <a:bodyPr/>
          <a:lstStyle/>
          <a:p>
            <a:r>
              <a:rPr lang="en-US" dirty="0"/>
              <a:t>Section _ </a:t>
            </a:r>
            <a:r>
              <a:rPr lang="en-US" dirty="0" err="1"/>
              <a:t>Img</a:t>
            </a:r>
            <a:endParaRPr lang="en-US" dirty="0"/>
          </a:p>
        </p:txBody>
      </p:sp>
      <p:sp>
        <p:nvSpPr>
          <p:cNvPr id="6" name="Text Placeholder 5">
            <a:extLst>
              <a:ext uri="{FF2B5EF4-FFF2-40B4-BE49-F238E27FC236}">
                <a16:creationId xmlns:a16="http://schemas.microsoft.com/office/drawing/2014/main" id="{FD9FACC4-8201-49DA-92DC-26E93DB5A695}"/>
              </a:ext>
            </a:extLst>
          </p:cNvPr>
          <p:cNvSpPr>
            <a:spLocks noGrp="1"/>
          </p:cNvSpPr>
          <p:nvPr>
            <p:ph type="body" idx="1"/>
          </p:nvPr>
        </p:nvSpPr>
        <p:spPr/>
        <p:txBody>
          <a:bodyPr/>
          <a:lstStyle/>
          <a:p>
            <a:r>
              <a:rPr lang="en-US" dirty="0"/>
              <a:t>Integer </a:t>
            </a:r>
            <a:r>
              <a:rPr lang="en-US" dirty="0" err="1"/>
              <a:t>ultrices</a:t>
            </a:r>
            <a:r>
              <a:rPr lang="en-US" dirty="0"/>
              <a:t> </a:t>
            </a:r>
            <a:r>
              <a:rPr lang="en-US" dirty="0" err="1"/>
              <a:t>lobortis</a:t>
            </a:r>
            <a:r>
              <a:rPr lang="en-US" dirty="0"/>
              <a:t> </a:t>
            </a:r>
            <a:r>
              <a:rPr lang="en-US" dirty="0" err="1"/>
              <a:t>eros</a:t>
            </a:r>
            <a:r>
              <a:rPr lang="en-US" dirty="0"/>
              <a:t>. </a:t>
            </a:r>
            <a:r>
              <a:rPr lang="en-US" dirty="0" err="1"/>
              <a:t>Pellen</a:t>
            </a:r>
            <a:r>
              <a:rPr lang="en-US" dirty="0"/>
              <a:t> </a:t>
            </a:r>
            <a:r>
              <a:rPr lang="en-US" dirty="0" err="1"/>
              <a:t>tesque</a:t>
            </a:r>
            <a:r>
              <a:rPr lang="en-US" dirty="0"/>
              <a:t> habitant </a:t>
            </a:r>
            <a:r>
              <a:rPr lang="en-US" dirty="0" err="1"/>
              <a:t>morbi</a:t>
            </a:r>
            <a:r>
              <a:rPr lang="en-US" dirty="0"/>
              <a:t> </a:t>
            </a:r>
            <a:r>
              <a:rPr lang="en-US" dirty="0" err="1"/>
              <a:t>tristique</a:t>
            </a:r>
            <a:r>
              <a:rPr lang="en-US" dirty="0"/>
              <a:t> </a:t>
            </a:r>
            <a:r>
              <a:rPr lang="en-US" dirty="0" err="1"/>
              <a:t>senectus</a:t>
            </a:r>
            <a:r>
              <a:rPr lang="en-US" dirty="0"/>
              <a:t> et </a:t>
            </a:r>
            <a:r>
              <a:rPr lang="en-US" dirty="0" err="1"/>
              <a:t>netus</a:t>
            </a:r>
            <a:r>
              <a:rPr lang="en-US" dirty="0"/>
              <a:t> et </a:t>
            </a:r>
            <a:r>
              <a:rPr lang="en-US" dirty="0" err="1"/>
              <a:t>malesu</a:t>
            </a:r>
            <a:r>
              <a:rPr lang="en-US" dirty="0"/>
              <a:t> </a:t>
            </a:r>
            <a:r>
              <a:rPr lang="en-US" dirty="0" err="1"/>
              <a:t>ada</a:t>
            </a:r>
            <a:r>
              <a:rPr lang="en-US" dirty="0"/>
              <a:t> fames ac </a:t>
            </a:r>
            <a:r>
              <a:rPr lang="en-US" dirty="0" err="1"/>
              <a:t>turpis</a:t>
            </a:r>
            <a:r>
              <a:rPr lang="en-US" dirty="0"/>
              <a:t>.</a:t>
            </a:r>
          </a:p>
        </p:txBody>
      </p:sp>
      <p:pic>
        <p:nvPicPr>
          <p:cNvPr id="9" name="Picture Placeholder 8">
            <a:extLst>
              <a:ext uri="{FF2B5EF4-FFF2-40B4-BE49-F238E27FC236}">
                <a16:creationId xmlns:a16="http://schemas.microsoft.com/office/drawing/2014/main" id="{94C41F1F-946C-558A-DCD6-6D33E1AA5C20}"/>
              </a:ext>
              <a:ext uri="{C183D7F6-B498-43B3-948B-1728B52AA6E4}">
                <adec:decorative xmlns:adec="http://schemas.microsoft.com/office/drawing/2017/decorative" val="1"/>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l="25599" r="25599"/>
          <a:stretch>
            <a:fillRect/>
          </a:stretch>
        </p:blipFill>
        <p:spPr bwMode="ltGray"/>
      </p:pic>
      <p:sp>
        <p:nvSpPr>
          <p:cNvPr id="2" name="TextBox 1">
            <a:extLst>
              <a:ext uri="{FF2B5EF4-FFF2-40B4-BE49-F238E27FC236}">
                <a16:creationId xmlns:a16="http://schemas.microsoft.com/office/drawing/2014/main" id="{7270B171-7E3A-475D-A828-5F808CFB532D}"/>
              </a:ext>
            </a:extLst>
          </p:cNvPr>
          <p:cNvSpPr txBox="1"/>
          <p:nvPr/>
        </p:nvSpPr>
        <p:spPr bwMode="white">
          <a:xfrm>
            <a:off x="7630777" y="6225309"/>
            <a:ext cx="3482199" cy="175491"/>
          </a:xfrm>
          <a:prstGeom prst="rect">
            <a:avLst/>
          </a:prstGeom>
        </p:spPr>
        <p:txBody>
          <a:bodyPr vert="horz" wrap="square" lIns="0" tIns="0" rIns="0" bIns="0" rtlCol="0" anchor="b">
            <a:noAutofit/>
          </a:bodyPr>
          <a:lstStyle/>
          <a:p>
            <a:pPr algn="r">
              <a:lnSpc>
                <a:spcPct val="110000"/>
              </a:lnSpc>
              <a:spcAft>
                <a:spcPts val="400"/>
              </a:spcAft>
            </a:pPr>
            <a:r>
              <a:rPr lang="en-US" sz="1000" dirty="0">
                <a:solidFill>
                  <a:schemeClr val="bg1"/>
                </a:solidFill>
              </a:rPr>
              <a:t>Photo by </a:t>
            </a:r>
            <a:r>
              <a:rPr lang="en-US" sz="1000" dirty="0" err="1">
                <a:solidFill>
                  <a:schemeClr val="bg1"/>
                </a:solidFill>
              </a:rPr>
              <a:t>Umberto </a:t>
            </a:r>
            <a:r>
              <a:rPr lang="en-US" sz="1000" dirty="0">
                <a:solidFill>
                  <a:schemeClr val="bg1"/>
                </a:solidFill>
              </a:rPr>
              <a:t>on Unsplash</a:t>
            </a:r>
          </a:p>
        </p:txBody>
      </p:sp>
      <p:sp>
        <p:nvSpPr>
          <p:cNvPr id="19" name="Rectangle: Rounded Corners 18">
            <a:extLst>
              <a:ext uri="{FF2B5EF4-FFF2-40B4-BE49-F238E27FC236}">
                <a16:creationId xmlns:a16="http://schemas.microsoft.com/office/drawing/2014/main" id="{7E90C228-C304-43F1-AC83-24C393F01ECB}"/>
              </a:ext>
              <a:ext uri="{C183D7F6-B498-43B3-948B-1728B52AA6E4}">
                <adec:decorative xmlns:adec="http://schemas.microsoft.com/office/drawing/2017/decorative" val="1"/>
              </a:ext>
            </a:extLst>
          </p:cNvPr>
          <p:cNvSpPr/>
          <p:nvPr/>
        </p:nvSpPr>
        <p:spPr>
          <a:xfrm rot="5400000" flipV="1">
            <a:off x="5539715" y="3881756"/>
            <a:ext cx="2993995" cy="960996"/>
          </a:xfrm>
          <a:prstGeom prst="roundRect">
            <a:avLst>
              <a:gd name="adj" fmla="val 50000"/>
            </a:avLst>
          </a:prstGeom>
          <a:gradFill>
            <a:gsLst>
              <a:gs pos="0">
                <a:srgbClr val="7B5DFD"/>
              </a:gs>
              <a:gs pos="100000">
                <a:srgbClr val="7B5DFD">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sp>
        <p:nvSpPr>
          <p:cNvPr id="30" name="Rectangle: Rounded Corners 29">
            <a:extLst>
              <a:ext uri="{FF2B5EF4-FFF2-40B4-BE49-F238E27FC236}">
                <a16:creationId xmlns:a16="http://schemas.microsoft.com/office/drawing/2014/main" id="{4D9A08A6-6E99-4C31-BB5A-FB1C1FE54ADC}"/>
              </a:ext>
              <a:ext uri="{C183D7F6-B498-43B3-948B-1728B52AA6E4}">
                <adec:decorative xmlns:adec="http://schemas.microsoft.com/office/drawing/2017/decorative" val="1"/>
              </a:ext>
            </a:extLst>
          </p:cNvPr>
          <p:cNvSpPr/>
          <p:nvPr/>
        </p:nvSpPr>
        <p:spPr>
          <a:xfrm rot="16200000" flipV="1">
            <a:off x="9477734" y="6890663"/>
            <a:ext cx="4581856" cy="941454"/>
          </a:xfrm>
          <a:prstGeom prst="roundRect">
            <a:avLst>
              <a:gd name="adj" fmla="val 50000"/>
            </a:avLst>
          </a:prstGeom>
          <a:gradFill>
            <a:gsLst>
              <a:gs pos="0">
                <a:schemeClr val="accent1">
                  <a:alpha val="70000"/>
                </a:schemeClr>
              </a:gs>
              <a:gs pos="100000">
                <a:schemeClr val="accent2">
                  <a:alpha val="50000"/>
                </a:schemeClr>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Roboto" panose="02000000000000000000" pitchFamily="2" charset="0"/>
            </a:endParaRPr>
          </a:p>
        </p:txBody>
      </p:sp>
      <p:sp>
        <p:nvSpPr>
          <p:cNvPr id="31" name="Rectangle: Rounded Corners 30">
            <a:extLst>
              <a:ext uri="{FF2B5EF4-FFF2-40B4-BE49-F238E27FC236}">
                <a16:creationId xmlns:a16="http://schemas.microsoft.com/office/drawing/2014/main" id="{841CE552-AE7E-4323-A35E-45BA2BB3F522}"/>
              </a:ext>
              <a:ext uri="{C183D7F6-B498-43B3-948B-1728B52AA6E4}">
                <adec:decorative xmlns:adec="http://schemas.microsoft.com/office/drawing/2017/decorative" val="1"/>
              </a:ext>
            </a:extLst>
          </p:cNvPr>
          <p:cNvSpPr/>
          <p:nvPr/>
        </p:nvSpPr>
        <p:spPr>
          <a:xfrm rot="16200000">
            <a:off x="5696394" y="-2493538"/>
            <a:ext cx="6503684" cy="941456"/>
          </a:xfrm>
          <a:prstGeom prst="roundRect">
            <a:avLst>
              <a:gd name="adj" fmla="val 50000"/>
            </a:avLst>
          </a:prstGeom>
          <a:gradFill>
            <a:gsLst>
              <a:gs pos="0">
                <a:schemeClr val="accent1">
                  <a:alpha val="70000"/>
                </a:schemeClr>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spTree>
    <p:extLst>
      <p:ext uri="{BB962C8B-B14F-4D97-AF65-F5344CB8AC3E}">
        <p14:creationId xmlns:p14="http://schemas.microsoft.com/office/powerpoint/2010/main" val="37698149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860960D-3B3B-F10E-B234-2BEAE5540D3E}"/>
              </a:ext>
            </a:extLst>
          </p:cNvPr>
          <p:cNvSpPr>
            <a:spLocks noGrp="1"/>
          </p:cNvSpPr>
          <p:nvPr>
            <p:ph type="subTitle" idx="1"/>
          </p:nvPr>
        </p:nvSpPr>
        <p:spPr/>
        <p:txBody>
          <a:bodyPr/>
          <a:lstStyle/>
          <a:p>
            <a:r>
              <a:rPr lang="en-US" dirty="0"/>
              <a:t>Impact Layouts</a:t>
            </a:r>
          </a:p>
        </p:txBody>
      </p:sp>
      <p:sp>
        <p:nvSpPr>
          <p:cNvPr id="6" name="Title 5">
            <a:extLst>
              <a:ext uri="{FF2B5EF4-FFF2-40B4-BE49-F238E27FC236}">
                <a16:creationId xmlns:a16="http://schemas.microsoft.com/office/drawing/2014/main" id="{B278C1C8-EF03-465E-9600-871A15B1945D}"/>
              </a:ext>
            </a:extLst>
          </p:cNvPr>
          <p:cNvSpPr>
            <a:spLocks noGrp="1"/>
          </p:cNvSpPr>
          <p:nvPr>
            <p:ph type="title"/>
          </p:nvPr>
        </p:nvSpPr>
        <p:spPr/>
        <p:txBody>
          <a:bodyPr/>
          <a:lstStyle/>
          <a:p>
            <a:r>
              <a:rPr lang="en-US" dirty="0"/>
              <a:t>Emphasis _</a:t>
            </a:r>
            <a:br>
              <a:rPr lang="en-US" dirty="0"/>
            </a:br>
            <a:r>
              <a:rPr lang="en-US" dirty="0" err="1"/>
              <a:t>Img</a:t>
            </a:r>
            <a:r>
              <a:rPr lang="en-US" dirty="0"/>
              <a:t> R</a:t>
            </a:r>
          </a:p>
        </p:txBody>
      </p:sp>
      <p:sp>
        <p:nvSpPr>
          <p:cNvPr id="4" name="Text Placeholder 3">
            <a:extLst>
              <a:ext uri="{FF2B5EF4-FFF2-40B4-BE49-F238E27FC236}">
                <a16:creationId xmlns:a16="http://schemas.microsoft.com/office/drawing/2014/main" id="{0534163F-4F05-4F8F-BF57-98B81D366F9C}"/>
              </a:ext>
            </a:extLst>
          </p:cNvPr>
          <p:cNvSpPr>
            <a:spLocks noGrp="1"/>
          </p:cNvSpPr>
          <p:nvPr>
            <p:ph type="body" sz="quarter" idx="18"/>
          </p:nvPr>
        </p:nvSpPr>
        <p:spPr/>
        <p:txBody>
          <a:bodyPr/>
          <a:lstStyle/>
          <a:p>
            <a:r>
              <a:rPr lang="en-US" dirty="0"/>
              <a:t>Praesent porttitor tempor nisi eu ultricies. Donec auctor lectus eu </a:t>
            </a:r>
            <a:r>
              <a:rPr lang="en-US" dirty="0" err="1"/>
              <a:t>velit</a:t>
            </a:r>
            <a:r>
              <a:rPr lang="en-US" dirty="0"/>
              <a:t> bib </a:t>
            </a:r>
            <a:r>
              <a:rPr lang="en-US" dirty="0" err="1"/>
              <a:t>endum</a:t>
            </a:r>
            <a:r>
              <a:rPr lang="en-US" dirty="0"/>
              <a:t> viverra. Nulla efficitur tellus odio, sit amet dapibus </a:t>
            </a:r>
            <a:r>
              <a:rPr lang="en-US" dirty="0" err="1"/>
              <a:t>mauris</a:t>
            </a:r>
            <a:r>
              <a:rPr lang="en-US" dirty="0"/>
              <a:t> </a:t>
            </a:r>
            <a:r>
              <a:rPr lang="en-US" dirty="0" err="1"/>
              <a:t>vehicula</a:t>
            </a:r>
            <a:r>
              <a:rPr lang="en-US" dirty="0"/>
              <a:t>. Phasellus at justo ullamcorper eros facilisis malesuada. Nam cursus nulla malesuada, aliquam lectus quis, congue enim. Proin malesuada elementum sem. Donec sit amet eros tincidunt, consectetur neque ut, interdum ligula. Morbi ut ex sit amet velit luctus dignissim. Donec sodales, odio ac suscipit pellentesque, tortor nunc ullamcorper urna, eu ullamcorper metus tellus id eros. Morbi eleifend nisi est, eget cursus </a:t>
            </a:r>
            <a:r>
              <a:rPr lang="en-US" dirty="0" err="1"/>
              <a:t>lacus</a:t>
            </a:r>
            <a:r>
              <a:rPr lang="en-US" dirty="0"/>
              <a:t> fermentum.</a:t>
            </a:r>
          </a:p>
        </p:txBody>
      </p:sp>
      <p:pic>
        <p:nvPicPr>
          <p:cNvPr id="13" name="Picture Placeholder 61">
            <a:extLst>
              <a:ext uri="{FF2B5EF4-FFF2-40B4-BE49-F238E27FC236}">
                <a16:creationId xmlns:a16="http://schemas.microsoft.com/office/drawing/2014/main" id="{680B5371-F482-4100-86D5-F989A7B2024B}"/>
              </a:ext>
              <a:ext uri="{C183D7F6-B498-43B3-948B-1728B52AA6E4}">
                <adec:decorative xmlns:adec="http://schemas.microsoft.com/office/drawing/2017/decorative" val="1"/>
              </a:ext>
            </a:extLst>
          </p:cNvPr>
          <p:cNvPicPr>
            <a:picLocks noGrp="1" noChangeAspect="1"/>
          </p:cNvPicPr>
          <p:nvPr>
            <p:ph type="pic" sz="quarter" idx="19"/>
          </p:nvPr>
        </p:nvPicPr>
        <p:blipFill rotWithShape="1">
          <a:blip r:embed="rId3">
            <a:extLst>
              <a:ext uri="{28A0092B-C50C-407E-A947-70E740481C1C}">
                <a14:useLocalDpi xmlns:a14="http://schemas.microsoft.com/office/drawing/2010/main" val="0"/>
              </a:ext>
            </a:extLst>
          </a:blip>
          <a:srcRect t="4430" b="4430"/>
          <a:stretch/>
        </p:blipFill>
        <p:spPr bwMode="ltGray"/>
      </p:pic>
      <p:sp>
        <p:nvSpPr>
          <p:cNvPr id="7" name="TextBox 6">
            <a:extLst>
              <a:ext uri="{FF2B5EF4-FFF2-40B4-BE49-F238E27FC236}">
                <a16:creationId xmlns:a16="http://schemas.microsoft.com/office/drawing/2014/main" id="{CE9309FA-54D7-44E2-9F6C-27F0F5CCC645}"/>
              </a:ext>
            </a:extLst>
          </p:cNvPr>
          <p:cNvSpPr txBox="1"/>
          <p:nvPr/>
        </p:nvSpPr>
        <p:spPr bwMode="white">
          <a:xfrm>
            <a:off x="7630777" y="6225309"/>
            <a:ext cx="3482199" cy="175491"/>
          </a:xfrm>
          <a:prstGeom prst="rect">
            <a:avLst/>
          </a:prstGeom>
        </p:spPr>
        <p:txBody>
          <a:bodyPr vert="horz" wrap="square" lIns="0" tIns="0" rIns="0" bIns="0" rtlCol="0" anchor="b">
            <a:noAutofit/>
          </a:bodyPr>
          <a:lstStyle/>
          <a:p>
            <a:pPr algn="r">
              <a:lnSpc>
                <a:spcPct val="110000"/>
              </a:lnSpc>
              <a:spcAft>
                <a:spcPts val="400"/>
              </a:spcAft>
            </a:pPr>
            <a:r>
              <a:rPr lang="en-US" sz="1000" dirty="0">
                <a:solidFill>
                  <a:schemeClr val="bg1"/>
                </a:solidFill>
              </a:rPr>
              <a:t>Photo by Toa </a:t>
            </a:r>
            <a:r>
              <a:rPr lang="en-US" sz="1000" dirty="0" err="1">
                <a:solidFill>
                  <a:schemeClr val="bg1"/>
                </a:solidFill>
              </a:rPr>
              <a:t>Heftiba</a:t>
            </a:r>
            <a:r>
              <a:rPr lang="en-US" sz="1000" dirty="0">
                <a:solidFill>
                  <a:schemeClr val="bg1"/>
                </a:solidFill>
              </a:rPr>
              <a:t> on Unsplash</a:t>
            </a:r>
          </a:p>
        </p:txBody>
      </p:sp>
    </p:spTree>
    <p:extLst>
      <p:ext uri="{BB962C8B-B14F-4D97-AF65-F5344CB8AC3E}">
        <p14:creationId xmlns:p14="http://schemas.microsoft.com/office/powerpoint/2010/main" val="27722612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499EB44-105D-4AC2-5CCA-46DA8D73891F}"/>
              </a:ext>
            </a:extLst>
          </p:cNvPr>
          <p:cNvSpPr>
            <a:spLocks noGrp="1"/>
          </p:cNvSpPr>
          <p:nvPr>
            <p:ph type="subTitle" idx="1"/>
          </p:nvPr>
        </p:nvSpPr>
        <p:spPr/>
        <p:txBody>
          <a:bodyPr/>
          <a:lstStyle/>
          <a:p>
            <a:r>
              <a:rPr lang="en-US" dirty="0"/>
              <a:t>Impact Layouts</a:t>
            </a:r>
          </a:p>
        </p:txBody>
      </p:sp>
      <p:sp>
        <p:nvSpPr>
          <p:cNvPr id="6" name="Title 5">
            <a:extLst>
              <a:ext uri="{FF2B5EF4-FFF2-40B4-BE49-F238E27FC236}">
                <a16:creationId xmlns:a16="http://schemas.microsoft.com/office/drawing/2014/main" id="{B278C1C8-EF03-465E-9600-871A15B1945D}"/>
              </a:ext>
            </a:extLst>
          </p:cNvPr>
          <p:cNvSpPr>
            <a:spLocks noGrp="1"/>
          </p:cNvSpPr>
          <p:nvPr>
            <p:ph type="title"/>
          </p:nvPr>
        </p:nvSpPr>
        <p:spPr/>
        <p:txBody>
          <a:bodyPr/>
          <a:lstStyle/>
          <a:p>
            <a:r>
              <a:rPr lang="en-US" dirty="0"/>
              <a:t>Emphasis _</a:t>
            </a:r>
            <a:br>
              <a:rPr lang="en-US" dirty="0"/>
            </a:br>
            <a:r>
              <a:rPr lang="en-US" dirty="0" err="1"/>
              <a:t>Img</a:t>
            </a:r>
            <a:r>
              <a:rPr lang="en-US" dirty="0"/>
              <a:t> L</a:t>
            </a:r>
          </a:p>
        </p:txBody>
      </p:sp>
      <p:sp>
        <p:nvSpPr>
          <p:cNvPr id="25" name="Text Placeholder 24">
            <a:extLst>
              <a:ext uri="{FF2B5EF4-FFF2-40B4-BE49-F238E27FC236}">
                <a16:creationId xmlns:a16="http://schemas.microsoft.com/office/drawing/2014/main" id="{6E7A75F8-EA03-4243-AA5F-C9E331F50284}"/>
              </a:ext>
            </a:extLst>
          </p:cNvPr>
          <p:cNvSpPr>
            <a:spLocks noGrp="1"/>
          </p:cNvSpPr>
          <p:nvPr>
            <p:ph type="body" sz="quarter" idx="18"/>
          </p:nvPr>
        </p:nvSpPr>
        <p:spPr/>
        <p:txBody>
          <a:bodyPr/>
          <a:lstStyle/>
          <a:p>
            <a:r>
              <a:rPr lang="en-US" dirty="0" err="1"/>
              <a:t>Praesent</a:t>
            </a:r>
            <a:r>
              <a:rPr lang="en-US" dirty="0"/>
              <a:t> porttitor </a:t>
            </a:r>
            <a:r>
              <a:rPr lang="en-US" dirty="0" err="1"/>
              <a:t>tempor</a:t>
            </a:r>
            <a:r>
              <a:rPr lang="en-US" dirty="0"/>
              <a:t> nisi </a:t>
            </a:r>
            <a:r>
              <a:rPr lang="en-US" dirty="0" err="1"/>
              <a:t>eu</a:t>
            </a:r>
            <a:r>
              <a:rPr lang="en-US" dirty="0"/>
              <a:t> ultricies. </a:t>
            </a:r>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bib </a:t>
            </a:r>
            <a:r>
              <a:rPr lang="en-US" dirty="0" err="1"/>
              <a:t>endum</a:t>
            </a:r>
            <a:r>
              <a:rPr lang="en-US" dirty="0"/>
              <a:t> </a:t>
            </a:r>
            <a:r>
              <a:rPr lang="en-US" dirty="0" err="1"/>
              <a:t>viverra</a:t>
            </a:r>
            <a:r>
              <a:rPr lang="en-US" dirty="0"/>
              <a:t>. </a:t>
            </a:r>
            <a:r>
              <a:rPr lang="en-US" dirty="0" err="1"/>
              <a:t>Nulla</a:t>
            </a:r>
            <a:r>
              <a:rPr lang="en-US" dirty="0"/>
              <a:t> </a:t>
            </a:r>
            <a:r>
              <a:rPr lang="en-US" dirty="0" err="1"/>
              <a:t>efficitur</a:t>
            </a:r>
            <a:r>
              <a:rPr lang="en-US" dirty="0"/>
              <a:t> </a:t>
            </a:r>
            <a:r>
              <a:rPr lang="en-US" dirty="0" err="1"/>
              <a:t>tellus</a:t>
            </a:r>
            <a:r>
              <a:rPr lang="en-US" dirty="0"/>
              <a:t> </a:t>
            </a:r>
            <a:r>
              <a:rPr lang="en-US" dirty="0" err="1"/>
              <a:t>odio</a:t>
            </a:r>
            <a:r>
              <a:rPr lang="en-US" dirty="0"/>
              <a:t>, sit amet </a:t>
            </a:r>
            <a:r>
              <a:rPr lang="en-US" dirty="0" err="1"/>
              <a:t>dapibus</a:t>
            </a:r>
            <a:r>
              <a:rPr lang="en-US" dirty="0"/>
              <a:t> </a:t>
            </a:r>
            <a:r>
              <a:rPr lang="en-US" dirty="0" err="1"/>
              <a:t>mauris</a:t>
            </a:r>
            <a:r>
              <a:rPr lang="en-US" dirty="0"/>
              <a:t> </a:t>
            </a:r>
            <a:r>
              <a:rPr lang="en-US" dirty="0" err="1"/>
              <a:t>vehicula</a:t>
            </a:r>
            <a:r>
              <a:rPr lang="en-US" dirty="0"/>
              <a:t>. </a:t>
            </a:r>
            <a:r>
              <a:rPr lang="en-US" dirty="0" err="1"/>
              <a:t>Phasellus</a:t>
            </a:r>
            <a:r>
              <a:rPr lang="en-US" dirty="0"/>
              <a:t> at </a:t>
            </a:r>
            <a:r>
              <a:rPr lang="en-US" dirty="0" err="1"/>
              <a:t>justo</a:t>
            </a:r>
            <a:r>
              <a:rPr lang="en-US" dirty="0"/>
              <a:t> </a:t>
            </a:r>
            <a:r>
              <a:rPr lang="en-US" dirty="0" err="1"/>
              <a:t>ullamcorper</a:t>
            </a:r>
            <a:r>
              <a:rPr lang="en-US" dirty="0"/>
              <a:t> </a:t>
            </a:r>
            <a:r>
              <a:rPr lang="en-US" dirty="0" err="1"/>
              <a:t>eros</a:t>
            </a:r>
            <a:r>
              <a:rPr lang="en-US" dirty="0"/>
              <a:t> </a:t>
            </a:r>
            <a:r>
              <a:rPr lang="en-US" dirty="0" err="1"/>
              <a:t>facilisis</a:t>
            </a:r>
            <a:r>
              <a:rPr lang="en-US" dirty="0"/>
              <a:t> malesuada. Nam cursus </a:t>
            </a:r>
            <a:r>
              <a:rPr lang="en-US" dirty="0" err="1"/>
              <a:t>nulla</a:t>
            </a:r>
            <a:r>
              <a:rPr lang="en-US" dirty="0"/>
              <a:t> malesuada, </a:t>
            </a:r>
            <a:r>
              <a:rPr lang="en-US" dirty="0" err="1"/>
              <a:t>aliquam</a:t>
            </a:r>
            <a:r>
              <a:rPr lang="en-US" dirty="0"/>
              <a:t> lectus </a:t>
            </a:r>
            <a:r>
              <a:rPr lang="en-US" dirty="0" err="1"/>
              <a:t>quis</a:t>
            </a:r>
            <a:r>
              <a:rPr lang="en-US" dirty="0"/>
              <a:t>, congue </a:t>
            </a:r>
            <a:r>
              <a:rPr lang="en-US" dirty="0" err="1"/>
              <a:t>enim</a:t>
            </a:r>
            <a:r>
              <a:rPr lang="en-US" dirty="0"/>
              <a:t>. </a:t>
            </a:r>
            <a:r>
              <a:rPr lang="en-US" dirty="0" err="1"/>
              <a:t>Proin</a:t>
            </a:r>
            <a:r>
              <a:rPr lang="en-US" dirty="0"/>
              <a:t> malesuada </a:t>
            </a:r>
            <a:r>
              <a:rPr lang="en-US" dirty="0" err="1"/>
              <a:t>elementum</a:t>
            </a:r>
            <a:r>
              <a:rPr lang="en-US" dirty="0"/>
              <a:t> sem. </a:t>
            </a:r>
            <a:r>
              <a:rPr lang="en-US" dirty="0" err="1"/>
              <a:t>Donec</a:t>
            </a:r>
            <a:r>
              <a:rPr lang="en-US" dirty="0"/>
              <a:t> sit amet </a:t>
            </a:r>
            <a:r>
              <a:rPr lang="en-US" dirty="0" err="1"/>
              <a:t>eros</a:t>
            </a:r>
            <a:r>
              <a:rPr lang="en-US" dirty="0"/>
              <a:t> </a:t>
            </a:r>
            <a:r>
              <a:rPr lang="en-US" dirty="0" err="1"/>
              <a:t>tincidunt</a:t>
            </a:r>
            <a:r>
              <a:rPr lang="en-US" dirty="0"/>
              <a:t>, </a:t>
            </a:r>
            <a:r>
              <a:rPr lang="en-US" dirty="0" err="1"/>
              <a:t>consectetur</a:t>
            </a:r>
            <a:r>
              <a:rPr lang="en-US" dirty="0"/>
              <a:t> </a:t>
            </a:r>
            <a:r>
              <a:rPr lang="en-US" dirty="0" err="1"/>
              <a:t>neque</a:t>
            </a:r>
            <a:r>
              <a:rPr lang="en-US" dirty="0"/>
              <a:t> </a:t>
            </a:r>
            <a:r>
              <a:rPr lang="en-US" dirty="0" err="1"/>
              <a:t>ut</a:t>
            </a:r>
            <a:r>
              <a:rPr lang="en-US" dirty="0"/>
              <a:t>, </a:t>
            </a:r>
            <a:r>
              <a:rPr lang="en-US" dirty="0" err="1"/>
              <a:t>interdum</a:t>
            </a:r>
            <a:r>
              <a:rPr lang="en-US" dirty="0"/>
              <a:t> ligula. Morbi </a:t>
            </a:r>
            <a:r>
              <a:rPr lang="en-US" dirty="0" err="1"/>
              <a:t>ut</a:t>
            </a:r>
            <a:r>
              <a:rPr lang="en-US" dirty="0"/>
              <a:t> ex sit amet </a:t>
            </a:r>
            <a:r>
              <a:rPr lang="en-US" dirty="0" err="1"/>
              <a:t>velit</a:t>
            </a:r>
            <a:r>
              <a:rPr lang="en-US" dirty="0"/>
              <a:t> </a:t>
            </a:r>
            <a:r>
              <a:rPr lang="en-US" dirty="0" err="1"/>
              <a:t>luctus</a:t>
            </a:r>
            <a:r>
              <a:rPr lang="en-US" dirty="0"/>
              <a:t> </a:t>
            </a:r>
            <a:r>
              <a:rPr lang="en-US" dirty="0" err="1"/>
              <a:t>dignissim</a:t>
            </a:r>
            <a:r>
              <a:rPr lang="en-US" dirty="0"/>
              <a:t>. </a:t>
            </a:r>
            <a:r>
              <a:rPr lang="en-US" dirty="0" err="1"/>
              <a:t>Donec</a:t>
            </a:r>
            <a:r>
              <a:rPr lang="en-US" dirty="0"/>
              <a:t> </a:t>
            </a:r>
            <a:r>
              <a:rPr lang="en-US" dirty="0" err="1"/>
              <a:t>sodales</a:t>
            </a:r>
            <a:r>
              <a:rPr lang="en-US" dirty="0"/>
              <a:t>, </a:t>
            </a:r>
            <a:r>
              <a:rPr lang="en-US" dirty="0" err="1"/>
              <a:t>odio</a:t>
            </a:r>
            <a:r>
              <a:rPr lang="en-US" dirty="0"/>
              <a:t> ac </a:t>
            </a:r>
            <a:r>
              <a:rPr lang="en-US" dirty="0" err="1"/>
              <a:t>suscipit</a:t>
            </a:r>
            <a:r>
              <a:rPr lang="en-US" dirty="0"/>
              <a:t> </a:t>
            </a:r>
            <a:r>
              <a:rPr lang="en-US" dirty="0" err="1"/>
              <a:t>pellentesque</a:t>
            </a:r>
            <a:r>
              <a:rPr lang="en-US" dirty="0"/>
              <a:t>, </a:t>
            </a:r>
            <a:r>
              <a:rPr lang="en-US" dirty="0" err="1"/>
              <a:t>tortor</a:t>
            </a:r>
            <a:r>
              <a:rPr lang="en-US" dirty="0"/>
              <a:t> </a:t>
            </a:r>
            <a:r>
              <a:rPr lang="en-US" dirty="0" err="1"/>
              <a:t>nunc</a:t>
            </a:r>
            <a:r>
              <a:rPr lang="en-US" dirty="0"/>
              <a:t> </a:t>
            </a:r>
            <a:r>
              <a:rPr lang="en-US" dirty="0" err="1"/>
              <a:t>ullamcorper</a:t>
            </a:r>
            <a:r>
              <a:rPr lang="en-US" dirty="0"/>
              <a:t> </a:t>
            </a:r>
            <a:r>
              <a:rPr lang="en-US" dirty="0" err="1"/>
              <a:t>urna</a:t>
            </a:r>
            <a:r>
              <a:rPr lang="en-US" dirty="0"/>
              <a:t>, </a:t>
            </a:r>
            <a:r>
              <a:rPr lang="en-US" dirty="0" err="1"/>
              <a:t>eu</a:t>
            </a:r>
            <a:r>
              <a:rPr lang="en-US" dirty="0"/>
              <a:t> </a:t>
            </a:r>
            <a:r>
              <a:rPr lang="en-US" dirty="0" err="1"/>
              <a:t>ullamcorper</a:t>
            </a:r>
            <a:r>
              <a:rPr lang="en-US" dirty="0"/>
              <a:t> </a:t>
            </a:r>
            <a:r>
              <a:rPr lang="en-US" dirty="0" err="1"/>
              <a:t>metus</a:t>
            </a:r>
            <a:r>
              <a:rPr lang="en-US" dirty="0"/>
              <a:t> </a:t>
            </a:r>
            <a:r>
              <a:rPr lang="en-US" dirty="0" err="1"/>
              <a:t>tellus</a:t>
            </a:r>
            <a:r>
              <a:rPr lang="en-US" dirty="0"/>
              <a:t> id </a:t>
            </a:r>
            <a:r>
              <a:rPr lang="en-US" dirty="0" err="1"/>
              <a:t>eros</a:t>
            </a:r>
            <a:r>
              <a:rPr lang="en-US" dirty="0"/>
              <a:t>. Morbi </a:t>
            </a:r>
            <a:r>
              <a:rPr lang="en-US" dirty="0" err="1"/>
              <a:t>eleifend</a:t>
            </a:r>
            <a:r>
              <a:rPr lang="en-US" dirty="0"/>
              <a:t> nisi </a:t>
            </a:r>
            <a:r>
              <a:rPr lang="en-US" dirty="0" err="1"/>
              <a:t>est</a:t>
            </a:r>
            <a:r>
              <a:rPr lang="en-US" dirty="0"/>
              <a:t>, </a:t>
            </a:r>
            <a:r>
              <a:rPr lang="en-US" dirty="0" err="1"/>
              <a:t>eget</a:t>
            </a:r>
            <a:r>
              <a:rPr lang="en-US" dirty="0"/>
              <a:t> cursus </a:t>
            </a:r>
            <a:r>
              <a:rPr lang="en-US" dirty="0" err="1"/>
              <a:t>lacus</a:t>
            </a:r>
            <a:r>
              <a:rPr lang="en-US" dirty="0"/>
              <a:t> fermentum.</a:t>
            </a:r>
          </a:p>
        </p:txBody>
      </p:sp>
      <p:pic>
        <p:nvPicPr>
          <p:cNvPr id="16" name="Picture Placeholder 21">
            <a:extLst>
              <a:ext uri="{FF2B5EF4-FFF2-40B4-BE49-F238E27FC236}">
                <a16:creationId xmlns:a16="http://schemas.microsoft.com/office/drawing/2014/main" id="{E3546CF1-EC09-4DD7-8135-A61A0281B46B}"/>
              </a:ext>
              <a:ext uri="{C183D7F6-B498-43B3-948B-1728B52AA6E4}">
                <adec:decorative xmlns:adec="http://schemas.microsoft.com/office/drawing/2017/decorative" val="1"/>
              </a:ext>
            </a:extLst>
          </p:cNvPr>
          <p:cNvPicPr>
            <a:picLocks noGrp="1" noChangeAspect="1" noChangeArrowheads="1"/>
          </p:cNvPicPr>
          <p:nvPr>
            <p:ph type="pic" sz="quarter" idx="20"/>
          </p:nvPr>
        </p:nvPicPr>
        <p:blipFill rotWithShape="1">
          <a:blip r:embed="rId3">
            <a:extLst>
              <a:ext uri="{28A0092B-C50C-407E-A947-70E740481C1C}">
                <a14:useLocalDpi xmlns:a14="http://schemas.microsoft.com/office/drawing/2010/main" val="0"/>
              </a:ext>
            </a:extLst>
          </a:blip>
          <a:srcRect l="2643" r="2643"/>
          <a:stretch/>
        </p:blipFill>
        <p:spPr bwMode="ltGray"/>
      </p:pic>
      <p:sp>
        <p:nvSpPr>
          <p:cNvPr id="7" name="TextBox 6">
            <a:extLst>
              <a:ext uri="{FF2B5EF4-FFF2-40B4-BE49-F238E27FC236}">
                <a16:creationId xmlns:a16="http://schemas.microsoft.com/office/drawing/2014/main" id="{D863282F-D75B-4D1D-A7C2-B6001F3100C2}"/>
              </a:ext>
            </a:extLst>
          </p:cNvPr>
          <p:cNvSpPr txBox="1"/>
          <p:nvPr/>
        </p:nvSpPr>
        <p:spPr bwMode="white">
          <a:xfrm>
            <a:off x="768737" y="6225309"/>
            <a:ext cx="3482199" cy="175491"/>
          </a:xfrm>
          <a:prstGeom prst="rect">
            <a:avLst/>
          </a:prstGeom>
        </p:spPr>
        <p:txBody>
          <a:bodyPr vert="horz" wrap="square" lIns="0" tIns="0" rIns="0" bIns="0" rtlCol="0" anchor="b">
            <a:noAutofit/>
          </a:bodyPr>
          <a:lstStyle/>
          <a:p>
            <a:pPr>
              <a:lnSpc>
                <a:spcPct val="110000"/>
              </a:lnSpc>
              <a:spcAft>
                <a:spcPts val="400"/>
              </a:spcAft>
            </a:pPr>
            <a:r>
              <a:rPr lang="en-US" sz="1000" dirty="0">
                <a:solidFill>
                  <a:schemeClr val="bg1"/>
                </a:solidFill>
              </a:rPr>
              <a:t>Photo by Filip </a:t>
            </a:r>
            <a:r>
              <a:rPr lang="en-US" sz="1000" dirty="0" err="1">
                <a:solidFill>
                  <a:schemeClr val="bg1"/>
                </a:solidFill>
              </a:rPr>
              <a:t>Mroz</a:t>
            </a:r>
            <a:r>
              <a:rPr lang="en-US" sz="1000" dirty="0">
                <a:solidFill>
                  <a:schemeClr val="bg1"/>
                </a:solidFill>
              </a:rPr>
              <a:t> on Unsplash</a:t>
            </a:r>
          </a:p>
        </p:txBody>
      </p:sp>
    </p:spTree>
    <p:extLst>
      <p:ext uri="{BB962C8B-B14F-4D97-AF65-F5344CB8AC3E}">
        <p14:creationId xmlns:p14="http://schemas.microsoft.com/office/powerpoint/2010/main" val="3990214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Picture Placeholder 24">
            <a:extLst>
              <a:ext uri="{FF2B5EF4-FFF2-40B4-BE49-F238E27FC236}">
                <a16:creationId xmlns:a16="http://schemas.microsoft.com/office/drawing/2014/main" id="{50EBF17A-6EA2-4C09-B4E4-9834C3D89458}"/>
              </a:ext>
              <a:ext uri="{C183D7F6-B498-43B3-948B-1728B52AA6E4}">
                <adec:decorative xmlns:adec="http://schemas.microsoft.com/office/drawing/2017/decorative" val="1"/>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t="7796" b="7796"/>
          <a:stretch/>
        </p:blipFill>
        <p:spPr bwMode="ltGray"/>
      </p:pic>
      <p:sp>
        <p:nvSpPr>
          <p:cNvPr id="6" name="Subtitle 5">
            <a:extLst>
              <a:ext uri="{FF2B5EF4-FFF2-40B4-BE49-F238E27FC236}">
                <a16:creationId xmlns:a16="http://schemas.microsoft.com/office/drawing/2014/main" id="{5E15B3A2-7CB3-4E83-B777-7662A71C6BAD}"/>
              </a:ext>
            </a:extLst>
          </p:cNvPr>
          <p:cNvSpPr>
            <a:spLocks noGrp="1"/>
          </p:cNvSpPr>
          <p:nvPr>
            <p:ph type="subTitle" idx="1"/>
          </p:nvPr>
        </p:nvSpPr>
        <p:spPr/>
        <p:txBody>
          <a:bodyPr/>
          <a:lstStyle/>
          <a:p>
            <a:r>
              <a:rPr lang="en-US" dirty="0"/>
              <a:t>Impact Layouts</a:t>
            </a:r>
          </a:p>
        </p:txBody>
      </p:sp>
      <p:sp>
        <p:nvSpPr>
          <p:cNvPr id="5" name="Title 4">
            <a:extLst>
              <a:ext uri="{FF2B5EF4-FFF2-40B4-BE49-F238E27FC236}">
                <a16:creationId xmlns:a16="http://schemas.microsoft.com/office/drawing/2014/main" id="{50043ECD-73D1-482D-ABB4-E02660D81A2F}"/>
              </a:ext>
            </a:extLst>
          </p:cNvPr>
          <p:cNvSpPr>
            <a:spLocks noGrp="1"/>
          </p:cNvSpPr>
          <p:nvPr>
            <p:ph type="title"/>
          </p:nvPr>
        </p:nvSpPr>
        <p:spPr/>
        <p:txBody>
          <a:bodyPr/>
          <a:lstStyle/>
          <a:p>
            <a:r>
              <a:rPr lang="en-US"/>
              <a:t>Img _ Title</a:t>
            </a:r>
            <a:endParaRPr lang="en-US" dirty="0"/>
          </a:p>
        </p:txBody>
      </p:sp>
      <p:sp>
        <p:nvSpPr>
          <p:cNvPr id="21" name="TextBox 20">
            <a:extLst>
              <a:ext uri="{FF2B5EF4-FFF2-40B4-BE49-F238E27FC236}">
                <a16:creationId xmlns:a16="http://schemas.microsoft.com/office/drawing/2014/main" id="{17B05E8A-C461-455C-A6C6-174F824E7187}"/>
              </a:ext>
            </a:extLst>
          </p:cNvPr>
          <p:cNvSpPr txBox="1"/>
          <p:nvPr/>
        </p:nvSpPr>
        <p:spPr bwMode="white">
          <a:xfrm>
            <a:off x="768737" y="6225309"/>
            <a:ext cx="3482199" cy="175491"/>
          </a:xfrm>
          <a:prstGeom prst="rect">
            <a:avLst/>
          </a:prstGeom>
        </p:spPr>
        <p:txBody>
          <a:bodyPr vert="horz" wrap="square" lIns="0" tIns="0" rIns="0" bIns="0" rtlCol="0" anchor="b">
            <a:noAutofit/>
          </a:bodyPr>
          <a:lstStyle/>
          <a:p>
            <a:pPr>
              <a:lnSpc>
                <a:spcPct val="110000"/>
              </a:lnSpc>
              <a:spcAft>
                <a:spcPts val="400"/>
              </a:spcAft>
            </a:pPr>
            <a:r>
              <a:rPr lang="en-US" sz="1000" dirty="0">
                <a:solidFill>
                  <a:schemeClr val="bg1"/>
                </a:solidFill>
              </a:rPr>
              <a:t>Photo by Simon Abrams on Unsplash</a:t>
            </a:r>
          </a:p>
        </p:txBody>
      </p:sp>
      <p:grpSp>
        <p:nvGrpSpPr>
          <p:cNvPr id="26" name="Group 25">
            <a:extLst>
              <a:ext uri="{FF2B5EF4-FFF2-40B4-BE49-F238E27FC236}">
                <a16:creationId xmlns:a16="http://schemas.microsoft.com/office/drawing/2014/main" id="{C7495B8B-674C-4067-B916-0DBC1D6AC576}"/>
              </a:ext>
              <a:ext uri="{C183D7F6-B498-43B3-948B-1728B52AA6E4}">
                <adec:decorative xmlns:adec="http://schemas.microsoft.com/office/drawing/2017/decorative" val="1"/>
              </a:ext>
            </a:extLst>
          </p:cNvPr>
          <p:cNvGrpSpPr/>
          <p:nvPr/>
        </p:nvGrpSpPr>
        <p:grpSpPr>
          <a:xfrm rot="10800000" flipH="1" flipV="1">
            <a:off x="-142698" y="4155970"/>
            <a:ext cx="2316245" cy="260180"/>
            <a:chOff x="4489873" y="1902282"/>
            <a:chExt cx="2206033" cy="247799"/>
          </a:xfrm>
        </p:grpSpPr>
        <p:sp>
          <p:nvSpPr>
            <p:cNvPr id="27" name="Rectangle: Rounded Corners 26">
              <a:extLst>
                <a:ext uri="{FF2B5EF4-FFF2-40B4-BE49-F238E27FC236}">
                  <a16:creationId xmlns:a16="http://schemas.microsoft.com/office/drawing/2014/main" id="{2E1F5226-5263-43D2-B086-9C70D3F13595}"/>
                </a:ext>
              </a:extLst>
            </p:cNvPr>
            <p:cNvSpPr/>
            <p:nvPr/>
          </p:nvSpPr>
          <p:spPr>
            <a:xfrm>
              <a:off x="4489873" y="1902282"/>
              <a:ext cx="1741782" cy="247223"/>
            </a:xfrm>
            <a:prstGeom prst="roundRect">
              <a:avLst>
                <a:gd name="adj" fmla="val 50000"/>
              </a:avLst>
            </a:prstGeom>
            <a:gradFill flip="none" rotWithShape="1">
              <a:gsLst>
                <a:gs pos="0">
                  <a:srgbClr val="FF69B0">
                    <a:alpha val="80000"/>
                  </a:srgbClr>
                </a:gs>
                <a:gs pos="85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a:endParaRPr>
            </a:p>
          </p:txBody>
        </p:sp>
        <p:sp>
          <p:nvSpPr>
            <p:cNvPr id="28" name="Oval 27">
              <a:extLst>
                <a:ext uri="{FF2B5EF4-FFF2-40B4-BE49-F238E27FC236}">
                  <a16:creationId xmlns:a16="http://schemas.microsoft.com/office/drawing/2014/main" id="{CAA97EDE-C23A-48C5-8AA1-A09640CB1CD0}"/>
                </a:ext>
              </a:extLst>
            </p:cNvPr>
            <p:cNvSpPr/>
            <p:nvPr/>
          </p:nvSpPr>
          <p:spPr>
            <a:xfrm>
              <a:off x="5984510" y="1902858"/>
              <a:ext cx="247223" cy="2472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29" name="Oval 28">
              <a:extLst>
                <a:ext uri="{FF2B5EF4-FFF2-40B4-BE49-F238E27FC236}">
                  <a16:creationId xmlns:a16="http://schemas.microsoft.com/office/drawing/2014/main" id="{A2E32FBD-B071-4524-A683-35D9546313EF}"/>
                </a:ext>
              </a:extLst>
            </p:cNvPr>
            <p:cNvSpPr/>
            <p:nvPr userDrawn="1"/>
          </p:nvSpPr>
          <p:spPr>
            <a:xfrm>
              <a:off x="6448683" y="1902858"/>
              <a:ext cx="247223" cy="247223"/>
            </a:xfrm>
            <a:prstGeom prst="ellipse">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spTree>
    <p:extLst>
      <p:ext uri="{BB962C8B-B14F-4D97-AF65-F5344CB8AC3E}">
        <p14:creationId xmlns:p14="http://schemas.microsoft.com/office/powerpoint/2010/main" val="27502019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Placeholder 78">
            <a:extLst>
              <a:ext uri="{FF2B5EF4-FFF2-40B4-BE49-F238E27FC236}">
                <a16:creationId xmlns:a16="http://schemas.microsoft.com/office/drawing/2014/main" id="{3A8AC3C8-0675-4EAD-A129-821921DFD8F4}"/>
              </a:ext>
              <a:ext uri="{C183D7F6-B498-43B3-948B-1728B52AA6E4}">
                <adec:decorative xmlns:adec="http://schemas.microsoft.com/office/drawing/2017/decorative" val="1"/>
              </a:ext>
            </a:extLst>
          </p:cNvPr>
          <p:cNvPicPr>
            <a:picLocks noGrp="1" noChangeAspect="1"/>
          </p:cNvPicPr>
          <p:nvPr>
            <p:ph type="pic" sz="quarter" idx="21"/>
          </p:nvPr>
        </p:nvPicPr>
        <p:blipFill rotWithShape="1">
          <a:blip r:embed="rId3">
            <a:extLst>
              <a:ext uri="{28A0092B-C50C-407E-A947-70E740481C1C}">
                <a14:useLocalDpi xmlns:a14="http://schemas.microsoft.com/office/drawing/2010/main" val="0"/>
              </a:ext>
            </a:extLst>
          </a:blip>
          <a:srcRect l="7372" r="33524" b="17600"/>
          <a:stretch/>
        </p:blipFill>
        <p:spPr bwMode="ltGray">
          <a:xfrm>
            <a:off x="0" y="0"/>
            <a:ext cx="5003800" cy="3924300"/>
          </a:xfrm>
          <a:prstGeom prst="rect">
            <a:avLst/>
          </a:prstGeom>
        </p:spPr>
      </p:pic>
      <p:pic>
        <p:nvPicPr>
          <p:cNvPr id="67" name="Picture Placeholder 55">
            <a:extLst>
              <a:ext uri="{FF2B5EF4-FFF2-40B4-BE49-F238E27FC236}">
                <a16:creationId xmlns:a16="http://schemas.microsoft.com/office/drawing/2014/main" id="{A7D95F1F-D1C9-4608-9C26-475D6B195851}"/>
              </a:ext>
              <a:ext uri="{C183D7F6-B498-43B3-948B-1728B52AA6E4}">
                <adec:decorative xmlns:adec="http://schemas.microsoft.com/office/drawing/2017/decorative" val="1"/>
              </a:ext>
            </a:extLst>
          </p:cNvPr>
          <p:cNvPicPr>
            <a:picLocks noGrp="1" noChangeAspect="1"/>
          </p:cNvPicPr>
          <p:nvPr>
            <p:ph type="pic" sz="quarter" idx="22"/>
          </p:nvPr>
        </p:nvPicPr>
        <p:blipFill rotWithShape="1">
          <a:blip r:embed="rId4">
            <a:extLst>
              <a:ext uri="{28A0092B-C50C-407E-A947-70E740481C1C}">
                <a14:useLocalDpi xmlns:a14="http://schemas.microsoft.com/office/drawing/2010/main" val="0"/>
              </a:ext>
            </a:extLst>
          </a:blip>
          <a:srcRect t="7021" b="16435"/>
          <a:stretch/>
        </p:blipFill>
        <p:spPr bwMode="ltGray">
          <a:xfrm>
            <a:off x="5321300" y="0"/>
            <a:ext cx="3416300" cy="3924300"/>
          </a:xfrm>
        </p:spPr>
      </p:pic>
      <p:pic>
        <p:nvPicPr>
          <p:cNvPr id="143" name="Picture Placeholder 14">
            <a:extLst>
              <a:ext uri="{FF2B5EF4-FFF2-40B4-BE49-F238E27FC236}">
                <a16:creationId xmlns:a16="http://schemas.microsoft.com/office/drawing/2014/main" id="{3189CF4E-B83C-4B29-AC9B-10BB39CA8667}"/>
              </a:ext>
              <a:ext uri="{C183D7F6-B498-43B3-948B-1728B52AA6E4}">
                <adec:decorative xmlns:adec="http://schemas.microsoft.com/office/drawing/2017/decorative" val="1"/>
              </a:ext>
            </a:extLst>
          </p:cNvPr>
          <p:cNvPicPr>
            <a:picLocks noGrp="1" noChangeAspect="1"/>
          </p:cNvPicPr>
          <p:nvPr>
            <p:ph type="pic" sz="quarter" idx="23"/>
          </p:nvPr>
        </p:nvPicPr>
        <p:blipFill rotWithShape="1">
          <a:blip r:embed="rId5"/>
          <a:srcRect t="10940" b="10940"/>
          <a:stretch/>
        </p:blipFill>
        <p:spPr bwMode="ltGray">
          <a:prstGeom prst="rect">
            <a:avLst/>
          </a:prstGeom>
        </p:spPr>
      </p:pic>
      <p:pic>
        <p:nvPicPr>
          <p:cNvPr id="144" name="Picture Placeholder 73">
            <a:extLst>
              <a:ext uri="{FF2B5EF4-FFF2-40B4-BE49-F238E27FC236}">
                <a16:creationId xmlns:a16="http://schemas.microsoft.com/office/drawing/2014/main" id="{28ED1506-0DB9-4239-84A2-C4A5B43BDE0F}"/>
              </a:ext>
              <a:ext uri="{C183D7F6-B498-43B3-948B-1728B52AA6E4}">
                <adec:decorative xmlns:adec="http://schemas.microsoft.com/office/drawing/2017/decorative" val="1"/>
              </a:ext>
            </a:extLst>
          </p:cNvPr>
          <p:cNvPicPr>
            <a:picLocks noGrp="1" noChangeAspect="1"/>
          </p:cNvPicPr>
          <p:nvPr>
            <p:ph type="pic" sz="quarter" idx="24"/>
          </p:nvPr>
        </p:nvPicPr>
        <p:blipFill rotWithShape="1">
          <a:blip r:embed="rId6">
            <a:extLst>
              <a:ext uri="{28A0092B-C50C-407E-A947-70E740481C1C}">
                <a14:useLocalDpi xmlns:a14="http://schemas.microsoft.com/office/drawing/2010/main" val="0"/>
              </a:ext>
            </a:extLst>
          </a:blip>
          <a:srcRect t="7007" b="7007"/>
          <a:stretch/>
        </p:blipFill>
        <p:spPr bwMode="ltGray">
          <a:prstGeom prst="rect">
            <a:avLst/>
          </a:prstGeom>
        </p:spPr>
      </p:pic>
      <p:pic>
        <p:nvPicPr>
          <p:cNvPr id="97" name="Picture Placeholder 96">
            <a:extLst>
              <a:ext uri="{FF2B5EF4-FFF2-40B4-BE49-F238E27FC236}">
                <a16:creationId xmlns:a16="http://schemas.microsoft.com/office/drawing/2014/main" id="{FF18A89B-E0A8-4FA3-8185-2BA517479958}"/>
              </a:ext>
              <a:ext uri="{C183D7F6-B498-43B3-948B-1728B52AA6E4}">
                <adec:decorative xmlns:adec="http://schemas.microsoft.com/office/drawing/2017/decorative" val="1"/>
              </a:ext>
            </a:extLst>
          </p:cNvPr>
          <p:cNvPicPr>
            <a:picLocks noGrp="1" noChangeAspect="1"/>
          </p:cNvPicPr>
          <p:nvPr>
            <p:ph type="pic" sz="quarter" idx="25"/>
          </p:nvPr>
        </p:nvPicPr>
        <p:blipFill rotWithShape="1">
          <a:blip r:embed="rId7">
            <a:extLst>
              <a:ext uri="{28A0092B-C50C-407E-A947-70E740481C1C}">
                <a14:useLocalDpi xmlns:a14="http://schemas.microsoft.com/office/drawing/2010/main" val="0"/>
              </a:ext>
            </a:extLst>
          </a:blip>
          <a:srcRect t="19256" b="19256"/>
          <a:stretch/>
        </p:blipFill>
        <p:spPr bwMode="ltGray">
          <a:xfrm flipH="1">
            <a:off x="9062720" y="4191194"/>
            <a:ext cx="3129280" cy="2666808"/>
          </a:xfrm>
          <a:prstGeom prst="rect">
            <a:avLst/>
          </a:prstGeom>
        </p:spPr>
      </p:pic>
      <p:pic>
        <p:nvPicPr>
          <p:cNvPr id="106" name="Picture Placeholder 5">
            <a:extLst>
              <a:ext uri="{FF2B5EF4-FFF2-40B4-BE49-F238E27FC236}">
                <a16:creationId xmlns:a16="http://schemas.microsoft.com/office/drawing/2014/main" id="{FF8F7EA8-6DAD-496D-AEF8-94BBAAC70516}"/>
              </a:ext>
              <a:ext uri="{C183D7F6-B498-43B3-948B-1728B52AA6E4}">
                <adec:decorative xmlns:adec="http://schemas.microsoft.com/office/drawing/2017/decorative" val="1"/>
              </a:ext>
            </a:extLst>
          </p:cNvPr>
          <p:cNvPicPr>
            <a:picLocks noGrp="1" noChangeAspect="1"/>
          </p:cNvPicPr>
          <p:nvPr>
            <p:ph type="pic" sz="quarter" idx="26"/>
          </p:nvPr>
        </p:nvPicPr>
        <p:blipFill rotWithShape="1">
          <a:blip r:embed="rId8">
            <a:extLst>
              <a:ext uri="{28A0092B-C50C-407E-A947-70E740481C1C}">
                <a14:useLocalDpi xmlns:a14="http://schemas.microsoft.com/office/drawing/2010/main" val="0"/>
              </a:ext>
            </a:extLst>
          </a:blip>
          <a:srcRect l="3977" r="3977"/>
          <a:stretch/>
        </p:blipFill>
        <p:spPr bwMode="ltGray"/>
      </p:pic>
      <p:sp>
        <p:nvSpPr>
          <p:cNvPr id="26" name="Title 25">
            <a:extLst>
              <a:ext uri="{FF2B5EF4-FFF2-40B4-BE49-F238E27FC236}">
                <a16:creationId xmlns:a16="http://schemas.microsoft.com/office/drawing/2014/main" id="{7C2AA2FE-C4F2-82BE-8898-8B8392F7D72D}"/>
              </a:ext>
            </a:extLst>
          </p:cNvPr>
          <p:cNvSpPr>
            <a:spLocks noGrp="1"/>
          </p:cNvSpPr>
          <p:nvPr>
            <p:ph type="title"/>
          </p:nvPr>
        </p:nvSpPr>
        <p:spPr/>
        <p:txBody>
          <a:bodyPr/>
          <a:lstStyle/>
          <a:p>
            <a:r>
              <a:rPr lang="en-US" dirty="0" err="1"/>
              <a:t>Img</a:t>
            </a:r>
            <a:r>
              <a:rPr lang="en-US" dirty="0"/>
              <a:t> _ Grid Layout</a:t>
            </a:r>
          </a:p>
        </p:txBody>
      </p:sp>
      <p:pic>
        <p:nvPicPr>
          <p:cNvPr id="35" name="Picture Placeholder 25">
            <a:extLst>
              <a:ext uri="{FF2B5EF4-FFF2-40B4-BE49-F238E27FC236}">
                <a16:creationId xmlns:a16="http://schemas.microsoft.com/office/drawing/2014/main" id="{85318D4A-B9F9-E481-E5F1-F50517B84DF1}"/>
              </a:ext>
              <a:ext uri="{C183D7F6-B498-43B3-948B-1728B52AA6E4}">
                <adec:decorative xmlns:adec="http://schemas.microsoft.com/office/drawing/2017/decorative" val="1"/>
              </a:ext>
            </a:extLst>
          </p:cNvPr>
          <p:cNvPicPr>
            <a:picLocks noGrp="1" noChangeAspect="1"/>
          </p:cNvPicPr>
          <p:nvPr>
            <p:ph type="pic" sz="quarter" idx="27"/>
          </p:nvPr>
        </p:nvPicPr>
        <p:blipFill>
          <a:blip r:embed="rId9">
            <a:extLst>
              <a:ext uri="{28A0092B-C50C-407E-A947-70E740481C1C}">
                <a14:useLocalDpi xmlns:a14="http://schemas.microsoft.com/office/drawing/2010/main" val="0"/>
              </a:ext>
            </a:extLst>
          </a:blip>
          <a:srcRect t="1724" b="1724"/>
          <a:stretch>
            <a:fillRect/>
          </a:stretch>
        </p:blipFill>
        <p:spPr bwMode="ltGray">
          <a:xfrm>
            <a:off x="0" y="4191000"/>
            <a:ext cx="4148138" cy="2667000"/>
          </a:xfrm>
          <a:prstGeom prst="rect">
            <a:avLst/>
          </a:prstGeom>
        </p:spPr>
      </p:pic>
    </p:spTree>
    <p:extLst>
      <p:ext uri="{BB962C8B-B14F-4D97-AF65-F5344CB8AC3E}">
        <p14:creationId xmlns:p14="http://schemas.microsoft.com/office/powerpoint/2010/main" val="1373282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538134A-BA8D-4946-7AD4-D7AD1455ADC5}"/>
              </a:ext>
            </a:extLst>
          </p:cNvPr>
          <p:cNvSpPr>
            <a:spLocks noGrp="1"/>
          </p:cNvSpPr>
          <p:nvPr>
            <p:ph type="title"/>
          </p:nvPr>
        </p:nvSpPr>
        <p:spPr/>
        <p:txBody>
          <a:bodyPr/>
          <a:lstStyle/>
          <a:p>
            <a:r>
              <a:rPr lang="en-US" dirty="0"/>
              <a:t>Big _ Stat Layout</a:t>
            </a:r>
          </a:p>
        </p:txBody>
      </p:sp>
      <p:sp>
        <p:nvSpPr>
          <p:cNvPr id="6" name="Text Placeholder 5">
            <a:extLst>
              <a:ext uri="{FF2B5EF4-FFF2-40B4-BE49-F238E27FC236}">
                <a16:creationId xmlns:a16="http://schemas.microsoft.com/office/drawing/2014/main" id="{E61B534E-08D1-4EAC-AB5F-DB877E85FF97}"/>
              </a:ext>
            </a:extLst>
          </p:cNvPr>
          <p:cNvSpPr>
            <a:spLocks noGrp="1"/>
          </p:cNvSpPr>
          <p:nvPr>
            <p:ph type="body" sz="quarter" idx="16"/>
          </p:nvPr>
        </p:nvSpPr>
        <p:spPr/>
        <p:txBody>
          <a:bodyPr/>
          <a:lstStyle/>
          <a:p>
            <a:r>
              <a:rPr lang="en-US" dirty="0"/>
              <a:t>29</a:t>
            </a:r>
            <a:r>
              <a:rPr lang="en-US" sz="10400" dirty="0"/>
              <a:t>%</a:t>
            </a:r>
            <a:endParaRPr lang="en-US" dirty="0"/>
          </a:p>
        </p:txBody>
      </p:sp>
      <p:sp>
        <p:nvSpPr>
          <p:cNvPr id="9" name="Text Placeholder 8">
            <a:extLst>
              <a:ext uri="{FF2B5EF4-FFF2-40B4-BE49-F238E27FC236}">
                <a16:creationId xmlns:a16="http://schemas.microsoft.com/office/drawing/2014/main" id="{B8EF00D1-951B-4537-AE5A-98EAC24C0840}"/>
              </a:ext>
            </a:extLst>
          </p:cNvPr>
          <p:cNvSpPr>
            <a:spLocks noGrp="1"/>
          </p:cNvSpPr>
          <p:nvPr>
            <p:ph type="body" sz="quarter" idx="15"/>
          </p:nvPr>
        </p:nvSpPr>
        <p:spPr/>
        <p:txBody>
          <a:bodyPr/>
          <a:lstStyle/>
          <a:p>
            <a:r>
              <a:rPr lang="en-US"/>
              <a:t>Ullamco laboris nisi ut aliquip exea </a:t>
            </a:r>
            <a:br>
              <a:rPr lang="en-US"/>
            </a:br>
            <a:r>
              <a:rPr lang="en-US"/>
              <a:t>commodo consequat duis aute irure</a:t>
            </a:r>
            <a:endParaRPr lang="en-US" dirty="0"/>
          </a:p>
        </p:txBody>
      </p:sp>
      <p:sp>
        <p:nvSpPr>
          <p:cNvPr id="4" name="Text Placeholder 3">
            <a:extLst>
              <a:ext uri="{FF2B5EF4-FFF2-40B4-BE49-F238E27FC236}">
                <a16:creationId xmlns:a16="http://schemas.microsoft.com/office/drawing/2014/main" id="{2C5E5D39-E27B-4B95-A4A0-9CEF12BD8B43}"/>
              </a:ext>
            </a:extLst>
          </p:cNvPr>
          <p:cNvSpPr>
            <a:spLocks noGrp="1"/>
          </p:cNvSpPr>
          <p:nvPr>
            <p:ph type="body" sz="quarter" idx="17"/>
          </p:nvPr>
        </p:nvSpPr>
        <p:spPr/>
        <p:txBody>
          <a:bodyPr/>
          <a:lstStyle/>
          <a:p>
            <a:r>
              <a:rPr lang="en-US" dirty="0"/>
              <a:t>Lorem ipsum dolor sit amet, </a:t>
            </a:r>
            <a:r>
              <a:rPr lang="en-US" dirty="0" err="1"/>
              <a:t>consectetur</a:t>
            </a:r>
            <a:r>
              <a:rPr lang="en-US" dirty="0"/>
              <a:t> adipiscing elit. </a:t>
            </a:r>
            <a:r>
              <a:rPr lang="en-US" dirty="0" err="1"/>
              <a:t>Quisque</a:t>
            </a:r>
            <a:r>
              <a:rPr lang="en-US" dirty="0"/>
              <a:t> </a:t>
            </a:r>
            <a:r>
              <a:rPr lang="en-US" dirty="0" err="1"/>
              <a:t>aliquet</a:t>
            </a:r>
            <a:r>
              <a:rPr lang="en-US" dirty="0"/>
              <a:t> </a:t>
            </a:r>
            <a:r>
              <a:rPr lang="en-US" dirty="0" err="1"/>
              <a:t>ullamcorper</a:t>
            </a:r>
            <a:r>
              <a:rPr lang="en-US" dirty="0"/>
              <a:t> </a:t>
            </a:r>
            <a:r>
              <a:rPr lang="en-US" dirty="0" err="1"/>
              <a:t>neque</a:t>
            </a:r>
            <a:r>
              <a:rPr lang="en-US" dirty="0"/>
              <a:t> </a:t>
            </a:r>
            <a:r>
              <a:rPr lang="en-US" dirty="0" err="1"/>
              <a:t>eget</a:t>
            </a:r>
            <a:r>
              <a:rPr lang="en-US" dirty="0"/>
              <a:t> </a:t>
            </a:r>
            <a:r>
              <a:rPr lang="en-US" dirty="0" err="1"/>
              <a:t>dignissim</a:t>
            </a:r>
            <a:r>
              <a:rPr lang="en-US" dirty="0"/>
              <a:t>. Sed lacinia mi vel porttitor pulvinar. Morbi ac </a:t>
            </a:r>
            <a:r>
              <a:rPr lang="en-US" dirty="0" err="1"/>
              <a:t>justo</a:t>
            </a:r>
            <a:r>
              <a:rPr lang="en-US" dirty="0"/>
              <a:t> sed lorem </a:t>
            </a:r>
            <a:r>
              <a:rPr lang="en-US" dirty="0" err="1"/>
              <a:t>volutpat</a:t>
            </a:r>
            <a:r>
              <a:rPr lang="en-US" dirty="0"/>
              <a:t> posuere. </a:t>
            </a:r>
            <a:r>
              <a:rPr lang="en-US" dirty="0" err="1"/>
              <a:t>Quisque</a:t>
            </a:r>
            <a:r>
              <a:rPr lang="en-US" dirty="0"/>
              <a:t> sed </a:t>
            </a:r>
            <a:r>
              <a:rPr lang="en-US" dirty="0" err="1"/>
              <a:t>tincidunt</a:t>
            </a:r>
            <a:r>
              <a:rPr lang="en-US" dirty="0"/>
              <a:t> </a:t>
            </a:r>
            <a:r>
              <a:rPr lang="en-US" dirty="0" err="1"/>
              <a:t>nunc</a:t>
            </a:r>
            <a:r>
              <a:rPr lang="en-US" dirty="0"/>
              <a:t>, sit amet convallis </a:t>
            </a:r>
            <a:r>
              <a:rPr lang="en-US" dirty="0" err="1"/>
              <a:t>tellus</a:t>
            </a:r>
            <a:r>
              <a:rPr lang="en-US" dirty="0"/>
              <a:t>. In </a:t>
            </a:r>
            <a:r>
              <a:rPr lang="en-US" dirty="0" err="1"/>
              <a:t>faucibus</a:t>
            </a:r>
            <a:r>
              <a:rPr lang="en-US" dirty="0"/>
              <a:t>, </a:t>
            </a:r>
            <a:r>
              <a:rPr lang="en-US" dirty="0" err="1"/>
              <a:t>odio</a:t>
            </a:r>
            <a:r>
              <a:rPr lang="en-US" dirty="0"/>
              <a:t> sed </a:t>
            </a:r>
            <a:r>
              <a:rPr lang="en-US" dirty="0" err="1"/>
              <a:t>fringilla</a:t>
            </a:r>
            <a:r>
              <a:rPr lang="en-US" dirty="0"/>
              <a:t> </a:t>
            </a:r>
            <a:r>
              <a:rPr lang="en-US" dirty="0" err="1"/>
              <a:t>mattis</a:t>
            </a:r>
            <a:r>
              <a:rPr lang="en-US" dirty="0"/>
              <a:t>, massa </a:t>
            </a:r>
            <a:r>
              <a:rPr lang="en-US" dirty="0" err="1"/>
              <a:t>leo</a:t>
            </a:r>
            <a:r>
              <a:rPr lang="en-US" dirty="0"/>
              <a:t> </a:t>
            </a:r>
            <a:r>
              <a:rPr lang="en-US" dirty="0" err="1"/>
              <a:t>scelerisque</a:t>
            </a:r>
            <a:r>
              <a:rPr lang="en-US" dirty="0"/>
              <a:t> lorem, </a:t>
            </a:r>
            <a:r>
              <a:rPr lang="en-US" dirty="0" err="1"/>
              <a:t>finibus</a:t>
            </a:r>
            <a:r>
              <a:rPr lang="en-US" dirty="0"/>
              <a:t> gravida </a:t>
            </a:r>
            <a:r>
              <a:rPr lang="en-US" dirty="0" err="1"/>
              <a:t>urna</a:t>
            </a:r>
            <a:r>
              <a:rPr lang="en-US" dirty="0"/>
              <a:t> libero vitae </a:t>
            </a:r>
            <a:r>
              <a:rPr lang="en-US" dirty="0" err="1"/>
              <a:t>orci</a:t>
            </a:r>
            <a:r>
              <a:rPr lang="en-US" dirty="0"/>
              <a:t>. </a:t>
            </a:r>
            <a:r>
              <a:rPr lang="en-US" dirty="0" err="1"/>
              <a:t>Praesent</a:t>
            </a:r>
            <a:r>
              <a:rPr lang="en-US" dirty="0"/>
              <a:t> </a:t>
            </a:r>
            <a:r>
              <a:rPr lang="en-US" dirty="0" err="1"/>
              <a:t>urna</a:t>
            </a:r>
            <a:r>
              <a:rPr lang="en-US" dirty="0"/>
              <a:t> </a:t>
            </a:r>
            <a:r>
              <a:rPr lang="en-US" dirty="0" err="1"/>
              <a:t>justo</a:t>
            </a:r>
            <a:r>
              <a:rPr lang="en-US" dirty="0"/>
              <a:t>, </a:t>
            </a:r>
            <a:r>
              <a:rPr lang="en-US" dirty="0" err="1"/>
              <a:t>pellentesque</a:t>
            </a:r>
            <a:r>
              <a:rPr lang="en-US" dirty="0"/>
              <a:t> </a:t>
            </a:r>
            <a:r>
              <a:rPr lang="en-US" dirty="0" err="1"/>
              <a:t>nec</a:t>
            </a:r>
            <a:r>
              <a:rPr lang="en-US" dirty="0"/>
              <a:t> </a:t>
            </a:r>
            <a:r>
              <a:rPr lang="en-US" dirty="0" err="1"/>
              <a:t>mauris</a:t>
            </a:r>
            <a:r>
              <a:rPr lang="en-US" dirty="0"/>
              <a:t> vitae, </a:t>
            </a:r>
            <a:r>
              <a:rPr lang="en-US" dirty="0" err="1"/>
              <a:t>scelerisque</a:t>
            </a:r>
            <a:r>
              <a:rPr lang="en-US" dirty="0"/>
              <a:t> semper </a:t>
            </a:r>
            <a:r>
              <a:rPr lang="en-US" dirty="0" err="1"/>
              <a:t>tellus</a:t>
            </a:r>
            <a:r>
              <a:rPr lang="en-US" dirty="0"/>
              <a:t>. </a:t>
            </a:r>
            <a:r>
              <a:rPr lang="en-US" dirty="0" err="1"/>
              <a:t>Donec</a:t>
            </a:r>
            <a:r>
              <a:rPr lang="en-US" dirty="0"/>
              <a:t> ac </a:t>
            </a:r>
            <a:r>
              <a:rPr lang="en-US" dirty="0" err="1"/>
              <a:t>mattis</a:t>
            </a:r>
            <a:r>
              <a:rPr lang="en-US" dirty="0"/>
              <a:t> mi. Morbi </a:t>
            </a:r>
            <a:r>
              <a:rPr lang="en-US" dirty="0" err="1"/>
              <a:t>est</a:t>
            </a:r>
            <a:r>
              <a:rPr lang="en-US" dirty="0"/>
              <a:t> </a:t>
            </a:r>
            <a:r>
              <a:rPr lang="en-US" dirty="0" err="1"/>
              <a:t>erat</a:t>
            </a:r>
            <a:r>
              <a:rPr lang="en-US" dirty="0"/>
              <a:t>, </a:t>
            </a:r>
            <a:r>
              <a:rPr lang="en-US" dirty="0" err="1"/>
              <a:t>venenatis</a:t>
            </a:r>
            <a:r>
              <a:rPr lang="en-US" dirty="0"/>
              <a:t> </a:t>
            </a:r>
            <a:r>
              <a:rPr lang="en-US" dirty="0" err="1"/>
              <a:t>nec</a:t>
            </a:r>
            <a:r>
              <a:rPr lang="en-US" dirty="0"/>
              <a:t> massa id, </a:t>
            </a:r>
            <a:r>
              <a:rPr lang="en-US" dirty="0" err="1"/>
              <a:t>suscipit</a:t>
            </a:r>
            <a:r>
              <a:rPr lang="en-US" dirty="0"/>
              <a:t> </a:t>
            </a:r>
            <a:r>
              <a:rPr lang="en-US" dirty="0" err="1"/>
              <a:t>laoreet</a:t>
            </a:r>
            <a:r>
              <a:rPr lang="en-US" dirty="0"/>
              <a:t> </a:t>
            </a:r>
            <a:r>
              <a:rPr lang="en-US" dirty="0" err="1"/>
              <a:t>lacus</a:t>
            </a:r>
            <a:r>
              <a:rPr lang="en-US" dirty="0"/>
              <a:t>.</a:t>
            </a:r>
          </a:p>
        </p:txBody>
      </p:sp>
    </p:spTree>
    <p:extLst>
      <p:ext uri="{BB962C8B-B14F-4D97-AF65-F5344CB8AC3E}">
        <p14:creationId xmlns:p14="http://schemas.microsoft.com/office/powerpoint/2010/main" val="3097073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75000"/>
          </a:schemeClr>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C3B215DB-312A-EA6D-DFA4-564CC14F5589}"/>
              </a:ext>
            </a:extLst>
          </p:cNvPr>
          <p:cNvSpPr>
            <a:spLocks noGrp="1"/>
          </p:cNvSpPr>
          <p:nvPr>
            <p:ph type="title"/>
          </p:nvPr>
        </p:nvSpPr>
        <p:spPr/>
        <p:txBody>
          <a:bodyPr/>
          <a:lstStyle/>
          <a:p>
            <a:r>
              <a:rPr lang="en-US" dirty="0"/>
              <a:t>Quote Layout</a:t>
            </a:r>
          </a:p>
        </p:txBody>
      </p:sp>
      <p:sp>
        <p:nvSpPr>
          <p:cNvPr id="2" name="Text Placeholder 1">
            <a:extLst>
              <a:ext uri="{FF2B5EF4-FFF2-40B4-BE49-F238E27FC236}">
                <a16:creationId xmlns:a16="http://schemas.microsoft.com/office/drawing/2014/main" id="{76FB3012-8578-4F54-B849-62F1A68AC5AA}"/>
              </a:ext>
            </a:extLst>
          </p:cNvPr>
          <p:cNvSpPr>
            <a:spLocks noGrp="1"/>
          </p:cNvSpPr>
          <p:nvPr>
            <p:ph type="body" sz="quarter" idx="14"/>
          </p:nvPr>
        </p:nvSpPr>
        <p:spPr/>
        <p:txBody>
          <a:bodyPr/>
          <a:lstStyle/>
          <a:p>
            <a:r>
              <a:rPr lang="en-US" dirty="0"/>
              <a:t>For I dipt into the future, far as human eye could see, saw the vision of the world, and all the wonder that would be.</a:t>
            </a:r>
          </a:p>
        </p:txBody>
      </p:sp>
      <p:sp>
        <p:nvSpPr>
          <p:cNvPr id="3" name="Text Placeholder 2">
            <a:extLst>
              <a:ext uri="{FF2B5EF4-FFF2-40B4-BE49-F238E27FC236}">
                <a16:creationId xmlns:a16="http://schemas.microsoft.com/office/drawing/2014/main" id="{D99AB083-0D85-4B73-A274-3CC314B7677A}"/>
              </a:ext>
            </a:extLst>
          </p:cNvPr>
          <p:cNvSpPr>
            <a:spLocks noGrp="1"/>
          </p:cNvSpPr>
          <p:nvPr>
            <p:ph type="body" sz="quarter" idx="15"/>
          </p:nvPr>
        </p:nvSpPr>
        <p:spPr/>
        <p:txBody>
          <a:bodyPr/>
          <a:lstStyle/>
          <a:p>
            <a:r>
              <a:rPr lang="en-US" dirty="0"/>
              <a:t>Alfred Lord Tennyson</a:t>
            </a:r>
          </a:p>
        </p:txBody>
      </p:sp>
    </p:spTree>
    <p:extLst>
      <p:ext uri="{BB962C8B-B14F-4D97-AF65-F5344CB8AC3E}">
        <p14:creationId xmlns:p14="http://schemas.microsoft.com/office/powerpoint/2010/main" val="41760725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01209B-493B-463A-FA03-47530A7CE5AC}"/>
              </a:ext>
            </a:extLst>
          </p:cNvPr>
          <p:cNvSpPr>
            <a:spLocks noGrp="1"/>
          </p:cNvSpPr>
          <p:nvPr>
            <p:ph type="title"/>
          </p:nvPr>
        </p:nvSpPr>
        <p:spPr/>
        <p:txBody>
          <a:bodyPr/>
          <a:lstStyle/>
          <a:p>
            <a:r>
              <a:rPr lang="en-US" dirty="0"/>
              <a:t>Statement Layout</a:t>
            </a:r>
          </a:p>
        </p:txBody>
      </p:sp>
      <p:sp>
        <p:nvSpPr>
          <p:cNvPr id="5" name="Text Placeholder 4">
            <a:extLst>
              <a:ext uri="{FF2B5EF4-FFF2-40B4-BE49-F238E27FC236}">
                <a16:creationId xmlns:a16="http://schemas.microsoft.com/office/drawing/2014/main" id="{9FAEC071-8C73-4433-BF34-EF12E54EFDAD}"/>
              </a:ext>
            </a:extLst>
          </p:cNvPr>
          <p:cNvSpPr>
            <a:spLocks noGrp="1"/>
          </p:cNvSpPr>
          <p:nvPr>
            <p:ph type="body" sz="quarter" idx="14"/>
          </p:nvPr>
        </p:nvSpPr>
        <p:spPr/>
        <p:txBody>
          <a:bodyPr/>
          <a:lstStyle/>
          <a:p>
            <a:r>
              <a:rPr lang="en-US" dirty="0"/>
              <a:t>Statement layout. Lorem </a:t>
            </a:r>
            <a:br>
              <a:rPr lang="en-US" dirty="0"/>
            </a:br>
            <a:r>
              <a:rPr lang="en-US" dirty="0"/>
              <a:t>ipsum dolor sit amet, </a:t>
            </a:r>
            <a:r>
              <a:rPr lang="en-US" dirty="0" err="1"/>
              <a:t>consectetur</a:t>
            </a:r>
            <a:r>
              <a:rPr lang="en-US" dirty="0"/>
              <a:t> adipiscing elit.</a:t>
            </a:r>
          </a:p>
        </p:txBody>
      </p:sp>
    </p:spTree>
    <p:extLst>
      <p:ext uri="{BB962C8B-B14F-4D97-AF65-F5344CB8AC3E}">
        <p14:creationId xmlns:p14="http://schemas.microsoft.com/office/powerpoint/2010/main" val="1207480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ubtitle 5">
            <a:extLst>
              <a:ext uri="{FF2B5EF4-FFF2-40B4-BE49-F238E27FC236}">
                <a16:creationId xmlns:a16="http://schemas.microsoft.com/office/drawing/2014/main" id="{77A4B8D4-71F3-4E94-8992-EEAD5A35C0B3}"/>
              </a:ext>
            </a:extLst>
          </p:cNvPr>
          <p:cNvSpPr>
            <a:spLocks noGrp="1"/>
          </p:cNvSpPr>
          <p:nvPr>
            <p:ph type="subTitle" idx="1"/>
          </p:nvPr>
        </p:nvSpPr>
        <p:spPr/>
        <p:txBody>
          <a:bodyPr/>
          <a:lstStyle/>
          <a:p>
            <a:r>
              <a:rPr lang="en-US" dirty="0"/>
              <a:t>Impact Layouts</a:t>
            </a:r>
          </a:p>
        </p:txBody>
      </p:sp>
      <p:sp>
        <p:nvSpPr>
          <p:cNvPr id="2" name="Title 1">
            <a:extLst>
              <a:ext uri="{FF2B5EF4-FFF2-40B4-BE49-F238E27FC236}">
                <a16:creationId xmlns:a16="http://schemas.microsoft.com/office/drawing/2014/main" id="{7BF6A671-7E21-45BD-8A0C-A3AF2742ECBE}"/>
              </a:ext>
            </a:extLst>
          </p:cNvPr>
          <p:cNvSpPr>
            <a:spLocks noGrp="1"/>
          </p:cNvSpPr>
          <p:nvPr>
            <p:ph type="title"/>
          </p:nvPr>
        </p:nvSpPr>
        <p:spPr/>
        <p:txBody>
          <a:bodyPr/>
          <a:lstStyle/>
          <a:p>
            <a:r>
              <a:rPr lang="en-US" dirty="0"/>
              <a:t>TOC</a:t>
            </a:r>
          </a:p>
        </p:txBody>
      </p:sp>
      <p:sp>
        <p:nvSpPr>
          <p:cNvPr id="3" name="Text Placeholder 2">
            <a:extLst>
              <a:ext uri="{FF2B5EF4-FFF2-40B4-BE49-F238E27FC236}">
                <a16:creationId xmlns:a16="http://schemas.microsoft.com/office/drawing/2014/main" id="{D2A30552-13D3-460A-86B7-354E3AFA98B8}"/>
              </a:ext>
            </a:extLst>
          </p:cNvPr>
          <p:cNvSpPr>
            <a:spLocks noGrp="1"/>
          </p:cNvSpPr>
          <p:nvPr>
            <p:ph type="body" sz="quarter" idx="14"/>
          </p:nvPr>
        </p:nvSpPr>
        <p:spPr/>
        <p:txBody>
          <a:bodyPr/>
          <a:lstStyle/>
          <a:p>
            <a:r>
              <a:rPr lang="en-US" dirty="0"/>
              <a:t>01</a:t>
            </a:r>
          </a:p>
        </p:txBody>
      </p:sp>
      <p:sp>
        <p:nvSpPr>
          <p:cNvPr id="7" name="Text Placeholder 6">
            <a:extLst>
              <a:ext uri="{FF2B5EF4-FFF2-40B4-BE49-F238E27FC236}">
                <a16:creationId xmlns:a16="http://schemas.microsoft.com/office/drawing/2014/main" id="{D63BCACE-0F90-442C-8FFB-6E49A4F74123}"/>
              </a:ext>
            </a:extLst>
          </p:cNvPr>
          <p:cNvSpPr>
            <a:spLocks noGrp="1"/>
          </p:cNvSpPr>
          <p:nvPr>
            <p:ph type="body" sz="quarter" idx="32"/>
          </p:nvPr>
        </p:nvSpPr>
        <p:spPr/>
        <p:txBody>
          <a:bodyPr/>
          <a:lstStyle/>
          <a:p>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endParaRPr lang="en-US" dirty="0"/>
          </a:p>
        </p:txBody>
      </p:sp>
      <p:sp>
        <p:nvSpPr>
          <p:cNvPr id="4" name="Text Placeholder 3">
            <a:extLst>
              <a:ext uri="{FF2B5EF4-FFF2-40B4-BE49-F238E27FC236}">
                <a16:creationId xmlns:a16="http://schemas.microsoft.com/office/drawing/2014/main" id="{D23EEF43-0305-4862-9627-2341CA3BA5C1}"/>
              </a:ext>
            </a:extLst>
          </p:cNvPr>
          <p:cNvSpPr>
            <a:spLocks noGrp="1"/>
          </p:cNvSpPr>
          <p:nvPr>
            <p:ph type="body" sz="quarter" idx="17"/>
          </p:nvPr>
        </p:nvSpPr>
        <p:spPr/>
        <p:txBody>
          <a:bodyPr/>
          <a:lstStyle/>
          <a:p>
            <a:r>
              <a:rPr lang="en-US" dirty="0"/>
              <a:t>02</a:t>
            </a:r>
          </a:p>
        </p:txBody>
      </p:sp>
      <p:sp>
        <p:nvSpPr>
          <p:cNvPr id="8" name="Text Placeholder 7">
            <a:extLst>
              <a:ext uri="{FF2B5EF4-FFF2-40B4-BE49-F238E27FC236}">
                <a16:creationId xmlns:a16="http://schemas.microsoft.com/office/drawing/2014/main" id="{8602F7EB-8110-44E9-B359-406FDF73A2C0}"/>
              </a:ext>
            </a:extLst>
          </p:cNvPr>
          <p:cNvSpPr>
            <a:spLocks noGrp="1"/>
          </p:cNvSpPr>
          <p:nvPr>
            <p:ph type="body" sz="quarter" idx="33"/>
          </p:nvPr>
        </p:nvSpPr>
        <p:spPr/>
        <p:txBody>
          <a:bodyPr/>
          <a:lstStyle/>
          <a:p>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endParaRPr lang="en-US" dirty="0"/>
          </a:p>
          <a:p>
            <a:endParaRPr lang="en-US" dirty="0"/>
          </a:p>
        </p:txBody>
      </p:sp>
      <p:sp>
        <p:nvSpPr>
          <p:cNvPr id="5" name="Text Placeholder 4">
            <a:extLst>
              <a:ext uri="{FF2B5EF4-FFF2-40B4-BE49-F238E27FC236}">
                <a16:creationId xmlns:a16="http://schemas.microsoft.com/office/drawing/2014/main" id="{D016E177-3A2A-453D-8578-EC079A3712BC}"/>
              </a:ext>
            </a:extLst>
          </p:cNvPr>
          <p:cNvSpPr>
            <a:spLocks noGrp="1"/>
          </p:cNvSpPr>
          <p:nvPr>
            <p:ph type="body" sz="quarter" idx="31"/>
          </p:nvPr>
        </p:nvSpPr>
        <p:spPr/>
        <p:txBody>
          <a:bodyPr/>
          <a:lstStyle/>
          <a:p>
            <a:r>
              <a:rPr lang="en-US" dirty="0"/>
              <a:t>03</a:t>
            </a:r>
          </a:p>
        </p:txBody>
      </p:sp>
      <p:sp>
        <p:nvSpPr>
          <p:cNvPr id="9" name="Text Placeholder 8">
            <a:extLst>
              <a:ext uri="{FF2B5EF4-FFF2-40B4-BE49-F238E27FC236}">
                <a16:creationId xmlns:a16="http://schemas.microsoft.com/office/drawing/2014/main" id="{17216EBF-19E1-427E-87DC-85813AA240E4}"/>
              </a:ext>
            </a:extLst>
          </p:cNvPr>
          <p:cNvSpPr>
            <a:spLocks noGrp="1"/>
          </p:cNvSpPr>
          <p:nvPr>
            <p:ph type="body" sz="quarter" idx="34"/>
          </p:nvPr>
        </p:nvSpPr>
        <p:spPr/>
        <p:txBody>
          <a:bodyPr/>
          <a:lstStyle/>
          <a:p>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endParaRPr lang="en-US" dirty="0"/>
          </a:p>
          <a:p>
            <a:endParaRPr lang="en-US" dirty="0"/>
          </a:p>
        </p:txBody>
      </p:sp>
      <p:sp>
        <p:nvSpPr>
          <p:cNvPr id="10" name="Text Placeholder 9">
            <a:extLst>
              <a:ext uri="{FF2B5EF4-FFF2-40B4-BE49-F238E27FC236}">
                <a16:creationId xmlns:a16="http://schemas.microsoft.com/office/drawing/2014/main" id="{57F166B3-0BC2-41D0-BB4F-BA9639A9B7D5}"/>
              </a:ext>
            </a:extLst>
          </p:cNvPr>
          <p:cNvSpPr>
            <a:spLocks noGrp="1"/>
          </p:cNvSpPr>
          <p:nvPr>
            <p:ph type="body" sz="quarter" idx="35"/>
          </p:nvPr>
        </p:nvSpPr>
        <p:spPr/>
        <p:txBody>
          <a:bodyPr/>
          <a:lstStyle/>
          <a:p>
            <a:r>
              <a:rPr lang="en-US" dirty="0"/>
              <a:t>04</a:t>
            </a:r>
          </a:p>
        </p:txBody>
      </p:sp>
      <p:sp>
        <p:nvSpPr>
          <p:cNvPr id="13" name="Text Placeholder 12">
            <a:extLst>
              <a:ext uri="{FF2B5EF4-FFF2-40B4-BE49-F238E27FC236}">
                <a16:creationId xmlns:a16="http://schemas.microsoft.com/office/drawing/2014/main" id="{3DFFC711-DE4F-4DB9-A207-342392258BC9}"/>
              </a:ext>
            </a:extLst>
          </p:cNvPr>
          <p:cNvSpPr>
            <a:spLocks noGrp="1"/>
          </p:cNvSpPr>
          <p:nvPr>
            <p:ph type="body" sz="quarter" idx="38"/>
          </p:nvPr>
        </p:nvSpPr>
        <p:spPr/>
        <p:txBody>
          <a:bodyPr/>
          <a:lstStyle/>
          <a:p>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endParaRPr lang="en-US" dirty="0"/>
          </a:p>
          <a:p>
            <a:endParaRPr lang="en-US" dirty="0"/>
          </a:p>
        </p:txBody>
      </p:sp>
      <p:sp>
        <p:nvSpPr>
          <p:cNvPr id="11" name="Text Placeholder 10">
            <a:extLst>
              <a:ext uri="{FF2B5EF4-FFF2-40B4-BE49-F238E27FC236}">
                <a16:creationId xmlns:a16="http://schemas.microsoft.com/office/drawing/2014/main" id="{852210D7-479E-4DF5-8127-AF988C150767}"/>
              </a:ext>
            </a:extLst>
          </p:cNvPr>
          <p:cNvSpPr>
            <a:spLocks noGrp="1"/>
          </p:cNvSpPr>
          <p:nvPr>
            <p:ph type="body" sz="quarter" idx="36"/>
          </p:nvPr>
        </p:nvSpPr>
        <p:spPr/>
        <p:txBody>
          <a:bodyPr/>
          <a:lstStyle/>
          <a:p>
            <a:r>
              <a:rPr lang="en-US" dirty="0"/>
              <a:t>05</a:t>
            </a:r>
          </a:p>
        </p:txBody>
      </p:sp>
      <p:sp>
        <p:nvSpPr>
          <p:cNvPr id="14" name="Text Placeholder 13">
            <a:extLst>
              <a:ext uri="{FF2B5EF4-FFF2-40B4-BE49-F238E27FC236}">
                <a16:creationId xmlns:a16="http://schemas.microsoft.com/office/drawing/2014/main" id="{E361F559-340B-4798-BA4A-F0CE0F1F77EA}"/>
              </a:ext>
            </a:extLst>
          </p:cNvPr>
          <p:cNvSpPr>
            <a:spLocks noGrp="1"/>
          </p:cNvSpPr>
          <p:nvPr>
            <p:ph type="body" sz="quarter" idx="39"/>
          </p:nvPr>
        </p:nvSpPr>
        <p:spPr/>
        <p:txBody>
          <a:bodyPr/>
          <a:lstStyle/>
          <a:p>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endParaRPr lang="en-US" dirty="0"/>
          </a:p>
          <a:p>
            <a:endParaRPr lang="en-US" dirty="0"/>
          </a:p>
        </p:txBody>
      </p:sp>
      <p:sp>
        <p:nvSpPr>
          <p:cNvPr id="12" name="Text Placeholder 11">
            <a:extLst>
              <a:ext uri="{FF2B5EF4-FFF2-40B4-BE49-F238E27FC236}">
                <a16:creationId xmlns:a16="http://schemas.microsoft.com/office/drawing/2014/main" id="{D8D7EA9B-AF34-40C1-9509-E2F5AF21409A}"/>
              </a:ext>
            </a:extLst>
          </p:cNvPr>
          <p:cNvSpPr>
            <a:spLocks noGrp="1"/>
          </p:cNvSpPr>
          <p:nvPr>
            <p:ph type="body" sz="quarter" idx="37"/>
          </p:nvPr>
        </p:nvSpPr>
        <p:spPr/>
        <p:txBody>
          <a:bodyPr/>
          <a:lstStyle/>
          <a:p>
            <a:r>
              <a:rPr lang="en-US" dirty="0"/>
              <a:t>06</a:t>
            </a:r>
          </a:p>
        </p:txBody>
      </p:sp>
      <p:sp>
        <p:nvSpPr>
          <p:cNvPr id="15" name="Text Placeholder 14">
            <a:extLst>
              <a:ext uri="{FF2B5EF4-FFF2-40B4-BE49-F238E27FC236}">
                <a16:creationId xmlns:a16="http://schemas.microsoft.com/office/drawing/2014/main" id="{D97CA3FB-7968-4906-9E77-52873BE9AAFA}"/>
              </a:ext>
            </a:extLst>
          </p:cNvPr>
          <p:cNvSpPr>
            <a:spLocks noGrp="1"/>
          </p:cNvSpPr>
          <p:nvPr>
            <p:ph type="body" sz="quarter" idx="40"/>
          </p:nvPr>
        </p:nvSpPr>
        <p:spPr/>
        <p:txBody>
          <a:bodyPr/>
          <a:lstStyle/>
          <a:p>
            <a:r>
              <a:rPr lang="en-US" dirty="0" err="1"/>
              <a:t>Donec</a:t>
            </a:r>
            <a:r>
              <a:rPr lang="en-US" dirty="0"/>
              <a:t> </a:t>
            </a:r>
            <a:r>
              <a:rPr lang="en-US" dirty="0" err="1"/>
              <a:t>auctor</a:t>
            </a:r>
            <a:r>
              <a:rPr lang="en-US" dirty="0"/>
              <a:t> lectus </a:t>
            </a:r>
            <a:r>
              <a:rPr lang="en-US" dirty="0" err="1"/>
              <a:t>eu</a:t>
            </a:r>
            <a:r>
              <a:rPr lang="en-US" dirty="0"/>
              <a:t> </a:t>
            </a:r>
            <a:r>
              <a:rPr lang="en-US" dirty="0" err="1"/>
              <a:t>velit</a:t>
            </a:r>
            <a:r>
              <a:rPr lang="en-US" dirty="0"/>
              <a:t> </a:t>
            </a:r>
            <a:r>
              <a:rPr lang="en-US" dirty="0" err="1"/>
              <a:t>bibendum</a:t>
            </a:r>
            <a:r>
              <a:rPr lang="en-US" dirty="0"/>
              <a:t> </a:t>
            </a:r>
            <a:r>
              <a:rPr lang="en-US" dirty="0" err="1"/>
              <a:t>viverra</a:t>
            </a:r>
            <a:endParaRPr lang="en-US" dirty="0"/>
          </a:p>
          <a:p>
            <a:endParaRPr lang="en-US" dirty="0"/>
          </a:p>
        </p:txBody>
      </p:sp>
    </p:spTree>
    <p:extLst>
      <p:ext uri="{BB962C8B-B14F-4D97-AF65-F5344CB8AC3E}">
        <p14:creationId xmlns:p14="http://schemas.microsoft.com/office/powerpoint/2010/main" val="24416266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Placeholder 62">
            <a:extLst>
              <a:ext uri="{FF2B5EF4-FFF2-40B4-BE49-F238E27FC236}">
                <a16:creationId xmlns:a16="http://schemas.microsoft.com/office/drawing/2014/main" id="{B2135D09-593C-4BC7-98C8-F8C235C5B136}"/>
              </a:ext>
            </a:extLst>
          </p:cNvPr>
          <p:cNvSpPr>
            <a:spLocks noGrp="1"/>
          </p:cNvSpPr>
          <p:nvPr>
            <p:ph type="body" sz="quarter" idx="17"/>
          </p:nvPr>
        </p:nvSpPr>
        <p:spPr/>
        <p:txBody>
          <a:bodyPr/>
          <a:lstStyle/>
          <a:p>
            <a:r>
              <a:rPr lang="en-US" dirty="0"/>
              <a:t>03</a:t>
            </a:r>
          </a:p>
        </p:txBody>
      </p:sp>
      <p:sp>
        <p:nvSpPr>
          <p:cNvPr id="3" name="Title 2">
            <a:extLst>
              <a:ext uri="{FF2B5EF4-FFF2-40B4-BE49-F238E27FC236}">
                <a16:creationId xmlns:a16="http://schemas.microsoft.com/office/drawing/2014/main" id="{66D51350-237B-4E39-B9C4-DEAC1EBF9B0B}"/>
              </a:ext>
            </a:extLst>
          </p:cNvPr>
          <p:cNvSpPr>
            <a:spLocks noGrp="1"/>
          </p:cNvSpPr>
          <p:nvPr>
            <p:ph type="title"/>
          </p:nvPr>
        </p:nvSpPr>
        <p:spPr/>
        <p:txBody>
          <a:bodyPr/>
          <a:lstStyle/>
          <a:p>
            <a:r>
              <a:rPr lang="en-US" dirty="0"/>
              <a:t>Data</a:t>
            </a:r>
          </a:p>
        </p:txBody>
      </p:sp>
    </p:spTree>
    <p:extLst>
      <p:ext uri="{BB962C8B-B14F-4D97-AF65-F5344CB8AC3E}">
        <p14:creationId xmlns:p14="http://schemas.microsoft.com/office/powerpoint/2010/main" val="4046703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D9365DE-60D7-1E51-4943-9FFECEFAD50A}"/>
              </a:ext>
            </a:extLst>
          </p:cNvPr>
          <p:cNvSpPr>
            <a:spLocks noGrp="1"/>
          </p:cNvSpPr>
          <p:nvPr>
            <p:ph type="subTitle" idx="12"/>
          </p:nvPr>
        </p:nvSpPr>
        <p:spPr>
          <a:xfrm>
            <a:off x="1078992" y="442446"/>
            <a:ext cx="4809744" cy="222625"/>
          </a:xfrm>
        </p:spPr>
        <p:txBody>
          <a:bodyPr/>
          <a:lstStyle/>
          <a:p>
            <a:r>
              <a:rPr lang="en-US" dirty="0"/>
              <a:t>Data</a:t>
            </a:r>
          </a:p>
        </p:txBody>
      </p:sp>
      <p:sp>
        <p:nvSpPr>
          <p:cNvPr id="8" name="Title 7">
            <a:extLst>
              <a:ext uri="{FF2B5EF4-FFF2-40B4-BE49-F238E27FC236}">
                <a16:creationId xmlns:a16="http://schemas.microsoft.com/office/drawing/2014/main" id="{1F5C5476-3B9D-442D-B52D-52B8C3F21297}"/>
              </a:ext>
            </a:extLst>
          </p:cNvPr>
          <p:cNvSpPr>
            <a:spLocks noGrp="1"/>
          </p:cNvSpPr>
          <p:nvPr>
            <p:ph type="title"/>
          </p:nvPr>
        </p:nvSpPr>
        <p:spPr/>
        <p:txBody>
          <a:bodyPr/>
          <a:lstStyle/>
          <a:p>
            <a:r>
              <a:rPr lang="en-US"/>
              <a:t>Text Table</a:t>
            </a:r>
            <a:endParaRPr lang="en-US" dirty="0"/>
          </a:p>
        </p:txBody>
      </p:sp>
      <p:graphicFrame>
        <p:nvGraphicFramePr>
          <p:cNvPr id="7" name="Table 11">
            <a:extLst>
              <a:ext uri="{FF2B5EF4-FFF2-40B4-BE49-F238E27FC236}">
                <a16:creationId xmlns:a16="http://schemas.microsoft.com/office/drawing/2014/main" id="{93413A73-E1A2-4688-9D3A-41A5CB458333}"/>
              </a:ext>
            </a:extLst>
          </p:cNvPr>
          <p:cNvGraphicFramePr>
            <a:graphicFrameLocks/>
          </p:cNvGraphicFramePr>
          <p:nvPr>
            <p:extLst>
              <p:ext uri="{D42A27DB-BD31-4B8C-83A1-F6EECF244321}">
                <p14:modId xmlns:p14="http://schemas.microsoft.com/office/powerpoint/2010/main" val="3513245290"/>
              </p:ext>
            </p:extLst>
          </p:nvPr>
        </p:nvGraphicFramePr>
        <p:xfrm>
          <a:off x="1078992" y="1690688"/>
          <a:ext cx="10034016" cy="4481515"/>
        </p:xfrm>
        <a:graphic>
          <a:graphicData uri="http://schemas.openxmlformats.org/drawingml/2006/table">
            <a:tbl>
              <a:tblPr firstRow="1">
                <a:tableStyleId>{5C22544A-7EE6-4342-B048-85BDC9FD1C3A}</a:tableStyleId>
              </a:tblPr>
              <a:tblGrid>
                <a:gridCol w="2508504">
                  <a:extLst>
                    <a:ext uri="{9D8B030D-6E8A-4147-A177-3AD203B41FA5}">
                      <a16:colId xmlns:a16="http://schemas.microsoft.com/office/drawing/2014/main" val="311790701"/>
                    </a:ext>
                  </a:extLst>
                </a:gridCol>
                <a:gridCol w="2508504">
                  <a:extLst>
                    <a:ext uri="{9D8B030D-6E8A-4147-A177-3AD203B41FA5}">
                      <a16:colId xmlns:a16="http://schemas.microsoft.com/office/drawing/2014/main" val="1838381066"/>
                    </a:ext>
                  </a:extLst>
                </a:gridCol>
                <a:gridCol w="2508504">
                  <a:extLst>
                    <a:ext uri="{9D8B030D-6E8A-4147-A177-3AD203B41FA5}">
                      <a16:colId xmlns:a16="http://schemas.microsoft.com/office/drawing/2014/main" val="3297794768"/>
                    </a:ext>
                  </a:extLst>
                </a:gridCol>
                <a:gridCol w="2508504">
                  <a:extLst>
                    <a:ext uri="{9D8B030D-6E8A-4147-A177-3AD203B41FA5}">
                      <a16:colId xmlns:a16="http://schemas.microsoft.com/office/drawing/2014/main" val="2227502633"/>
                    </a:ext>
                  </a:extLst>
                </a:gridCol>
              </a:tblGrid>
              <a:tr h="463583">
                <a:tc>
                  <a:txBody>
                    <a:bodyPr/>
                    <a:lstStyle/>
                    <a:p>
                      <a:pPr algn="l"/>
                      <a:r>
                        <a:rPr lang="en-US" sz="1600" dirty="0">
                          <a:solidFill>
                            <a:schemeClr val="accent1"/>
                          </a:solidFill>
                        </a:rPr>
                        <a:t>Table Header</a:t>
                      </a:r>
                    </a:p>
                  </a:txBody>
                  <a:tcPr anchor="ctr">
                    <a:lnL w="12700" cmpd="sng">
                      <a:noFill/>
                    </a:lnL>
                    <a:lnR w="12700" cmpd="sng">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dirty="0">
                          <a:solidFill>
                            <a:schemeClr val="accent1"/>
                          </a:solidFill>
                        </a:rPr>
                        <a:t>Table Header</a:t>
                      </a:r>
                    </a:p>
                  </a:txBody>
                  <a:tcPr anchor="ctr">
                    <a:lnL w="12700" cmpd="sng">
                      <a:noFill/>
                    </a:lnL>
                    <a:lnR w="12700" cmpd="sng">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dirty="0">
                          <a:solidFill>
                            <a:schemeClr val="accent1"/>
                          </a:solidFill>
                        </a:rPr>
                        <a:t>Table Header</a:t>
                      </a:r>
                    </a:p>
                  </a:txBody>
                  <a:tcPr anchor="ctr">
                    <a:lnL w="12700" cmpd="sng">
                      <a:noFill/>
                    </a:lnL>
                    <a:lnR w="12700" cmpd="sng">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r>
                        <a:rPr lang="en-US" sz="1600" dirty="0">
                          <a:solidFill>
                            <a:schemeClr val="accent1"/>
                          </a:solidFill>
                        </a:rPr>
                        <a:t>Table Header</a:t>
                      </a:r>
                    </a:p>
                  </a:txBody>
                  <a:tcPr anchor="ctr">
                    <a:lnL w="12700" cmpd="sng">
                      <a:noFill/>
                    </a:lnL>
                    <a:lnR w="12700" cmpd="sng">
                      <a:noFill/>
                    </a:lnR>
                    <a:lnT w="19050" cap="flat" cmpd="sng" algn="ctr">
                      <a:noFill/>
                      <a:prstDash val="solid"/>
                      <a:round/>
                      <a:headEnd type="none" w="med" len="med"/>
                      <a:tailEnd type="none" w="med" len="med"/>
                    </a:lnT>
                    <a:lnB w="1905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255459"/>
                  </a:ext>
                </a:extLst>
              </a:tr>
              <a:tr h="100448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905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905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905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905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83131513"/>
                  </a:ext>
                </a:extLst>
              </a:tr>
              <a:tr h="100448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1"/>
                          </a:solidFill>
                          <a:effectLst/>
                          <a:uLnTx/>
                          <a:uFillTx/>
                          <a:latin typeface="+mn-lt"/>
                          <a:ea typeface="+mn-ea"/>
                          <a:cs typeface="+mn-cs"/>
                        </a:rPr>
                        <a:t>Donec</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auctor</a:t>
                      </a:r>
                      <a:r>
                        <a:rPr kumimoji="0" lang="en-US" sz="1200" b="0" i="0" u="none" strike="noStrike" kern="1200" cap="none" spc="0" normalizeH="0" baseline="0" noProof="0" dirty="0">
                          <a:ln>
                            <a:noFill/>
                          </a:ln>
                          <a:solidFill>
                            <a:schemeClr val="bg1"/>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1"/>
                          </a:solidFill>
                          <a:effectLst/>
                          <a:uLnTx/>
                          <a:uFillTx/>
                          <a:latin typeface="+mn-lt"/>
                          <a:ea typeface="+mn-ea"/>
                          <a:cs typeface="+mn-cs"/>
                        </a:rPr>
                        <a:t>eu</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velit</a:t>
                      </a:r>
                      <a:r>
                        <a:rPr kumimoji="0" lang="en-US" sz="1200" b="0" i="0" u="none" strike="noStrike" kern="1200" cap="none" spc="0" normalizeH="0" baseline="0" noProof="0" dirty="0">
                          <a:ln>
                            <a:noFill/>
                          </a:ln>
                          <a:solidFill>
                            <a:schemeClr val="bg1"/>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1"/>
                          </a:solidFill>
                          <a:effectLst/>
                          <a:uLnTx/>
                          <a:uFillTx/>
                          <a:latin typeface="+mn-lt"/>
                          <a:ea typeface="+mn-ea"/>
                          <a:cs typeface="+mn-cs"/>
                        </a:rPr>
                        <a:t>endum</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viverra</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Nulla</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efficitur</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tel</a:t>
                      </a:r>
                      <a:br>
                        <a:rPr kumimoji="0" lang="en-US" sz="1200" b="0" i="0" u="none" strike="noStrike" kern="1200" cap="none" spc="0" normalizeH="0" baseline="0" noProof="0" dirty="0">
                          <a:ln>
                            <a:noFill/>
                          </a:ln>
                          <a:solidFill>
                            <a:schemeClr val="bg1"/>
                          </a:solidFill>
                          <a:effectLst/>
                          <a:uLnTx/>
                          <a:uFillTx/>
                          <a:latin typeface="+mn-lt"/>
                          <a:ea typeface="+mn-ea"/>
                          <a:cs typeface="+mn-cs"/>
                        </a:rPr>
                      </a:br>
                      <a:r>
                        <a:rPr kumimoji="0" lang="en-US" sz="1200" b="0" i="0" u="none" strike="noStrike" kern="1200" cap="none" spc="0" normalizeH="0" baseline="0" noProof="0" dirty="0" err="1">
                          <a:ln>
                            <a:noFill/>
                          </a:ln>
                          <a:solidFill>
                            <a:schemeClr val="bg1"/>
                          </a:solidFill>
                          <a:effectLst/>
                          <a:uLnTx/>
                          <a:uFillTx/>
                          <a:latin typeface="+mn-lt"/>
                          <a:ea typeface="+mn-ea"/>
                          <a:cs typeface="+mn-cs"/>
                        </a:rPr>
                        <a:t>lus</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odio</a:t>
                      </a:r>
                      <a:r>
                        <a:rPr kumimoji="0" lang="en-US" sz="1200" b="0" i="0" u="none" strike="noStrike" kern="1200" cap="none" spc="0" normalizeH="0" baseline="0" noProof="0" dirty="0">
                          <a:ln>
                            <a:noFill/>
                          </a:ln>
                          <a:solidFill>
                            <a:schemeClr val="bg1"/>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1"/>
                          </a:solidFill>
                          <a:effectLst/>
                          <a:uLnTx/>
                          <a:uFillTx/>
                          <a:latin typeface="+mn-lt"/>
                          <a:ea typeface="+mn-ea"/>
                          <a:cs typeface="+mn-cs"/>
                        </a:rPr>
                        <a:t>dapibus</a:t>
                      </a:r>
                      <a:r>
                        <a:rPr kumimoji="0" lang="en-US" sz="1200" b="0" i="0" u="none" strike="noStrike" kern="1200" cap="none" spc="0" normalizeH="0" baseline="0" noProof="0" dirty="0">
                          <a:ln>
                            <a:noFill/>
                          </a:ln>
                          <a:solidFill>
                            <a:schemeClr val="bg1"/>
                          </a:solidFill>
                          <a:effectLst/>
                          <a:uLnTx/>
                          <a:uFillTx/>
                          <a:latin typeface="+mn-lt"/>
                          <a:ea typeface="+mn-ea"/>
                          <a:cs typeface="+mn-cs"/>
                        </a:rPr>
                        <a:t> </a:t>
                      </a:r>
                      <a:r>
                        <a:rPr kumimoji="0" lang="en-US" sz="1200" b="0" i="0" u="none" strike="noStrike" kern="1200" cap="none" spc="0" normalizeH="0" baseline="0" noProof="0" dirty="0" err="1">
                          <a:ln>
                            <a:noFill/>
                          </a:ln>
                          <a:solidFill>
                            <a:schemeClr val="bg1"/>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1"/>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75000"/>
                      </a:schemeClr>
                    </a:solid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99132550"/>
                  </a:ext>
                </a:extLst>
              </a:tr>
              <a:tr h="100448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36001085"/>
                  </a:ext>
                </a:extLst>
              </a:tr>
              <a:tr h="1004483">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Donec</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auctor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lectus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eu</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velit</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bib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endum</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viverra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Nulla</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efficitur</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tel</a:t>
                      </a:r>
                      <a:b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b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lus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odio</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sit amet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dapibus</a:t>
                      </a:r>
                      <a:r>
                        <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rPr>
                        <a:t> </a:t>
                      </a:r>
                      <a:r>
                        <a:rPr kumimoji="0" lang="en-US" sz="1200" b="0" i="0" u="none" strike="noStrike" kern="1200" cap="none" spc="0" normalizeH="0" baseline="0" noProof="0" dirty="0" err="1">
                          <a:ln>
                            <a:noFill/>
                          </a:ln>
                          <a:solidFill>
                            <a:schemeClr val="bg2">
                              <a:lumMod val="50000"/>
                            </a:schemeClr>
                          </a:solidFill>
                          <a:effectLst/>
                          <a:uLnTx/>
                          <a:uFillTx/>
                          <a:latin typeface="+mn-lt"/>
                          <a:ea typeface="+mn-ea"/>
                          <a:cs typeface="+mn-cs"/>
                        </a:rPr>
                        <a:t>mauris</a:t>
                      </a:r>
                      <a:endParaRPr kumimoji="0" lang="en-US" sz="1200" b="0" i="0" u="none" strike="noStrike" kern="1200" cap="none" spc="0" normalizeH="0" baseline="0" noProof="0" dirty="0">
                        <a:ln>
                          <a:noFill/>
                        </a:ln>
                        <a:solidFill>
                          <a:schemeClr val="bg2">
                            <a:lumMod val="50000"/>
                          </a:schemeClr>
                        </a:solidFill>
                        <a:effectLst/>
                        <a:uLnTx/>
                        <a:uFillTx/>
                        <a:latin typeface="+mn-lt"/>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18935064"/>
                  </a:ext>
                </a:extLst>
              </a:tr>
            </a:tbl>
          </a:graphicData>
        </a:graphic>
      </p:graphicFrame>
    </p:spTree>
    <p:extLst>
      <p:ext uri="{BB962C8B-B14F-4D97-AF65-F5344CB8AC3E}">
        <p14:creationId xmlns:p14="http://schemas.microsoft.com/office/powerpoint/2010/main" val="2321208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8EF7131-3F92-DE50-B7EF-BB807C8D8AA2}"/>
              </a:ext>
            </a:extLst>
          </p:cNvPr>
          <p:cNvSpPr>
            <a:spLocks noGrp="1"/>
          </p:cNvSpPr>
          <p:nvPr>
            <p:ph type="subTitle" idx="12"/>
          </p:nvPr>
        </p:nvSpPr>
        <p:spPr>
          <a:xfrm>
            <a:off x="1078992" y="444887"/>
            <a:ext cx="371897" cy="222625"/>
          </a:xfrm>
        </p:spPr>
        <p:txBody>
          <a:bodyPr/>
          <a:lstStyle/>
          <a:p>
            <a:r>
              <a:rPr lang="en-US" dirty="0"/>
              <a:t>Data</a:t>
            </a:r>
          </a:p>
        </p:txBody>
      </p:sp>
      <p:sp>
        <p:nvSpPr>
          <p:cNvPr id="8" name="Title 7">
            <a:extLst>
              <a:ext uri="{FF2B5EF4-FFF2-40B4-BE49-F238E27FC236}">
                <a16:creationId xmlns:a16="http://schemas.microsoft.com/office/drawing/2014/main" id="{1F5C5476-3B9D-442D-B52D-52B8C3F21297}"/>
              </a:ext>
            </a:extLst>
          </p:cNvPr>
          <p:cNvSpPr>
            <a:spLocks noGrp="1"/>
          </p:cNvSpPr>
          <p:nvPr>
            <p:ph type="title"/>
          </p:nvPr>
        </p:nvSpPr>
        <p:spPr/>
        <p:txBody>
          <a:bodyPr/>
          <a:lstStyle/>
          <a:p>
            <a:r>
              <a:rPr lang="en-US"/>
              <a:t>Numerical Table</a:t>
            </a:r>
            <a:endParaRPr lang="en-US" dirty="0"/>
          </a:p>
        </p:txBody>
      </p:sp>
      <p:graphicFrame>
        <p:nvGraphicFramePr>
          <p:cNvPr id="11" name="Table 11">
            <a:extLst>
              <a:ext uri="{FF2B5EF4-FFF2-40B4-BE49-F238E27FC236}">
                <a16:creationId xmlns:a16="http://schemas.microsoft.com/office/drawing/2014/main" id="{9EABB36F-AA5D-B821-B24A-ED3F34F4334C}"/>
              </a:ext>
            </a:extLst>
          </p:cNvPr>
          <p:cNvGraphicFramePr>
            <a:graphicFrameLocks noGrp="1"/>
          </p:cNvGraphicFramePr>
          <p:nvPr>
            <p:ph sz="quarter" idx="16"/>
            <p:extLst>
              <p:ext uri="{D42A27DB-BD31-4B8C-83A1-F6EECF244321}">
                <p14:modId xmlns:p14="http://schemas.microsoft.com/office/powerpoint/2010/main" val="413918404"/>
              </p:ext>
            </p:extLst>
          </p:nvPr>
        </p:nvGraphicFramePr>
        <p:xfrm>
          <a:off x="1079500" y="2103439"/>
          <a:ext cx="10045698" cy="3871124"/>
        </p:xfrm>
        <a:graphic>
          <a:graphicData uri="http://schemas.openxmlformats.org/drawingml/2006/table">
            <a:tbl>
              <a:tblPr firstRow="1" firstCol="1">
                <a:tableStyleId>{5C22544A-7EE6-4342-B048-85BDC9FD1C3A}</a:tableStyleId>
              </a:tblPr>
              <a:tblGrid>
                <a:gridCol w="1474143">
                  <a:extLst>
                    <a:ext uri="{9D8B030D-6E8A-4147-A177-3AD203B41FA5}">
                      <a16:colId xmlns:a16="http://schemas.microsoft.com/office/drawing/2014/main" val="311790701"/>
                    </a:ext>
                  </a:extLst>
                </a:gridCol>
                <a:gridCol w="1714311">
                  <a:extLst>
                    <a:ext uri="{9D8B030D-6E8A-4147-A177-3AD203B41FA5}">
                      <a16:colId xmlns:a16="http://schemas.microsoft.com/office/drawing/2014/main" val="767450477"/>
                    </a:ext>
                  </a:extLst>
                </a:gridCol>
                <a:gridCol w="1714311">
                  <a:extLst>
                    <a:ext uri="{9D8B030D-6E8A-4147-A177-3AD203B41FA5}">
                      <a16:colId xmlns:a16="http://schemas.microsoft.com/office/drawing/2014/main" val="1635574055"/>
                    </a:ext>
                  </a:extLst>
                </a:gridCol>
                <a:gridCol w="1714311">
                  <a:extLst>
                    <a:ext uri="{9D8B030D-6E8A-4147-A177-3AD203B41FA5}">
                      <a16:colId xmlns:a16="http://schemas.microsoft.com/office/drawing/2014/main" val="282068055"/>
                    </a:ext>
                  </a:extLst>
                </a:gridCol>
                <a:gridCol w="1714311">
                  <a:extLst>
                    <a:ext uri="{9D8B030D-6E8A-4147-A177-3AD203B41FA5}">
                      <a16:colId xmlns:a16="http://schemas.microsoft.com/office/drawing/2014/main" val="3297794768"/>
                    </a:ext>
                  </a:extLst>
                </a:gridCol>
                <a:gridCol w="1714311">
                  <a:extLst>
                    <a:ext uri="{9D8B030D-6E8A-4147-A177-3AD203B41FA5}">
                      <a16:colId xmlns:a16="http://schemas.microsoft.com/office/drawing/2014/main" val="2227502633"/>
                    </a:ext>
                  </a:extLst>
                </a:gridCol>
              </a:tblGrid>
              <a:tr h="334798">
                <a:tc>
                  <a:txBody>
                    <a:bodyPr/>
                    <a:lstStyle/>
                    <a:p>
                      <a:pPr algn="r"/>
                      <a:endParaRPr lang="en-US" dirty="0">
                        <a:solidFill>
                          <a:schemeClr val="tx1"/>
                        </a:solidFill>
                        <a:latin typeface="+mj-lt"/>
                      </a:endParaRPr>
                    </a:p>
                  </a:txBody>
                  <a:tcPr anchor="ctr">
                    <a:lnL w="19050" cap="flat" cmpd="sng" algn="ctr">
                      <a:noFill/>
                      <a:prstDash val="solid"/>
                      <a:round/>
                      <a:headEnd type="none" w="med" len="med"/>
                      <a:tailEnd type="none" w="med" len="med"/>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tx1"/>
                          </a:solidFill>
                          <a:latin typeface="+mj-lt"/>
                        </a:rPr>
                        <a:t>%</a:t>
                      </a:r>
                    </a:p>
                  </a:txBody>
                  <a:tcPr marR="18288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tx1"/>
                          </a:solidFill>
                          <a:latin typeface="+mj-lt"/>
                        </a:rPr>
                        <a:t>2016</a:t>
                      </a:r>
                    </a:p>
                  </a:txBody>
                  <a:tcPr marR="18288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tx1"/>
                          </a:solidFill>
                          <a:latin typeface="+mj-lt"/>
                        </a:rPr>
                        <a:t>2017</a:t>
                      </a:r>
                    </a:p>
                  </a:txBody>
                  <a:tcPr marR="18288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tx1"/>
                          </a:solidFill>
                          <a:latin typeface="+mj-lt"/>
                        </a:rPr>
                        <a:t>2018</a:t>
                      </a:r>
                    </a:p>
                  </a:txBody>
                  <a:tcPr marR="18288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tx1"/>
                          </a:solidFill>
                          <a:latin typeface="+mj-lt"/>
                        </a:rPr>
                        <a:t>2019</a:t>
                      </a:r>
                    </a:p>
                  </a:txBody>
                  <a:tcPr marR="182880" anchor="ctr">
                    <a:lnL w="12700" cmpd="sng">
                      <a:noFill/>
                    </a:lnL>
                    <a:lnR w="12700" cmpd="sng">
                      <a:noFill/>
                    </a:lnR>
                    <a:lnT w="12700" cmpd="sng">
                      <a:noFill/>
                    </a:lnT>
                    <a:lnB w="12700"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255459"/>
                  </a:ext>
                </a:extLst>
              </a:tr>
              <a:tr h="585898">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chemeClr val="accent1"/>
                          </a:solidFill>
                          <a:effectLst/>
                          <a:uLnTx/>
                          <a:uFillTx/>
                          <a:latin typeface="+mj-lt"/>
                          <a:ea typeface="+mn-ea"/>
                          <a:cs typeface="+mn-cs"/>
                        </a:rPr>
                        <a:t>Row Heading</a:t>
                      </a:r>
                    </a:p>
                  </a:txBody>
                  <a:tcPr anchor="ctr">
                    <a:lnL w="12700" cmpd="sng">
                      <a:noFill/>
                    </a:lnL>
                    <a:lnR w="12700" cmpd="sng">
                      <a:noFill/>
                    </a:lnR>
                    <a:lnT w="12700" cap="flat" cmpd="sng" algn="ctr">
                      <a:solidFill>
                        <a:schemeClr val="accent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10%</a:t>
                      </a:r>
                    </a:p>
                  </a:txBody>
                  <a:tcPr marR="18288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$20,000</a:t>
                      </a:r>
                    </a:p>
                  </a:txBody>
                  <a:tcPr marR="18288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$40,000</a:t>
                      </a:r>
                    </a:p>
                  </a:txBody>
                  <a:tcPr marR="18288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$60,000</a:t>
                      </a:r>
                    </a:p>
                  </a:txBody>
                  <a:tcPr marR="18288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$100,000</a:t>
                      </a:r>
                    </a:p>
                  </a:txBody>
                  <a:tcPr marR="182880" anchor="ctr">
                    <a:lnL w="12700" cmpd="sng">
                      <a:noFill/>
                    </a:lnL>
                    <a:lnR w="12700" cmpd="sng">
                      <a:noFill/>
                    </a:lnR>
                    <a:lnT w="12700" cap="flat" cmpd="sng" algn="ctr">
                      <a:solidFill>
                        <a:schemeClr val="accent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83131513"/>
                  </a:ext>
                </a:extLst>
              </a:tr>
              <a:tr h="580886">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chemeClr val="bg1"/>
                          </a:solidFill>
                          <a:effectLst/>
                          <a:uLnTx/>
                          <a:uFillTx/>
                          <a:latin typeface="+mj-lt"/>
                          <a:ea typeface="+mn-ea"/>
                          <a:cs typeface="+mn-cs"/>
                        </a:rPr>
                        <a:t>Row Heading</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mn-lt"/>
                          <a:ea typeface="+mn-ea"/>
                          <a:cs typeface="+mn-cs"/>
                        </a:rPr>
                        <a:t>100%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75000"/>
                      </a:schemeClr>
                    </a:solid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mn-lt"/>
                          <a:ea typeface="+mn-ea"/>
                          <a:cs typeface="+mn-cs"/>
                        </a:rPr>
                        <a:t>$500,000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75000"/>
                      </a:schemeClr>
                    </a:solid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mn-lt"/>
                          <a:ea typeface="+mn-ea"/>
                          <a:cs typeface="+mn-cs"/>
                        </a:rPr>
                        <a:t>$300,000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75000"/>
                      </a:schemeClr>
                    </a:solid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mn-lt"/>
                          <a:ea typeface="+mn-ea"/>
                          <a:cs typeface="+mn-cs"/>
                        </a:rPr>
                        <a:t>$600,000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75000"/>
                      </a:schemeClr>
                    </a:solid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dirty="0">
                          <a:ln>
                            <a:noFill/>
                          </a:ln>
                          <a:solidFill>
                            <a:schemeClr val="bg1"/>
                          </a:solidFill>
                          <a:effectLst/>
                          <a:uLnTx/>
                          <a:uFillTx/>
                          <a:latin typeface="+mn-lt"/>
                          <a:ea typeface="+mn-ea"/>
                          <a:cs typeface="+mn-cs"/>
                        </a:rPr>
                        <a:t>$1,000,000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1263572444"/>
                  </a:ext>
                </a:extLst>
              </a:tr>
              <a:tr h="580886">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chemeClr val="accent1"/>
                          </a:solidFill>
                          <a:effectLst/>
                          <a:uLnTx/>
                          <a:uFillTx/>
                          <a:latin typeface="+mj-lt"/>
                          <a:ea typeface="+mn-ea"/>
                          <a:cs typeface="+mn-cs"/>
                        </a:rPr>
                        <a:t>Row Heading</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50%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$120,500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$200,000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$300,000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$500,000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0440789"/>
                  </a:ext>
                </a:extLst>
              </a:tr>
              <a:tr h="585898">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chemeClr val="accent1"/>
                          </a:solidFill>
                          <a:effectLst/>
                          <a:uLnTx/>
                          <a:uFillTx/>
                          <a:latin typeface="+mj-lt"/>
                          <a:ea typeface="+mn-ea"/>
                          <a:cs typeface="+mn-cs"/>
                        </a:rPr>
                        <a:t>Row Heading</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-75%</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-$300,803</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-$200,000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-$500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99132550"/>
                  </a:ext>
                </a:extLst>
              </a:tr>
              <a:tr h="585898">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chemeClr val="accent1"/>
                          </a:solidFill>
                          <a:effectLst/>
                          <a:uLnTx/>
                          <a:uFillTx/>
                          <a:latin typeface="+mj-lt"/>
                          <a:ea typeface="+mn-ea"/>
                          <a:cs typeface="+mn-cs"/>
                        </a:rPr>
                        <a:t>Row Heading</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150%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$750,000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$750,000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$1,000,000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$1,005,000</a:t>
                      </a:r>
                    </a:p>
                  </a:txBody>
                  <a:tcPr marR="18288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336001085"/>
                  </a:ext>
                </a:extLst>
              </a:tr>
              <a:tr h="585898">
                <a:tc>
                  <a:txBody>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dirty="0">
                          <a:ln>
                            <a:noFill/>
                          </a:ln>
                          <a:solidFill>
                            <a:schemeClr val="accent1"/>
                          </a:solidFill>
                          <a:effectLst/>
                          <a:uLnTx/>
                          <a:uFillTx/>
                          <a:latin typeface="+mj-lt"/>
                          <a:ea typeface="+mn-ea"/>
                          <a:cs typeface="+mn-cs"/>
                        </a:rPr>
                        <a:t>Row Heading</a:t>
                      </a:r>
                    </a:p>
                  </a:txBody>
                  <a:tcPr anchor="ctr">
                    <a:lnL w="12700" cmpd="sng">
                      <a:noFill/>
                    </a:lnL>
                    <a:lnR w="12700" cmpd="sng">
                      <a:noFill/>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80%</a:t>
                      </a:r>
                    </a:p>
                  </a:txBody>
                  <a:tcPr marR="18288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$600,000</a:t>
                      </a:r>
                    </a:p>
                  </a:txBody>
                  <a:tcPr marR="18288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800,000</a:t>
                      </a:r>
                    </a:p>
                  </a:txBody>
                  <a:tcPr marR="18288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$1,000,000</a:t>
                      </a:r>
                    </a:p>
                  </a:txBody>
                  <a:tcPr marR="18288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mn-lt"/>
                          <a:ea typeface="+mn-ea"/>
                          <a:cs typeface="+mn-cs"/>
                        </a:rPr>
                        <a:t>$1,000,500</a:t>
                      </a:r>
                    </a:p>
                  </a:txBody>
                  <a:tcPr marR="182880" anchor="ctr">
                    <a:lnL w="12700" cmpd="sng">
                      <a:noFill/>
                    </a:lnL>
                    <a:lnR w="12700" cmpd="sng">
                      <a:noFill/>
                    </a:lnR>
                    <a:lnT w="12700" cmpd="sng">
                      <a:noFill/>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8935064"/>
                  </a:ext>
                </a:extLst>
              </a:tr>
            </a:tbl>
          </a:graphicData>
        </a:graphic>
      </p:graphicFrame>
    </p:spTree>
    <p:extLst>
      <p:ext uri="{BB962C8B-B14F-4D97-AF65-F5344CB8AC3E}">
        <p14:creationId xmlns:p14="http://schemas.microsoft.com/office/powerpoint/2010/main" val="1203390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F5C5476-3B9D-442D-B52D-52B8C3F21297}"/>
              </a:ext>
            </a:extLst>
          </p:cNvPr>
          <p:cNvSpPr>
            <a:spLocks noGrp="1"/>
          </p:cNvSpPr>
          <p:nvPr>
            <p:ph type="title"/>
          </p:nvPr>
        </p:nvSpPr>
        <p:spPr/>
        <p:txBody>
          <a:bodyPr/>
          <a:lstStyle/>
          <a:p>
            <a:r>
              <a:rPr lang="en-US" dirty="0"/>
              <a:t>Line Chart</a:t>
            </a:r>
          </a:p>
        </p:txBody>
      </p:sp>
      <p:sp>
        <p:nvSpPr>
          <p:cNvPr id="10" name="Text Placeholder 9">
            <a:extLst>
              <a:ext uri="{FF2B5EF4-FFF2-40B4-BE49-F238E27FC236}">
                <a16:creationId xmlns:a16="http://schemas.microsoft.com/office/drawing/2014/main" id="{10A1C856-F922-4B5B-ADCB-0E50E17871F8}"/>
              </a:ext>
            </a:extLst>
          </p:cNvPr>
          <p:cNvSpPr>
            <a:spLocks noGrp="1"/>
          </p:cNvSpPr>
          <p:nvPr>
            <p:ph type="subTitle" idx="1"/>
          </p:nvPr>
        </p:nvSpPr>
        <p:spPr/>
        <p:txBody>
          <a:bodyPr/>
          <a:lstStyle/>
          <a:p>
            <a:r>
              <a:rPr lang="en-US"/>
              <a:t>Data</a:t>
            </a:r>
            <a:endParaRPr lang="en-US" dirty="0"/>
          </a:p>
        </p:txBody>
      </p:sp>
      <p:graphicFrame>
        <p:nvGraphicFramePr>
          <p:cNvPr id="18" name="Content Placeholder 11">
            <a:extLst>
              <a:ext uri="{FF2B5EF4-FFF2-40B4-BE49-F238E27FC236}">
                <a16:creationId xmlns:a16="http://schemas.microsoft.com/office/drawing/2014/main" id="{2531E77B-3EA4-0D1D-178E-7370C4A038A8}"/>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2836555338"/>
              </p:ext>
            </p:extLst>
          </p:nvPr>
        </p:nvGraphicFramePr>
        <p:xfrm>
          <a:off x="1079500" y="2103438"/>
          <a:ext cx="8084971" cy="3859212"/>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FFBFBD36-2C81-4844-B0A1-5713DCC9D0CC}"/>
              </a:ext>
            </a:extLst>
          </p:cNvPr>
          <p:cNvSpPr txBox="1"/>
          <p:nvPr/>
        </p:nvSpPr>
        <p:spPr>
          <a:xfrm>
            <a:off x="5541264" y="1572768"/>
            <a:ext cx="3488436" cy="530670"/>
          </a:xfrm>
          <a:prstGeom prst="rect">
            <a:avLst/>
          </a:prstGeom>
        </p:spPr>
        <p:txBody>
          <a:bodyPr vert="horz" wrap="square" lIns="0" tIns="0" rIns="0" bIns="0" rtlCol="0">
            <a:noAutofit/>
          </a:bodyPr>
          <a:lstStyle/>
          <a:p>
            <a:pPr algn="r">
              <a:lnSpc>
                <a:spcPct val="110000"/>
              </a:lnSpc>
              <a:spcAft>
                <a:spcPts val="400"/>
              </a:spcAft>
            </a:pPr>
            <a:r>
              <a:rPr lang="en-US" sz="1600" dirty="0">
                <a:solidFill>
                  <a:schemeClr val="bg1"/>
                </a:solidFill>
                <a:latin typeface="+mj-lt"/>
              </a:rPr>
              <a:t>Chart Title</a:t>
            </a:r>
          </a:p>
          <a:p>
            <a:pPr algn="r">
              <a:lnSpc>
                <a:spcPct val="110000"/>
              </a:lnSpc>
              <a:spcAft>
                <a:spcPts val="400"/>
              </a:spcAft>
            </a:pPr>
            <a:r>
              <a:rPr lang="en-US" sz="1200" spc="10" dirty="0">
                <a:solidFill>
                  <a:schemeClr val="bg1"/>
                </a:solidFill>
              </a:rPr>
              <a:t>##$ Unit of measure</a:t>
            </a:r>
          </a:p>
        </p:txBody>
      </p:sp>
      <p:sp>
        <p:nvSpPr>
          <p:cNvPr id="51" name="TextBox 50">
            <a:extLst>
              <a:ext uri="{FF2B5EF4-FFF2-40B4-BE49-F238E27FC236}">
                <a16:creationId xmlns:a16="http://schemas.microsoft.com/office/drawing/2014/main" id="{CB3EAF23-D00D-48D8-9037-8B55E13DD33C}"/>
              </a:ext>
            </a:extLst>
          </p:cNvPr>
          <p:cNvSpPr txBox="1"/>
          <p:nvPr/>
        </p:nvSpPr>
        <p:spPr>
          <a:xfrm>
            <a:off x="9029700" y="2986888"/>
            <a:ext cx="2402347" cy="460511"/>
          </a:xfrm>
          <a:prstGeom prst="rect">
            <a:avLst/>
          </a:prstGeom>
          <a:noFill/>
        </p:spPr>
        <p:txBody>
          <a:bodyPr wrap="square" lIns="182880" tIns="91440" rIns="91440" bIns="91440" rtlCol="0" anchor="ctr">
            <a:spAutoFit/>
          </a:bodyPr>
          <a:lstStyle/>
          <a:p>
            <a:pPr>
              <a:lnSpc>
                <a:spcPct val="105000"/>
              </a:lnSpc>
              <a:spcAft>
                <a:spcPts val="400"/>
              </a:spcAft>
            </a:pPr>
            <a:r>
              <a:rPr lang="en-US" b="1" dirty="0">
                <a:solidFill>
                  <a:schemeClr val="accent4"/>
                </a:solidFill>
              </a:rPr>
              <a:t>Data label</a:t>
            </a:r>
          </a:p>
        </p:txBody>
      </p:sp>
      <p:sp>
        <p:nvSpPr>
          <p:cNvPr id="52" name="TextBox 51">
            <a:extLst>
              <a:ext uri="{FF2B5EF4-FFF2-40B4-BE49-F238E27FC236}">
                <a16:creationId xmlns:a16="http://schemas.microsoft.com/office/drawing/2014/main" id="{68FF9BD7-815F-4F19-9F2E-22DE74DC814F}"/>
              </a:ext>
            </a:extLst>
          </p:cNvPr>
          <p:cNvSpPr txBox="1"/>
          <p:nvPr/>
        </p:nvSpPr>
        <p:spPr>
          <a:xfrm>
            <a:off x="9029700" y="3416686"/>
            <a:ext cx="2402347" cy="460511"/>
          </a:xfrm>
          <a:prstGeom prst="rect">
            <a:avLst/>
          </a:prstGeom>
          <a:noFill/>
        </p:spPr>
        <p:txBody>
          <a:bodyPr wrap="square" lIns="182880" tIns="91440" rIns="91440" bIns="91440" rtlCol="0" anchor="ctr">
            <a:spAutoFit/>
          </a:bodyPr>
          <a:lstStyle>
            <a:defPPr>
              <a:defRPr lang="en-US"/>
            </a:defPPr>
            <a:lvl1pPr>
              <a:lnSpc>
                <a:spcPct val="105000"/>
              </a:lnSpc>
              <a:spcAft>
                <a:spcPts val="400"/>
              </a:spcAft>
              <a:defRPr sz="2000" b="1" spc="-30" baseline="0">
                <a:solidFill>
                  <a:schemeClr val="accent4"/>
                </a:solidFill>
              </a:defRPr>
            </a:lvl1pPr>
          </a:lstStyle>
          <a:p>
            <a:r>
              <a:rPr lang="en-US" sz="1800" spc="0" dirty="0">
                <a:solidFill>
                  <a:schemeClr val="accent3"/>
                </a:solidFill>
              </a:rPr>
              <a:t>Data label</a:t>
            </a:r>
          </a:p>
        </p:txBody>
      </p:sp>
      <p:sp>
        <p:nvSpPr>
          <p:cNvPr id="53" name="TextBox 52">
            <a:extLst>
              <a:ext uri="{FF2B5EF4-FFF2-40B4-BE49-F238E27FC236}">
                <a16:creationId xmlns:a16="http://schemas.microsoft.com/office/drawing/2014/main" id="{72073772-EF80-4729-9B57-0363F830D9AD}"/>
              </a:ext>
            </a:extLst>
          </p:cNvPr>
          <p:cNvSpPr txBox="1"/>
          <p:nvPr/>
        </p:nvSpPr>
        <p:spPr>
          <a:xfrm>
            <a:off x="9029700" y="3757066"/>
            <a:ext cx="2402347" cy="460511"/>
          </a:xfrm>
          <a:prstGeom prst="rect">
            <a:avLst/>
          </a:prstGeom>
          <a:noFill/>
        </p:spPr>
        <p:txBody>
          <a:bodyPr wrap="square" lIns="182880" tIns="91440" rIns="91440" bIns="91440" rtlCol="0" anchor="ctr">
            <a:spAutoFit/>
          </a:bodyPr>
          <a:lstStyle>
            <a:defPPr>
              <a:defRPr lang="en-US"/>
            </a:defPPr>
            <a:lvl1pPr>
              <a:lnSpc>
                <a:spcPct val="105000"/>
              </a:lnSpc>
              <a:spcAft>
                <a:spcPts val="400"/>
              </a:spcAft>
              <a:defRPr sz="2000" b="1" spc="-30" baseline="0">
                <a:solidFill>
                  <a:schemeClr val="accent4"/>
                </a:solidFill>
              </a:defRPr>
            </a:lvl1pPr>
          </a:lstStyle>
          <a:p>
            <a:r>
              <a:rPr lang="en-US" sz="1800" spc="0" dirty="0">
                <a:solidFill>
                  <a:schemeClr val="accent2"/>
                </a:solidFill>
              </a:rPr>
              <a:t>Data label</a:t>
            </a:r>
          </a:p>
        </p:txBody>
      </p:sp>
      <p:sp>
        <p:nvSpPr>
          <p:cNvPr id="54" name="TextBox 53">
            <a:extLst>
              <a:ext uri="{FF2B5EF4-FFF2-40B4-BE49-F238E27FC236}">
                <a16:creationId xmlns:a16="http://schemas.microsoft.com/office/drawing/2014/main" id="{D6C929BA-05D3-4E1C-917F-79F8EF743D69}"/>
              </a:ext>
            </a:extLst>
          </p:cNvPr>
          <p:cNvSpPr txBox="1"/>
          <p:nvPr/>
        </p:nvSpPr>
        <p:spPr>
          <a:xfrm>
            <a:off x="9029700" y="4114377"/>
            <a:ext cx="2402347" cy="460511"/>
          </a:xfrm>
          <a:prstGeom prst="rect">
            <a:avLst/>
          </a:prstGeom>
          <a:noFill/>
        </p:spPr>
        <p:txBody>
          <a:bodyPr wrap="square" lIns="182880" tIns="91440" rIns="91440" bIns="91440" rtlCol="0" anchor="ctr">
            <a:spAutoFit/>
          </a:bodyPr>
          <a:lstStyle>
            <a:defPPr>
              <a:defRPr lang="en-US"/>
            </a:defPPr>
            <a:lvl1pPr>
              <a:lnSpc>
                <a:spcPct val="105000"/>
              </a:lnSpc>
              <a:spcAft>
                <a:spcPts val="400"/>
              </a:spcAft>
              <a:defRPr sz="2000" b="1" spc="-30" baseline="0">
                <a:solidFill>
                  <a:schemeClr val="accent4"/>
                </a:solidFill>
              </a:defRPr>
            </a:lvl1pPr>
          </a:lstStyle>
          <a:p>
            <a:r>
              <a:rPr lang="en-US" sz="1800" spc="0" dirty="0">
                <a:solidFill>
                  <a:schemeClr val="accent1"/>
                </a:solidFill>
              </a:rPr>
              <a:t>Data label</a:t>
            </a:r>
          </a:p>
        </p:txBody>
      </p:sp>
    </p:spTree>
    <p:extLst>
      <p:ext uri="{BB962C8B-B14F-4D97-AF65-F5344CB8AC3E}">
        <p14:creationId xmlns:p14="http://schemas.microsoft.com/office/powerpoint/2010/main" val="19352249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E50962C-F4F0-4C88-B347-4128F1E1A4B0}"/>
              </a:ext>
            </a:extLst>
          </p:cNvPr>
          <p:cNvSpPr>
            <a:spLocks noGrp="1"/>
          </p:cNvSpPr>
          <p:nvPr>
            <p:ph type="subTitle" idx="1"/>
          </p:nvPr>
        </p:nvSpPr>
        <p:spPr/>
        <p:txBody>
          <a:bodyPr/>
          <a:lstStyle/>
          <a:p>
            <a:r>
              <a:rPr lang="en-US"/>
              <a:t>Data</a:t>
            </a:r>
            <a:endParaRPr lang="en-US" dirty="0"/>
          </a:p>
        </p:txBody>
      </p:sp>
      <p:sp>
        <p:nvSpPr>
          <p:cNvPr id="3" name="Title 2">
            <a:extLst>
              <a:ext uri="{FF2B5EF4-FFF2-40B4-BE49-F238E27FC236}">
                <a16:creationId xmlns:a16="http://schemas.microsoft.com/office/drawing/2014/main" id="{7826577A-61C4-4069-AE90-F2B10F789123}"/>
              </a:ext>
            </a:extLst>
          </p:cNvPr>
          <p:cNvSpPr>
            <a:spLocks noGrp="1"/>
          </p:cNvSpPr>
          <p:nvPr>
            <p:ph type="title"/>
          </p:nvPr>
        </p:nvSpPr>
        <p:spPr/>
        <p:txBody>
          <a:bodyPr/>
          <a:lstStyle/>
          <a:p>
            <a:r>
              <a:rPr lang="en-US" dirty="0"/>
              <a:t>Bar, Column, Stack Chart</a:t>
            </a:r>
          </a:p>
        </p:txBody>
      </p:sp>
      <p:graphicFrame>
        <p:nvGraphicFramePr>
          <p:cNvPr id="14" name="Content Placeholder 4">
            <a:extLst>
              <a:ext uri="{FF2B5EF4-FFF2-40B4-BE49-F238E27FC236}">
                <a16:creationId xmlns:a16="http://schemas.microsoft.com/office/drawing/2014/main" id="{9A57E8E6-387C-D6FB-90A5-74545B1F4101}"/>
              </a:ext>
              <a:ext uri="{C183D7F6-B498-43B3-948B-1728B52AA6E4}">
                <adec:decorative xmlns:adec="http://schemas.microsoft.com/office/drawing/2017/decorative" val="1"/>
              </a:ext>
            </a:extLst>
          </p:cNvPr>
          <p:cNvGraphicFramePr>
            <a:graphicFrameLocks noGrp="1"/>
          </p:cNvGraphicFramePr>
          <p:nvPr>
            <p:ph sz="quarter" idx="13"/>
            <p:extLst>
              <p:ext uri="{D42A27DB-BD31-4B8C-83A1-F6EECF244321}">
                <p14:modId xmlns:p14="http://schemas.microsoft.com/office/powerpoint/2010/main" val="941236095"/>
              </p:ext>
            </p:extLst>
          </p:nvPr>
        </p:nvGraphicFramePr>
        <p:xfrm>
          <a:off x="1079500" y="2103438"/>
          <a:ext cx="8110682" cy="385921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BDB6F311-0770-418E-B4B1-B60D053159BE}"/>
              </a:ext>
            </a:extLst>
          </p:cNvPr>
          <p:cNvSpPr txBox="1"/>
          <p:nvPr/>
        </p:nvSpPr>
        <p:spPr>
          <a:xfrm>
            <a:off x="5541264" y="1572768"/>
            <a:ext cx="3488436" cy="530670"/>
          </a:xfrm>
          <a:prstGeom prst="rect">
            <a:avLst/>
          </a:prstGeom>
        </p:spPr>
        <p:txBody>
          <a:bodyPr vert="horz" wrap="square" lIns="0" tIns="0" rIns="0" bIns="0" rtlCol="0">
            <a:noAutofit/>
          </a:bodyPr>
          <a:lstStyle/>
          <a:p>
            <a:pPr algn="r">
              <a:lnSpc>
                <a:spcPct val="110000"/>
              </a:lnSpc>
              <a:spcAft>
                <a:spcPts val="400"/>
              </a:spcAft>
            </a:pPr>
            <a:r>
              <a:rPr lang="en-US" sz="1600" dirty="0">
                <a:solidFill>
                  <a:schemeClr val="bg1"/>
                </a:solidFill>
                <a:latin typeface="+mj-lt"/>
              </a:rPr>
              <a:t>Chart Title</a:t>
            </a:r>
          </a:p>
          <a:p>
            <a:pPr algn="r">
              <a:lnSpc>
                <a:spcPct val="110000"/>
              </a:lnSpc>
              <a:spcAft>
                <a:spcPts val="400"/>
              </a:spcAft>
            </a:pPr>
            <a:r>
              <a:rPr lang="en-US" sz="1200" spc="10" dirty="0">
                <a:solidFill>
                  <a:schemeClr val="bg1"/>
                </a:solidFill>
              </a:rPr>
              <a:t>##$ Unit of measure</a:t>
            </a:r>
          </a:p>
        </p:txBody>
      </p:sp>
      <p:sp>
        <p:nvSpPr>
          <p:cNvPr id="6" name="TextBox 6">
            <a:extLst>
              <a:ext uri="{FF2B5EF4-FFF2-40B4-BE49-F238E27FC236}">
                <a16:creationId xmlns:a16="http://schemas.microsoft.com/office/drawing/2014/main" id="{C1190819-13E5-42AC-A931-888EBE0D9ADF}"/>
              </a:ext>
            </a:extLst>
          </p:cNvPr>
          <p:cNvSpPr txBox="1"/>
          <p:nvPr/>
        </p:nvSpPr>
        <p:spPr bwMode="gray">
          <a:xfrm>
            <a:off x="9111709" y="3205419"/>
            <a:ext cx="2000791" cy="276999"/>
          </a:xfrm>
          <a:prstGeom prst="rect">
            <a:avLst/>
          </a:prstGeom>
          <a:noFill/>
        </p:spPr>
        <p:txBody>
          <a:bodyPr wrap="square" lIns="0" tIns="0" rIns="0" bIns="0" rtlCol="0" anchor="ctr"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1800" b="1" dirty="0">
                <a:solidFill>
                  <a:schemeClr val="accent3"/>
                </a:solidFill>
              </a:rPr>
              <a:t>Data Label</a:t>
            </a:r>
          </a:p>
        </p:txBody>
      </p:sp>
      <p:sp>
        <p:nvSpPr>
          <p:cNvPr id="7" name="TextBox 6">
            <a:extLst>
              <a:ext uri="{FF2B5EF4-FFF2-40B4-BE49-F238E27FC236}">
                <a16:creationId xmlns:a16="http://schemas.microsoft.com/office/drawing/2014/main" id="{E6928622-36F9-47CB-9763-38CCEE5D4AF5}"/>
              </a:ext>
            </a:extLst>
          </p:cNvPr>
          <p:cNvSpPr txBox="1"/>
          <p:nvPr/>
        </p:nvSpPr>
        <p:spPr bwMode="gray">
          <a:xfrm>
            <a:off x="9111709" y="4080114"/>
            <a:ext cx="2000791" cy="276999"/>
          </a:xfrm>
          <a:prstGeom prst="rect">
            <a:avLst/>
          </a:prstGeom>
          <a:noFill/>
        </p:spPr>
        <p:txBody>
          <a:bodyPr wrap="square" lIns="0" tIns="0" rIns="0" bIns="0" rtlCol="0" anchor="ctr"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1800" b="1" dirty="0">
                <a:solidFill>
                  <a:schemeClr val="accent2"/>
                </a:solidFill>
              </a:rPr>
              <a:t>Data Label</a:t>
            </a:r>
          </a:p>
        </p:txBody>
      </p:sp>
      <p:sp>
        <p:nvSpPr>
          <p:cNvPr id="8" name="TextBox 6">
            <a:extLst>
              <a:ext uri="{FF2B5EF4-FFF2-40B4-BE49-F238E27FC236}">
                <a16:creationId xmlns:a16="http://schemas.microsoft.com/office/drawing/2014/main" id="{934D0D93-438F-44F6-95AA-26CAB4F65658}"/>
              </a:ext>
            </a:extLst>
          </p:cNvPr>
          <p:cNvSpPr txBox="1"/>
          <p:nvPr/>
        </p:nvSpPr>
        <p:spPr bwMode="gray">
          <a:xfrm>
            <a:off x="9111709" y="4907027"/>
            <a:ext cx="2000791" cy="276999"/>
          </a:xfrm>
          <a:prstGeom prst="rect">
            <a:avLst/>
          </a:prstGeom>
          <a:noFill/>
        </p:spPr>
        <p:txBody>
          <a:bodyPr wrap="square" lIns="0" tIns="0" rIns="0" bIns="0" rtlCol="0" anchor="ctr"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a:r>
              <a:rPr lang="en-US" sz="1800" b="1" dirty="0">
                <a:solidFill>
                  <a:schemeClr val="accent1"/>
                </a:solidFill>
              </a:rPr>
              <a:t>Data Label</a:t>
            </a:r>
          </a:p>
        </p:txBody>
      </p:sp>
    </p:spTree>
    <p:extLst>
      <p:ext uri="{BB962C8B-B14F-4D97-AF65-F5344CB8AC3E}">
        <p14:creationId xmlns:p14="http://schemas.microsoft.com/office/powerpoint/2010/main" val="1327159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56358A19-C9A9-4E22-937E-21D7EA3380BF}"/>
              </a:ext>
              <a:ext uri="{C183D7F6-B498-43B3-948B-1728B52AA6E4}">
                <adec:decorative xmlns:adec="http://schemas.microsoft.com/office/drawing/2017/decorative" val="1"/>
              </a:ext>
            </a:extLst>
          </p:cNvPr>
          <p:cNvGraphicFramePr/>
          <p:nvPr>
            <p:extLst>
              <p:ext uri="{D42A27DB-BD31-4B8C-83A1-F6EECF244321}">
                <p14:modId xmlns:p14="http://schemas.microsoft.com/office/powerpoint/2010/main" val="2356282324"/>
              </p:ext>
            </p:extLst>
          </p:nvPr>
        </p:nvGraphicFramePr>
        <p:xfrm>
          <a:off x="2844800" y="1261535"/>
          <a:ext cx="6502400" cy="4334930"/>
        </p:xfrm>
        <a:graphic>
          <a:graphicData uri="http://schemas.openxmlformats.org/drawingml/2006/chart">
            <c:chart xmlns:c="http://schemas.openxmlformats.org/drawingml/2006/chart" xmlns:r="http://schemas.openxmlformats.org/officeDocument/2006/relationships" r:id="rId3"/>
          </a:graphicData>
        </a:graphic>
      </p:graphicFrame>
      <p:sp>
        <p:nvSpPr>
          <p:cNvPr id="6" name="Oval 5">
            <a:extLst>
              <a:ext uri="{FF2B5EF4-FFF2-40B4-BE49-F238E27FC236}">
                <a16:creationId xmlns:a16="http://schemas.microsoft.com/office/drawing/2014/main" id="{727EBF1A-585D-40B7-9BB6-2EA51E698FB2}"/>
              </a:ext>
              <a:ext uri="{C183D7F6-B498-43B3-948B-1728B52AA6E4}">
                <adec:decorative xmlns:adec="http://schemas.microsoft.com/office/drawing/2017/decorative" val="1"/>
              </a:ext>
            </a:extLst>
          </p:cNvPr>
          <p:cNvSpPr/>
          <p:nvPr/>
        </p:nvSpPr>
        <p:spPr bwMode="white">
          <a:xfrm>
            <a:off x="5294498" y="2642199"/>
            <a:ext cx="1603005" cy="160300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kern="100" spc="-30" baseline="0"/>
          </a:p>
        </p:txBody>
      </p:sp>
      <p:sp>
        <p:nvSpPr>
          <p:cNvPr id="4" name="Oval 3">
            <a:extLst>
              <a:ext uri="{FF2B5EF4-FFF2-40B4-BE49-F238E27FC236}">
                <a16:creationId xmlns:a16="http://schemas.microsoft.com/office/drawing/2014/main" id="{F6383876-FF39-4CDD-AF5F-0408914F3534}"/>
              </a:ext>
              <a:ext uri="{C183D7F6-B498-43B3-948B-1728B52AA6E4}">
                <adec:decorative xmlns:adec="http://schemas.microsoft.com/office/drawing/2017/decorative" val="1"/>
              </a:ext>
            </a:extLst>
          </p:cNvPr>
          <p:cNvSpPr/>
          <p:nvPr/>
        </p:nvSpPr>
        <p:spPr>
          <a:xfrm>
            <a:off x="3429907" y="757948"/>
            <a:ext cx="166710" cy="16671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kern="100">
              <a:solidFill>
                <a:schemeClr val="bg1"/>
              </a:solidFill>
            </a:endParaRPr>
          </a:p>
        </p:txBody>
      </p:sp>
      <p:sp>
        <p:nvSpPr>
          <p:cNvPr id="29" name="Oval 28">
            <a:extLst>
              <a:ext uri="{FF2B5EF4-FFF2-40B4-BE49-F238E27FC236}">
                <a16:creationId xmlns:a16="http://schemas.microsoft.com/office/drawing/2014/main" id="{5B7AF614-79C2-421D-9152-0738AFE55497}"/>
              </a:ext>
              <a:ext uri="{C183D7F6-B498-43B3-948B-1728B52AA6E4}">
                <adec:decorative xmlns:adec="http://schemas.microsoft.com/office/drawing/2017/decorative" val="1"/>
              </a:ext>
            </a:extLst>
          </p:cNvPr>
          <p:cNvSpPr/>
          <p:nvPr/>
        </p:nvSpPr>
        <p:spPr>
          <a:xfrm>
            <a:off x="3429907" y="2831724"/>
            <a:ext cx="166710" cy="166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kern="100">
              <a:solidFill>
                <a:schemeClr val="bg1"/>
              </a:solidFill>
            </a:endParaRPr>
          </a:p>
        </p:txBody>
      </p:sp>
      <p:sp>
        <p:nvSpPr>
          <p:cNvPr id="30" name="Oval 29">
            <a:extLst>
              <a:ext uri="{FF2B5EF4-FFF2-40B4-BE49-F238E27FC236}">
                <a16:creationId xmlns:a16="http://schemas.microsoft.com/office/drawing/2014/main" id="{C7259310-3598-4042-9645-0674DAD2341C}"/>
              </a:ext>
              <a:ext uri="{C183D7F6-B498-43B3-948B-1728B52AA6E4}">
                <adec:decorative xmlns:adec="http://schemas.microsoft.com/office/drawing/2017/decorative" val="1"/>
              </a:ext>
            </a:extLst>
          </p:cNvPr>
          <p:cNvSpPr/>
          <p:nvPr/>
        </p:nvSpPr>
        <p:spPr>
          <a:xfrm>
            <a:off x="3429907" y="4883374"/>
            <a:ext cx="166710" cy="16671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kern="100">
              <a:solidFill>
                <a:schemeClr val="bg1"/>
              </a:solidFill>
            </a:endParaRPr>
          </a:p>
        </p:txBody>
      </p:sp>
      <p:sp>
        <p:nvSpPr>
          <p:cNvPr id="32" name="Oval 31">
            <a:extLst>
              <a:ext uri="{FF2B5EF4-FFF2-40B4-BE49-F238E27FC236}">
                <a16:creationId xmlns:a16="http://schemas.microsoft.com/office/drawing/2014/main" id="{5B7BAAD9-5884-4110-A82E-8594F03E4C96}"/>
              </a:ext>
              <a:ext uri="{C183D7F6-B498-43B3-948B-1728B52AA6E4}">
                <adec:decorative xmlns:adec="http://schemas.microsoft.com/office/drawing/2017/decorative" val="1"/>
              </a:ext>
            </a:extLst>
          </p:cNvPr>
          <p:cNvSpPr/>
          <p:nvPr/>
        </p:nvSpPr>
        <p:spPr>
          <a:xfrm>
            <a:off x="8397530" y="1580918"/>
            <a:ext cx="166710" cy="16671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kern="100" spc="-30" baseline="0">
              <a:solidFill>
                <a:schemeClr val="bg1"/>
              </a:solidFill>
            </a:endParaRPr>
          </a:p>
        </p:txBody>
      </p:sp>
      <p:sp>
        <p:nvSpPr>
          <p:cNvPr id="33" name="Oval 32">
            <a:extLst>
              <a:ext uri="{FF2B5EF4-FFF2-40B4-BE49-F238E27FC236}">
                <a16:creationId xmlns:a16="http://schemas.microsoft.com/office/drawing/2014/main" id="{6DAB0AE0-9A58-42BB-BFD7-EAEFE814735A}"/>
              </a:ext>
              <a:ext uri="{C183D7F6-B498-43B3-948B-1728B52AA6E4}">
                <adec:decorative xmlns:adec="http://schemas.microsoft.com/office/drawing/2017/decorative" val="1"/>
              </a:ext>
            </a:extLst>
          </p:cNvPr>
          <p:cNvSpPr/>
          <p:nvPr/>
        </p:nvSpPr>
        <p:spPr>
          <a:xfrm>
            <a:off x="8397530" y="4880892"/>
            <a:ext cx="166710" cy="16671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kern="100" spc="-30" baseline="0">
              <a:solidFill>
                <a:schemeClr val="bg1"/>
              </a:solidFill>
            </a:endParaRPr>
          </a:p>
        </p:txBody>
      </p:sp>
      <p:sp>
        <p:nvSpPr>
          <p:cNvPr id="25" name="Oval 24">
            <a:extLst>
              <a:ext uri="{FF2B5EF4-FFF2-40B4-BE49-F238E27FC236}">
                <a16:creationId xmlns:a16="http://schemas.microsoft.com/office/drawing/2014/main" id="{5BCFFF37-D5CE-4F58-8C7B-56E426159874}"/>
              </a:ext>
              <a:ext uri="{C183D7F6-B498-43B3-948B-1728B52AA6E4}">
                <adec:decorative xmlns:adec="http://schemas.microsoft.com/office/drawing/2017/decorative" val="1"/>
              </a:ext>
            </a:extLst>
          </p:cNvPr>
          <p:cNvSpPr/>
          <p:nvPr/>
        </p:nvSpPr>
        <p:spPr>
          <a:xfrm>
            <a:off x="5850286" y="4718532"/>
            <a:ext cx="491428" cy="491428"/>
          </a:xfrm>
          <a:prstGeom prst="ellipse">
            <a:avLst/>
          </a:prstGeom>
          <a:noFill/>
          <a:ln w="57150">
            <a:solidFill>
              <a:schemeClr val="accent2">
                <a:lumMod val="75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400" b="1" kern="100" spc="-30" dirty="0">
              <a:solidFill>
                <a:schemeClr val="tx1"/>
              </a:solidFill>
            </a:endParaRPr>
          </a:p>
        </p:txBody>
      </p:sp>
      <p:sp>
        <p:nvSpPr>
          <p:cNvPr id="31" name="Oval 30">
            <a:extLst>
              <a:ext uri="{FF2B5EF4-FFF2-40B4-BE49-F238E27FC236}">
                <a16:creationId xmlns:a16="http://schemas.microsoft.com/office/drawing/2014/main" id="{C4E4E822-AFF8-4E19-8B63-EA214852D43D}"/>
              </a:ext>
              <a:ext uri="{C183D7F6-B498-43B3-948B-1728B52AA6E4}">
                <adec:decorative xmlns:adec="http://schemas.microsoft.com/office/drawing/2017/decorative" val="1"/>
              </a:ext>
            </a:extLst>
          </p:cNvPr>
          <p:cNvSpPr/>
          <p:nvPr/>
        </p:nvSpPr>
        <p:spPr>
          <a:xfrm>
            <a:off x="7234756" y="2370317"/>
            <a:ext cx="491428" cy="491428"/>
          </a:xfrm>
          <a:prstGeom prst="ellipse">
            <a:avLst/>
          </a:prstGeom>
          <a:noFill/>
          <a:ln w="57150">
            <a:solidFill>
              <a:schemeClr val="accent1">
                <a:lumMod val="75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400" b="1" kern="100" spc="-30" dirty="0">
              <a:solidFill>
                <a:schemeClr val="tx1"/>
              </a:solidFill>
            </a:endParaRPr>
          </a:p>
        </p:txBody>
      </p:sp>
      <p:sp>
        <p:nvSpPr>
          <p:cNvPr id="34" name="Oval 33">
            <a:extLst>
              <a:ext uri="{FF2B5EF4-FFF2-40B4-BE49-F238E27FC236}">
                <a16:creationId xmlns:a16="http://schemas.microsoft.com/office/drawing/2014/main" id="{37D2FF68-9311-4420-8253-5CC73EC5C115}"/>
              </a:ext>
              <a:ext uri="{C183D7F6-B498-43B3-948B-1728B52AA6E4}">
                <adec:decorative xmlns:adec="http://schemas.microsoft.com/office/drawing/2017/decorative" val="1"/>
              </a:ext>
            </a:extLst>
          </p:cNvPr>
          <p:cNvSpPr/>
          <p:nvPr/>
        </p:nvSpPr>
        <p:spPr>
          <a:xfrm>
            <a:off x="5545148" y="1660270"/>
            <a:ext cx="491428" cy="491428"/>
          </a:xfrm>
          <a:prstGeom prst="ellipse">
            <a:avLst/>
          </a:prstGeom>
          <a:noFill/>
          <a:ln w="57150">
            <a:solidFill>
              <a:schemeClr val="accent5">
                <a:lumMod val="60000"/>
                <a:lumOff val="40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400" b="1" kern="100" spc="-30" dirty="0">
              <a:solidFill>
                <a:schemeClr val="tx1"/>
              </a:solidFill>
            </a:endParaRPr>
          </a:p>
        </p:txBody>
      </p:sp>
      <p:sp>
        <p:nvSpPr>
          <p:cNvPr id="35" name="Oval 34">
            <a:extLst>
              <a:ext uri="{FF2B5EF4-FFF2-40B4-BE49-F238E27FC236}">
                <a16:creationId xmlns:a16="http://schemas.microsoft.com/office/drawing/2014/main" id="{90ED2548-97B3-4473-81A2-BE994B80C295}"/>
              </a:ext>
              <a:ext uri="{C183D7F6-B498-43B3-948B-1728B52AA6E4}">
                <adec:decorative xmlns:adec="http://schemas.microsoft.com/office/drawing/2017/decorative" val="1"/>
              </a:ext>
            </a:extLst>
          </p:cNvPr>
          <p:cNvSpPr/>
          <p:nvPr/>
        </p:nvSpPr>
        <p:spPr>
          <a:xfrm>
            <a:off x="4749887" y="2065179"/>
            <a:ext cx="491428" cy="491428"/>
          </a:xfrm>
          <a:prstGeom prst="ellipse">
            <a:avLst/>
          </a:prstGeom>
          <a:noFill/>
          <a:ln w="57150">
            <a:solidFill>
              <a:schemeClr val="accent4">
                <a:lumMod val="75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400" b="1" kern="100" spc="-30" dirty="0">
              <a:solidFill>
                <a:schemeClr val="tx1"/>
              </a:solidFill>
            </a:endParaRPr>
          </a:p>
        </p:txBody>
      </p:sp>
      <p:sp>
        <p:nvSpPr>
          <p:cNvPr id="38" name="Oval 37">
            <a:extLst>
              <a:ext uri="{FF2B5EF4-FFF2-40B4-BE49-F238E27FC236}">
                <a16:creationId xmlns:a16="http://schemas.microsoft.com/office/drawing/2014/main" id="{07E943A3-B068-4E3D-98AF-F168896EF43A}"/>
              </a:ext>
              <a:ext uri="{C183D7F6-B498-43B3-948B-1728B52AA6E4}">
                <adec:decorative xmlns:adec="http://schemas.microsoft.com/office/drawing/2017/decorative" val="1"/>
              </a:ext>
            </a:extLst>
          </p:cNvPr>
          <p:cNvSpPr/>
          <p:nvPr/>
        </p:nvSpPr>
        <p:spPr>
          <a:xfrm>
            <a:off x="4292405" y="3297470"/>
            <a:ext cx="491428" cy="491428"/>
          </a:xfrm>
          <a:prstGeom prst="ellipse">
            <a:avLst/>
          </a:prstGeom>
          <a:noFill/>
          <a:ln w="57150">
            <a:solidFill>
              <a:schemeClr val="accent3">
                <a:lumMod val="75000"/>
                <a:alpha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endParaRPr lang="en-US" sz="1400" b="1" kern="100" spc="-30" dirty="0">
              <a:solidFill>
                <a:schemeClr val="tx1"/>
              </a:solidFill>
            </a:endParaRPr>
          </a:p>
        </p:txBody>
      </p:sp>
      <p:sp>
        <p:nvSpPr>
          <p:cNvPr id="50" name="TextBox 8">
            <a:extLst>
              <a:ext uri="{FF2B5EF4-FFF2-40B4-BE49-F238E27FC236}">
                <a16:creationId xmlns:a16="http://schemas.microsoft.com/office/drawing/2014/main" id="{1C318D00-9602-416D-9EE2-E51FEDE9370B}"/>
              </a:ext>
            </a:extLst>
          </p:cNvPr>
          <p:cNvSpPr txBox="1"/>
          <p:nvPr/>
        </p:nvSpPr>
        <p:spPr>
          <a:xfrm>
            <a:off x="734866" y="595082"/>
            <a:ext cx="2596003" cy="492443"/>
          </a:xfrm>
          <a:prstGeom prst="rect">
            <a:avLst/>
          </a:prstGeom>
        </p:spPr>
        <p:txBody>
          <a:bodyPr vert="horz" wrap="square" lIns="91440" tIns="91440" rIns="91440" bIns="91440" rtlCol="0" anchor="b"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defRPr/>
            </a:pPr>
            <a:r>
              <a:rPr lang="en-US" sz="1800" b="1" dirty="0">
                <a:solidFill>
                  <a:schemeClr val="accent5">
                    <a:lumMod val="60000"/>
                    <a:lumOff val="40000"/>
                  </a:schemeClr>
                </a:solidFill>
                <a:latin typeface="+mj-lt"/>
              </a:rPr>
              <a:t>Data Label</a:t>
            </a:r>
            <a:endParaRPr lang="en-US" sz="1800" dirty="0">
              <a:solidFill>
                <a:schemeClr val="accent5">
                  <a:lumMod val="60000"/>
                  <a:lumOff val="40000"/>
                </a:schemeClr>
              </a:solidFill>
            </a:endParaRPr>
          </a:p>
        </p:txBody>
      </p:sp>
      <p:sp>
        <p:nvSpPr>
          <p:cNvPr id="51" name="TextBox 8">
            <a:extLst>
              <a:ext uri="{FF2B5EF4-FFF2-40B4-BE49-F238E27FC236}">
                <a16:creationId xmlns:a16="http://schemas.microsoft.com/office/drawing/2014/main" id="{06A61A24-17F2-47E7-95A1-C9A8FC3C3489}"/>
              </a:ext>
            </a:extLst>
          </p:cNvPr>
          <p:cNvSpPr txBox="1"/>
          <p:nvPr/>
        </p:nvSpPr>
        <p:spPr>
          <a:xfrm>
            <a:off x="1280160" y="945643"/>
            <a:ext cx="2050709" cy="923330"/>
          </a:xfrm>
          <a:prstGeom prst="rect">
            <a:avLst/>
          </a:prstGeom>
        </p:spPr>
        <p:txBody>
          <a:bodyPr vert="horz" wrap="square" lIns="91440" tIns="91440" rIns="91440" bIns="91440" rtlCol="0" anchor="t"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lnSpc>
                <a:spcPct val="110000"/>
              </a:lnSpc>
              <a:spcAft>
                <a:spcPts val="900"/>
              </a:spcAft>
              <a:defRPr/>
            </a:pPr>
            <a:r>
              <a:rPr lang="en-US" sz="1200" b="1" dirty="0">
                <a:solidFill>
                  <a:schemeClr val="bg1"/>
                </a:solidFill>
              </a:rPr>
              <a:t>$18M Lorem ipsum </a:t>
            </a:r>
          </a:p>
          <a:p>
            <a:pPr algn="r">
              <a:lnSpc>
                <a:spcPct val="110000"/>
              </a:lnSpc>
              <a:spcAft>
                <a:spcPts val="900"/>
              </a:spcAft>
              <a:defRPr/>
            </a:pPr>
            <a:r>
              <a:rPr lang="en-US" sz="1200" dirty="0">
                <a:solidFill>
                  <a:schemeClr val="bg1"/>
                </a:solidFill>
              </a:rPr>
              <a:t>Dolor sit amet </a:t>
            </a:r>
            <a:r>
              <a:rPr lang="en-US" sz="1200" dirty="0" err="1">
                <a:solidFill>
                  <a:schemeClr val="bg1"/>
                </a:solidFill>
              </a:rPr>
              <a:t>allepsis</a:t>
            </a:r>
            <a:r>
              <a:rPr lang="en-US" sz="1200" dirty="0">
                <a:solidFill>
                  <a:schemeClr val="bg1"/>
                </a:solidFill>
              </a:rPr>
              <a:t> </a:t>
            </a:r>
            <a:r>
              <a:rPr lang="en-US" sz="1200" dirty="0" err="1">
                <a:solidFill>
                  <a:schemeClr val="bg1"/>
                </a:solidFill>
              </a:rPr>
              <a:t>conquistator</a:t>
            </a:r>
            <a:r>
              <a:rPr lang="en-US" sz="1200" dirty="0">
                <a:solidFill>
                  <a:schemeClr val="bg1"/>
                </a:solidFill>
              </a:rPr>
              <a:t> </a:t>
            </a:r>
            <a:r>
              <a:rPr lang="en-US" sz="1200" dirty="0" err="1">
                <a:solidFill>
                  <a:schemeClr val="bg1"/>
                </a:solidFill>
              </a:rPr>
              <a:t>alascum</a:t>
            </a:r>
            <a:endParaRPr lang="en-US" sz="1200" dirty="0">
              <a:solidFill>
                <a:schemeClr val="bg1"/>
              </a:solidFill>
            </a:endParaRPr>
          </a:p>
        </p:txBody>
      </p:sp>
      <p:sp>
        <p:nvSpPr>
          <p:cNvPr id="28" name="Oval 27">
            <a:extLst>
              <a:ext uri="{FF2B5EF4-FFF2-40B4-BE49-F238E27FC236}">
                <a16:creationId xmlns:a16="http://schemas.microsoft.com/office/drawing/2014/main" id="{C255DC6D-D0A6-49F7-8250-B2E042718ABA}"/>
              </a:ext>
            </a:extLst>
          </p:cNvPr>
          <p:cNvSpPr/>
          <p:nvPr/>
        </p:nvSpPr>
        <p:spPr>
          <a:xfrm>
            <a:off x="5567486" y="1682608"/>
            <a:ext cx="446753" cy="44675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US" sz="1400" b="1" kern="100" spc="-30">
                <a:solidFill>
                  <a:schemeClr val="tx1"/>
                </a:solidFill>
              </a:rPr>
              <a:t>6%</a:t>
            </a:r>
          </a:p>
        </p:txBody>
      </p:sp>
      <p:sp>
        <p:nvSpPr>
          <p:cNvPr id="41" name="TextBox 8">
            <a:extLst>
              <a:ext uri="{FF2B5EF4-FFF2-40B4-BE49-F238E27FC236}">
                <a16:creationId xmlns:a16="http://schemas.microsoft.com/office/drawing/2014/main" id="{C27B8730-F762-4E33-98F3-0828E7EDC9CD}"/>
              </a:ext>
            </a:extLst>
          </p:cNvPr>
          <p:cNvSpPr txBox="1"/>
          <p:nvPr/>
        </p:nvSpPr>
        <p:spPr>
          <a:xfrm>
            <a:off x="734866" y="2668858"/>
            <a:ext cx="2596003" cy="492443"/>
          </a:xfrm>
          <a:prstGeom prst="rect">
            <a:avLst/>
          </a:prstGeom>
        </p:spPr>
        <p:txBody>
          <a:bodyPr vert="horz" wrap="square" lIns="91440" tIns="91440" rIns="91440" bIns="91440" rtlCol="0" anchor="b"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defRPr/>
            </a:pPr>
            <a:r>
              <a:rPr lang="en-US" sz="1800" b="1" dirty="0">
                <a:solidFill>
                  <a:schemeClr val="accent4"/>
                </a:solidFill>
                <a:latin typeface="+mj-lt"/>
              </a:rPr>
              <a:t>Data Label</a:t>
            </a:r>
            <a:endParaRPr lang="en-US" sz="1800" dirty="0">
              <a:solidFill>
                <a:schemeClr val="accent4"/>
              </a:solidFill>
            </a:endParaRPr>
          </a:p>
        </p:txBody>
      </p:sp>
      <p:sp>
        <p:nvSpPr>
          <p:cNvPr id="42" name="TextBox 8">
            <a:extLst>
              <a:ext uri="{FF2B5EF4-FFF2-40B4-BE49-F238E27FC236}">
                <a16:creationId xmlns:a16="http://schemas.microsoft.com/office/drawing/2014/main" id="{A5067604-43A3-4D0C-8E67-9A47A4E9CEB0}"/>
              </a:ext>
            </a:extLst>
          </p:cNvPr>
          <p:cNvSpPr txBox="1"/>
          <p:nvPr/>
        </p:nvSpPr>
        <p:spPr>
          <a:xfrm>
            <a:off x="1280160" y="3008357"/>
            <a:ext cx="2050709" cy="923330"/>
          </a:xfrm>
          <a:prstGeom prst="rect">
            <a:avLst/>
          </a:prstGeom>
        </p:spPr>
        <p:txBody>
          <a:bodyPr vert="horz" wrap="square" lIns="91440" tIns="91440" rIns="91440" bIns="91440" rtlCol="0" anchor="t"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lnSpc>
                <a:spcPct val="110000"/>
              </a:lnSpc>
              <a:spcAft>
                <a:spcPts val="900"/>
              </a:spcAft>
              <a:defRPr/>
            </a:pPr>
            <a:r>
              <a:rPr lang="en-US" sz="1200" b="1" dirty="0">
                <a:solidFill>
                  <a:schemeClr val="bg1"/>
                </a:solidFill>
              </a:rPr>
              <a:t>$32M Lorem ipsum </a:t>
            </a:r>
          </a:p>
          <a:p>
            <a:pPr algn="r">
              <a:lnSpc>
                <a:spcPct val="110000"/>
              </a:lnSpc>
              <a:spcAft>
                <a:spcPts val="900"/>
              </a:spcAft>
              <a:defRPr/>
            </a:pPr>
            <a:r>
              <a:rPr lang="en-US" sz="1200" dirty="0">
                <a:solidFill>
                  <a:schemeClr val="bg1"/>
                </a:solidFill>
              </a:rPr>
              <a:t>Dolor sit amet </a:t>
            </a:r>
            <a:r>
              <a:rPr lang="en-US" sz="1200" dirty="0" err="1">
                <a:solidFill>
                  <a:schemeClr val="bg1"/>
                </a:solidFill>
              </a:rPr>
              <a:t>allepsis</a:t>
            </a:r>
            <a:r>
              <a:rPr lang="en-US" sz="1200" dirty="0">
                <a:solidFill>
                  <a:schemeClr val="bg1"/>
                </a:solidFill>
              </a:rPr>
              <a:t> </a:t>
            </a:r>
            <a:r>
              <a:rPr lang="en-US" sz="1200" dirty="0" err="1">
                <a:solidFill>
                  <a:schemeClr val="bg1"/>
                </a:solidFill>
              </a:rPr>
              <a:t>conquistator</a:t>
            </a:r>
            <a:r>
              <a:rPr lang="en-US" sz="1200" dirty="0">
                <a:solidFill>
                  <a:schemeClr val="bg1"/>
                </a:solidFill>
              </a:rPr>
              <a:t> </a:t>
            </a:r>
            <a:r>
              <a:rPr lang="en-US" sz="1200" dirty="0" err="1">
                <a:solidFill>
                  <a:schemeClr val="bg1"/>
                </a:solidFill>
              </a:rPr>
              <a:t>alascum</a:t>
            </a:r>
            <a:endParaRPr lang="en-US" sz="1200" dirty="0">
              <a:solidFill>
                <a:schemeClr val="bg1"/>
              </a:solidFill>
            </a:endParaRPr>
          </a:p>
        </p:txBody>
      </p:sp>
      <p:sp>
        <p:nvSpPr>
          <p:cNvPr id="27" name="Oval 26">
            <a:extLst>
              <a:ext uri="{FF2B5EF4-FFF2-40B4-BE49-F238E27FC236}">
                <a16:creationId xmlns:a16="http://schemas.microsoft.com/office/drawing/2014/main" id="{2BF2104B-E33A-4465-9078-FF3919543356}"/>
              </a:ext>
            </a:extLst>
          </p:cNvPr>
          <p:cNvSpPr/>
          <p:nvPr/>
        </p:nvSpPr>
        <p:spPr>
          <a:xfrm>
            <a:off x="4772225" y="2087517"/>
            <a:ext cx="446753" cy="44675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400" b="1" kern="100" spc="-30">
                <a:solidFill>
                  <a:schemeClr val="tx1"/>
                </a:solidFill>
              </a:rPr>
              <a:t>12%</a:t>
            </a:r>
          </a:p>
        </p:txBody>
      </p:sp>
      <p:sp>
        <p:nvSpPr>
          <p:cNvPr id="43" name="TextBox 8">
            <a:extLst>
              <a:ext uri="{FF2B5EF4-FFF2-40B4-BE49-F238E27FC236}">
                <a16:creationId xmlns:a16="http://schemas.microsoft.com/office/drawing/2014/main" id="{9B827D5C-DBDE-4029-BFAE-AEC06C6D8924}"/>
              </a:ext>
            </a:extLst>
          </p:cNvPr>
          <p:cNvSpPr txBox="1"/>
          <p:nvPr/>
        </p:nvSpPr>
        <p:spPr>
          <a:xfrm>
            <a:off x="734866" y="4720508"/>
            <a:ext cx="2596003" cy="492443"/>
          </a:xfrm>
          <a:prstGeom prst="rect">
            <a:avLst/>
          </a:prstGeom>
        </p:spPr>
        <p:txBody>
          <a:bodyPr vert="horz" wrap="square" lIns="91440" tIns="91440" rIns="91440" bIns="91440" rtlCol="0" anchor="b"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defRPr/>
            </a:pPr>
            <a:r>
              <a:rPr lang="en-US" sz="1800" b="1" dirty="0">
                <a:solidFill>
                  <a:schemeClr val="accent3"/>
                </a:solidFill>
                <a:latin typeface="+mj-lt"/>
              </a:rPr>
              <a:t>Data Label</a:t>
            </a:r>
            <a:endParaRPr lang="en-US" sz="1800" dirty="0">
              <a:solidFill>
                <a:schemeClr val="accent3"/>
              </a:solidFill>
            </a:endParaRPr>
          </a:p>
        </p:txBody>
      </p:sp>
      <p:sp>
        <p:nvSpPr>
          <p:cNvPr id="49" name="TextBox 8">
            <a:extLst>
              <a:ext uri="{FF2B5EF4-FFF2-40B4-BE49-F238E27FC236}">
                <a16:creationId xmlns:a16="http://schemas.microsoft.com/office/drawing/2014/main" id="{1438DD2F-FCD8-492C-B7D9-F04B3D7328ED}"/>
              </a:ext>
            </a:extLst>
          </p:cNvPr>
          <p:cNvSpPr txBox="1"/>
          <p:nvPr/>
        </p:nvSpPr>
        <p:spPr>
          <a:xfrm>
            <a:off x="1280160" y="5071070"/>
            <a:ext cx="2050709" cy="923330"/>
          </a:xfrm>
          <a:prstGeom prst="rect">
            <a:avLst/>
          </a:prstGeom>
        </p:spPr>
        <p:txBody>
          <a:bodyPr vert="horz" wrap="square" lIns="91440" tIns="91440" rIns="91440" bIns="91440" rtlCol="0" anchor="t" anchorCtr="0">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r">
              <a:lnSpc>
                <a:spcPct val="110000"/>
              </a:lnSpc>
              <a:spcAft>
                <a:spcPts val="900"/>
              </a:spcAft>
              <a:defRPr/>
            </a:pPr>
            <a:r>
              <a:rPr lang="en-US" sz="1200" b="1" dirty="0">
                <a:solidFill>
                  <a:schemeClr val="bg1"/>
                </a:solidFill>
              </a:rPr>
              <a:t>$46M Lorem ipsum </a:t>
            </a:r>
          </a:p>
          <a:p>
            <a:pPr algn="r">
              <a:lnSpc>
                <a:spcPct val="110000"/>
              </a:lnSpc>
              <a:spcAft>
                <a:spcPts val="900"/>
              </a:spcAft>
              <a:defRPr/>
            </a:pPr>
            <a:r>
              <a:rPr lang="en-US" sz="1200" dirty="0">
                <a:solidFill>
                  <a:schemeClr val="bg1"/>
                </a:solidFill>
              </a:rPr>
              <a:t>Dolor sit amet </a:t>
            </a:r>
            <a:r>
              <a:rPr lang="en-US" sz="1200" dirty="0" err="1">
                <a:solidFill>
                  <a:schemeClr val="bg1"/>
                </a:solidFill>
              </a:rPr>
              <a:t>allepsis</a:t>
            </a:r>
            <a:r>
              <a:rPr lang="en-US" sz="1200" dirty="0">
                <a:solidFill>
                  <a:schemeClr val="bg1"/>
                </a:solidFill>
              </a:rPr>
              <a:t> </a:t>
            </a:r>
            <a:r>
              <a:rPr lang="en-US" sz="1200" dirty="0" err="1">
                <a:solidFill>
                  <a:schemeClr val="bg1"/>
                </a:solidFill>
              </a:rPr>
              <a:t>conquistator</a:t>
            </a:r>
            <a:r>
              <a:rPr lang="en-US" sz="1200" dirty="0">
                <a:solidFill>
                  <a:schemeClr val="bg1"/>
                </a:solidFill>
              </a:rPr>
              <a:t> </a:t>
            </a:r>
            <a:r>
              <a:rPr lang="en-US" sz="1200" dirty="0" err="1">
                <a:solidFill>
                  <a:schemeClr val="bg1"/>
                </a:solidFill>
              </a:rPr>
              <a:t>alascum</a:t>
            </a:r>
            <a:endParaRPr lang="en-US" sz="1200" dirty="0">
              <a:solidFill>
                <a:schemeClr val="bg1"/>
              </a:solidFill>
            </a:endParaRPr>
          </a:p>
        </p:txBody>
      </p:sp>
      <p:sp>
        <p:nvSpPr>
          <p:cNvPr id="26" name="Oval 25">
            <a:extLst>
              <a:ext uri="{FF2B5EF4-FFF2-40B4-BE49-F238E27FC236}">
                <a16:creationId xmlns:a16="http://schemas.microsoft.com/office/drawing/2014/main" id="{A50A510C-2357-4637-9A4A-B6642D44EFBA}"/>
              </a:ext>
            </a:extLst>
          </p:cNvPr>
          <p:cNvSpPr/>
          <p:nvPr/>
        </p:nvSpPr>
        <p:spPr>
          <a:xfrm>
            <a:off x="4314743" y="3319808"/>
            <a:ext cx="446753" cy="44675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400" b="1" kern="100" spc="-30" dirty="0">
                <a:solidFill>
                  <a:schemeClr val="tx1"/>
                </a:solidFill>
              </a:rPr>
              <a:t>17%</a:t>
            </a:r>
          </a:p>
        </p:txBody>
      </p:sp>
      <p:sp>
        <p:nvSpPr>
          <p:cNvPr id="46" name="TextBox 8">
            <a:extLst>
              <a:ext uri="{FF2B5EF4-FFF2-40B4-BE49-F238E27FC236}">
                <a16:creationId xmlns:a16="http://schemas.microsoft.com/office/drawing/2014/main" id="{56687B98-9907-45EE-A0DB-FFB38E07B012}"/>
              </a:ext>
            </a:extLst>
          </p:cNvPr>
          <p:cNvSpPr txBox="1"/>
          <p:nvPr/>
        </p:nvSpPr>
        <p:spPr>
          <a:xfrm>
            <a:off x="8671203" y="1433441"/>
            <a:ext cx="2733597" cy="461665"/>
          </a:xfrm>
          <a:prstGeom prst="rect">
            <a:avLst/>
          </a:prstGeom>
        </p:spPr>
        <p:txBody>
          <a:bodyPr vert="horz" wrap="square" lIns="91440" tIns="91440" rIns="91440" bIns="9144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defRPr/>
            </a:pPr>
            <a:r>
              <a:rPr lang="en-US" sz="1800" b="1" dirty="0">
                <a:solidFill>
                  <a:schemeClr val="accent1"/>
                </a:solidFill>
                <a:latin typeface="+mj-lt"/>
              </a:rPr>
              <a:t>Data Label</a:t>
            </a:r>
            <a:endParaRPr lang="en-US" sz="1800" dirty="0">
              <a:solidFill>
                <a:schemeClr val="accent1"/>
              </a:solidFill>
            </a:endParaRPr>
          </a:p>
        </p:txBody>
      </p:sp>
      <p:sp>
        <p:nvSpPr>
          <p:cNvPr id="47" name="TextBox 8">
            <a:extLst>
              <a:ext uri="{FF2B5EF4-FFF2-40B4-BE49-F238E27FC236}">
                <a16:creationId xmlns:a16="http://schemas.microsoft.com/office/drawing/2014/main" id="{F8C802E5-793D-4DA0-8FF2-5CED6ECA2BB3}"/>
              </a:ext>
            </a:extLst>
          </p:cNvPr>
          <p:cNvSpPr txBox="1"/>
          <p:nvPr/>
        </p:nvSpPr>
        <p:spPr>
          <a:xfrm>
            <a:off x="8663501" y="1747628"/>
            <a:ext cx="1918148" cy="897169"/>
          </a:xfrm>
          <a:prstGeom prst="rect">
            <a:avLst/>
          </a:prstGeom>
        </p:spPr>
        <p:txBody>
          <a:bodyPr vert="horz" wrap="square" lIns="91440" tIns="91440" rIns="91440" bIns="91440" rtlCol="0" anchor="t"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110000"/>
              </a:lnSpc>
              <a:spcAft>
                <a:spcPts val="900"/>
              </a:spcAft>
              <a:defRPr/>
            </a:pPr>
            <a:r>
              <a:rPr lang="en-US" sz="1200" b="1" dirty="0">
                <a:solidFill>
                  <a:schemeClr val="bg1"/>
                </a:solidFill>
              </a:rPr>
              <a:t>$95M Lorem ipsum </a:t>
            </a:r>
          </a:p>
          <a:p>
            <a:pPr>
              <a:lnSpc>
                <a:spcPct val="110000"/>
              </a:lnSpc>
              <a:spcAft>
                <a:spcPts val="900"/>
              </a:spcAft>
              <a:defRPr/>
            </a:pPr>
            <a:r>
              <a:rPr lang="en-US" sz="1200" dirty="0">
                <a:solidFill>
                  <a:schemeClr val="bg1"/>
                </a:solidFill>
              </a:rPr>
              <a:t>Dolor sit amet </a:t>
            </a:r>
            <a:r>
              <a:rPr lang="en-US" sz="1200" dirty="0" err="1">
                <a:solidFill>
                  <a:schemeClr val="bg1"/>
                </a:solidFill>
              </a:rPr>
              <a:t>allepsis</a:t>
            </a:r>
            <a:r>
              <a:rPr lang="en-US" sz="1200" dirty="0">
                <a:solidFill>
                  <a:schemeClr val="bg1"/>
                </a:solidFill>
              </a:rPr>
              <a:t> </a:t>
            </a:r>
            <a:r>
              <a:rPr lang="en-US" sz="1200" dirty="0" err="1">
                <a:solidFill>
                  <a:schemeClr val="bg1"/>
                </a:solidFill>
              </a:rPr>
              <a:t>conquistator</a:t>
            </a:r>
            <a:r>
              <a:rPr lang="en-US" sz="1200" dirty="0">
                <a:solidFill>
                  <a:schemeClr val="bg1"/>
                </a:solidFill>
              </a:rPr>
              <a:t> </a:t>
            </a:r>
            <a:r>
              <a:rPr lang="en-US" sz="1200" dirty="0" err="1">
                <a:solidFill>
                  <a:schemeClr val="bg1"/>
                </a:solidFill>
              </a:rPr>
              <a:t>alascum</a:t>
            </a:r>
            <a:endParaRPr lang="en-US" sz="1200" dirty="0">
              <a:solidFill>
                <a:schemeClr val="bg1"/>
              </a:solidFill>
            </a:endParaRPr>
          </a:p>
        </p:txBody>
      </p:sp>
      <p:sp>
        <p:nvSpPr>
          <p:cNvPr id="2" name="Oval 1">
            <a:extLst>
              <a:ext uri="{FF2B5EF4-FFF2-40B4-BE49-F238E27FC236}">
                <a16:creationId xmlns:a16="http://schemas.microsoft.com/office/drawing/2014/main" id="{9E75C85A-F444-4425-8A55-BE0D769AA81E}"/>
              </a:ext>
            </a:extLst>
          </p:cNvPr>
          <p:cNvSpPr/>
          <p:nvPr/>
        </p:nvSpPr>
        <p:spPr>
          <a:xfrm>
            <a:off x="7257093" y="2392655"/>
            <a:ext cx="446753" cy="44675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400" b="1" kern="100" spc="-30">
                <a:solidFill>
                  <a:schemeClr val="tx1"/>
                </a:solidFill>
              </a:rPr>
              <a:t>34%</a:t>
            </a:r>
          </a:p>
        </p:txBody>
      </p:sp>
      <p:sp>
        <p:nvSpPr>
          <p:cNvPr id="39" name="TextBox 8">
            <a:extLst>
              <a:ext uri="{FF2B5EF4-FFF2-40B4-BE49-F238E27FC236}">
                <a16:creationId xmlns:a16="http://schemas.microsoft.com/office/drawing/2014/main" id="{27F3CF03-AD55-4D89-A81C-F999120456B2}"/>
              </a:ext>
            </a:extLst>
          </p:cNvPr>
          <p:cNvSpPr txBox="1"/>
          <p:nvPr/>
        </p:nvSpPr>
        <p:spPr>
          <a:xfrm>
            <a:off x="8671203" y="4751287"/>
            <a:ext cx="2733597" cy="461665"/>
          </a:xfrm>
          <a:prstGeom prst="rect">
            <a:avLst/>
          </a:prstGeom>
        </p:spPr>
        <p:txBody>
          <a:bodyPr vert="horz" wrap="square" lIns="91440" tIns="91440" rIns="91440" bIns="91440" rtlCol="0" anchor="b"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defRPr/>
            </a:pPr>
            <a:r>
              <a:rPr lang="en-US" sz="1800" b="1" dirty="0">
                <a:solidFill>
                  <a:schemeClr val="accent2"/>
                </a:solidFill>
                <a:latin typeface="+mj-lt"/>
              </a:rPr>
              <a:t>Data Label</a:t>
            </a:r>
            <a:endParaRPr lang="en-US" sz="1800" dirty="0">
              <a:solidFill>
                <a:schemeClr val="accent2"/>
              </a:solidFill>
            </a:endParaRPr>
          </a:p>
        </p:txBody>
      </p:sp>
      <p:sp>
        <p:nvSpPr>
          <p:cNvPr id="40" name="TextBox 8">
            <a:extLst>
              <a:ext uri="{FF2B5EF4-FFF2-40B4-BE49-F238E27FC236}">
                <a16:creationId xmlns:a16="http://schemas.microsoft.com/office/drawing/2014/main" id="{B22730ED-E70B-46F3-8649-FBB1593D758E}"/>
              </a:ext>
            </a:extLst>
          </p:cNvPr>
          <p:cNvSpPr txBox="1"/>
          <p:nvPr/>
        </p:nvSpPr>
        <p:spPr>
          <a:xfrm>
            <a:off x="8663501" y="5071070"/>
            <a:ext cx="1918148" cy="897169"/>
          </a:xfrm>
          <a:prstGeom prst="rect">
            <a:avLst/>
          </a:prstGeom>
        </p:spPr>
        <p:txBody>
          <a:bodyPr vert="horz" wrap="square" lIns="91440" tIns="91440" rIns="91440" bIns="91440" rtlCol="0" anchor="t" anchorCtr="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nSpc>
                <a:spcPct val="110000"/>
              </a:lnSpc>
              <a:spcAft>
                <a:spcPts val="900"/>
              </a:spcAft>
              <a:defRPr/>
            </a:pPr>
            <a:r>
              <a:rPr lang="en-US" sz="1200" b="1" dirty="0">
                <a:solidFill>
                  <a:schemeClr val="bg1"/>
                </a:solidFill>
              </a:rPr>
              <a:t>$86M Lorem ipsum </a:t>
            </a:r>
          </a:p>
          <a:p>
            <a:pPr>
              <a:lnSpc>
                <a:spcPct val="110000"/>
              </a:lnSpc>
              <a:spcAft>
                <a:spcPts val="900"/>
              </a:spcAft>
              <a:defRPr/>
            </a:pPr>
            <a:r>
              <a:rPr lang="en-US" sz="1200" dirty="0">
                <a:solidFill>
                  <a:schemeClr val="bg1"/>
                </a:solidFill>
              </a:rPr>
              <a:t>Dolor sit amet </a:t>
            </a:r>
            <a:r>
              <a:rPr lang="en-US" sz="1200" dirty="0" err="1">
                <a:solidFill>
                  <a:schemeClr val="bg1"/>
                </a:solidFill>
              </a:rPr>
              <a:t>allepsis</a:t>
            </a:r>
            <a:r>
              <a:rPr lang="en-US" sz="1200" dirty="0">
                <a:solidFill>
                  <a:schemeClr val="bg1"/>
                </a:solidFill>
              </a:rPr>
              <a:t> </a:t>
            </a:r>
            <a:r>
              <a:rPr lang="en-US" sz="1200" dirty="0" err="1">
                <a:solidFill>
                  <a:schemeClr val="bg1"/>
                </a:solidFill>
              </a:rPr>
              <a:t>conquistator</a:t>
            </a:r>
            <a:r>
              <a:rPr lang="en-US" sz="1200" dirty="0">
                <a:solidFill>
                  <a:schemeClr val="bg1"/>
                </a:solidFill>
              </a:rPr>
              <a:t> </a:t>
            </a:r>
            <a:r>
              <a:rPr lang="en-US" sz="1200" dirty="0" err="1">
                <a:solidFill>
                  <a:schemeClr val="bg1"/>
                </a:solidFill>
              </a:rPr>
              <a:t>alascum</a:t>
            </a:r>
            <a:endParaRPr lang="en-US" sz="1200" dirty="0">
              <a:solidFill>
                <a:schemeClr val="bg1"/>
              </a:solidFill>
            </a:endParaRPr>
          </a:p>
        </p:txBody>
      </p:sp>
      <p:sp>
        <p:nvSpPr>
          <p:cNvPr id="21" name="Oval 20">
            <a:extLst>
              <a:ext uri="{FF2B5EF4-FFF2-40B4-BE49-F238E27FC236}">
                <a16:creationId xmlns:a16="http://schemas.microsoft.com/office/drawing/2014/main" id="{364EF8AC-0F8E-49CD-AE36-6C270488573F}"/>
              </a:ext>
            </a:extLst>
          </p:cNvPr>
          <p:cNvSpPr/>
          <p:nvPr/>
        </p:nvSpPr>
        <p:spPr>
          <a:xfrm>
            <a:off x="5872624" y="4742155"/>
            <a:ext cx="446753" cy="44675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algn="ctr"/>
            <a:r>
              <a:rPr lang="en-US" sz="1400" b="1" kern="100" spc="-30" dirty="0">
                <a:solidFill>
                  <a:schemeClr val="tx1"/>
                </a:solidFill>
              </a:rPr>
              <a:t>31%</a:t>
            </a:r>
          </a:p>
        </p:txBody>
      </p:sp>
      <p:sp>
        <p:nvSpPr>
          <p:cNvPr id="3" name="Title 2">
            <a:extLst>
              <a:ext uri="{FF2B5EF4-FFF2-40B4-BE49-F238E27FC236}">
                <a16:creationId xmlns:a16="http://schemas.microsoft.com/office/drawing/2014/main" id="{6A9B873A-1182-FBBB-3C61-34A89BE0C6C1}"/>
              </a:ext>
            </a:extLst>
          </p:cNvPr>
          <p:cNvSpPr>
            <a:spLocks noGrp="1"/>
          </p:cNvSpPr>
          <p:nvPr>
            <p:ph type="title"/>
          </p:nvPr>
        </p:nvSpPr>
        <p:spPr/>
        <p:txBody>
          <a:bodyPr/>
          <a:lstStyle/>
          <a:p>
            <a:r>
              <a:rPr lang="en-US" dirty="0"/>
              <a:t>Full Slide Chart Example</a:t>
            </a:r>
          </a:p>
        </p:txBody>
      </p:sp>
    </p:spTree>
    <p:extLst>
      <p:ext uri="{BB962C8B-B14F-4D97-AF65-F5344CB8AC3E}">
        <p14:creationId xmlns:p14="http://schemas.microsoft.com/office/powerpoint/2010/main" val="1330265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Placeholder 62">
            <a:extLst>
              <a:ext uri="{FF2B5EF4-FFF2-40B4-BE49-F238E27FC236}">
                <a16:creationId xmlns:a16="http://schemas.microsoft.com/office/drawing/2014/main" id="{B2135D09-593C-4BC7-98C8-F8C235C5B136}"/>
              </a:ext>
            </a:extLst>
          </p:cNvPr>
          <p:cNvSpPr>
            <a:spLocks noGrp="1"/>
          </p:cNvSpPr>
          <p:nvPr>
            <p:ph type="body" sz="quarter" idx="17"/>
          </p:nvPr>
        </p:nvSpPr>
        <p:spPr/>
        <p:txBody>
          <a:bodyPr/>
          <a:lstStyle/>
          <a:p>
            <a:r>
              <a:rPr lang="en-US" dirty="0"/>
              <a:t>04</a:t>
            </a:r>
          </a:p>
        </p:txBody>
      </p:sp>
      <p:sp>
        <p:nvSpPr>
          <p:cNvPr id="3" name="Title 2">
            <a:extLst>
              <a:ext uri="{FF2B5EF4-FFF2-40B4-BE49-F238E27FC236}">
                <a16:creationId xmlns:a16="http://schemas.microsoft.com/office/drawing/2014/main" id="{66D51350-237B-4E39-B9C4-DEAC1EBF9B0B}"/>
              </a:ext>
            </a:extLst>
          </p:cNvPr>
          <p:cNvSpPr>
            <a:spLocks noGrp="1"/>
          </p:cNvSpPr>
          <p:nvPr>
            <p:ph type="title"/>
          </p:nvPr>
        </p:nvSpPr>
        <p:spPr/>
        <p:txBody>
          <a:bodyPr/>
          <a:lstStyle/>
          <a:p>
            <a:r>
              <a:rPr lang="en-US" dirty="0"/>
              <a:t>Diagrams</a:t>
            </a:r>
          </a:p>
        </p:txBody>
      </p:sp>
    </p:spTree>
    <p:extLst>
      <p:ext uri="{BB962C8B-B14F-4D97-AF65-F5344CB8AC3E}">
        <p14:creationId xmlns:p14="http://schemas.microsoft.com/office/powerpoint/2010/main" val="20001555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8" name="Freeform: Shape 5107" descr="US Map">
            <a:extLst>
              <a:ext uri="{FF2B5EF4-FFF2-40B4-BE49-F238E27FC236}">
                <a16:creationId xmlns:a16="http://schemas.microsoft.com/office/drawing/2014/main" id="{63ED282E-4838-4F67-A164-8E3B0A0E0234}"/>
              </a:ext>
            </a:extLst>
          </p:cNvPr>
          <p:cNvSpPr>
            <a:spLocks noChangeArrowheads="1"/>
          </p:cNvSpPr>
          <p:nvPr/>
        </p:nvSpPr>
        <p:spPr bwMode="auto">
          <a:xfrm>
            <a:off x="1584399" y="1244998"/>
            <a:ext cx="9312201" cy="4927186"/>
          </a:xfrm>
          <a:custGeom>
            <a:avLst/>
            <a:gdLst>
              <a:gd name="connsiteX0" fmla="*/ 2670547 w 9312201"/>
              <a:gd name="connsiteY0" fmla="*/ 4883546 h 4927186"/>
              <a:gd name="connsiteX1" fmla="*/ 2692367 w 9312201"/>
              <a:gd name="connsiteY1" fmla="*/ 4905366 h 4927186"/>
              <a:gd name="connsiteX2" fmla="*/ 2670547 w 9312201"/>
              <a:gd name="connsiteY2" fmla="*/ 4927186 h 4927186"/>
              <a:gd name="connsiteX3" fmla="*/ 2648727 w 9312201"/>
              <a:gd name="connsiteY3" fmla="*/ 4905366 h 4927186"/>
              <a:gd name="connsiteX4" fmla="*/ 2670547 w 9312201"/>
              <a:gd name="connsiteY4" fmla="*/ 4883546 h 4927186"/>
              <a:gd name="connsiteX5" fmla="*/ 2670547 w 9312201"/>
              <a:gd name="connsiteY5" fmla="*/ 4798915 h 4927186"/>
              <a:gd name="connsiteX6" fmla="*/ 2692367 w 9312201"/>
              <a:gd name="connsiteY6" fmla="*/ 4820735 h 4927186"/>
              <a:gd name="connsiteX7" fmla="*/ 2670547 w 9312201"/>
              <a:gd name="connsiteY7" fmla="*/ 4842555 h 4927186"/>
              <a:gd name="connsiteX8" fmla="*/ 2648727 w 9312201"/>
              <a:gd name="connsiteY8" fmla="*/ 4820735 h 4927186"/>
              <a:gd name="connsiteX9" fmla="*/ 2670547 w 9312201"/>
              <a:gd name="connsiteY9" fmla="*/ 4798915 h 4927186"/>
              <a:gd name="connsiteX10" fmla="*/ 2592527 w 9312201"/>
              <a:gd name="connsiteY10" fmla="*/ 4798915 h 4927186"/>
              <a:gd name="connsiteX11" fmla="*/ 2614347 w 9312201"/>
              <a:gd name="connsiteY11" fmla="*/ 4820735 h 4927186"/>
              <a:gd name="connsiteX12" fmla="*/ 2592527 w 9312201"/>
              <a:gd name="connsiteY12" fmla="*/ 4842555 h 4927186"/>
              <a:gd name="connsiteX13" fmla="*/ 2570707 w 9312201"/>
              <a:gd name="connsiteY13" fmla="*/ 4820735 h 4927186"/>
              <a:gd name="connsiteX14" fmla="*/ 2592527 w 9312201"/>
              <a:gd name="connsiteY14" fmla="*/ 4798915 h 4927186"/>
              <a:gd name="connsiteX15" fmla="*/ 2513845 w 9312201"/>
              <a:gd name="connsiteY15" fmla="*/ 4798915 h 4927186"/>
              <a:gd name="connsiteX16" fmla="*/ 2536326 w 9312201"/>
              <a:gd name="connsiteY16" fmla="*/ 4820735 h 4927186"/>
              <a:gd name="connsiteX17" fmla="*/ 2513845 w 9312201"/>
              <a:gd name="connsiteY17" fmla="*/ 4842555 h 4927186"/>
              <a:gd name="connsiteX18" fmla="*/ 2491364 w 9312201"/>
              <a:gd name="connsiteY18" fmla="*/ 4820735 h 4927186"/>
              <a:gd name="connsiteX19" fmla="*/ 2513845 w 9312201"/>
              <a:gd name="connsiteY19" fmla="*/ 4798915 h 4927186"/>
              <a:gd name="connsiteX20" fmla="*/ 2592527 w 9312201"/>
              <a:gd name="connsiteY20" fmla="*/ 4719572 h 4927186"/>
              <a:gd name="connsiteX21" fmla="*/ 2614347 w 9312201"/>
              <a:gd name="connsiteY21" fmla="*/ 4741392 h 4927186"/>
              <a:gd name="connsiteX22" fmla="*/ 2592527 w 9312201"/>
              <a:gd name="connsiteY22" fmla="*/ 4763212 h 4927186"/>
              <a:gd name="connsiteX23" fmla="*/ 2570707 w 9312201"/>
              <a:gd name="connsiteY23" fmla="*/ 4741392 h 4927186"/>
              <a:gd name="connsiteX24" fmla="*/ 2592527 w 9312201"/>
              <a:gd name="connsiteY24" fmla="*/ 4719572 h 4927186"/>
              <a:gd name="connsiteX25" fmla="*/ 2513845 w 9312201"/>
              <a:gd name="connsiteY25" fmla="*/ 4719572 h 4927186"/>
              <a:gd name="connsiteX26" fmla="*/ 2536326 w 9312201"/>
              <a:gd name="connsiteY26" fmla="*/ 4741392 h 4927186"/>
              <a:gd name="connsiteX27" fmla="*/ 2513845 w 9312201"/>
              <a:gd name="connsiteY27" fmla="*/ 4763212 h 4927186"/>
              <a:gd name="connsiteX28" fmla="*/ 2491364 w 9312201"/>
              <a:gd name="connsiteY28" fmla="*/ 4741392 h 4927186"/>
              <a:gd name="connsiteX29" fmla="*/ 2513845 w 9312201"/>
              <a:gd name="connsiteY29" fmla="*/ 4719572 h 4927186"/>
              <a:gd name="connsiteX30" fmla="*/ 2436486 w 9312201"/>
              <a:gd name="connsiteY30" fmla="*/ 4719572 h 4927186"/>
              <a:gd name="connsiteX31" fmla="*/ 2458306 w 9312201"/>
              <a:gd name="connsiteY31" fmla="*/ 4741392 h 4927186"/>
              <a:gd name="connsiteX32" fmla="*/ 2436486 w 9312201"/>
              <a:gd name="connsiteY32" fmla="*/ 4763212 h 4927186"/>
              <a:gd name="connsiteX33" fmla="*/ 2414666 w 9312201"/>
              <a:gd name="connsiteY33" fmla="*/ 4741392 h 4927186"/>
              <a:gd name="connsiteX34" fmla="*/ 2436486 w 9312201"/>
              <a:gd name="connsiteY34" fmla="*/ 4719572 h 4927186"/>
              <a:gd name="connsiteX35" fmla="*/ 2513845 w 9312201"/>
              <a:gd name="connsiteY35" fmla="*/ 4641552 h 4927186"/>
              <a:gd name="connsiteX36" fmla="*/ 2536326 w 9312201"/>
              <a:gd name="connsiteY36" fmla="*/ 4664033 h 4927186"/>
              <a:gd name="connsiteX37" fmla="*/ 2513845 w 9312201"/>
              <a:gd name="connsiteY37" fmla="*/ 4686514 h 4927186"/>
              <a:gd name="connsiteX38" fmla="*/ 2491364 w 9312201"/>
              <a:gd name="connsiteY38" fmla="*/ 4664033 h 4927186"/>
              <a:gd name="connsiteX39" fmla="*/ 2513845 w 9312201"/>
              <a:gd name="connsiteY39" fmla="*/ 4641552 h 4927186"/>
              <a:gd name="connsiteX40" fmla="*/ 2436486 w 9312201"/>
              <a:gd name="connsiteY40" fmla="*/ 4641552 h 4927186"/>
              <a:gd name="connsiteX41" fmla="*/ 2458306 w 9312201"/>
              <a:gd name="connsiteY41" fmla="*/ 4664033 h 4927186"/>
              <a:gd name="connsiteX42" fmla="*/ 2436486 w 9312201"/>
              <a:gd name="connsiteY42" fmla="*/ 4686514 h 4927186"/>
              <a:gd name="connsiteX43" fmla="*/ 2414666 w 9312201"/>
              <a:gd name="connsiteY43" fmla="*/ 4664033 h 4927186"/>
              <a:gd name="connsiteX44" fmla="*/ 2436486 w 9312201"/>
              <a:gd name="connsiteY44" fmla="*/ 4641552 h 4927186"/>
              <a:gd name="connsiteX45" fmla="*/ 2592527 w 9312201"/>
              <a:gd name="connsiteY45" fmla="*/ 4564853 h 4927186"/>
              <a:gd name="connsiteX46" fmla="*/ 2614347 w 9312201"/>
              <a:gd name="connsiteY46" fmla="*/ 4586673 h 4927186"/>
              <a:gd name="connsiteX47" fmla="*/ 2592527 w 9312201"/>
              <a:gd name="connsiteY47" fmla="*/ 4608493 h 4927186"/>
              <a:gd name="connsiteX48" fmla="*/ 2570707 w 9312201"/>
              <a:gd name="connsiteY48" fmla="*/ 4586673 h 4927186"/>
              <a:gd name="connsiteX49" fmla="*/ 2592527 w 9312201"/>
              <a:gd name="connsiteY49" fmla="*/ 4564853 h 4927186"/>
              <a:gd name="connsiteX50" fmla="*/ 2513845 w 9312201"/>
              <a:gd name="connsiteY50" fmla="*/ 4564853 h 4927186"/>
              <a:gd name="connsiteX51" fmla="*/ 2536326 w 9312201"/>
              <a:gd name="connsiteY51" fmla="*/ 4586673 h 4927186"/>
              <a:gd name="connsiteX52" fmla="*/ 2513845 w 9312201"/>
              <a:gd name="connsiteY52" fmla="*/ 4608493 h 4927186"/>
              <a:gd name="connsiteX53" fmla="*/ 2491364 w 9312201"/>
              <a:gd name="connsiteY53" fmla="*/ 4586673 h 4927186"/>
              <a:gd name="connsiteX54" fmla="*/ 2513845 w 9312201"/>
              <a:gd name="connsiteY54" fmla="*/ 4564853 h 4927186"/>
              <a:gd name="connsiteX55" fmla="*/ 2436486 w 9312201"/>
              <a:gd name="connsiteY55" fmla="*/ 4564853 h 4927186"/>
              <a:gd name="connsiteX56" fmla="*/ 2458306 w 9312201"/>
              <a:gd name="connsiteY56" fmla="*/ 4586673 h 4927186"/>
              <a:gd name="connsiteX57" fmla="*/ 2436486 w 9312201"/>
              <a:gd name="connsiteY57" fmla="*/ 4608493 h 4927186"/>
              <a:gd name="connsiteX58" fmla="*/ 2414666 w 9312201"/>
              <a:gd name="connsiteY58" fmla="*/ 4586673 h 4927186"/>
              <a:gd name="connsiteX59" fmla="*/ 2436486 w 9312201"/>
              <a:gd name="connsiteY59" fmla="*/ 4564853 h 4927186"/>
              <a:gd name="connsiteX60" fmla="*/ 8822259 w 9312201"/>
              <a:gd name="connsiteY60" fmla="*/ 4486833 h 4927186"/>
              <a:gd name="connsiteX61" fmla="*/ 8844079 w 9312201"/>
              <a:gd name="connsiteY61" fmla="*/ 4508653 h 4927186"/>
              <a:gd name="connsiteX62" fmla="*/ 8822259 w 9312201"/>
              <a:gd name="connsiteY62" fmla="*/ 4530473 h 4927186"/>
              <a:gd name="connsiteX63" fmla="*/ 8800439 w 9312201"/>
              <a:gd name="connsiteY63" fmla="*/ 4508653 h 4927186"/>
              <a:gd name="connsiteX64" fmla="*/ 8822259 w 9312201"/>
              <a:gd name="connsiteY64" fmla="*/ 4486833 h 4927186"/>
              <a:gd name="connsiteX65" fmla="*/ 8744900 w 9312201"/>
              <a:gd name="connsiteY65" fmla="*/ 4486833 h 4927186"/>
              <a:gd name="connsiteX66" fmla="*/ 8767381 w 9312201"/>
              <a:gd name="connsiteY66" fmla="*/ 4508653 h 4927186"/>
              <a:gd name="connsiteX67" fmla="*/ 8744900 w 9312201"/>
              <a:gd name="connsiteY67" fmla="*/ 4530473 h 4927186"/>
              <a:gd name="connsiteX68" fmla="*/ 8722419 w 9312201"/>
              <a:gd name="connsiteY68" fmla="*/ 4508653 h 4927186"/>
              <a:gd name="connsiteX69" fmla="*/ 8744900 w 9312201"/>
              <a:gd name="connsiteY69" fmla="*/ 4486833 h 4927186"/>
              <a:gd name="connsiteX70" fmla="*/ 2592527 w 9312201"/>
              <a:gd name="connsiteY70" fmla="*/ 4486833 h 4927186"/>
              <a:gd name="connsiteX71" fmla="*/ 2614347 w 9312201"/>
              <a:gd name="connsiteY71" fmla="*/ 4508653 h 4927186"/>
              <a:gd name="connsiteX72" fmla="*/ 2592527 w 9312201"/>
              <a:gd name="connsiteY72" fmla="*/ 4530473 h 4927186"/>
              <a:gd name="connsiteX73" fmla="*/ 2570707 w 9312201"/>
              <a:gd name="connsiteY73" fmla="*/ 4508653 h 4927186"/>
              <a:gd name="connsiteX74" fmla="*/ 2592527 w 9312201"/>
              <a:gd name="connsiteY74" fmla="*/ 4486833 h 4927186"/>
              <a:gd name="connsiteX75" fmla="*/ 2513845 w 9312201"/>
              <a:gd name="connsiteY75" fmla="*/ 4486833 h 4927186"/>
              <a:gd name="connsiteX76" fmla="*/ 2536326 w 9312201"/>
              <a:gd name="connsiteY76" fmla="*/ 4508653 h 4927186"/>
              <a:gd name="connsiteX77" fmla="*/ 2513845 w 9312201"/>
              <a:gd name="connsiteY77" fmla="*/ 4530473 h 4927186"/>
              <a:gd name="connsiteX78" fmla="*/ 2491364 w 9312201"/>
              <a:gd name="connsiteY78" fmla="*/ 4508653 h 4927186"/>
              <a:gd name="connsiteX79" fmla="*/ 2513845 w 9312201"/>
              <a:gd name="connsiteY79" fmla="*/ 4486833 h 4927186"/>
              <a:gd name="connsiteX80" fmla="*/ 2436486 w 9312201"/>
              <a:gd name="connsiteY80" fmla="*/ 4486833 h 4927186"/>
              <a:gd name="connsiteX81" fmla="*/ 2458306 w 9312201"/>
              <a:gd name="connsiteY81" fmla="*/ 4508653 h 4927186"/>
              <a:gd name="connsiteX82" fmla="*/ 2436486 w 9312201"/>
              <a:gd name="connsiteY82" fmla="*/ 4530473 h 4927186"/>
              <a:gd name="connsiteX83" fmla="*/ 2414666 w 9312201"/>
              <a:gd name="connsiteY83" fmla="*/ 4508653 h 4927186"/>
              <a:gd name="connsiteX84" fmla="*/ 2436486 w 9312201"/>
              <a:gd name="connsiteY84" fmla="*/ 4486833 h 4927186"/>
              <a:gd name="connsiteX85" fmla="*/ 8900279 w 9312201"/>
              <a:gd name="connsiteY85" fmla="*/ 4408813 h 4927186"/>
              <a:gd name="connsiteX86" fmla="*/ 8922099 w 9312201"/>
              <a:gd name="connsiteY86" fmla="*/ 4430633 h 4927186"/>
              <a:gd name="connsiteX87" fmla="*/ 8900279 w 9312201"/>
              <a:gd name="connsiteY87" fmla="*/ 4452453 h 4927186"/>
              <a:gd name="connsiteX88" fmla="*/ 8878459 w 9312201"/>
              <a:gd name="connsiteY88" fmla="*/ 4430633 h 4927186"/>
              <a:gd name="connsiteX89" fmla="*/ 8900279 w 9312201"/>
              <a:gd name="connsiteY89" fmla="*/ 4408813 h 4927186"/>
              <a:gd name="connsiteX90" fmla="*/ 8822259 w 9312201"/>
              <a:gd name="connsiteY90" fmla="*/ 4408813 h 4927186"/>
              <a:gd name="connsiteX91" fmla="*/ 8844079 w 9312201"/>
              <a:gd name="connsiteY91" fmla="*/ 4430633 h 4927186"/>
              <a:gd name="connsiteX92" fmla="*/ 8822259 w 9312201"/>
              <a:gd name="connsiteY92" fmla="*/ 4452453 h 4927186"/>
              <a:gd name="connsiteX93" fmla="*/ 8800439 w 9312201"/>
              <a:gd name="connsiteY93" fmla="*/ 4430633 h 4927186"/>
              <a:gd name="connsiteX94" fmla="*/ 8822259 w 9312201"/>
              <a:gd name="connsiteY94" fmla="*/ 4408813 h 4927186"/>
              <a:gd name="connsiteX95" fmla="*/ 8744900 w 9312201"/>
              <a:gd name="connsiteY95" fmla="*/ 4408813 h 4927186"/>
              <a:gd name="connsiteX96" fmla="*/ 8767381 w 9312201"/>
              <a:gd name="connsiteY96" fmla="*/ 4430633 h 4927186"/>
              <a:gd name="connsiteX97" fmla="*/ 8744900 w 9312201"/>
              <a:gd name="connsiteY97" fmla="*/ 4452453 h 4927186"/>
              <a:gd name="connsiteX98" fmla="*/ 8722419 w 9312201"/>
              <a:gd name="connsiteY98" fmla="*/ 4430633 h 4927186"/>
              <a:gd name="connsiteX99" fmla="*/ 8744900 w 9312201"/>
              <a:gd name="connsiteY99" fmla="*/ 4408813 h 4927186"/>
              <a:gd name="connsiteX100" fmla="*/ 2670547 w 9312201"/>
              <a:gd name="connsiteY100" fmla="*/ 4408813 h 4927186"/>
              <a:gd name="connsiteX101" fmla="*/ 2692367 w 9312201"/>
              <a:gd name="connsiteY101" fmla="*/ 4430633 h 4927186"/>
              <a:gd name="connsiteX102" fmla="*/ 2670547 w 9312201"/>
              <a:gd name="connsiteY102" fmla="*/ 4452453 h 4927186"/>
              <a:gd name="connsiteX103" fmla="*/ 2648727 w 9312201"/>
              <a:gd name="connsiteY103" fmla="*/ 4430633 h 4927186"/>
              <a:gd name="connsiteX104" fmla="*/ 2670547 w 9312201"/>
              <a:gd name="connsiteY104" fmla="*/ 4408813 h 4927186"/>
              <a:gd name="connsiteX105" fmla="*/ 2592527 w 9312201"/>
              <a:gd name="connsiteY105" fmla="*/ 4408813 h 4927186"/>
              <a:gd name="connsiteX106" fmla="*/ 2614347 w 9312201"/>
              <a:gd name="connsiteY106" fmla="*/ 4430633 h 4927186"/>
              <a:gd name="connsiteX107" fmla="*/ 2592527 w 9312201"/>
              <a:gd name="connsiteY107" fmla="*/ 4452453 h 4927186"/>
              <a:gd name="connsiteX108" fmla="*/ 2570707 w 9312201"/>
              <a:gd name="connsiteY108" fmla="*/ 4430633 h 4927186"/>
              <a:gd name="connsiteX109" fmla="*/ 2592527 w 9312201"/>
              <a:gd name="connsiteY109" fmla="*/ 4408813 h 4927186"/>
              <a:gd name="connsiteX110" fmla="*/ 2513845 w 9312201"/>
              <a:gd name="connsiteY110" fmla="*/ 4408813 h 4927186"/>
              <a:gd name="connsiteX111" fmla="*/ 2536326 w 9312201"/>
              <a:gd name="connsiteY111" fmla="*/ 4430633 h 4927186"/>
              <a:gd name="connsiteX112" fmla="*/ 2513845 w 9312201"/>
              <a:gd name="connsiteY112" fmla="*/ 4452453 h 4927186"/>
              <a:gd name="connsiteX113" fmla="*/ 2491364 w 9312201"/>
              <a:gd name="connsiteY113" fmla="*/ 4430633 h 4927186"/>
              <a:gd name="connsiteX114" fmla="*/ 2513845 w 9312201"/>
              <a:gd name="connsiteY114" fmla="*/ 4408813 h 4927186"/>
              <a:gd name="connsiteX115" fmla="*/ 2436486 w 9312201"/>
              <a:gd name="connsiteY115" fmla="*/ 4408813 h 4927186"/>
              <a:gd name="connsiteX116" fmla="*/ 2458306 w 9312201"/>
              <a:gd name="connsiteY116" fmla="*/ 4430633 h 4927186"/>
              <a:gd name="connsiteX117" fmla="*/ 2436486 w 9312201"/>
              <a:gd name="connsiteY117" fmla="*/ 4452453 h 4927186"/>
              <a:gd name="connsiteX118" fmla="*/ 2414666 w 9312201"/>
              <a:gd name="connsiteY118" fmla="*/ 4430633 h 4927186"/>
              <a:gd name="connsiteX119" fmla="*/ 2436486 w 9312201"/>
              <a:gd name="connsiteY119" fmla="*/ 4408813 h 4927186"/>
              <a:gd name="connsiteX120" fmla="*/ 8978300 w 9312201"/>
              <a:gd name="connsiteY120" fmla="*/ 4330792 h 4927186"/>
              <a:gd name="connsiteX121" fmla="*/ 9000120 w 9312201"/>
              <a:gd name="connsiteY121" fmla="*/ 4353273 h 4927186"/>
              <a:gd name="connsiteX122" fmla="*/ 8978300 w 9312201"/>
              <a:gd name="connsiteY122" fmla="*/ 4375754 h 4927186"/>
              <a:gd name="connsiteX123" fmla="*/ 8956480 w 9312201"/>
              <a:gd name="connsiteY123" fmla="*/ 4353273 h 4927186"/>
              <a:gd name="connsiteX124" fmla="*/ 8978300 w 9312201"/>
              <a:gd name="connsiteY124" fmla="*/ 4330792 h 4927186"/>
              <a:gd name="connsiteX125" fmla="*/ 8900279 w 9312201"/>
              <a:gd name="connsiteY125" fmla="*/ 4330792 h 4927186"/>
              <a:gd name="connsiteX126" fmla="*/ 8922099 w 9312201"/>
              <a:gd name="connsiteY126" fmla="*/ 4353273 h 4927186"/>
              <a:gd name="connsiteX127" fmla="*/ 8900279 w 9312201"/>
              <a:gd name="connsiteY127" fmla="*/ 4375754 h 4927186"/>
              <a:gd name="connsiteX128" fmla="*/ 8878459 w 9312201"/>
              <a:gd name="connsiteY128" fmla="*/ 4353273 h 4927186"/>
              <a:gd name="connsiteX129" fmla="*/ 8900279 w 9312201"/>
              <a:gd name="connsiteY129" fmla="*/ 4330792 h 4927186"/>
              <a:gd name="connsiteX130" fmla="*/ 8199418 w 9312201"/>
              <a:gd name="connsiteY130" fmla="*/ 4330792 h 4927186"/>
              <a:gd name="connsiteX131" fmla="*/ 8221238 w 9312201"/>
              <a:gd name="connsiteY131" fmla="*/ 4353273 h 4927186"/>
              <a:gd name="connsiteX132" fmla="*/ 8199418 w 9312201"/>
              <a:gd name="connsiteY132" fmla="*/ 4375754 h 4927186"/>
              <a:gd name="connsiteX133" fmla="*/ 8177598 w 9312201"/>
              <a:gd name="connsiteY133" fmla="*/ 4353273 h 4927186"/>
              <a:gd name="connsiteX134" fmla="*/ 8199418 w 9312201"/>
              <a:gd name="connsiteY134" fmla="*/ 4330792 h 4927186"/>
              <a:gd name="connsiteX135" fmla="*/ 2748567 w 9312201"/>
              <a:gd name="connsiteY135" fmla="*/ 4330792 h 4927186"/>
              <a:gd name="connsiteX136" fmla="*/ 2770387 w 9312201"/>
              <a:gd name="connsiteY136" fmla="*/ 4353273 h 4927186"/>
              <a:gd name="connsiteX137" fmla="*/ 2748567 w 9312201"/>
              <a:gd name="connsiteY137" fmla="*/ 4375754 h 4927186"/>
              <a:gd name="connsiteX138" fmla="*/ 2726747 w 9312201"/>
              <a:gd name="connsiteY138" fmla="*/ 4353273 h 4927186"/>
              <a:gd name="connsiteX139" fmla="*/ 2748567 w 9312201"/>
              <a:gd name="connsiteY139" fmla="*/ 4330792 h 4927186"/>
              <a:gd name="connsiteX140" fmla="*/ 2670547 w 9312201"/>
              <a:gd name="connsiteY140" fmla="*/ 4330792 h 4927186"/>
              <a:gd name="connsiteX141" fmla="*/ 2692367 w 9312201"/>
              <a:gd name="connsiteY141" fmla="*/ 4353273 h 4927186"/>
              <a:gd name="connsiteX142" fmla="*/ 2670547 w 9312201"/>
              <a:gd name="connsiteY142" fmla="*/ 4375754 h 4927186"/>
              <a:gd name="connsiteX143" fmla="*/ 2648727 w 9312201"/>
              <a:gd name="connsiteY143" fmla="*/ 4353273 h 4927186"/>
              <a:gd name="connsiteX144" fmla="*/ 2670547 w 9312201"/>
              <a:gd name="connsiteY144" fmla="*/ 4330792 h 4927186"/>
              <a:gd name="connsiteX145" fmla="*/ 2592527 w 9312201"/>
              <a:gd name="connsiteY145" fmla="*/ 4330792 h 4927186"/>
              <a:gd name="connsiteX146" fmla="*/ 2614347 w 9312201"/>
              <a:gd name="connsiteY146" fmla="*/ 4353273 h 4927186"/>
              <a:gd name="connsiteX147" fmla="*/ 2592527 w 9312201"/>
              <a:gd name="connsiteY147" fmla="*/ 4375754 h 4927186"/>
              <a:gd name="connsiteX148" fmla="*/ 2570707 w 9312201"/>
              <a:gd name="connsiteY148" fmla="*/ 4353273 h 4927186"/>
              <a:gd name="connsiteX149" fmla="*/ 2592527 w 9312201"/>
              <a:gd name="connsiteY149" fmla="*/ 4330792 h 4927186"/>
              <a:gd name="connsiteX150" fmla="*/ 2513845 w 9312201"/>
              <a:gd name="connsiteY150" fmla="*/ 4330792 h 4927186"/>
              <a:gd name="connsiteX151" fmla="*/ 2536326 w 9312201"/>
              <a:gd name="connsiteY151" fmla="*/ 4353273 h 4927186"/>
              <a:gd name="connsiteX152" fmla="*/ 2513845 w 9312201"/>
              <a:gd name="connsiteY152" fmla="*/ 4375754 h 4927186"/>
              <a:gd name="connsiteX153" fmla="*/ 2491364 w 9312201"/>
              <a:gd name="connsiteY153" fmla="*/ 4353273 h 4927186"/>
              <a:gd name="connsiteX154" fmla="*/ 2513845 w 9312201"/>
              <a:gd name="connsiteY154" fmla="*/ 4330792 h 4927186"/>
              <a:gd name="connsiteX155" fmla="*/ 2436486 w 9312201"/>
              <a:gd name="connsiteY155" fmla="*/ 4330792 h 4927186"/>
              <a:gd name="connsiteX156" fmla="*/ 2458306 w 9312201"/>
              <a:gd name="connsiteY156" fmla="*/ 4353273 h 4927186"/>
              <a:gd name="connsiteX157" fmla="*/ 2436486 w 9312201"/>
              <a:gd name="connsiteY157" fmla="*/ 4375754 h 4927186"/>
              <a:gd name="connsiteX158" fmla="*/ 2414666 w 9312201"/>
              <a:gd name="connsiteY158" fmla="*/ 4353273 h 4927186"/>
              <a:gd name="connsiteX159" fmla="*/ 2436486 w 9312201"/>
              <a:gd name="connsiteY159" fmla="*/ 4330792 h 4927186"/>
              <a:gd name="connsiteX160" fmla="*/ 2826588 w 9312201"/>
              <a:gd name="connsiteY160" fmla="*/ 4252772 h 4927186"/>
              <a:gd name="connsiteX161" fmla="*/ 2848408 w 9312201"/>
              <a:gd name="connsiteY161" fmla="*/ 4274592 h 4927186"/>
              <a:gd name="connsiteX162" fmla="*/ 2826588 w 9312201"/>
              <a:gd name="connsiteY162" fmla="*/ 4296412 h 4927186"/>
              <a:gd name="connsiteX163" fmla="*/ 2804768 w 9312201"/>
              <a:gd name="connsiteY163" fmla="*/ 4274592 h 4927186"/>
              <a:gd name="connsiteX164" fmla="*/ 2826588 w 9312201"/>
              <a:gd name="connsiteY164" fmla="*/ 4252772 h 4927186"/>
              <a:gd name="connsiteX165" fmla="*/ 2748567 w 9312201"/>
              <a:gd name="connsiteY165" fmla="*/ 4252772 h 4927186"/>
              <a:gd name="connsiteX166" fmla="*/ 2770387 w 9312201"/>
              <a:gd name="connsiteY166" fmla="*/ 4274592 h 4927186"/>
              <a:gd name="connsiteX167" fmla="*/ 2748567 w 9312201"/>
              <a:gd name="connsiteY167" fmla="*/ 4296412 h 4927186"/>
              <a:gd name="connsiteX168" fmla="*/ 2726747 w 9312201"/>
              <a:gd name="connsiteY168" fmla="*/ 4274592 h 4927186"/>
              <a:gd name="connsiteX169" fmla="*/ 2748567 w 9312201"/>
              <a:gd name="connsiteY169" fmla="*/ 4252772 h 4927186"/>
              <a:gd name="connsiteX170" fmla="*/ 2670547 w 9312201"/>
              <a:gd name="connsiteY170" fmla="*/ 4252772 h 4927186"/>
              <a:gd name="connsiteX171" fmla="*/ 2692367 w 9312201"/>
              <a:gd name="connsiteY171" fmla="*/ 4274592 h 4927186"/>
              <a:gd name="connsiteX172" fmla="*/ 2670547 w 9312201"/>
              <a:gd name="connsiteY172" fmla="*/ 4296412 h 4927186"/>
              <a:gd name="connsiteX173" fmla="*/ 2648727 w 9312201"/>
              <a:gd name="connsiteY173" fmla="*/ 4274592 h 4927186"/>
              <a:gd name="connsiteX174" fmla="*/ 2670547 w 9312201"/>
              <a:gd name="connsiteY174" fmla="*/ 4252772 h 4927186"/>
              <a:gd name="connsiteX175" fmla="*/ 2592527 w 9312201"/>
              <a:gd name="connsiteY175" fmla="*/ 4252772 h 4927186"/>
              <a:gd name="connsiteX176" fmla="*/ 2614347 w 9312201"/>
              <a:gd name="connsiteY176" fmla="*/ 4274592 h 4927186"/>
              <a:gd name="connsiteX177" fmla="*/ 2592527 w 9312201"/>
              <a:gd name="connsiteY177" fmla="*/ 4296412 h 4927186"/>
              <a:gd name="connsiteX178" fmla="*/ 2570707 w 9312201"/>
              <a:gd name="connsiteY178" fmla="*/ 4274592 h 4927186"/>
              <a:gd name="connsiteX179" fmla="*/ 2592527 w 9312201"/>
              <a:gd name="connsiteY179" fmla="*/ 4252772 h 4927186"/>
              <a:gd name="connsiteX180" fmla="*/ 2513845 w 9312201"/>
              <a:gd name="connsiteY180" fmla="*/ 4252772 h 4927186"/>
              <a:gd name="connsiteX181" fmla="*/ 2536326 w 9312201"/>
              <a:gd name="connsiteY181" fmla="*/ 4274592 h 4927186"/>
              <a:gd name="connsiteX182" fmla="*/ 2513845 w 9312201"/>
              <a:gd name="connsiteY182" fmla="*/ 4296412 h 4927186"/>
              <a:gd name="connsiteX183" fmla="*/ 2491364 w 9312201"/>
              <a:gd name="connsiteY183" fmla="*/ 4274592 h 4927186"/>
              <a:gd name="connsiteX184" fmla="*/ 2513845 w 9312201"/>
              <a:gd name="connsiteY184" fmla="*/ 4252772 h 4927186"/>
              <a:gd name="connsiteX185" fmla="*/ 9056320 w 9312201"/>
              <a:gd name="connsiteY185" fmla="*/ 4252771 h 4927186"/>
              <a:gd name="connsiteX186" fmla="*/ 9078140 w 9312201"/>
              <a:gd name="connsiteY186" fmla="*/ 4274591 h 4927186"/>
              <a:gd name="connsiteX187" fmla="*/ 9056320 w 9312201"/>
              <a:gd name="connsiteY187" fmla="*/ 4296411 h 4927186"/>
              <a:gd name="connsiteX188" fmla="*/ 9034500 w 9312201"/>
              <a:gd name="connsiteY188" fmla="*/ 4274591 h 4927186"/>
              <a:gd name="connsiteX189" fmla="*/ 9056320 w 9312201"/>
              <a:gd name="connsiteY189" fmla="*/ 4252771 h 4927186"/>
              <a:gd name="connsiteX190" fmla="*/ 8978300 w 9312201"/>
              <a:gd name="connsiteY190" fmla="*/ 4252771 h 4927186"/>
              <a:gd name="connsiteX191" fmla="*/ 9000120 w 9312201"/>
              <a:gd name="connsiteY191" fmla="*/ 4274591 h 4927186"/>
              <a:gd name="connsiteX192" fmla="*/ 8978300 w 9312201"/>
              <a:gd name="connsiteY192" fmla="*/ 4296411 h 4927186"/>
              <a:gd name="connsiteX193" fmla="*/ 8956480 w 9312201"/>
              <a:gd name="connsiteY193" fmla="*/ 4274591 h 4927186"/>
              <a:gd name="connsiteX194" fmla="*/ 8978300 w 9312201"/>
              <a:gd name="connsiteY194" fmla="*/ 4252771 h 4927186"/>
              <a:gd name="connsiteX195" fmla="*/ 8900279 w 9312201"/>
              <a:gd name="connsiteY195" fmla="*/ 4252771 h 4927186"/>
              <a:gd name="connsiteX196" fmla="*/ 8922099 w 9312201"/>
              <a:gd name="connsiteY196" fmla="*/ 4274591 h 4927186"/>
              <a:gd name="connsiteX197" fmla="*/ 8900279 w 9312201"/>
              <a:gd name="connsiteY197" fmla="*/ 4296411 h 4927186"/>
              <a:gd name="connsiteX198" fmla="*/ 8878459 w 9312201"/>
              <a:gd name="connsiteY198" fmla="*/ 4274591 h 4927186"/>
              <a:gd name="connsiteX199" fmla="*/ 8900279 w 9312201"/>
              <a:gd name="connsiteY199" fmla="*/ 4252771 h 4927186"/>
              <a:gd name="connsiteX200" fmla="*/ 8199418 w 9312201"/>
              <a:gd name="connsiteY200" fmla="*/ 4252771 h 4927186"/>
              <a:gd name="connsiteX201" fmla="*/ 8221238 w 9312201"/>
              <a:gd name="connsiteY201" fmla="*/ 4274591 h 4927186"/>
              <a:gd name="connsiteX202" fmla="*/ 8199418 w 9312201"/>
              <a:gd name="connsiteY202" fmla="*/ 4296411 h 4927186"/>
              <a:gd name="connsiteX203" fmla="*/ 8177598 w 9312201"/>
              <a:gd name="connsiteY203" fmla="*/ 4274591 h 4927186"/>
              <a:gd name="connsiteX204" fmla="*/ 8199418 w 9312201"/>
              <a:gd name="connsiteY204" fmla="*/ 4252771 h 4927186"/>
              <a:gd name="connsiteX205" fmla="*/ 8121398 w 9312201"/>
              <a:gd name="connsiteY205" fmla="*/ 4252771 h 4927186"/>
              <a:gd name="connsiteX206" fmla="*/ 8143218 w 9312201"/>
              <a:gd name="connsiteY206" fmla="*/ 4274591 h 4927186"/>
              <a:gd name="connsiteX207" fmla="*/ 8121398 w 9312201"/>
              <a:gd name="connsiteY207" fmla="*/ 4296411 h 4927186"/>
              <a:gd name="connsiteX208" fmla="*/ 8099578 w 9312201"/>
              <a:gd name="connsiteY208" fmla="*/ 4274591 h 4927186"/>
              <a:gd name="connsiteX209" fmla="*/ 8121398 w 9312201"/>
              <a:gd name="connsiteY209" fmla="*/ 4252771 h 4927186"/>
              <a:gd name="connsiteX210" fmla="*/ 4928511 w 9312201"/>
              <a:gd name="connsiteY210" fmla="*/ 4252771 h 4927186"/>
              <a:gd name="connsiteX211" fmla="*/ 4950992 w 9312201"/>
              <a:gd name="connsiteY211" fmla="*/ 4274591 h 4927186"/>
              <a:gd name="connsiteX212" fmla="*/ 4928511 w 9312201"/>
              <a:gd name="connsiteY212" fmla="*/ 4296411 h 4927186"/>
              <a:gd name="connsiteX213" fmla="*/ 4906030 w 9312201"/>
              <a:gd name="connsiteY213" fmla="*/ 4274591 h 4927186"/>
              <a:gd name="connsiteX214" fmla="*/ 4928511 w 9312201"/>
              <a:gd name="connsiteY214" fmla="*/ 4252771 h 4927186"/>
              <a:gd name="connsiteX215" fmla="*/ 4850490 w 9312201"/>
              <a:gd name="connsiteY215" fmla="*/ 4252771 h 4927186"/>
              <a:gd name="connsiteX216" fmla="*/ 4872971 w 9312201"/>
              <a:gd name="connsiteY216" fmla="*/ 4274591 h 4927186"/>
              <a:gd name="connsiteX217" fmla="*/ 4850490 w 9312201"/>
              <a:gd name="connsiteY217" fmla="*/ 4296411 h 4927186"/>
              <a:gd name="connsiteX218" fmla="*/ 4828009 w 9312201"/>
              <a:gd name="connsiteY218" fmla="*/ 4274591 h 4927186"/>
              <a:gd name="connsiteX219" fmla="*/ 4850490 w 9312201"/>
              <a:gd name="connsiteY219" fmla="*/ 4252771 h 4927186"/>
              <a:gd name="connsiteX220" fmla="*/ 8978300 w 9312201"/>
              <a:gd name="connsiteY220" fmla="*/ 4174751 h 4927186"/>
              <a:gd name="connsiteX221" fmla="*/ 9000120 w 9312201"/>
              <a:gd name="connsiteY221" fmla="*/ 4196571 h 4927186"/>
              <a:gd name="connsiteX222" fmla="*/ 8978300 w 9312201"/>
              <a:gd name="connsiteY222" fmla="*/ 4218391 h 4927186"/>
              <a:gd name="connsiteX223" fmla="*/ 8956480 w 9312201"/>
              <a:gd name="connsiteY223" fmla="*/ 4196571 h 4927186"/>
              <a:gd name="connsiteX224" fmla="*/ 8978300 w 9312201"/>
              <a:gd name="connsiteY224" fmla="*/ 4174751 h 4927186"/>
              <a:gd name="connsiteX225" fmla="*/ 8900279 w 9312201"/>
              <a:gd name="connsiteY225" fmla="*/ 4174751 h 4927186"/>
              <a:gd name="connsiteX226" fmla="*/ 8922099 w 9312201"/>
              <a:gd name="connsiteY226" fmla="*/ 4196571 h 4927186"/>
              <a:gd name="connsiteX227" fmla="*/ 8900279 w 9312201"/>
              <a:gd name="connsiteY227" fmla="*/ 4218391 h 4927186"/>
              <a:gd name="connsiteX228" fmla="*/ 8878459 w 9312201"/>
              <a:gd name="connsiteY228" fmla="*/ 4196571 h 4927186"/>
              <a:gd name="connsiteX229" fmla="*/ 8900279 w 9312201"/>
              <a:gd name="connsiteY229" fmla="*/ 4174751 h 4927186"/>
              <a:gd name="connsiteX230" fmla="*/ 8277438 w 9312201"/>
              <a:gd name="connsiteY230" fmla="*/ 4174751 h 4927186"/>
              <a:gd name="connsiteX231" fmla="*/ 8299258 w 9312201"/>
              <a:gd name="connsiteY231" fmla="*/ 4196571 h 4927186"/>
              <a:gd name="connsiteX232" fmla="*/ 8277438 w 9312201"/>
              <a:gd name="connsiteY232" fmla="*/ 4218391 h 4927186"/>
              <a:gd name="connsiteX233" fmla="*/ 8255618 w 9312201"/>
              <a:gd name="connsiteY233" fmla="*/ 4196571 h 4927186"/>
              <a:gd name="connsiteX234" fmla="*/ 8277438 w 9312201"/>
              <a:gd name="connsiteY234" fmla="*/ 4174751 h 4927186"/>
              <a:gd name="connsiteX235" fmla="*/ 8199418 w 9312201"/>
              <a:gd name="connsiteY235" fmla="*/ 4174751 h 4927186"/>
              <a:gd name="connsiteX236" fmla="*/ 8221238 w 9312201"/>
              <a:gd name="connsiteY236" fmla="*/ 4196571 h 4927186"/>
              <a:gd name="connsiteX237" fmla="*/ 8199418 w 9312201"/>
              <a:gd name="connsiteY237" fmla="*/ 4218391 h 4927186"/>
              <a:gd name="connsiteX238" fmla="*/ 8177598 w 9312201"/>
              <a:gd name="connsiteY238" fmla="*/ 4196571 h 4927186"/>
              <a:gd name="connsiteX239" fmla="*/ 8199418 w 9312201"/>
              <a:gd name="connsiteY239" fmla="*/ 4174751 h 4927186"/>
              <a:gd name="connsiteX240" fmla="*/ 8121398 w 9312201"/>
              <a:gd name="connsiteY240" fmla="*/ 4174751 h 4927186"/>
              <a:gd name="connsiteX241" fmla="*/ 8143218 w 9312201"/>
              <a:gd name="connsiteY241" fmla="*/ 4196571 h 4927186"/>
              <a:gd name="connsiteX242" fmla="*/ 8121398 w 9312201"/>
              <a:gd name="connsiteY242" fmla="*/ 4218391 h 4927186"/>
              <a:gd name="connsiteX243" fmla="*/ 8099578 w 9312201"/>
              <a:gd name="connsiteY243" fmla="*/ 4196571 h 4927186"/>
              <a:gd name="connsiteX244" fmla="*/ 8121398 w 9312201"/>
              <a:gd name="connsiteY244" fmla="*/ 4174751 h 4927186"/>
              <a:gd name="connsiteX245" fmla="*/ 8044700 w 9312201"/>
              <a:gd name="connsiteY245" fmla="*/ 4174751 h 4927186"/>
              <a:gd name="connsiteX246" fmla="*/ 8066520 w 9312201"/>
              <a:gd name="connsiteY246" fmla="*/ 4196571 h 4927186"/>
              <a:gd name="connsiteX247" fmla="*/ 8044700 w 9312201"/>
              <a:gd name="connsiteY247" fmla="*/ 4218391 h 4927186"/>
              <a:gd name="connsiteX248" fmla="*/ 8022880 w 9312201"/>
              <a:gd name="connsiteY248" fmla="*/ 4196571 h 4927186"/>
              <a:gd name="connsiteX249" fmla="*/ 8044700 w 9312201"/>
              <a:gd name="connsiteY249" fmla="*/ 4174751 h 4927186"/>
              <a:gd name="connsiteX250" fmla="*/ 5162572 w 9312201"/>
              <a:gd name="connsiteY250" fmla="*/ 4174751 h 4927186"/>
              <a:gd name="connsiteX251" fmla="*/ 5185053 w 9312201"/>
              <a:gd name="connsiteY251" fmla="*/ 4197232 h 4927186"/>
              <a:gd name="connsiteX252" fmla="*/ 5162572 w 9312201"/>
              <a:gd name="connsiteY252" fmla="*/ 4219713 h 4927186"/>
              <a:gd name="connsiteX253" fmla="*/ 5140091 w 9312201"/>
              <a:gd name="connsiteY253" fmla="*/ 4197232 h 4927186"/>
              <a:gd name="connsiteX254" fmla="*/ 5162572 w 9312201"/>
              <a:gd name="connsiteY254" fmla="*/ 4174751 h 4927186"/>
              <a:gd name="connsiteX255" fmla="*/ 5085212 w 9312201"/>
              <a:gd name="connsiteY255" fmla="*/ 4174751 h 4927186"/>
              <a:gd name="connsiteX256" fmla="*/ 5107032 w 9312201"/>
              <a:gd name="connsiteY256" fmla="*/ 4196571 h 4927186"/>
              <a:gd name="connsiteX257" fmla="*/ 5085212 w 9312201"/>
              <a:gd name="connsiteY257" fmla="*/ 4218391 h 4927186"/>
              <a:gd name="connsiteX258" fmla="*/ 5063392 w 9312201"/>
              <a:gd name="connsiteY258" fmla="*/ 4196571 h 4927186"/>
              <a:gd name="connsiteX259" fmla="*/ 5085212 w 9312201"/>
              <a:gd name="connsiteY259" fmla="*/ 4174751 h 4927186"/>
              <a:gd name="connsiteX260" fmla="*/ 5007193 w 9312201"/>
              <a:gd name="connsiteY260" fmla="*/ 4174751 h 4927186"/>
              <a:gd name="connsiteX261" fmla="*/ 5029013 w 9312201"/>
              <a:gd name="connsiteY261" fmla="*/ 4196571 h 4927186"/>
              <a:gd name="connsiteX262" fmla="*/ 5007193 w 9312201"/>
              <a:gd name="connsiteY262" fmla="*/ 4218391 h 4927186"/>
              <a:gd name="connsiteX263" fmla="*/ 4985373 w 9312201"/>
              <a:gd name="connsiteY263" fmla="*/ 4196571 h 4927186"/>
              <a:gd name="connsiteX264" fmla="*/ 5007193 w 9312201"/>
              <a:gd name="connsiteY264" fmla="*/ 4174751 h 4927186"/>
              <a:gd name="connsiteX265" fmla="*/ 4928511 w 9312201"/>
              <a:gd name="connsiteY265" fmla="*/ 4174751 h 4927186"/>
              <a:gd name="connsiteX266" fmla="*/ 4950992 w 9312201"/>
              <a:gd name="connsiteY266" fmla="*/ 4196571 h 4927186"/>
              <a:gd name="connsiteX267" fmla="*/ 4928511 w 9312201"/>
              <a:gd name="connsiteY267" fmla="*/ 4218391 h 4927186"/>
              <a:gd name="connsiteX268" fmla="*/ 4906030 w 9312201"/>
              <a:gd name="connsiteY268" fmla="*/ 4196571 h 4927186"/>
              <a:gd name="connsiteX269" fmla="*/ 4928511 w 9312201"/>
              <a:gd name="connsiteY269" fmla="*/ 4174751 h 4927186"/>
              <a:gd name="connsiteX270" fmla="*/ 4850490 w 9312201"/>
              <a:gd name="connsiteY270" fmla="*/ 4174751 h 4927186"/>
              <a:gd name="connsiteX271" fmla="*/ 4872971 w 9312201"/>
              <a:gd name="connsiteY271" fmla="*/ 4196571 h 4927186"/>
              <a:gd name="connsiteX272" fmla="*/ 4850490 w 9312201"/>
              <a:gd name="connsiteY272" fmla="*/ 4218391 h 4927186"/>
              <a:gd name="connsiteX273" fmla="*/ 4828009 w 9312201"/>
              <a:gd name="connsiteY273" fmla="*/ 4196571 h 4927186"/>
              <a:gd name="connsiteX274" fmla="*/ 4850490 w 9312201"/>
              <a:gd name="connsiteY274" fmla="*/ 4174751 h 4927186"/>
              <a:gd name="connsiteX275" fmla="*/ 2903286 w 9312201"/>
              <a:gd name="connsiteY275" fmla="*/ 4174751 h 4927186"/>
              <a:gd name="connsiteX276" fmla="*/ 2925106 w 9312201"/>
              <a:gd name="connsiteY276" fmla="*/ 4196571 h 4927186"/>
              <a:gd name="connsiteX277" fmla="*/ 2903286 w 9312201"/>
              <a:gd name="connsiteY277" fmla="*/ 4218391 h 4927186"/>
              <a:gd name="connsiteX278" fmla="*/ 2881466 w 9312201"/>
              <a:gd name="connsiteY278" fmla="*/ 4196571 h 4927186"/>
              <a:gd name="connsiteX279" fmla="*/ 2903286 w 9312201"/>
              <a:gd name="connsiteY279" fmla="*/ 4174751 h 4927186"/>
              <a:gd name="connsiteX280" fmla="*/ 2826588 w 9312201"/>
              <a:gd name="connsiteY280" fmla="*/ 4174751 h 4927186"/>
              <a:gd name="connsiteX281" fmla="*/ 2848408 w 9312201"/>
              <a:gd name="connsiteY281" fmla="*/ 4196571 h 4927186"/>
              <a:gd name="connsiteX282" fmla="*/ 2826588 w 9312201"/>
              <a:gd name="connsiteY282" fmla="*/ 4218391 h 4927186"/>
              <a:gd name="connsiteX283" fmla="*/ 2804768 w 9312201"/>
              <a:gd name="connsiteY283" fmla="*/ 4196571 h 4927186"/>
              <a:gd name="connsiteX284" fmla="*/ 2826588 w 9312201"/>
              <a:gd name="connsiteY284" fmla="*/ 4174751 h 4927186"/>
              <a:gd name="connsiteX285" fmla="*/ 2748567 w 9312201"/>
              <a:gd name="connsiteY285" fmla="*/ 4174751 h 4927186"/>
              <a:gd name="connsiteX286" fmla="*/ 2770387 w 9312201"/>
              <a:gd name="connsiteY286" fmla="*/ 4196571 h 4927186"/>
              <a:gd name="connsiteX287" fmla="*/ 2748567 w 9312201"/>
              <a:gd name="connsiteY287" fmla="*/ 4218391 h 4927186"/>
              <a:gd name="connsiteX288" fmla="*/ 2726747 w 9312201"/>
              <a:gd name="connsiteY288" fmla="*/ 4196571 h 4927186"/>
              <a:gd name="connsiteX289" fmla="*/ 2748567 w 9312201"/>
              <a:gd name="connsiteY289" fmla="*/ 4174751 h 4927186"/>
              <a:gd name="connsiteX290" fmla="*/ 2670547 w 9312201"/>
              <a:gd name="connsiteY290" fmla="*/ 4174751 h 4927186"/>
              <a:gd name="connsiteX291" fmla="*/ 2692367 w 9312201"/>
              <a:gd name="connsiteY291" fmla="*/ 4196571 h 4927186"/>
              <a:gd name="connsiteX292" fmla="*/ 2670547 w 9312201"/>
              <a:gd name="connsiteY292" fmla="*/ 4218391 h 4927186"/>
              <a:gd name="connsiteX293" fmla="*/ 2648727 w 9312201"/>
              <a:gd name="connsiteY293" fmla="*/ 4196571 h 4927186"/>
              <a:gd name="connsiteX294" fmla="*/ 2670547 w 9312201"/>
              <a:gd name="connsiteY294" fmla="*/ 4174751 h 4927186"/>
              <a:gd name="connsiteX295" fmla="*/ 2592527 w 9312201"/>
              <a:gd name="connsiteY295" fmla="*/ 4174751 h 4927186"/>
              <a:gd name="connsiteX296" fmla="*/ 2614347 w 9312201"/>
              <a:gd name="connsiteY296" fmla="*/ 4196571 h 4927186"/>
              <a:gd name="connsiteX297" fmla="*/ 2592527 w 9312201"/>
              <a:gd name="connsiteY297" fmla="*/ 4218391 h 4927186"/>
              <a:gd name="connsiteX298" fmla="*/ 2570707 w 9312201"/>
              <a:gd name="connsiteY298" fmla="*/ 4196571 h 4927186"/>
              <a:gd name="connsiteX299" fmla="*/ 2592527 w 9312201"/>
              <a:gd name="connsiteY299" fmla="*/ 4174751 h 4927186"/>
              <a:gd name="connsiteX300" fmla="*/ 2513845 w 9312201"/>
              <a:gd name="connsiteY300" fmla="*/ 4174751 h 4927186"/>
              <a:gd name="connsiteX301" fmla="*/ 2536326 w 9312201"/>
              <a:gd name="connsiteY301" fmla="*/ 4196571 h 4927186"/>
              <a:gd name="connsiteX302" fmla="*/ 2513845 w 9312201"/>
              <a:gd name="connsiteY302" fmla="*/ 4218391 h 4927186"/>
              <a:gd name="connsiteX303" fmla="*/ 2491364 w 9312201"/>
              <a:gd name="connsiteY303" fmla="*/ 4196571 h 4927186"/>
              <a:gd name="connsiteX304" fmla="*/ 2513845 w 9312201"/>
              <a:gd name="connsiteY304" fmla="*/ 4174751 h 4927186"/>
              <a:gd name="connsiteX305" fmla="*/ 2981306 w 9312201"/>
              <a:gd name="connsiteY305" fmla="*/ 4096732 h 4927186"/>
              <a:gd name="connsiteX306" fmla="*/ 3003126 w 9312201"/>
              <a:gd name="connsiteY306" fmla="*/ 4118552 h 4927186"/>
              <a:gd name="connsiteX307" fmla="*/ 2981306 w 9312201"/>
              <a:gd name="connsiteY307" fmla="*/ 4140372 h 4927186"/>
              <a:gd name="connsiteX308" fmla="*/ 2959486 w 9312201"/>
              <a:gd name="connsiteY308" fmla="*/ 4118552 h 4927186"/>
              <a:gd name="connsiteX309" fmla="*/ 2981306 w 9312201"/>
              <a:gd name="connsiteY309" fmla="*/ 4096732 h 4927186"/>
              <a:gd name="connsiteX310" fmla="*/ 2903286 w 9312201"/>
              <a:gd name="connsiteY310" fmla="*/ 4096732 h 4927186"/>
              <a:gd name="connsiteX311" fmla="*/ 2925106 w 9312201"/>
              <a:gd name="connsiteY311" fmla="*/ 4118552 h 4927186"/>
              <a:gd name="connsiteX312" fmla="*/ 2903286 w 9312201"/>
              <a:gd name="connsiteY312" fmla="*/ 4140372 h 4927186"/>
              <a:gd name="connsiteX313" fmla="*/ 2881466 w 9312201"/>
              <a:gd name="connsiteY313" fmla="*/ 4118552 h 4927186"/>
              <a:gd name="connsiteX314" fmla="*/ 2903286 w 9312201"/>
              <a:gd name="connsiteY314" fmla="*/ 4096732 h 4927186"/>
              <a:gd name="connsiteX315" fmla="*/ 2826588 w 9312201"/>
              <a:gd name="connsiteY315" fmla="*/ 4096732 h 4927186"/>
              <a:gd name="connsiteX316" fmla="*/ 2848408 w 9312201"/>
              <a:gd name="connsiteY316" fmla="*/ 4118552 h 4927186"/>
              <a:gd name="connsiteX317" fmla="*/ 2826588 w 9312201"/>
              <a:gd name="connsiteY317" fmla="*/ 4140372 h 4927186"/>
              <a:gd name="connsiteX318" fmla="*/ 2804768 w 9312201"/>
              <a:gd name="connsiteY318" fmla="*/ 4118552 h 4927186"/>
              <a:gd name="connsiteX319" fmla="*/ 2826588 w 9312201"/>
              <a:gd name="connsiteY319" fmla="*/ 4096732 h 4927186"/>
              <a:gd name="connsiteX320" fmla="*/ 2748567 w 9312201"/>
              <a:gd name="connsiteY320" fmla="*/ 4096732 h 4927186"/>
              <a:gd name="connsiteX321" fmla="*/ 2770387 w 9312201"/>
              <a:gd name="connsiteY321" fmla="*/ 4118552 h 4927186"/>
              <a:gd name="connsiteX322" fmla="*/ 2748567 w 9312201"/>
              <a:gd name="connsiteY322" fmla="*/ 4140372 h 4927186"/>
              <a:gd name="connsiteX323" fmla="*/ 2726747 w 9312201"/>
              <a:gd name="connsiteY323" fmla="*/ 4118552 h 4927186"/>
              <a:gd name="connsiteX324" fmla="*/ 2748567 w 9312201"/>
              <a:gd name="connsiteY324" fmla="*/ 4096732 h 4927186"/>
              <a:gd name="connsiteX325" fmla="*/ 2670547 w 9312201"/>
              <a:gd name="connsiteY325" fmla="*/ 4096732 h 4927186"/>
              <a:gd name="connsiteX326" fmla="*/ 2692367 w 9312201"/>
              <a:gd name="connsiteY326" fmla="*/ 4118552 h 4927186"/>
              <a:gd name="connsiteX327" fmla="*/ 2670547 w 9312201"/>
              <a:gd name="connsiteY327" fmla="*/ 4140372 h 4927186"/>
              <a:gd name="connsiteX328" fmla="*/ 2648727 w 9312201"/>
              <a:gd name="connsiteY328" fmla="*/ 4118552 h 4927186"/>
              <a:gd name="connsiteX329" fmla="*/ 2670547 w 9312201"/>
              <a:gd name="connsiteY329" fmla="*/ 4096732 h 4927186"/>
              <a:gd name="connsiteX330" fmla="*/ 2592527 w 9312201"/>
              <a:gd name="connsiteY330" fmla="*/ 4096732 h 4927186"/>
              <a:gd name="connsiteX331" fmla="*/ 2614347 w 9312201"/>
              <a:gd name="connsiteY331" fmla="*/ 4118552 h 4927186"/>
              <a:gd name="connsiteX332" fmla="*/ 2592527 w 9312201"/>
              <a:gd name="connsiteY332" fmla="*/ 4140372 h 4927186"/>
              <a:gd name="connsiteX333" fmla="*/ 2570707 w 9312201"/>
              <a:gd name="connsiteY333" fmla="*/ 4118552 h 4927186"/>
              <a:gd name="connsiteX334" fmla="*/ 2592527 w 9312201"/>
              <a:gd name="connsiteY334" fmla="*/ 4096732 h 4927186"/>
              <a:gd name="connsiteX335" fmla="*/ 2513845 w 9312201"/>
              <a:gd name="connsiteY335" fmla="*/ 4096732 h 4927186"/>
              <a:gd name="connsiteX336" fmla="*/ 2536326 w 9312201"/>
              <a:gd name="connsiteY336" fmla="*/ 4118552 h 4927186"/>
              <a:gd name="connsiteX337" fmla="*/ 2513845 w 9312201"/>
              <a:gd name="connsiteY337" fmla="*/ 4140372 h 4927186"/>
              <a:gd name="connsiteX338" fmla="*/ 2491364 w 9312201"/>
              <a:gd name="connsiteY338" fmla="*/ 4118552 h 4927186"/>
              <a:gd name="connsiteX339" fmla="*/ 2513845 w 9312201"/>
              <a:gd name="connsiteY339" fmla="*/ 4096732 h 4927186"/>
              <a:gd name="connsiteX340" fmla="*/ 8900279 w 9312201"/>
              <a:gd name="connsiteY340" fmla="*/ 4096731 h 4927186"/>
              <a:gd name="connsiteX341" fmla="*/ 8922099 w 9312201"/>
              <a:gd name="connsiteY341" fmla="*/ 4118551 h 4927186"/>
              <a:gd name="connsiteX342" fmla="*/ 8900279 w 9312201"/>
              <a:gd name="connsiteY342" fmla="*/ 4140371 h 4927186"/>
              <a:gd name="connsiteX343" fmla="*/ 8878459 w 9312201"/>
              <a:gd name="connsiteY343" fmla="*/ 4118551 h 4927186"/>
              <a:gd name="connsiteX344" fmla="*/ 8900279 w 9312201"/>
              <a:gd name="connsiteY344" fmla="*/ 4096731 h 4927186"/>
              <a:gd name="connsiteX345" fmla="*/ 8277438 w 9312201"/>
              <a:gd name="connsiteY345" fmla="*/ 4096731 h 4927186"/>
              <a:gd name="connsiteX346" fmla="*/ 8299258 w 9312201"/>
              <a:gd name="connsiteY346" fmla="*/ 4118551 h 4927186"/>
              <a:gd name="connsiteX347" fmla="*/ 8277438 w 9312201"/>
              <a:gd name="connsiteY347" fmla="*/ 4140371 h 4927186"/>
              <a:gd name="connsiteX348" fmla="*/ 8255618 w 9312201"/>
              <a:gd name="connsiteY348" fmla="*/ 4118551 h 4927186"/>
              <a:gd name="connsiteX349" fmla="*/ 8277438 w 9312201"/>
              <a:gd name="connsiteY349" fmla="*/ 4096731 h 4927186"/>
              <a:gd name="connsiteX350" fmla="*/ 8199418 w 9312201"/>
              <a:gd name="connsiteY350" fmla="*/ 4096731 h 4927186"/>
              <a:gd name="connsiteX351" fmla="*/ 8221238 w 9312201"/>
              <a:gd name="connsiteY351" fmla="*/ 4118551 h 4927186"/>
              <a:gd name="connsiteX352" fmla="*/ 8199418 w 9312201"/>
              <a:gd name="connsiteY352" fmla="*/ 4140371 h 4927186"/>
              <a:gd name="connsiteX353" fmla="*/ 8177598 w 9312201"/>
              <a:gd name="connsiteY353" fmla="*/ 4118551 h 4927186"/>
              <a:gd name="connsiteX354" fmla="*/ 8199418 w 9312201"/>
              <a:gd name="connsiteY354" fmla="*/ 4096731 h 4927186"/>
              <a:gd name="connsiteX355" fmla="*/ 8121398 w 9312201"/>
              <a:gd name="connsiteY355" fmla="*/ 4096731 h 4927186"/>
              <a:gd name="connsiteX356" fmla="*/ 8143218 w 9312201"/>
              <a:gd name="connsiteY356" fmla="*/ 4118551 h 4927186"/>
              <a:gd name="connsiteX357" fmla="*/ 8121398 w 9312201"/>
              <a:gd name="connsiteY357" fmla="*/ 4140371 h 4927186"/>
              <a:gd name="connsiteX358" fmla="*/ 8099578 w 9312201"/>
              <a:gd name="connsiteY358" fmla="*/ 4118551 h 4927186"/>
              <a:gd name="connsiteX359" fmla="*/ 8121398 w 9312201"/>
              <a:gd name="connsiteY359" fmla="*/ 4096731 h 4927186"/>
              <a:gd name="connsiteX360" fmla="*/ 8044700 w 9312201"/>
              <a:gd name="connsiteY360" fmla="*/ 4096731 h 4927186"/>
              <a:gd name="connsiteX361" fmla="*/ 8066520 w 9312201"/>
              <a:gd name="connsiteY361" fmla="*/ 4118551 h 4927186"/>
              <a:gd name="connsiteX362" fmla="*/ 8044700 w 9312201"/>
              <a:gd name="connsiteY362" fmla="*/ 4140371 h 4927186"/>
              <a:gd name="connsiteX363" fmla="*/ 8022880 w 9312201"/>
              <a:gd name="connsiteY363" fmla="*/ 4118551 h 4927186"/>
              <a:gd name="connsiteX364" fmla="*/ 8044700 w 9312201"/>
              <a:gd name="connsiteY364" fmla="*/ 4096731 h 4927186"/>
              <a:gd name="connsiteX365" fmla="*/ 7966679 w 9312201"/>
              <a:gd name="connsiteY365" fmla="*/ 4096731 h 4927186"/>
              <a:gd name="connsiteX366" fmla="*/ 7988499 w 9312201"/>
              <a:gd name="connsiteY366" fmla="*/ 4118551 h 4927186"/>
              <a:gd name="connsiteX367" fmla="*/ 7966679 w 9312201"/>
              <a:gd name="connsiteY367" fmla="*/ 4140371 h 4927186"/>
              <a:gd name="connsiteX368" fmla="*/ 7944859 w 9312201"/>
              <a:gd name="connsiteY368" fmla="*/ 4118551 h 4927186"/>
              <a:gd name="connsiteX369" fmla="*/ 7966679 w 9312201"/>
              <a:gd name="connsiteY369" fmla="*/ 4096731 h 4927186"/>
              <a:gd name="connsiteX370" fmla="*/ 7888658 w 9312201"/>
              <a:gd name="connsiteY370" fmla="*/ 4096731 h 4927186"/>
              <a:gd name="connsiteX371" fmla="*/ 7910478 w 9312201"/>
              <a:gd name="connsiteY371" fmla="*/ 4118551 h 4927186"/>
              <a:gd name="connsiteX372" fmla="*/ 7888658 w 9312201"/>
              <a:gd name="connsiteY372" fmla="*/ 4140371 h 4927186"/>
              <a:gd name="connsiteX373" fmla="*/ 7866838 w 9312201"/>
              <a:gd name="connsiteY373" fmla="*/ 4118551 h 4927186"/>
              <a:gd name="connsiteX374" fmla="*/ 7888658 w 9312201"/>
              <a:gd name="connsiteY374" fmla="*/ 4096731 h 4927186"/>
              <a:gd name="connsiteX375" fmla="*/ 7576577 w 9312201"/>
              <a:gd name="connsiteY375" fmla="*/ 4096731 h 4927186"/>
              <a:gd name="connsiteX376" fmla="*/ 7598397 w 9312201"/>
              <a:gd name="connsiteY376" fmla="*/ 4118551 h 4927186"/>
              <a:gd name="connsiteX377" fmla="*/ 7576577 w 9312201"/>
              <a:gd name="connsiteY377" fmla="*/ 4140371 h 4927186"/>
              <a:gd name="connsiteX378" fmla="*/ 7554757 w 9312201"/>
              <a:gd name="connsiteY378" fmla="*/ 4118551 h 4927186"/>
              <a:gd name="connsiteX379" fmla="*/ 7576577 w 9312201"/>
              <a:gd name="connsiteY379" fmla="*/ 4096731 h 4927186"/>
              <a:gd name="connsiteX380" fmla="*/ 7498556 w 9312201"/>
              <a:gd name="connsiteY380" fmla="*/ 4096731 h 4927186"/>
              <a:gd name="connsiteX381" fmla="*/ 7520376 w 9312201"/>
              <a:gd name="connsiteY381" fmla="*/ 4118551 h 4927186"/>
              <a:gd name="connsiteX382" fmla="*/ 7498556 w 9312201"/>
              <a:gd name="connsiteY382" fmla="*/ 4140371 h 4927186"/>
              <a:gd name="connsiteX383" fmla="*/ 7476736 w 9312201"/>
              <a:gd name="connsiteY383" fmla="*/ 4118551 h 4927186"/>
              <a:gd name="connsiteX384" fmla="*/ 7498556 w 9312201"/>
              <a:gd name="connsiteY384" fmla="*/ 4096731 h 4927186"/>
              <a:gd name="connsiteX385" fmla="*/ 7421198 w 9312201"/>
              <a:gd name="connsiteY385" fmla="*/ 4096731 h 4927186"/>
              <a:gd name="connsiteX386" fmla="*/ 7443679 w 9312201"/>
              <a:gd name="connsiteY386" fmla="*/ 4118551 h 4927186"/>
              <a:gd name="connsiteX387" fmla="*/ 7421198 w 9312201"/>
              <a:gd name="connsiteY387" fmla="*/ 4140371 h 4927186"/>
              <a:gd name="connsiteX388" fmla="*/ 7398717 w 9312201"/>
              <a:gd name="connsiteY388" fmla="*/ 4118551 h 4927186"/>
              <a:gd name="connsiteX389" fmla="*/ 7421198 w 9312201"/>
              <a:gd name="connsiteY389" fmla="*/ 4096731 h 4927186"/>
              <a:gd name="connsiteX390" fmla="*/ 5162572 w 9312201"/>
              <a:gd name="connsiteY390" fmla="*/ 4096731 h 4927186"/>
              <a:gd name="connsiteX391" fmla="*/ 5185053 w 9312201"/>
              <a:gd name="connsiteY391" fmla="*/ 4119212 h 4927186"/>
              <a:gd name="connsiteX392" fmla="*/ 5162572 w 9312201"/>
              <a:gd name="connsiteY392" fmla="*/ 4141693 h 4927186"/>
              <a:gd name="connsiteX393" fmla="*/ 5140091 w 9312201"/>
              <a:gd name="connsiteY393" fmla="*/ 4119212 h 4927186"/>
              <a:gd name="connsiteX394" fmla="*/ 5162572 w 9312201"/>
              <a:gd name="connsiteY394" fmla="*/ 4096731 h 4927186"/>
              <a:gd name="connsiteX395" fmla="*/ 5085212 w 9312201"/>
              <a:gd name="connsiteY395" fmla="*/ 4096731 h 4927186"/>
              <a:gd name="connsiteX396" fmla="*/ 5107032 w 9312201"/>
              <a:gd name="connsiteY396" fmla="*/ 4118551 h 4927186"/>
              <a:gd name="connsiteX397" fmla="*/ 5085212 w 9312201"/>
              <a:gd name="connsiteY397" fmla="*/ 4140371 h 4927186"/>
              <a:gd name="connsiteX398" fmla="*/ 5063392 w 9312201"/>
              <a:gd name="connsiteY398" fmla="*/ 4118551 h 4927186"/>
              <a:gd name="connsiteX399" fmla="*/ 5085212 w 9312201"/>
              <a:gd name="connsiteY399" fmla="*/ 4096731 h 4927186"/>
              <a:gd name="connsiteX400" fmla="*/ 5007193 w 9312201"/>
              <a:gd name="connsiteY400" fmla="*/ 4096731 h 4927186"/>
              <a:gd name="connsiteX401" fmla="*/ 5029013 w 9312201"/>
              <a:gd name="connsiteY401" fmla="*/ 4118551 h 4927186"/>
              <a:gd name="connsiteX402" fmla="*/ 5007193 w 9312201"/>
              <a:gd name="connsiteY402" fmla="*/ 4140371 h 4927186"/>
              <a:gd name="connsiteX403" fmla="*/ 4985373 w 9312201"/>
              <a:gd name="connsiteY403" fmla="*/ 4118551 h 4927186"/>
              <a:gd name="connsiteX404" fmla="*/ 5007193 w 9312201"/>
              <a:gd name="connsiteY404" fmla="*/ 4096731 h 4927186"/>
              <a:gd name="connsiteX405" fmla="*/ 4928511 w 9312201"/>
              <a:gd name="connsiteY405" fmla="*/ 4096731 h 4927186"/>
              <a:gd name="connsiteX406" fmla="*/ 4950992 w 9312201"/>
              <a:gd name="connsiteY406" fmla="*/ 4118551 h 4927186"/>
              <a:gd name="connsiteX407" fmla="*/ 4928511 w 9312201"/>
              <a:gd name="connsiteY407" fmla="*/ 4140371 h 4927186"/>
              <a:gd name="connsiteX408" fmla="*/ 4906030 w 9312201"/>
              <a:gd name="connsiteY408" fmla="*/ 4118551 h 4927186"/>
              <a:gd name="connsiteX409" fmla="*/ 4928511 w 9312201"/>
              <a:gd name="connsiteY409" fmla="*/ 4096731 h 4927186"/>
              <a:gd name="connsiteX410" fmla="*/ 4850491 w 9312201"/>
              <a:gd name="connsiteY410" fmla="*/ 4096731 h 4927186"/>
              <a:gd name="connsiteX411" fmla="*/ 4872972 w 9312201"/>
              <a:gd name="connsiteY411" fmla="*/ 4118551 h 4927186"/>
              <a:gd name="connsiteX412" fmla="*/ 4850491 w 9312201"/>
              <a:gd name="connsiteY412" fmla="*/ 4140371 h 4927186"/>
              <a:gd name="connsiteX413" fmla="*/ 4828010 w 9312201"/>
              <a:gd name="connsiteY413" fmla="*/ 4118551 h 4927186"/>
              <a:gd name="connsiteX414" fmla="*/ 4850491 w 9312201"/>
              <a:gd name="connsiteY414" fmla="*/ 4096731 h 4927186"/>
              <a:gd name="connsiteX415" fmla="*/ 7966679 w 9312201"/>
              <a:gd name="connsiteY415" fmla="*/ 4018711 h 4927186"/>
              <a:gd name="connsiteX416" fmla="*/ 7988499 w 9312201"/>
              <a:gd name="connsiteY416" fmla="*/ 4041192 h 4927186"/>
              <a:gd name="connsiteX417" fmla="*/ 7966679 w 9312201"/>
              <a:gd name="connsiteY417" fmla="*/ 4063673 h 4927186"/>
              <a:gd name="connsiteX418" fmla="*/ 7944859 w 9312201"/>
              <a:gd name="connsiteY418" fmla="*/ 4041192 h 4927186"/>
              <a:gd name="connsiteX419" fmla="*/ 7966679 w 9312201"/>
              <a:gd name="connsiteY419" fmla="*/ 4018711 h 4927186"/>
              <a:gd name="connsiteX420" fmla="*/ 7888658 w 9312201"/>
              <a:gd name="connsiteY420" fmla="*/ 4018711 h 4927186"/>
              <a:gd name="connsiteX421" fmla="*/ 7910478 w 9312201"/>
              <a:gd name="connsiteY421" fmla="*/ 4041192 h 4927186"/>
              <a:gd name="connsiteX422" fmla="*/ 7888658 w 9312201"/>
              <a:gd name="connsiteY422" fmla="*/ 4063673 h 4927186"/>
              <a:gd name="connsiteX423" fmla="*/ 7866838 w 9312201"/>
              <a:gd name="connsiteY423" fmla="*/ 4041192 h 4927186"/>
              <a:gd name="connsiteX424" fmla="*/ 7888658 w 9312201"/>
              <a:gd name="connsiteY424" fmla="*/ 4018711 h 4927186"/>
              <a:gd name="connsiteX425" fmla="*/ 7809316 w 9312201"/>
              <a:gd name="connsiteY425" fmla="*/ 4018711 h 4927186"/>
              <a:gd name="connsiteX426" fmla="*/ 7831136 w 9312201"/>
              <a:gd name="connsiteY426" fmla="*/ 4041192 h 4927186"/>
              <a:gd name="connsiteX427" fmla="*/ 7809316 w 9312201"/>
              <a:gd name="connsiteY427" fmla="*/ 4063673 h 4927186"/>
              <a:gd name="connsiteX428" fmla="*/ 7787496 w 9312201"/>
              <a:gd name="connsiteY428" fmla="*/ 4041192 h 4927186"/>
              <a:gd name="connsiteX429" fmla="*/ 7809316 w 9312201"/>
              <a:gd name="connsiteY429" fmla="*/ 4018711 h 4927186"/>
              <a:gd name="connsiteX430" fmla="*/ 7731957 w 9312201"/>
              <a:gd name="connsiteY430" fmla="*/ 4018711 h 4927186"/>
              <a:gd name="connsiteX431" fmla="*/ 7754438 w 9312201"/>
              <a:gd name="connsiteY431" fmla="*/ 4041192 h 4927186"/>
              <a:gd name="connsiteX432" fmla="*/ 7731957 w 9312201"/>
              <a:gd name="connsiteY432" fmla="*/ 4063673 h 4927186"/>
              <a:gd name="connsiteX433" fmla="*/ 7709476 w 9312201"/>
              <a:gd name="connsiteY433" fmla="*/ 4041192 h 4927186"/>
              <a:gd name="connsiteX434" fmla="*/ 7731957 w 9312201"/>
              <a:gd name="connsiteY434" fmla="*/ 4018711 h 4927186"/>
              <a:gd name="connsiteX435" fmla="*/ 7654597 w 9312201"/>
              <a:gd name="connsiteY435" fmla="*/ 4018711 h 4927186"/>
              <a:gd name="connsiteX436" fmla="*/ 7676417 w 9312201"/>
              <a:gd name="connsiteY436" fmla="*/ 4041192 h 4927186"/>
              <a:gd name="connsiteX437" fmla="*/ 7654597 w 9312201"/>
              <a:gd name="connsiteY437" fmla="*/ 4063673 h 4927186"/>
              <a:gd name="connsiteX438" fmla="*/ 7632777 w 9312201"/>
              <a:gd name="connsiteY438" fmla="*/ 4041192 h 4927186"/>
              <a:gd name="connsiteX439" fmla="*/ 7654597 w 9312201"/>
              <a:gd name="connsiteY439" fmla="*/ 4018711 h 4927186"/>
              <a:gd name="connsiteX440" fmla="*/ 7576577 w 9312201"/>
              <a:gd name="connsiteY440" fmla="*/ 4018711 h 4927186"/>
              <a:gd name="connsiteX441" fmla="*/ 7598397 w 9312201"/>
              <a:gd name="connsiteY441" fmla="*/ 4041192 h 4927186"/>
              <a:gd name="connsiteX442" fmla="*/ 7576577 w 9312201"/>
              <a:gd name="connsiteY442" fmla="*/ 4063673 h 4927186"/>
              <a:gd name="connsiteX443" fmla="*/ 7554757 w 9312201"/>
              <a:gd name="connsiteY443" fmla="*/ 4041192 h 4927186"/>
              <a:gd name="connsiteX444" fmla="*/ 7576577 w 9312201"/>
              <a:gd name="connsiteY444" fmla="*/ 4018711 h 4927186"/>
              <a:gd name="connsiteX445" fmla="*/ 7498556 w 9312201"/>
              <a:gd name="connsiteY445" fmla="*/ 4018711 h 4927186"/>
              <a:gd name="connsiteX446" fmla="*/ 7520376 w 9312201"/>
              <a:gd name="connsiteY446" fmla="*/ 4041192 h 4927186"/>
              <a:gd name="connsiteX447" fmla="*/ 7498556 w 9312201"/>
              <a:gd name="connsiteY447" fmla="*/ 4063673 h 4927186"/>
              <a:gd name="connsiteX448" fmla="*/ 7476736 w 9312201"/>
              <a:gd name="connsiteY448" fmla="*/ 4041192 h 4927186"/>
              <a:gd name="connsiteX449" fmla="*/ 7498556 w 9312201"/>
              <a:gd name="connsiteY449" fmla="*/ 4018711 h 4927186"/>
              <a:gd name="connsiteX450" fmla="*/ 7421198 w 9312201"/>
              <a:gd name="connsiteY450" fmla="*/ 4018711 h 4927186"/>
              <a:gd name="connsiteX451" fmla="*/ 7443679 w 9312201"/>
              <a:gd name="connsiteY451" fmla="*/ 4041192 h 4927186"/>
              <a:gd name="connsiteX452" fmla="*/ 7421198 w 9312201"/>
              <a:gd name="connsiteY452" fmla="*/ 4063673 h 4927186"/>
              <a:gd name="connsiteX453" fmla="*/ 7398717 w 9312201"/>
              <a:gd name="connsiteY453" fmla="*/ 4041192 h 4927186"/>
              <a:gd name="connsiteX454" fmla="*/ 7421198 w 9312201"/>
              <a:gd name="connsiteY454" fmla="*/ 4018711 h 4927186"/>
              <a:gd name="connsiteX455" fmla="*/ 5162572 w 9312201"/>
              <a:gd name="connsiteY455" fmla="*/ 4018711 h 4927186"/>
              <a:gd name="connsiteX456" fmla="*/ 5185053 w 9312201"/>
              <a:gd name="connsiteY456" fmla="*/ 4041192 h 4927186"/>
              <a:gd name="connsiteX457" fmla="*/ 5162572 w 9312201"/>
              <a:gd name="connsiteY457" fmla="*/ 4063673 h 4927186"/>
              <a:gd name="connsiteX458" fmla="*/ 5140091 w 9312201"/>
              <a:gd name="connsiteY458" fmla="*/ 4041192 h 4927186"/>
              <a:gd name="connsiteX459" fmla="*/ 5162572 w 9312201"/>
              <a:gd name="connsiteY459" fmla="*/ 4018711 h 4927186"/>
              <a:gd name="connsiteX460" fmla="*/ 5085212 w 9312201"/>
              <a:gd name="connsiteY460" fmla="*/ 4018711 h 4927186"/>
              <a:gd name="connsiteX461" fmla="*/ 5107032 w 9312201"/>
              <a:gd name="connsiteY461" fmla="*/ 4041192 h 4927186"/>
              <a:gd name="connsiteX462" fmla="*/ 5085212 w 9312201"/>
              <a:gd name="connsiteY462" fmla="*/ 4063673 h 4927186"/>
              <a:gd name="connsiteX463" fmla="*/ 5063392 w 9312201"/>
              <a:gd name="connsiteY463" fmla="*/ 4041192 h 4927186"/>
              <a:gd name="connsiteX464" fmla="*/ 5085212 w 9312201"/>
              <a:gd name="connsiteY464" fmla="*/ 4018711 h 4927186"/>
              <a:gd name="connsiteX465" fmla="*/ 5007193 w 9312201"/>
              <a:gd name="connsiteY465" fmla="*/ 4018711 h 4927186"/>
              <a:gd name="connsiteX466" fmla="*/ 5029013 w 9312201"/>
              <a:gd name="connsiteY466" fmla="*/ 4041192 h 4927186"/>
              <a:gd name="connsiteX467" fmla="*/ 5007193 w 9312201"/>
              <a:gd name="connsiteY467" fmla="*/ 4063673 h 4927186"/>
              <a:gd name="connsiteX468" fmla="*/ 4985373 w 9312201"/>
              <a:gd name="connsiteY468" fmla="*/ 4041192 h 4927186"/>
              <a:gd name="connsiteX469" fmla="*/ 5007193 w 9312201"/>
              <a:gd name="connsiteY469" fmla="*/ 4018711 h 4927186"/>
              <a:gd name="connsiteX470" fmla="*/ 4928511 w 9312201"/>
              <a:gd name="connsiteY470" fmla="*/ 4018711 h 4927186"/>
              <a:gd name="connsiteX471" fmla="*/ 4950992 w 9312201"/>
              <a:gd name="connsiteY471" fmla="*/ 4041192 h 4927186"/>
              <a:gd name="connsiteX472" fmla="*/ 4928511 w 9312201"/>
              <a:gd name="connsiteY472" fmla="*/ 4063673 h 4927186"/>
              <a:gd name="connsiteX473" fmla="*/ 4906030 w 9312201"/>
              <a:gd name="connsiteY473" fmla="*/ 4041192 h 4927186"/>
              <a:gd name="connsiteX474" fmla="*/ 4928511 w 9312201"/>
              <a:gd name="connsiteY474" fmla="*/ 4018711 h 4927186"/>
              <a:gd name="connsiteX475" fmla="*/ 4850491 w 9312201"/>
              <a:gd name="connsiteY475" fmla="*/ 4018711 h 4927186"/>
              <a:gd name="connsiteX476" fmla="*/ 4872972 w 9312201"/>
              <a:gd name="connsiteY476" fmla="*/ 4041192 h 4927186"/>
              <a:gd name="connsiteX477" fmla="*/ 4850491 w 9312201"/>
              <a:gd name="connsiteY477" fmla="*/ 4063673 h 4927186"/>
              <a:gd name="connsiteX478" fmla="*/ 4828010 w 9312201"/>
              <a:gd name="connsiteY478" fmla="*/ 4041192 h 4927186"/>
              <a:gd name="connsiteX479" fmla="*/ 4850491 w 9312201"/>
              <a:gd name="connsiteY479" fmla="*/ 4018711 h 4927186"/>
              <a:gd name="connsiteX480" fmla="*/ 3059326 w 9312201"/>
              <a:gd name="connsiteY480" fmla="*/ 4018711 h 4927186"/>
              <a:gd name="connsiteX481" fmla="*/ 3081146 w 9312201"/>
              <a:gd name="connsiteY481" fmla="*/ 4041192 h 4927186"/>
              <a:gd name="connsiteX482" fmla="*/ 3059326 w 9312201"/>
              <a:gd name="connsiteY482" fmla="*/ 4063673 h 4927186"/>
              <a:gd name="connsiteX483" fmla="*/ 3037506 w 9312201"/>
              <a:gd name="connsiteY483" fmla="*/ 4041192 h 4927186"/>
              <a:gd name="connsiteX484" fmla="*/ 3059326 w 9312201"/>
              <a:gd name="connsiteY484" fmla="*/ 4018711 h 4927186"/>
              <a:gd name="connsiteX485" fmla="*/ 2981306 w 9312201"/>
              <a:gd name="connsiteY485" fmla="*/ 4018711 h 4927186"/>
              <a:gd name="connsiteX486" fmla="*/ 3003126 w 9312201"/>
              <a:gd name="connsiteY486" fmla="*/ 4041192 h 4927186"/>
              <a:gd name="connsiteX487" fmla="*/ 2981306 w 9312201"/>
              <a:gd name="connsiteY487" fmla="*/ 4063673 h 4927186"/>
              <a:gd name="connsiteX488" fmla="*/ 2959486 w 9312201"/>
              <a:gd name="connsiteY488" fmla="*/ 4041192 h 4927186"/>
              <a:gd name="connsiteX489" fmla="*/ 2981306 w 9312201"/>
              <a:gd name="connsiteY489" fmla="*/ 4018711 h 4927186"/>
              <a:gd name="connsiteX490" fmla="*/ 2903286 w 9312201"/>
              <a:gd name="connsiteY490" fmla="*/ 4018711 h 4927186"/>
              <a:gd name="connsiteX491" fmla="*/ 2925106 w 9312201"/>
              <a:gd name="connsiteY491" fmla="*/ 4041192 h 4927186"/>
              <a:gd name="connsiteX492" fmla="*/ 2903286 w 9312201"/>
              <a:gd name="connsiteY492" fmla="*/ 4063673 h 4927186"/>
              <a:gd name="connsiteX493" fmla="*/ 2881466 w 9312201"/>
              <a:gd name="connsiteY493" fmla="*/ 4041192 h 4927186"/>
              <a:gd name="connsiteX494" fmla="*/ 2903286 w 9312201"/>
              <a:gd name="connsiteY494" fmla="*/ 4018711 h 4927186"/>
              <a:gd name="connsiteX495" fmla="*/ 2826588 w 9312201"/>
              <a:gd name="connsiteY495" fmla="*/ 4018711 h 4927186"/>
              <a:gd name="connsiteX496" fmla="*/ 2848408 w 9312201"/>
              <a:gd name="connsiteY496" fmla="*/ 4041192 h 4927186"/>
              <a:gd name="connsiteX497" fmla="*/ 2826588 w 9312201"/>
              <a:gd name="connsiteY497" fmla="*/ 4063673 h 4927186"/>
              <a:gd name="connsiteX498" fmla="*/ 2804768 w 9312201"/>
              <a:gd name="connsiteY498" fmla="*/ 4041192 h 4927186"/>
              <a:gd name="connsiteX499" fmla="*/ 2826588 w 9312201"/>
              <a:gd name="connsiteY499" fmla="*/ 4018711 h 4927186"/>
              <a:gd name="connsiteX500" fmla="*/ 2748567 w 9312201"/>
              <a:gd name="connsiteY500" fmla="*/ 4018711 h 4927186"/>
              <a:gd name="connsiteX501" fmla="*/ 2770387 w 9312201"/>
              <a:gd name="connsiteY501" fmla="*/ 4041192 h 4927186"/>
              <a:gd name="connsiteX502" fmla="*/ 2748567 w 9312201"/>
              <a:gd name="connsiteY502" fmla="*/ 4063673 h 4927186"/>
              <a:gd name="connsiteX503" fmla="*/ 2726747 w 9312201"/>
              <a:gd name="connsiteY503" fmla="*/ 4041192 h 4927186"/>
              <a:gd name="connsiteX504" fmla="*/ 2748567 w 9312201"/>
              <a:gd name="connsiteY504" fmla="*/ 4018711 h 4927186"/>
              <a:gd name="connsiteX505" fmla="*/ 2670547 w 9312201"/>
              <a:gd name="connsiteY505" fmla="*/ 4018711 h 4927186"/>
              <a:gd name="connsiteX506" fmla="*/ 2692367 w 9312201"/>
              <a:gd name="connsiteY506" fmla="*/ 4041192 h 4927186"/>
              <a:gd name="connsiteX507" fmla="*/ 2670547 w 9312201"/>
              <a:gd name="connsiteY507" fmla="*/ 4063673 h 4927186"/>
              <a:gd name="connsiteX508" fmla="*/ 2648727 w 9312201"/>
              <a:gd name="connsiteY508" fmla="*/ 4041192 h 4927186"/>
              <a:gd name="connsiteX509" fmla="*/ 2670547 w 9312201"/>
              <a:gd name="connsiteY509" fmla="*/ 4018711 h 4927186"/>
              <a:gd name="connsiteX510" fmla="*/ 2592527 w 9312201"/>
              <a:gd name="connsiteY510" fmla="*/ 4018711 h 4927186"/>
              <a:gd name="connsiteX511" fmla="*/ 2614347 w 9312201"/>
              <a:gd name="connsiteY511" fmla="*/ 4041192 h 4927186"/>
              <a:gd name="connsiteX512" fmla="*/ 2592527 w 9312201"/>
              <a:gd name="connsiteY512" fmla="*/ 4063673 h 4927186"/>
              <a:gd name="connsiteX513" fmla="*/ 2570707 w 9312201"/>
              <a:gd name="connsiteY513" fmla="*/ 4041192 h 4927186"/>
              <a:gd name="connsiteX514" fmla="*/ 2592527 w 9312201"/>
              <a:gd name="connsiteY514" fmla="*/ 4018711 h 4927186"/>
              <a:gd name="connsiteX515" fmla="*/ 2513845 w 9312201"/>
              <a:gd name="connsiteY515" fmla="*/ 4018711 h 4927186"/>
              <a:gd name="connsiteX516" fmla="*/ 2536326 w 9312201"/>
              <a:gd name="connsiteY516" fmla="*/ 4041192 h 4927186"/>
              <a:gd name="connsiteX517" fmla="*/ 2513845 w 9312201"/>
              <a:gd name="connsiteY517" fmla="*/ 4063673 h 4927186"/>
              <a:gd name="connsiteX518" fmla="*/ 2491364 w 9312201"/>
              <a:gd name="connsiteY518" fmla="*/ 4041192 h 4927186"/>
              <a:gd name="connsiteX519" fmla="*/ 2513845 w 9312201"/>
              <a:gd name="connsiteY519" fmla="*/ 4018711 h 4927186"/>
              <a:gd name="connsiteX520" fmla="*/ 8355459 w 9312201"/>
              <a:gd name="connsiteY520" fmla="*/ 4018710 h 4927186"/>
              <a:gd name="connsiteX521" fmla="*/ 8377279 w 9312201"/>
              <a:gd name="connsiteY521" fmla="*/ 4041191 h 4927186"/>
              <a:gd name="connsiteX522" fmla="*/ 8355459 w 9312201"/>
              <a:gd name="connsiteY522" fmla="*/ 4063672 h 4927186"/>
              <a:gd name="connsiteX523" fmla="*/ 8333639 w 9312201"/>
              <a:gd name="connsiteY523" fmla="*/ 4041191 h 4927186"/>
              <a:gd name="connsiteX524" fmla="*/ 8355459 w 9312201"/>
              <a:gd name="connsiteY524" fmla="*/ 4018710 h 4927186"/>
              <a:gd name="connsiteX525" fmla="*/ 8277438 w 9312201"/>
              <a:gd name="connsiteY525" fmla="*/ 4018710 h 4927186"/>
              <a:gd name="connsiteX526" fmla="*/ 8299258 w 9312201"/>
              <a:gd name="connsiteY526" fmla="*/ 4041191 h 4927186"/>
              <a:gd name="connsiteX527" fmla="*/ 8277438 w 9312201"/>
              <a:gd name="connsiteY527" fmla="*/ 4063672 h 4927186"/>
              <a:gd name="connsiteX528" fmla="*/ 8255618 w 9312201"/>
              <a:gd name="connsiteY528" fmla="*/ 4041191 h 4927186"/>
              <a:gd name="connsiteX529" fmla="*/ 8277438 w 9312201"/>
              <a:gd name="connsiteY529" fmla="*/ 4018710 h 4927186"/>
              <a:gd name="connsiteX530" fmla="*/ 8199418 w 9312201"/>
              <a:gd name="connsiteY530" fmla="*/ 4018710 h 4927186"/>
              <a:gd name="connsiteX531" fmla="*/ 8221238 w 9312201"/>
              <a:gd name="connsiteY531" fmla="*/ 4041191 h 4927186"/>
              <a:gd name="connsiteX532" fmla="*/ 8199418 w 9312201"/>
              <a:gd name="connsiteY532" fmla="*/ 4063672 h 4927186"/>
              <a:gd name="connsiteX533" fmla="*/ 8177598 w 9312201"/>
              <a:gd name="connsiteY533" fmla="*/ 4041191 h 4927186"/>
              <a:gd name="connsiteX534" fmla="*/ 8199418 w 9312201"/>
              <a:gd name="connsiteY534" fmla="*/ 4018710 h 4927186"/>
              <a:gd name="connsiteX535" fmla="*/ 8121398 w 9312201"/>
              <a:gd name="connsiteY535" fmla="*/ 4018710 h 4927186"/>
              <a:gd name="connsiteX536" fmla="*/ 8143218 w 9312201"/>
              <a:gd name="connsiteY536" fmla="*/ 4041191 h 4927186"/>
              <a:gd name="connsiteX537" fmla="*/ 8121398 w 9312201"/>
              <a:gd name="connsiteY537" fmla="*/ 4063672 h 4927186"/>
              <a:gd name="connsiteX538" fmla="*/ 8099578 w 9312201"/>
              <a:gd name="connsiteY538" fmla="*/ 4041191 h 4927186"/>
              <a:gd name="connsiteX539" fmla="*/ 8121398 w 9312201"/>
              <a:gd name="connsiteY539" fmla="*/ 4018710 h 4927186"/>
              <a:gd name="connsiteX540" fmla="*/ 8044700 w 9312201"/>
              <a:gd name="connsiteY540" fmla="*/ 4018710 h 4927186"/>
              <a:gd name="connsiteX541" fmla="*/ 8066520 w 9312201"/>
              <a:gd name="connsiteY541" fmla="*/ 4041191 h 4927186"/>
              <a:gd name="connsiteX542" fmla="*/ 8044700 w 9312201"/>
              <a:gd name="connsiteY542" fmla="*/ 4063672 h 4927186"/>
              <a:gd name="connsiteX543" fmla="*/ 8022880 w 9312201"/>
              <a:gd name="connsiteY543" fmla="*/ 4041191 h 4927186"/>
              <a:gd name="connsiteX544" fmla="*/ 8044700 w 9312201"/>
              <a:gd name="connsiteY544" fmla="*/ 4018710 h 4927186"/>
              <a:gd name="connsiteX545" fmla="*/ 3059326 w 9312201"/>
              <a:gd name="connsiteY545" fmla="*/ 3942013 h 4927186"/>
              <a:gd name="connsiteX546" fmla="*/ 3081146 w 9312201"/>
              <a:gd name="connsiteY546" fmla="*/ 3963833 h 4927186"/>
              <a:gd name="connsiteX547" fmla="*/ 3059326 w 9312201"/>
              <a:gd name="connsiteY547" fmla="*/ 3985653 h 4927186"/>
              <a:gd name="connsiteX548" fmla="*/ 3037506 w 9312201"/>
              <a:gd name="connsiteY548" fmla="*/ 3963833 h 4927186"/>
              <a:gd name="connsiteX549" fmla="*/ 3059326 w 9312201"/>
              <a:gd name="connsiteY549" fmla="*/ 3942013 h 4927186"/>
              <a:gd name="connsiteX550" fmla="*/ 2981306 w 9312201"/>
              <a:gd name="connsiteY550" fmla="*/ 3942013 h 4927186"/>
              <a:gd name="connsiteX551" fmla="*/ 3003126 w 9312201"/>
              <a:gd name="connsiteY551" fmla="*/ 3963833 h 4927186"/>
              <a:gd name="connsiteX552" fmla="*/ 2981306 w 9312201"/>
              <a:gd name="connsiteY552" fmla="*/ 3985653 h 4927186"/>
              <a:gd name="connsiteX553" fmla="*/ 2959486 w 9312201"/>
              <a:gd name="connsiteY553" fmla="*/ 3963833 h 4927186"/>
              <a:gd name="connsiteX554" fmla="*/ 2981306 w 9312201"/>
              <a:gd name="connsiteY554" fmla="*/ 3942013 h 4927186"/>
              <a:gd name="connsiteX555" fmla="*/ 2903286 w 9312201"/>
              <a:gd name="connsiteY555" fmla="*/ 3942013 h 4927186"/>
              <a:gd name="connsiteX556" fmla="*/ 2925106 w 9312201"/>
              <a:gd name="connsiteY556" fmla="*/ 3963833 h 4927186"/>
              <a:gd name="connsiteX557" fmla="*/ 2903286 w 9312201"/>
              <a:gd name="connsiteY557" fmla="*/ 3985653 h 4927186"/>
              <a:gd name="connsiteX558" fmla="*/ 2881466 w 9312201"/>
              <a:gd name="connsiteY558" fmla="*/ 3963833 h 4927186"/>
              <a:gd name="connsiteX559" fmla="*/ 2903286 w 9312201"/>
              <a:gd name="connsiteY559" fmla="*/ 3942013 h 4927186"/>
              <a:gd name="connsiteX560" fmla="*/ 2826588 w 9312201"/>
              <a:gd name="connsiteY560" fmla="*/ 3942013 h 4927186"/>
              <a:gd name="connsiteX561" fmla="*/ 2848408 w 9312201"/>
              <a:gd name="connsiteY561" fmla="*/ 3963833 h 4927186"/>
              <a:gd name="connsiteX562" fmla="*/ 2826588 w 9312201"/>
              <a:gd name="connsiteY562" fmla="*/ 3985653 h 4927186"/>
              <a:gd name="connsiteX563" fmla="*/ 2804768 w 9312201"/>
              <a:gd name="connsiteY563" fmla="*/ 3963833 h 4927186"/>
              <a:gd name="connsiteX564" fmla="*/ 2826588 w 9312201"/>
              <a:gd name="connsiteY564" fmla="*/ 3942013 h 4927186"/>
              <a:gd name="connsiteX565" fmla="*/ 2748567 w 9312201"/>
              <a:gd name="connsiteY565" fmla="*/ 3942013 h 4927186"/>
              <a:gd name="connsiteX566" fmla="*/ 2770387 w 9312201"/>
              <a:gd name="connsiteY566" fmla="*/ 3963833 h 4927186"/>
              <a:gd name="connsiteX567" fmla="*/ 2748567 w 9312201"/>
              <a:gd name="connsiteY567" fmla="*/ 3985653 h 4927186"/>
              <a:gd name="connsiteX568" fmla="*/ 2726747 w 9312201"/>
              <a:gd name="connsiteY568" fmla="*/ 3963833 h 4927186"/>
              <a:gd name="connsiteX569" fmla="*/ 2748567 w 9312201"/>
              <a:gd name="connsiteY569" fmla="*/ 3942013 h 4927186"/>
              <a:gd name="connsiteX570" fmla="*/ 2670547 w 9312201"/>
              <a:gd name="connsiteY570" fmla="*/ 3942013 h 4927186"/>
              <a:gd name="connsiteX571" fmla="*/ 2692367 w 9312201"/>
              <a:gd name="connsiteY571" fmla="*/ 3963833 h 4927186"/>
              <a:gd name="connsiteX572" fmla="*/ 2670547 w 9312201"/>
              <a:gd name="connsiteY572" fmla="*/ 3985653 h 4927186"/>
              <a:gd name="connsiteX573" fmla="*/ 2648727 w 9312201"/>
              <a:gd name="connsiteY573" fmla="*/ 3963833 h 4927186"/>
              <a:gd name="connsiteX574" fmla="*/ 2670547 w 9312201"/>
              <a:gd name="connsiteY574" fmla="*/ 3942013 h 4927186"/>
              <a:gd name="connsiteX575" fmla="*/ 2592527 w 9312201"/>
              <a:gd name="connsiteY575" fmla="*/ 3942013 h 4927186"/>
              <a:gd name="connsiteX576" fmla="*/ 2614347 w 9312201"/>
              <a:gd name="connsiteY576" fmla="*/ 3963833 h 4927186"/>
              <a:gd name="connsiteX577" fmla="*/ 2592527 w 9312201"/>
              <a:gd name="connsiteY577" fmla="*/ 3985653 h 4927186"/>
              <a:gd name="connsiteX578" fmla="*/ 2570707 w 9312201"/>
              <a:gd name="connsiteY578" fmla="*/ 3963833 h 4927186"/>
              <a:gd name="connsiteX579" fmla="*/ 2592527 w 9312201"/>
              <a:gd name="connsiteY579" fmla="*/ 3942013 h 4927186"/>
              <a:gd name="connsiteX580" fmla="*/ 2513845 w 9312201"/>
              <a:gd name="connsiteY580" fmla="*/ 3942013 h 4927186"/>
              <a:gd name="connsiteX581" fmla="*/ 2536326 w 9312201"/>
              <a:gd name="connsiteY581" fmla="*/ 3963833 h 4927186"/>
              <a:gd name="connsiteX582" fmla="*/ 2513845 w 9312201"/>
              <a:gd name="connsiteY582" fmla="*/ 3985653 h 4927186"/>
              <a:gd name="connsiteX583" fmla="*/ 2491364 w 9312201"/>
              <a:gd name="connsiteY583" fmla="*/ 3963833 h 4927186"/>
              <a:gd name="connsiteX584" fmla="*/ 2513845 w 9312201"/>
              <a:gd name="connsiteY584" fmla="*/ 3942013 h 4927186"/>
              <a:gd name="connsiteX585" fmla="*/ 8355459 w 9312201"/>
              <a:gd name="connsiteY585" fmla="*/ 3942012 h 4927186"/>
              <a:gd name="connsiteX586" fmla="*/ 8377279 w 9312201"/>
              <a:gd name="connsiteY586" fmla="*/ 3963832 h 4927186"/>
              <a:gd name="connsiteX587" fmla="*/ 8355459 w 9312201"/>
              <a:gd name="connsiteY587" fmla="*/ 3985652 h 4927186"/>
              <a:gd name="connsiteX588" fmla="*/ 8333639 w 9312201"/>
              <a:gd name="connsiteY588" fmla="*/ 3963832 h 4927186"/>
              <a:gd name="connsiteX589" fmla="*/ 8355459 w 9312201"/>
              <a:gd name="connsiteY589" fmla="*/ 3942012 h 4927186"/>
              <a:gd name="connsiteX590" fmla="*/ 8277438 w 9312201"/>
              <a:gd name="connsiteY590" fmla="*/ 3942012 h 4927186"/>
              <a:gd name="connsiteX591" fmla="*/ 8299258 w 9312201"/>
              <a:gd name="connsiteY591" fmla="*/ 3963832 h 4927186"/>
              <a:gd name="connsiteX592" fmla="*/ 8277438 w 9312201"/>
              <a:gd name="connsiteY592" fmla="*/ 3985652 h 4927186"/>
              <a:gd name="connsiteX593" fmla="*/ 8255618 w 9312201"/>
              <a:gd name="connsiteY593" fmla="*/ 3963832 h 4927186"/>
              <a:gd name="connsiteX594" fmla="*/ 8277438 w 9312201"/>
              <a:gd name="connsiteY594" fmla="*/ 3942012 h 4927186"/>
              <a:gd name="connsiteX595" fmla="*/ 8199418 w 9312201"/>
              <a:gd name="connsiteY595" fmla="*/ 3942012 h 4927186"/>
              <a:gd name="connsiteX596" fmla="*/ 8221238 w 9312201"/>
              <a:gd name="connsiteY596" fmla="*/ 3963832 h 4927186"/>
              <a:gd name="connsiteX597" fmla="*/ 8199418 w 9312201"/>
              <a:gd name="connsiteY597" fmla="*/ 3985652 h 4927186"/>
              <a:gd name="connsiteX598" fmla="*/ 8177598 w 9312201"/>
              <a:gd name="connsiteY598" fmla="*/ 3963832 h 4927186"/>
              <a:gd name="connsiteX599" fmla="*/ 8199418 w 9312201"/>
              <a:gd name="connsiteY599" fmla="*/ 3942012 h 4927186"/>
              <a:gd name="connsiteX600" fmla="*/ 8121398 w 9312201"/>
              <a:gd name="connsiteY600" fmla="*/ 3942012 h 4927186"/>
              <a:gd name="connsiteX601" fmla="*/ 8143218 w 9312201"/>
              <a:gd name="connsiteY601" fmla="*/ 3963832 h 4927186"/>
              <a:gd name="connsiteX602" fmla="*/ 8121398 w 9312201"/>
              <a:gd name="connsiteY602" fmla="*/ 3985652 h 4927186"/>
              <a:gd name="connsiteX603" fmla="*/ 8099578 w 9312201"/>
              <a:gd name="connsiteY603" fmla="*/ 3963832 h 4927186"/>
              <a:gd name="connsiteX604" fmla="*/ 8121398 w 9312201"/>
              <a:gd name="connsiteY604" fmla="*/ 3942012 h 4927186"/>
              <a:gd name="connsiteX605" fmla="*/ 8044700 w 9312201"/>
              <a:gd name="connsiteY605" fmla="*/ 3942012 h 4927186"/>
              <a:gd name="connsiteX606" fmla="*/ 8066520 w 9312201"/>
              <a:gd name="connsiteY606" fmla="*/ 3963832 h 4927186"/>
              <a:gd name="connsiteX607" fmla="*/ 8044700 w 9312201"/>
              <a:gd name="connsiteY607" fmla="*/ 3985652 h 4927186"/>
              <a:gd name="connsiteX608" fmla="*/ 8022880 w 9312201"/>
              <a:gd name="connsiteY608" fmla="*/ 3963832 h 4927186"/>
              <a:gd name="connsiteX609" fmla="*/ 8044700 w 9312201"/>
              <a:gd name="connsiteY609" fmla="*/ 3942012 h 4927186"/>
              <a:gd name="connsiteX610" fmla="*/ 7966679 w 9312201"/>
              <a:gd name="connsiteY610" fmla="*/ 3942012 h 4927186"/>
              <a:gd name="connsiteX611" fmla="*/ 7988499 w 9312201"/>
              <a:gd name="connsiteY611" fmla="*/ 3963832 h 4927186"/>
              <a:gd name="connsiteX612" fmla="*/ 7966679 w 9312201"/>
              <a:gd name="connsiteY612" fmla="*/ 3985652 h 4927186"/>
              <a:gd name="connsiteX613" fmla="*/ 7944859 w 9312201"/>
              <a:gd name="connsiteY613" fmla="*/ 3963832 h 4927186"/>
              <a:gd name="connsiteX614" fmla="*/ 7966679 w 9312201"/>
              <a:gd name="connsiteY614" fmla="*/ 3942012 h 4927186"/>
              <a:gd name="connsiteX615" fmla="*/ 7888658 w 9312201"/>
              <a:gd name="connsiteY615" fmla="*/ 3942012 h 4927186"/>
              <a:gd name="connsiteX616" fmla="*/ 7910478 w 9312201"/>
              <a:gd name="connsiteY616" fmla="*/ 3963832 h 4927186"/>
              <a:gd name="connsiteX617" fmla="*/ 7888658 w 9312201"/>
              <a:gd name="connsiteY617" fmla="*/ 3985652 h 4927186"/>
              <a:gd name="connsiteX618" fmla="*/ 7866838 w 9312201"/>
              <a:gd name="connsiteY618" fmla="*/ 3963832 h 4927186"/>
              <a:gd name="connsiteX619" fmla="*/ 7888658 w 9312201"/>
              <a:gd name="connsiteY619" fmla="*/ 3942012 h 4927186"/>
              <a:gd name="connsiteX620" fmla="*/ 7809316 w 9312201"/>
              <a:gd name="connsiteY620" fmla="*/ 3942012 h 4927186"/>
              <a:gd name="connsiteX621" fmla="*/ 7831136 w 9312201"/>
              <a:gd name="connsiteY621" fmla="*/ 3963832 h 4927186"/>
              <a:gd name="connsiteX622" fmla="*/ 7809316 w 9312201"/>
              <a:gd name="connsiteY622" fmla="*/ 3985652 h 4927186"/>
              <a:gd name="connsiteX623" fmla="*/ 7787496 w 9312201"/>
              <a:gd name="connsiteY623" fmla="*/ 3963832 h 4927186"/>
              <a:gd name="connsiteX624" fmla="*/ 7809316 w 9312201"/>
              <a:gd name="connsiteY624" fmla="*/ 3942012 h 4927186"/>
              <a:gd name="connsiteX625" fmla="*/ 7731957 w 9312201"/>
              <a:gd name="connsiteY625" fmla="*/ 3942012 h 4927186"/>
              <a:gd name="connsiteX626" fmla="*/ 7754438 w 9312201"/>
              <a:gd name="connsiteY626" fmla="*/ 3963832 h 4927186"/>
              <a:gd name="connsiteX627" fmla="*/ 7731957 w 9312201"/>
              <a:gd name="connsiteY627" fmla="*/ 3985652 h 4927186"/>
              <a:gd name="connsiteX628" fmla="*/ 7709476 w 9312201"/>
              <a:gd name="connsiteY628" fmla="*/ 3963832 h 4927186"/>
              <a:gd name="connsiteX629" fmla="*/ 7731957 w 9312201"/>
              <a:gd name="connsiteY629" fmla="*/ 3942012 h 4927186"/>
              <a:gd name="connsiteX630" fmla="*/ 7654597 w 9312201"/>
              <a:gd name="connsiteY630" fmla="*/ 3942012 h 4927186"/>
              <a:gd name="connsiteX631" fmla="*/ 7676417 w 9312201"/>
              <a:gd name="connsiteY631" fmla="*/ 3963832 h 4927186"/>
              <a:gd name="connsiteX632" fmla="*/ 7654597 w 9312201"/>
              <a:gd name="connsiteY632" fmla="*/ 3985652 h 4927186"/>
              <a:gd name="connsiteX633" fmla="*/ 7632777 w 9312201"/>
              <a:gd name="connsiteY633" fmla="*/ 3963832 h 4927186"/>
              <a:gd name="connsiteX634" fmla="*/ 7654597 w 9312201"/>
              <a:gd name="connsiteY634" fmla="*/ 3942012 h 4927186"/>
              <a:gd name="connsiteX635" fmla="*/ 7576577 w 9312201"/>
              <a:gd name="connsiteY635" fmla="*/ 3942012 h 4927186"/>
              <a:gd name="connsiteX636" fmla="*/ 7598397 w 9312201"/>
              <a:gd name="connsiteY636" fmla="*/ 3963832 h 4927186"/>
              <a:gd name="connsiteX637" fmla="*/ 7576577 w 9312201"/>
              <a:gd name="connsiteY637" fmla="*/ 3985652 h 4927186"/>
              <a:gd name="connsiteX638" fmla="*/ 7554757 w 9312201"/>
              <a:gd name="connsiteY638" fmla="*/ 3963832 h 4927186"/>
              <a:gd name="connsiteX639" fmla="*/ 7576577 w 9312201"/>
              <a:gd name="connsiteY639" fmla="*/ 3942012 h 4927186"/>
              <a:gd name="connsiteX640" fmla="*/ 7498556 w 9312201"/>
              <a:gd name="connsiteY640" fmla="*/ 3942012 h 4927186"/>
              <a:gd name="connsiteX641" fmla="*/ 7520376 w 9312201"/>
              <a:gd name="connsiteY641" fmla="*/ 3963832 h 4927186"/>
              <a:gd name="connsiteX642" fmla="*/ 7498556 w 9312201"/>
              <a:gd name="connsiteY642" fmla="*/ 3985652 h 4927186"/>
              <a:gd name="connsiteX643" fmla="*/ 7476736 w 9312201"/>
              <a:gd name="connsiteY643" fmla="*/ 3963832 h 4927186"/>
              <a:gd name="connsiteX644" fmla="*/ 7498556 w 9312201"/>
              <a:gd name="connsiteY644" fmla="*/ 3942012 h 4927186"/>
              <a:gd name="connsiteX645" fmla="*/ 7421198 w 9312201"/>
              <a:gd name="connsiteY645" fmla="*/ 3942012 h 4927186"/>
              <a:gd name="connsiteX646" fmla="*/ 7443679 w 9312201"/>
              <a:gd name="connsiteY646" fmla="*/ 3963832 h 4927186"/>
              <a:gd name="connsiteX647" fmla="*/ 7421198 w 9312201"/>
              <a:gd name="connsiteY647" fmla="*/ 3985652 h 4927186"/>
              <a:gd name="connsiteX648" fmla="*/ 7398717 w 9312201"/>
              <a:gd name="connsiteY648" fmla="*/ 3963832 h 4927186"/>
              <a:gd name="connsiteX649" fmla="*/ 7421198 w 9312201"/>
              <a:gd name="connsiteY649" fmla="*/ 3942012 h 4927186"/>
              <a:gd name="connsiteX650" fmla="*/ 7343838 w 9312201"/>
              <a:gd name="connsiteY650" fmla="*/ 3942012 h 4927186"/>
              <a:gd name="connsiteX651" fmla="*/ 7365658 w 9312201"/>
              <a:gd name="connsiteY651" fmla="*/ 3963832 h 4927186"/>
              <a:gd name="connsiteX652" fmla="*/ 7343838 w 9312201"/>
              <a:gd name="connsiteY652" fmla="*/ 3985652 h 4927186"/>
              <a:gd name="connsiteX653" fmla="*/ 7322018 w 9312201"/>
              <a:gd name="connsiteY653" fmla="*/ 3963832 h 4927186"/>
              <a:gd name="connsiteX654" fmla="*/ 7343838 w 9312201"/>
              <a:gd name="connsiteY654" fmla="*/ 3942012 h 4927186"/>
              <a:gd name="connsiteX655" fmla="*/ 5162572 w 9312201"/>
              <a:gd name="connsiteY655" fmla="*/ 3942012 h 4927186"/>
              <a:gd name="connsiteX656" fmla="*/ 5185053 w 9312201"/>
              <a:gd name="connsiteY656" fmla="*/ 3963832 h 4927186"/>
              <a:gd name="connsiteX657" fmla="*/ 5162572 w 9312201"/>
              <a:gd name="connsiteY657" fmla="*/ 3985652 h 4927186"/>
              <a:gd name="connsiteX658" fmla="*/ 5140091 w 9312201"/>
              <a:gd name="connsiteY658" fmla="*/ 3963832 h 4927186"/>
              <a:gd name="connsiteX659" fmla="*/ 5162572 w 9312201"/>
              <a:gd name="connsiteY659" fmla="*/ 3942012 h 4927186"/>
              <a:gd name="connsiteX660" fmla="*/ 5085212 w 9312201"/>
              <a:gd name="connsiteY660" fmla="*/ 3942012 h 4927186"/>
              <a:gd name="connsiteX661" fmla="*/ 5107032 w 9312201"/>
              <a:gd name="connsiteY661" fmla="*/ 3963832 h 4927186"/>
              <a:gd name="connsiteX662" fmla="*/ 5085212 w 9312201"/>
              <a:gd name="connsiteY662" fmla="*/ 3985652 h 4927186"/>
              <a:gd name="connsiteX663" fmla="*/ 5063392 w 9312201"/>
              <a:gd name="connsiteY663" fmla="*/ 3963832 h 4927186"/>
              <a:gd name="connsiteX664" fmla="*/ 5085212 w 9312201"/>
              <a:gd name="connsiteY664" fmla="*/ 3942012 h 4927186"/>
              <a:gd name="connsiteX665" fmla="*/ 5007193 w 9312201"/>
              <a:gd name="connsiteY665" fmla="*/ 3942012 h 4927186"/>
              <a:gd name="connsiteX666" fmla="*/ 5029013 w 9312201"/>
              <a:gd name="connsiteY666" fmla="*/ 3963832 h 4927186"/>
              <a:gd name="connsiteX667" fmla="*/ 5007193 w 9312201"/>
              <a:gd name="connsiteY667" fmla="*/ 3985652 h 4927186"/>
              <a:gd name="connsiteX668" fmla="*/ 4985373 w 9312201"/>
              <a:gd name="connsiteY668" fmla="*/ 3963832 h 4927186"/>
              <a:gd name="connsiteX669" fmla="*/ 5007193 w 9312201"/>
              <a:gd name="connsiteY669" fmla="*/ 3942012 h 4927186"/>
              <a:gd name="connsiteX670" fmla="*/ 4928511 w 9312201"/>
              <a:gd name="connsiteY670" fmla="*/ 3942012 h 4927186"/>
              <a:gd name="connsiteX671" fmla="*/ 4950992 w 9312201"/>
              <a:gd name="connsiteY671" fmla="*/ 3963832 h 4927186"/>
              <a:gd name="connsiteX672" fmla="*/ 4928511 w 9312201"/>
              <a:gd name="connsiteY672" fmla="*/ 3985652 h 4927186"/>
              <a:gd name="connsiteX673" fmla="*/ 4906030 w 9312201"/>
              <a:gd name="connsiteY673" fmla="*/ 3963832 h 4927186"/>
              <a:gd name="connsiteX674" fmla="*/ 4928511 w 9312201"/>
              <a:gd name="connsiteY674" fmla="*/ 3942012 h 4927186"/>
              <a:gd name="connsiteX675" fmla="*/ 4850491 w 9312201"/>
              <a:gd name="connsiteY675" fmla="*/ 3942012 h 4927186"/>
              <a:gd name="connsiteX676" fmla="*/ 4872972 w 9312201"/>
              <a:gd name="connsiteY676" fmla="*/ 3963832 h 4927186"/>
              <a:gd name="connsiteX677" fmla="*/ 4850491 w 9312201"/>
              <a:gd name="connsiteY677" fmla="*/ 3985652 h 4927186"/>
              <a:gd name="connsiteX678" fmla="*/ 4828010 w 9312201"/>
              <a:gd name="connsiteY678" fmla="*/ 3963832 h 4927186"/>
              <a:gd name="connsiteX679" fmla="*/ 4850491 w 9312201"/>
              <a:gd name="connsiteY679" fmla="*/ 3942012 h 4927186"/>
              <a:gd name="connsiteX680" fmla="*/ 5552013 w 9312201"/>
              <a:gd name="connsiteY680" fmla="*/ 3862670 h 4927186"/>
              <a:gd name="connsiteX681" fmla="*/ 5573833 w 9312201"/>
              <a:gd name="connsiteY681" fmla="*/ 3885151 h 4927186"/>
              <a:gd name="connsiteX682" fmla="*/ 5552013 w 9312201"/>
              <a:gd name="connsiteY682" fmla="*/ 3907632 h 4927186"/>
              <a:gd name="connsiteX683" fmla="*/ 5530193 w 9312201"/>
              <a:gd name="connsiteY683" fmla="*/ 3885151 h 4927186"/>
              <a:gd name="connsiteX684" fmla="*/ 5552013 w 9312201"/>
              <a:gd name="connsiteY684" fmla="*/ 3862670 h 4927186"/>
              <a:gd name="connsiteX685" fmla="*/ 5317953 w 9312201"/>
              <a:gd name="connsiteY685" fmla="*/ 3862670 h 4927186"/>
              <a:gd name="connsiteX686" fmla="*/ 5339773 w 9312201"/>
              <a:gd name="connsiteY686" fmla="*/ 3885151 h 4927186"/>
              <a:gd name="connsiteX687" fmla="*/ 5317953 w 9312201"/>
              <a:gd name="connsiteY687" fmla="*/ 3907632 h 4927186"/>
              <a:gd name="connsiteX688" fmla="*/ 5296133 w 9312201"/>
              <a:gd name="connsiteY688" fmla="*/ 3885151 h 4927186"/>
              <a:gd name="connsiteX689" fmla="*/ 5317953 w 9312201"/>
              <a:gd name="connsiteY689" fmla="*/ 3862670 h 4927186"/>
              <a:gd name="connsiteX690" fmla="*/ 3059326 w 9312201"/>
              <a:gd name="connsiteY690" fmla="*/ 3862670 h 4927186"/>
              <a:gd name="connsiteX691" fmla="*/ 3081146 w 9312201"/>
              <a:gd name="connsiteY691" fmla="*/ 3885151 h 4927186"/>
              <a:gd name="connsiteX692" fmla="*/ 3059326 w 9312201"/>
              <a:gd name="connsiteY692" fmla="*/ 3907632 h 4927186"/>
              <a:gd name="connsiteX693" fmla="*/ 3037506 w 9312201"/>
              <a:gd name="connsiteY693" fmla="*/ 3885151 h 4927186"/>
              <a:gd name="connsiteX694" fmla="*/ 3059326 w 9312201"/>
              <a:gd name="connsiteY694" fmla="*/ 3862670 h 4927186"/>
              <a:gd name="connsiteX695" fmla="*/ 2981306 w 9312201"/>
              <a:gd name="connsiteY695" fmla="*/ 3862670 h 4927186"/>
              <a:gd name="connsiteX696" fmla="*/ 3003126 w 9312201"/>
              <a:gd name="connsiteY696" fmla="*/ 3885151 h 4927186"/>
              <a:gd name="connsiteX697" fmla="*/ 2981306 w 9312201"/>
              <a:gd name="connsiteY697" fmla="*/ 3907632 h 4927186"/>
              <a:gd name="connsiteX698" fmla="*/ 2959486 w 9312201"/>
              <a:gd name="connsiteY698" fmla="*/ 3885151 h 4927186"/>
              <a:gd name="connsiteX699" fmla="*/ 2981306 w 9312201"/>
              <a:gd name="connsiteY699" fmla="*/ 3862670 h 4927186"/>
              <a:gd name="connsiteX700" fmla="*/ 2903286 w 9312201"/>
              <a:gd name="connsiteY700" fmla="*/ 3862670 h 4927186"/>
              <a:gd name="connsiteX701" fmla="*/ 2925106 w 9312201"/>
              <a:gd name="connsiteY701" fmla="*/ 3885151 h 4927186"/>
              <a:gd name="connsiteX702" fmla="*/ 2903286 w 9312201"/>
              <a:gd name="connsiteY702" fmla="*/ 3907632 h 4927186"/>
              <a:gd name="connsiteX703" fmla="*/ 2881466 w 9312201"/>
              <a:gd name="connsiteY703" fmla="*/ 3885151 h 4927186"/>
              <a:gd name="connsiteX704" fmla="*/ 2903286 w 9312201"/>
              <a:gd name="connsiteY704" fmla="*/ 3862670 h 4927186"/>
              <a:gd name="connsiteX705" fmla="*/ 2826588 w 9312201"/>
              <a:gd name="connsiteY705" fmla="*/ 3862670 h 4927186"/>
              <a:gd name="connsiteX706" fmla="*/ 2848408 w 9312201"/>
              <a:gd name="connsiteY706" fmla="*/ 3885151 h 4927186"/>
              <a:gd name="connsiteX707" fmla="*/ 2826588 w 9312201"/>
              <a:gd name="connsiteY707" fmla="*/ 3907632 h 4927186"/>
              <a:gd name="connsiteX708" fmla="*/ 2804768 w 9312201"/>
              <a:gd name="connsiteY708" fmla="*/ 3885151 h 4927186"/>
              <a:gd name="connsiteX709" fmla="*/ 2826588 w 9312201"/>
              <a:gd name="connsiteY709" fmla="*/ 3862670 h 4927186"/>
              <a:gd name="connsiteX710" fmla="*/ 2748567 w 9312201"/>
              <a:gd name="connsiteY710" fmla="*/ 3862670 h 4927186"/>
              <a:gd name="connsiteX711" fmla="*/ 2770387 w 9312201"/>
              <a:gd name="connsiteY711" fmla="*/ 3885151 h 4927186"/>
              <a:gd name="connsiteX712" fmla="*/ 2748567 w 9312201"/>
              <a:gd name="connsiteY712" fmla="*/ 3907632 h 4927186"/>
              <a:gd name="connsiteX713" fmla="*/ 2726747 w 9312201"/>
              <a:gd name="connsiteY713" fmla="*/ 3885151 h 4927186"/>
              <a:gd name="connsiteX714" fmla="*/ 2748567 w 9312201"/>
              <a:gd name="connsiteY714" fmla="*/ 3862670 h 4927186"/>
              <a:gd name="connsiteX715" fmla="*/ 2670547 w 9312201"/>
              <a:gd name="connsiteY715" fmla="*/ 3862670 h 4927186"/>
              <a:gd name="connsiteX716" fmla="*/ 2692367 w 9312201"/>
              <a:gd name="connsiteY716" fmla="*/ 3885151 h 4927186"/>
              <a:gd name="connsiteX717" fmla="*/ 2670547 w 9312201"/>
              <a:gd name="connsiteY717" fmla="*/ 3907632 h 4927186"/>
              <a:gd name="connsiteX718" fmla="*/ 2648727 w 9312201"/>
              <a:gd name="connsiteY718" fmla="*/ 3885151 h 4927186"/>
              <a:gd name="connsiteX719" fmla="*/ 2670547 w 9312201"/>
              <a:gd name="connsiteY719" fmla="*/ 3862670 h 4927186"/>
              <a:gd name="connsiteX720" fmla="*/ 2592527 w 9312201"/>
              <a:gd name="connsiteY720" fmla="*/ 3862670 h 4927186"/>
              <a:gd name="connsiteX721" fmla="*/ 2614347 w 9312201"/>
              <a:gd name="connsiteY721" fmla="*/ 3885151 h 4927186"/>
              <a:gd name="connsiteX722" fmla="*/ 2592527 w 9312201"/>
              <a:gd name="connsiteY722" fmla="*/ 3907632 h 4927186"/>
              <a:gd name="connsiteX723" fmla="*/ 2570707 w 9312201"/>
              <a:gd name="connsiteY723" fmla="*/ 3885151 h 4927186"/>
              <a:gd name="connsiteX724" fmla="*/ 2592527 w 9312201"/>
              <a:gd name="connsiteY724" fmla="*/ 3862670 h 4927186"/>
              <a:gd name="connsiteX725" fmla="*/ 8355459 w 9312201"/>
              <a:gd name="connsiteY725" fmla="*/ 3862669 h 4927186"/>
              <a:gd name="connsiteX726" fmla="*/ 8377279 w 9312201"/>
              <a:gd name="connsiteY726" fmla="*/ 3885150 h 4927186"/>
              <a:gd name="connsiteX727" fmla="*/ 8355459 w 9312201"/>
              <a:gd name="connsiteY727" fmla="*/ 3907631 h 4927186"/>
              <a:gd name="connsiteX728" fmla="*/ 8333639 w 9312201"/>
              <a:gd name="connsiteY728" fmla="*/ 3885150 h 4927186"/>
              <a:gd name="connsiteX729" fmla="*/ 8355459 w 9312201"/>
              <a:gd name="connsiteY729" fmla="*/ 3862669 h 4927186"/>
              <a:gd name="connsiteX730" fmla="*/ 8277438 w 9312201"/>
              <a:gd name="connsiteY730" fmla="*/ 3862669 h 4927186"/>
              <a:gd name="connsiteX731" fmla="*/ 8299258 w 9312201"/>
              <a:gd name="connsiteY731" fmla="*/ 3885150 h 4927186"/>
              <a:gd name="connsiteX732" fmla="*/ 8277438 w 9312201"/>
              <a:gd name="connsiteY732" fmla="*/ 3907631 h 4927186"/>
              <a:gd name="connsiteX733" fmla="*/ 8255618 w 9312201"/>
              <a:gd name="connsiteY733" fmla="*/ 3885150 h 4927186"/>
              <a:gd name="connsiteX734" fmla="*/ 8277438 w 9312201"/>
              <a:gd name="connsiteY734" fmla="*/ 3862669 h 4927186"/>
              <a:gd name="connsiteX735" fmla="*/ 8199418 w 9312201"/>
              <a:gd name="connsiteY735" fmla="*/ 3862669 h 4927186"/>
              <a:gd name="connsiteX736" fmla="*/ 8221238 w 9312201"/>
              <a:gd name="connsiteY736" fmla="*/ 3885150 h 4927186"/>
              <a:gd name="connsiteX737" fmla="*/ 8199418 w 9312201"/>
              <a:gd name="connsiteY737" fmla="*/ 3907631 h 4927186"/>
              <a:gd name="connsiteX738" fmla="*/ 8177598 w 9312201"/>
              <a:gd name="connsiteY738" fmla="*/ 3885150 h 4927186"/>
              <a:gd name="connsiteX739" fmla="*/ 8199418 w 9312201"/>
              <a:gd name="connsiteY739" fmla="*/ 3862669 h 4927186"/>
              <a:gd name="connsiteX740" fmla="*/ 8121398 w 9312201"/>
              <a:gd name="connsiteY740" fmla="*/ 3862669 h 4927186"/>
              <a:gd name="connsiteX741" fmla="*/ 8143218 w 9312201"/>
              <a:gd name="connsiteY741" fmla="*/ 3885150 h 4927186"/>
              <a:gd name="connsiteX742" fmla="*/ 8121398 w 9312201"/>
              <a:gd name="connsiteY742" fmla="*/ 3907631 h 4927186"/>
              <a:gd name="connsiteX743" fmla="*/ 8099578 w 9312201"/>
              <a:gd name="connsiteY743" fmla="*/ 3885150 h 4927186"/>
              <a:gd name="connsiteX744" fmla="*/ 8121398 w 9312201"/>
              <a:gd name="connsiteY744" fmla="*/ 3862669 h 4927186"/>
              <a:gd name="connsiteX745" fmla="*/ 8044700 w 9312201"/>
              <a:gd name="connsiteY745" fmla="*/ 3862669 h 4927186"/>
              <a:gd name="connsiteX746" fmla="*/ 8066520 w 9312201"/>
              <a:gd name="connsiteY746" fmla="*/ 3885150 h 4927186"/>
              <a:gd name="connsiteX747" fmla="*/ 8044700 w 9312201"/>
              <a:gd name="connsiteY747" fmla="*/ 3907631 h 4927186"/>
              <a:gd name="connsiteX748" fmla="*/ 8022880 w 9312201"/>
              <a:gd name="connsiteY748" fmla="*/ 3885150 h 4927186"/>
              <a:gd name="connsiteX749" fmla="*/ 8044700 w 9312201"/>
              <a:gd name="connsiteY749" fmla="*/ 3862669 h 4927186"/>
              <a:gd name="connsiteX750" fmla="*/ 7966679 w 9312201"/>
              <a:gd name="connsiteY750" fmla="*/ 3862669 h 4927186"/>
              <a:gd name="connsiteX751" fmla="*/ 7988499 w 9312201"/>
              <a:gd name="connsiteY751" fmla="*/ 3885150 h 4927186"/>
              <a:gd name="connsiteX752" fmla="*/ 7966679 w 9312201"/>
              <a:gd name="connsiteY752" fmla="*/ 3907631 h 4927186"/>
              <a:gd name="connsiteX753" fmla="*/ 7944859 w 9312201"/>
              <a:gd name="connsiteY753" fmla="*/ 3885150 h 4927186"/>
              <a:gd name="connsiteX754" fmla="*/ 7966679 w 9312201"/>
              <a:gd name="connsiteY754" fmla="*/ 3862669 h 4927186"/>
              <a:gd name="connsiteX755" fmla="*/ 7888658 w 9312201"/>
              <a:gd name="connsiteY755" fmla="*/ 3862669 h 4927186"/>
              <a:gd name="connsiteX756" fmla="*/ 7910478 w 9312201"/>
              <a:gd name="connsiteY756" fmla="*/ 3885150 h 4927186"/>
              <a:gd name="connsiteX757" fmla="*/ 7888658 w 9312201"/>
              <a:gd name="connsiteY757" fmla="*/ 3907631 h 4927186"/>
              <a:gd name="connsiteX758" fmla="*/ 7866838 w 9312201"/>
              <a:gd name="connsiteY758" fmla="*/ 3885150 h 4927186"/>
              <a:gd name="connsiteX759" fmla="*/ 7888658 w 9312201"/>
              <a:gd name="connsiteY759" fmla="*/ 3862669 h 4927186"/>
              <a:gd name="connsiteX760" fmla="*/ 7809316 w 9312201"/>
              <a:gd name="connsiteY760" fmla="*/ 3862669 h 4927186"/>
              <a:gd name="connsiteX761" fmla="*/ 7831136 w 9312201"/>
              <a:gd name="connsiteY761" fmla="*/ 3885150 h 4927186"/>
              <a:gd name="connsiteX762" fmla="*/ 7809316 w 9312201"/>
              <a:gd name="connsiteY762" fmla="*/ 3907631 h 4927186"/>
              <a:gd name="connsiteX763" fmla="*/ 7787496 w 9312201"/>
              <a:gd name="connsiteY763" fmla="*/ 3885150 h 4927186"/>
              <a:gd name="connsiteX764" fmla="*/ 7809316 w 9312201"/>
              <a:gd name="connsiteY764" fmla="*/ 3862669 h 4927186"/>
              <a:gd name="connsiteX765" fmla="*/ 7731957 w 9312201"/>
              <a:gd name="connsiteY765" fmla="*/ 3862669 h 4927186"/>
              <a:gd name="connsiteX766" fmla="*/ 7754438 w 9312201"/>
              <a:gd name="connsiteY766" fmla="*/ 3885150 h 4927186"/>
              <a:gd name="connsiteX767" fmla="*/ 7731957 w 9312201"/>
              <a:gd name="connsiteY767" fmla="*/ 3907631 h 4927186"/>
              <a:gd name="connsiteX768" fmla="*/ 7709476 w 9312201"/>
              <a:gd name="connsiteY768" fmla="*/ 3885150 h 4927186"/>
              <a:gd name="connsiteX769" fmla="*/ 7731957 w 9312201"/>
              <a:gd name="connsiteY769" fmla="*/ 3862669 h 4927186"/>
              <a:gd name="connsiteX770" fmla="*/ 7654597 w 9312201"/>
              <a:gd name="connsiteY770" fmla="*/ 3862669 h 4927186"/>
              <a:gd name="connsiteX771" fmla="*/ 7676417 w 9312201"/>
              <a:gd name="connsiteY771" fmla="*/ 3885150 h 4927186"/>
              <a:gd name="connsiteX772" fmla="*/ 7654597 w 9312201"/>
              <a:gd name="connsiteY772" fmla="*/ 3907631 h 4927186"/>
              <a:gd name="connsiteX773" fmla="*/ 7632777 w 9312201"/>
              <a:gd name="connsiteY773" fmla="*/ 3885150 h 4927186"/>
              <a:gd name="connsiteX774" fmla="*/ 7654597 w 9312201"/>
              <a:gd name="connsiteY774" fmla="*/ 3862669 h 4927186"/>
              <a:gd name="connsiteX775" fmla="*/ 7576577 w 9312201"/>
              <a:gd name="connsiteY775" fmla="*/ 3862669 h 4927186"/>
              <a:gd name="connsiteX776" fmla="*/ 7598397 w 9312201"/>
              <a:gd name="connsiteY776" fmla="*/ 3885150 h 4927186"/>
              <a:gd name="connsiteX777" fmla="*/ 7576577 w 9312201"/>
              <a:gd name="connsiteY777" fmla="*/ 3907631 h 4927186"/>
              <a:gd name="connsiteX778" fmla="*/ 7554757 w 9312201"/>
              <a:gd name="connsiteY778" fmla="*/ 3885150 h 4927186"/>
              <a:gd name="connsiteX779" fmla="*/ 7576577 w 9312201"/>
              <a:gd name="connsiteY779" fmla="*/ 3862669 h 4927186"/>
              <a:gd name="connsiteX780" fmla="*/ 7498556 w 9312201"/>
              <a:gd name="connsiteY780" fmla="*/ 3862669 h 4927186"/>
              <a:gd name="connsiteX781" fmla="*/ 7520376 w 9312201"/>
              <a:gd name="connsiteY781" fmla="*/ 3885150 h 4927186"/>
              <a:gd name="connsiteX782" fmla="*/ 7498556 w 9312201"/>
              <a:gd name="connsiteY782" fmla="*/ 3907631 h 4927186"/>
              <a:gd name="connsiteX783" fmla="*/ 7476736 w 9312201"/>
              <a:gd name="connsiteY783" fmla="*/ 3885150 h 4927186"/>
              <a:gd name="connsiteX784" fmla="*/ 7498556 w 9312201"/>
              <a:gd name="connsiteY784" fmla="*/ 3862669 h 4927186"/>
              <a:gd name="connsiteX785" fmla="*/ 7421198 w 9312201"/>
              <a:gd name="connsiteY785" fmla="*/ 3862669 h 4927186"/>
              <a:gd name="connsiteX786" fmla="*/ 7443679 w 9312201"/>
              <a:gd name="connsiteY786" fmla="*/ 3885150 h 4927186"/>
              <a:gd name="connsiteX787" fmla="*/ 7421198 w 9312201"/>
              <a:gd name="connsiteY787" fmla="*/ 3907631 h 4927186"/>
              <a:gd name="connsiteX788" fmla="*/ 7398717 w 9312201"/>
              <a:gd name="connsiteY788" fmla="*/ 3885150 h 4927186"/>
              <a:gd name="connsiteX789" fmla="*/ 7421198 w 9312201"/>
              <a:gd name="connsiteY789" fmla="*/ 3862669 h 4927186"/>
              <a:gd name="connsiteX790" fmla="*/ 7343838 w 9312201"/>
              <a:gd name="connsiteY790" fmla="*/ 3862669 h 4927186"/>
              <a:gd name="connsiteX791" fmla="*/ 7365658 w 9312201"/>
              <a:gd name="connsiteY791" fmla="*/ 3885150 h 4927186"/>
              <a:gd name="connsiteX792" fmla="*/ 7343838 w 9312201"/>
              <a:gd name="connsiteY792" fmla="*/ 3907631 h 4927186"/>
              <a:gd name="connsiteX793" fmla="*/ 7322018 w 9312201"/>
              <a:gd name="connsiteY793" fmla="*/ 3885150 h 4927186"/>
              <a:gd name="connsiteX794" fmla="*/ 7343838 w 9312201"/>
              <a:gd name="connsiteY794" fmla="*/ 3862669 h 4927186"/>
              <a:gd name="connsiteX795" fmla="*/ 5239931 w 9312201"/>
              <a:gd name="connsiteY795" fmla="*/ 3862669 h 4927186"/>
              <a:gd name="connsiteX796" fmla="*/ 5261751 w 9312201"/>
              <a:gd name="connsiteY796" fmla="*/ 3885150 h 4927186"/>
              <a:gd name="connsiteX797" fmla="*/ 5239931 w 9312201"/>
              <a:gd name="connsiteY797" fmla="*/ 3907631 h 4927186"/>
              <a:gd name="connsiteX798" fmla="*/ 5218111 w 9312201"/>
              <a:gd name="connsiteY798" fmla="*/ 3885150 h 4927186"/>
              <a:gd name="connsiteX799" fmla="*/ 5239931 w 9312201"/>
              <a:gd name="connsiteY799" fmla="*/ 3862669 h 4927186"/>
              <a:gd name="connsiteX800" fmla="*/ 5162572 w 9312201"/>
              <a:gd name="connsiteY800" fmla="*/ 3862669 h 4927186"/>
              <a:gd name="connsiteX801" fmla="*/ 5185053 w 9312201"/>
              <a:gd name="connsiteY801" fmla="*/ 3885150 h 4927186"/>
              <a:gd name="connsiteX802" fmla="*/ 5162572 w 9312201"/>
              <a:gd name="connsiteY802" fmla="*/ 3907631 h 4927186"/>
              <a:gd name="connsiteX803" fmla="*/ 5140091 w 9312201"/>
              <a:gd name="connsiteY803" fmla="*/ 3885150 h 4927186"/>
              <a:gd name="connsiteX804" fmla="*/ 5162572 w 9312201"/>
              <a:gd name="connsiteY804" fmla="*/ 3862669 h 4927186"/>
              <a:gd name="connsiteX805" fmla="*/ 5085212 w 9312201"/>
              <a:gd name="connsiteY805" fmla="*/ 3862669 h 4927186"/>
              <a:gd name="connsiteX806" fmla="*/ 5107032 w 9312201"/>
              <a:gd name="connsiteY806" fmla="*/ 3885150 h 4927186"/>
              <a:gd name="connsiteX807" fmla="*/ 5085212 w 9312201"/>
              <a:gd name="connsiteY807" fmla="*/ 3907631 h 4927186"/>
              <a:gd name="connsiteX808" fmla="*/ 5063392 w 9312201"/>
              <a:gd name="connsiteY808" fmla="*/ 3885150 h 4927186"/>
              <a:gd name="connsiteX809" fmla="*/ 5085212 w 9312201"/>
              <a:gd name="connsiteY809" fmla="*/ 3862669 h 4927186"/>
              <a:gd name="connsiteX810" fmla="*/ 5007193 w 9312201"/>
              <a:gd name="connsiteY810" fmla="*/ 3862669 h 4927186"/>
              <a:gd name="connsiteX811" fmla="*/ 5029013 w 9312201"/>
              <a:gd name="connsiteY811" fmla="*/ 3885150 h 4927186"/>
              <a:gd name="connsiteX812" fmla="*/ 5007193 w 9312201"/>
              <a:gd name="connsiteY812" fmla="*/ 3907631 h 4927186"/>
              <a:gd name="connsiteX813" fmla="*/ 4985373 w 9312201"/>
              <a:gd name="connsiteY813" fmla="*/ 3885150 h 4927186"/>
              <a:gd name="connsiteX814" fmla="*/ 5007193 w 9312201"/>
              <a:gd name="connsiteY814" fmla="*/ 3862669 h 4927186"/>
              <a:gd name="connsiteX815" fmla="*/ 4928511 w 9312201"/>
              <a:gd name="connsiteY815" fmla="*/ 3862669 h 4927186"/>
              <a:gd name="connsiteX816" fmla="*/ 4950992 w 9312201"/>
              <a:gd name="connsiteY816" fmla="*/ 3885150 h 4927186"/>
              <a:gd name="connsiteX817" fmla="*/ 4928511 w 9312201"/>
              <a:gd name="connsiteY817" fmla="*/ 3907631 h 4927186"/>
              <a:gd name="connsiteX818" fmla="*/ 4906030 w 9312201"/>
              <a:gd name="connsiteY818" fmla="*/ 3885150 h 4927186"/>
              <a:gd name="connsiteX819" fmla="*/ 4928511 w 9312201"/>
              <a:gd name="connsiteY819" fmla="*/ 3862669 h 4927186"/>
              <a:gd name="connsiteX820" fmla="*/ 4850491 w 9312201"/>
              <a:gd name="connsiteY820" fmla="*/ 3862669 h 4927186"/>
              <a:gd name="connsiteX821" fmla="*/ 4872972 w 9312201"/>
              <a:gd name="connsiteY821" fmla="*/ 3885150 h 4927186"/>
              <a:gd name="connsiteX822" fmla="*/ 4850491 w 9312201"/>
              <a:gd name="connsiteY822" fmla="*/ 3907631 h 4927186"/>
              <a:gd name="connsiteX823" fmla="*/ 4828010 w 9312201"/>
              <a:gd name="connsiteY823" fmla="*/ 3885150 h 4927186"/>
              <a:gd name="connsiteX824" fmla="*/ 4850491 w 9312201"/>
              <a:gd name="connsiteY824" fmla="*/ 3862669 h 4927186"/>
              <a:gd name="connsiteX825" fmla="*/ 4773132 w 9312201"/>
              <a:gd name="connsiteY825" fmla="*/ 3862669 h 4927186"/>
              <a:gd name="connsiteX826" fmla="*/ 4794952 w 9312201"/>
              <a:gd name="connsiteY826" fmla="*/ 3885150 h 4927186"/>
              <a:gd name="connsiteX827" fmla="*/ 4773132 w 9312201"/>
              <a:gd name="connsiteY827" fmla="*/ 3907631 h 4927186"/>
              <a:gd name="connsiteX828" fmla="*/ 4751312 w 9312201"/>
              <a:gd name="connsiteY828" fmla="*/ 3885150 h 4927186"/>
              <a:gd name="connsiteX829" fmla="*/ 4773132 w 9312201"/>
              <a:gd name="connsiteY829" fmla="*/ 3862669 h 4927186"/>
              <a:gd name="connsiteX830" fmla="*/ 3137348 w 9312201"/>
              <a:gd name="connsiteY830" fmla="*/ 3862669 h 4927186"/>
              <a:gd name="connsiteX831" fmla="*/ 3159168 w 9312201"/>
              <a:gd name="connsiteY831" fmla="*/ 3885150 h 4927186"/>
              <a:gd name="connsiteX832" fmla="*/ 3137348 w 9312201"/>
              <a:gd name="connsiteY832" fmla="*/ 3907631 h 4927186"/>
              <a:gd name="connsiteX833" fmla="*/ 3115528 w 9312201"/>
              <a:gd name="connsiteY833" fmla="*/ 3885150 h 4927186"/>
              <a:gd name="connsiteX834" fmla="*/ 3137348 w 9312201"/>
              <a:gd name="connsiteY834" fmla="*/ 3862669 h 4927186"/>
              <a:gd name="connsiteX835" fmla="*/ 8744900 w 9312201"/>
              <a:gd name="connsiteY835" fmla="*/ 3784650 h 4927186"/>
              <a:gd name="connsiteX836" fmla="*/ 8767381 w 9312201"/>
              <a:gd name="connsiteY836" fmla="*/ 3806470 h 4927186"/>
              <a:gd name="connsiteX837" fmla="*/ 8744900 w 9312201"/>
              <a:gd name="connsiteY837" fmla="*/ 3828290 h 4927186"/>
              <a:gd name="connsiteX838" fmla="*/ 8722419 w 9312201"/>
              <a:gd name="connsiteY838" fmla="*/ 3806470 h 4927186"/>
              <a:gd name="connsiteX839" fmla="*/ 8744900 w 9312201"/>
              <a:gd name="connsiteY839" fmla="*/ 3784650 h 4927186"/>
              <a:gd name="connsiteX840" fmla="*/ 8667540 w 9312201"/>
              <a:gd name="connsiteY840" fmla="*/ 3784650 h 4927186"/>
              <a:gd name="connsiteX841" fmla="*/ 8689360 w 9312201"/>
              <a:gd name="connsiteY841" fmla="*/ 3806470 h 4927186"/>
              <a:gd name="connsiteX842" fmla="*/ 8667540 w 9312201"/>
              <a:gd name="connsiteY842" fmla="*/ 3828290 h 4927186"/>
              <a:gd name="connsiteX843" fmla="*/ 8645720 w 9312201"/>
              <a:gd name="connsiteY843" fmla="*/ 3806470 h 4927186"/>
              <a:gd name="connsiteX844" fmla="*/ 8667540 w 9312201"/>
              <a:gd name="connsiteY844" fmla="*/ 3784650 h 4927186"/>
              <a:gd name="connsiteX845" fmla="*/ 8277438 w 9312201"/>
              <a:gd name="connsiteY845" fmla="*/ 3784650 h 4927186"/>
              <a:gd name="connsiteX846" fmla="*/ 8299258 w 9312201"/>
              <a:gd name="connsiteY846" fmla="*/ 3806470 h 4927186"/>
              <a:gd name="connsiteX847" fmla="*/ 8277438 w 9312201"/>
              <a:gd name="connsiteY847" fmla="*/ 3828290 h 4927186"/>
              <a:gd name="connsiteX848" fmla="*/ 8255618 w 9312201"/>
              <a:gd name="connsiteY848" fmla="*/ 3806470 h 4927186"/>
              <a:gd name="connsiteX849" fmla="*/ 8277438 w 9312201"/>
              <a:gd name="connsiteY849" fmla="*/ 3784650 h 4927186"/>
              <a:gd name="connsiteX850" fmla="*/ 8199418 w 9312201"/>
              <a:gd name="connsiteY850" fmla="*/ 3784650 h 4927186"/>
              <a:gd name="connsiteX851" fmla="*/ 8221238 w 9312201"/>
              <a:gd name="connsiteY851" fmla="*/ 3806470 h 4927186"/>
              <a:gd name="connsiteX852" fmla="*/ 8199418 w 9312201"/>
              <a:gd name="connsiteY852" fmla="*/ 3828290 h 4927186"/>
              <a:gd name="connsiteX853" fmla="*/ 8177598 w 9312201"/>
              <a:gd name="connsiteY853" fmla="*/ 3806470 h 4927186"/>
              <a:gd name="connsiteX854" fmla="*/ 8199418 w 9312201"/>
              <a:gd name="connsiteY854" fmla="*/ 3784650 h 4927186"/>
              <a:gd name="connsiteX855" fmla="*/ 8121398 w 9312201"/>
              <a:gd name="connsiteY855" fmla="*/ 3784650 h 4927186"/>
              <a:gd name="connsiteX856" fmla="*/ 8143218 w 9312201"/>
              <a:gd name="connsiteY856" fmla="*/ 3806470 h 4927186"/>
              <a:gd name="connsiteX857" fmla="*/ 8121398 w 9312201"/>
              <a:gd name="connsiteY857" fmla="*/ 3828290 h 4927186"/>
              <a:gd name="connsiteX858" fmla="*/ 8099578 w 9312201"/>
              <a:gd name="connsiteY858" fmla="*/ 3806470 h 4927186"/>
              <a:gd name="connsiteX859" fmla="*/ 8121398 w 9312201"/>
              <a:gd name="connsiteY859" fmla="*/ 3784650 h 4927186"/>
              <a:gd name="connsiteX860" fmla="*/ 8044700 w 9312201"/>
              <a:gd name="connsiteY860" fmla="*/ 3784650 h 4927186"/>
              <a:gd name="connsiteX861" fmla="*/ 8066520 w 9312201"/>
              <a:gd name="connsiteY861" fmla="*/ 3806470 h 4927186"/>
              <a:gd name="connsiteX862" fmla="*/ 8044700 w 9312201"/>
              <a:gd name="connsiteY862" fmla="*/ 3828290 h 4927186"/>
              <a:gd name="connsiteX863" fmla="*/ 8022880 w 9312201"/>
              <a:gd name="connsiteY863" fmla="*/ 3806470 h 4927186"/>
              <a:gd name="connsiteX864" fmla="*/ 8044700 w 9312201"/>
              <a:gd name="connsiteY864" fmla="*/ 3784650 h 4927186"/>
              <a:gd name="connsiteX865" fmla="*/ 7966679 w 9312201"/>
              <a:gd name="connsiteY865" fmla="*/ 3784650 h 4927186"/>
              <a:gd name="connsiteX866" fmla="*/ 7988499 w 9312201"/>
              <a:gd name="connsiteY866" fmla="*/ 3806470 h 4927186"/>
              <a:gd name="connsiteX867" fmla="*/ 7966679 w 9312201"/>
              <a:gd name="connsiteY867" fmla="*/ 3828290 h 4927186"/>
              <a:gd name="connsiteX868" fmla="*/ 7944859 w 9312201"/>
              <a:gd name="connsiteY868" fmla="*/ 3806470 h 4927186"/>
              <a:gd name="connsiteX869" fmla="*/ 7966679 w 9312201"/>
              <a:gd name="connsiteY869" fmla="*/ 3784650 h 4927186"/>
              <a:gd name="connsiteX870" fmla="*/ 7888658 w 9312201"/>
              <a:gd name="connsiteY870" fmla="*/ 3784650 h 4927186"/>
              <a:gd name="connsiteX871" fmla="*/ 7910478 w 9312201"/>
              <a:gd name="connsiteY871" fmla="*/ 3806470 h 4927186"/>
              <a:gd name="connsiteX872" fmla="*/ 7888658 w 9312201"/>
              <a:gd name="connsiteY872" fmla="*/ 3828290 h 4927186"/>
              <a:gd name="connsiteX873" fmla="*/ 7866838 w 9312201"/>
              <a:gd name="connsiteY873" fmla="*/ 3806470 h 4927186"/>
              <a:gd name="connsiteX874" fmla="*/ 7888658 w 9312201"/>
              <a:gd name="connsiteY874" fmla="*/ 3784650 h 4927186"/>
              <a:gd name="connsiteX875" fmla="*/ 7809316 w 9312201"/>
              <a:gd name="connsiteY875" fmla="*/ 3784650 h 4927186"/>
              <a:gd name="connsiteX876" fmla="*/ 7831136 w 9312201"/>
              <a:gd name="connsiteY876" fmla="*/ 3806470 h 4927186"/>
              <a:gd name="connsiteX877" fmla="*/ 7809316 w 9312201"/>
              <a:gd name="connsiteY877" fmla="*/ 3828290 h 4927186"/>
              <a:gd name="connsiteX878" fmla="*/ 7787496 w 9312201"/>
              <a:gd name="connsiteY878" fmla="*/ 3806470 h 4927186"/>
              <a:gd name="connsiteX879" fmla="*/ 7809316 w 9312201"/>
              <a:gd name="connsiteY879" fmla="*/ 3784650 h 4927186"/>
              <a:gd name="connsiteX880" fmla="*/ 7731957 w 9312201"/>
              <a:gd name="connsiteY880" fmla="*/ 3784650 h 4927186"/>
              <a:gd name="connsiteX881" fmla="*/ 7754438 w 9312201"/>
              <a:gd name="connsiteY881" fmla="*/ 3806470 h 4927186"/>
              <a:gd name="connsiteX882" fmla="*/ 7731957 w 9312201"/>
              <a:gd name="connsiteY882" fmla="*/ 3828290 h 4927186"/>
              <a:gd name="connsiteX883" fmla="*/ 7709476 w 9312201"/>
              <a:gd name="connsiteY883" fmla="*/ 3806470 h 4927186"/>
              <a:gd name="connsiteX884" fmla="*/ 7731957 w 9312201"/>
              <a:gd name="connsiteY884" fmla="*/ 3784650 h 4927186"/>
              <a:gd name="connsiteX885" fmla="*/ 7654597 w 9312201"/>
              <a:gd name="connsiteY885" fmla="*/ 3784650 h 4927186"/>
              <a:gd name="connsiteX886" fmla="*/ 7676417 w 9312201"/>
              <a:gd name="connsiteY886" fmla="*/ 3806470 h 4927186"/>
              <a:gd name="connsiteX887" fmla="*/ 7654597 w 9312201"/>
              <a:gd name="connsiteY887" fmla="*/ 3828290 h 4927186"/>
              <a:gd name="connsiteX888" fmla="*/ 7632777 w 9312201"/>
              <a:gd name="connsiteY888" fmla="*/ 3806470 h 4927186"/>
              <a:gd name="connsiteX889" fmla="*/ 7654597 w 9312201"/>
              <a:gd name="connsiteY889" fmla="*/ 3784650 h 4927186"/>
              <a:gd name="connsiteX890" fmla="*/ 7576577 w 9312201"/>
              <a:gd name="connsiteY890" fmla="*/ 3784650 h 4927186"/>
              <a:gd name="connsiteX891" fmla="*/ 7598397 w 9312201"/>
              <a:gd name="connsiteY891" fmla="*/ 3806470 h 4927186"/>
              <a:gd name="connsiteX892" fmla="*/ 7576577 w 9312201"/>
              <a:gd name="connsiteY892" fmla="*/ 3828290 h 4927186"/>
              <a:gd name="connsiteX893" fmla="*/ 7554757 w 9312201"/>
              <a:gd name="connsiteY893" fmla="*/ 3806470 h 4927186"/>
              <a:gd name="connsiteX894" fmla="*/ 7576577 w 9312201"/>
              <a:gd name="connsiteY894" fmla="*/ 3784650 h 4927186"/>
              <a:gd name="connsiteX895" fmla="*/ 7498556 w 9312201"/>
              <a:gd name="connsiteY895" fmla="*/ 3784650 h 4927186"/>
              <a:gd name="connsiteX896" fmla="*/ 7520376 w 9312201"/>
              <a:gd name="connsiteY896" fmla="*/ 3806470 h 4927186"/>
              <a:gd name="connsiteX897" fmla="*/ 7498556 w 9312201"/>
              <a:gd name="connsiteY897" fmla="*/ 3828290 h 4927186"/>
              <a:gd name="connsiteX898" fmla="*/ 7476736 w 9312201"/>
              <a:gd name="connsiteY898" fmla="*/ 3806470 h 4927186"/>
              <a:gd name="connsiteX899" fmla="*/ 7498556 w 9312201"/>
              <a:gd name="connsiteY899" fmla="*/ 3784650 h 4927186"/>
              <a:gd name="connsiteX900" fmla="*/ 7421198 w 9312201"/>
              <a:gd name="connsiteY900" fmla="*/ 3784650 h 4927186"/>
              <a:gd name="connsiteX901" fmla="*/ 7443679 w 9312201"/>
              <a:gd name="connsiteY901" fmla="*/ 3806470 h 4927186"/>
              <a:gd name="connsiteX902" fmla="*/ 7421198 w 9312201"/>
              <a:gd name="connsiteY902" fmla="*/ 3828290 h 4927186"/>
              <a:gd name="connsiteX903" fmla="*/ 7398717 w 9312201"/>
              <a:gd name="connsiteY903" fmla="*/ 3806470 h 4927186"/>
              <a:gd name="connsiteX904" fmla="*/ 7421198 w 9312201"/>
              <a:gd name="connsiteY904" fmla="*/ 3784650 h 4927186"/>
              <a:gd name="connsiteX905" fmla="*/ 7343838 w 9312201"/>
              <a:gd name="connsiteY905" fmla="*/ 3784650 h 4927186"/>
              <a:gd name="connsiteX906" fmla="*/ 7365658 w 9312201"/>
              <a:gd name="connsiteY906" fmla="*/ 3806470 h 4927186"/>
              <a:gd name="connsiteX907" fmla="*/ 7343838 w 9312201"/>
              <a:gd name="connsiteY907" fmla="*/ 3828290 h 4927186"/>
              <a:gd name="connsiteX908" fmla="*/ 7322018 w 9312201"/>
              <a:gd name="connsiteY908" fmla="*/ 3806470 h 4927186"/>
              <a:gd name="connsiteX909" fmla="*/ 7343838 w 9312201"/>
              <a:gd name="connsiteY909" fmla="*/ 3784650 h 4927186"/>
              <a:gd name="connsiteX910" fmla="*/ 5630034 w 9312201"/>
              <a:gd name="connsiteY910" fmla="*/ 3784650 h 4927186"/>
              <a:gd name="connsiteX911" fmla="*/ 5651854 w 9312201"/>
              <a:gd name="connsiteY911" fmla="*/ 3806470 h 4927186"/>
              <a:gd name="connsiteX912" fmla="*/ 5630034 w 9312201"/>
              <a:gd name="connsiteY912" fmla="*/ 3828290 h 4927186"/>
              <a:gd name="connsiteX913" fmla="*/ 5608214 w 9312201"/>
              <a:gd name="connsiteY913" fmla="*/ 3806470 h 4927186"/>
              <a:gd name="connsiteX914" fmla="*/ 5630034 w 9312201"/>
              <a:gd name="connsiteY914" fmla="*/ 3784650 h 4927186"/>
              <a:gd name="connsiteX915" fmla="*/ 5552013 w 9312201"/>
              <a:gd name="connsiteY915" fmla="*/ 3784650 h 4927186"/>
              <a:gd name="connsiteX916" fmla="*/ 5573833 w 9312201"/>
              <a:gd name="connsiteY916" fmla="*/ 3806470 h 4927186"/>
              <a:gd name="connsiteX917" fmla="*/ 5552013 w 9312201"/>
              <a:gd name="connsiteY917" fmla="*/ 3828290 h 4927186"/>
              <a:gd name="connsiteX918" fmla="*/ 5530193 w 9312201"/>
              <a:gd name="connsiteY918" fmla="*/ 3806470 h 4927186"/>
              <a:gd name="connsiteX919" fmla="*/ 5552013 w 9312201"/>
              <a:gd name="connsiteY919" fmla="*/ 3784650 h 4927186"/>
              <a:gd name="connsiteX920" fmla="*/ 5317953 w 9312201"/>
              <a:gd name="connsiteY920" fmla="*/ 3784650 h 4927186"/>
              <a:gd name="connsiteX921" fmla="*/ 5339773 w 9312201"/>
              <a:gd name="connsiteY921" fmla="*/ 3806470 h 4927186"/>
              <a:gd name="connsiteX922" fmla="*/ 5317953 w 9312201"/>
              <a:gd name="connsiteY922" fmla="*/ 3828290 h 4927186"/>
              <a:gd name="connsiteX923" fmla="*/ 5296133 w 9312201"/>
              <a:gd name="connsiteY923" fmla="*/ 3806470 h 4927186"/>
              <a:gd name="connsiteX924" fmla="*/ 5317953 w 9312201"/>
              <a:gd name="connsiteY924" fmla="*/ 3784650 h 4927186"/>
              <a:gd name="connsiteX925" fmla="*/ 5239931 w 9312201"/>
              <a:gd name="connsiteY925" fmla="*/ 3784650 h 4927186"/>
              <a:gd name="connsiteX926" fmla="*/ 5261751 w 9312201"/>
              <a:gd name="connsiteY926" fmla="*/ 3806470 h 4927186"/>
              <a:gd name="connsiteX927" fmla="*/ 5239931 w 9312201"/>
              <a:gd name="connsiteY927" fmla="*/ 3828290 h 4927186"/>
              <a:gd name="connsiteX928" fmla="*/ 5218111 w 9312201"/>
              <a:gd name="connsiteY928" fmla="*/ 3806470 h 4927186"/>
              <a:gd name="connsiteX929" fmla="*/ 5239931 w 9312201"/>
              <a:gd name="connsiteY929" fmla="*/ 3784650 h 4927186"/>
              <a:gd name="connsiteX930" fmla="*/ 5162572 w 9312201"/>
              <a:gd name="connsiteY930" fmla="*/ 3784650 h 4927186"/>
              <a:gd name="connsiteX931" fmla="*/ 5185053 w 9312201"/>
              <a:gd name="connsiteY931" fmla="*/ 3806470 h 4927186"/>
              <a:gd name="connsiteX932" fmla="*/ 5162572 w 9312201"/>
              <a:gd name="connsiteY932" fmla="*/ 3828290 h 4927186"/>
              <a:gd name="connsiteX933" fmla="*/ 5140091 w 9312201"/>
              <a:gd name="connsiteY933" fmla="*/ 3806470 h 4927186"/>
              <a:gd name="connsiteX934" fmla="*/ 5162572 w 9312201"/>
              <a:gd name="connsiteY934" fmla="*/ 3784650 h 4927186"/>
              <a:gd name="connsiteX935" fmla="*/ 5085212 w 9312201"/>
              <a:gd name="connsiteY935" fmla="*/ 3784650 h 4927186"/>
              <a:gd name="connsiteX936" fmla="*/ 5107032 w 9312201"/>
              <a:gd name="connsiteY936" fmla="*/ 3806470 h 4927186"/>
              <a:gd name="connsiteX937" fmla="*/ 5085212 w 9312201"/>
              <a:gd name="connsiteY937" fmla="*/ 3828290 h 4927186"/>
              <a:gd name="connsiteX938" fmla="*/ 5063392 w 9312201"/>
              <a:gd name="connsiteY938" fmla="*/ 3806470 h 4927186"/>
              <a:gd name="connsiteX939" fmla="*/ 5085212 w 9312201"/>
              <a:gd name="connsiteY939" fmla="*/ 3784650 h 4927186"/>
              <a:gd name="connsiteX940" fmla="*/ 5007193 w 9312201"/>
              <a:gd name="connsiteY940" fmla="*/ 3784650 h 4927186"/>
              <a:gd name="connsiteX941" fmla="*/ 5029013 w 9312201"/>
              <a:gd name="connsiteY941" fmla="*/ 3806470 h 4927186"/>
              <a:gd name="connsiteX942" fmla="*/ 5007193 w 9312201"/>
              <a:gd name="connsiteY942" fmla="*/ 3828290 h 4927186"/>
              <a:gd name="connsiteX943" fmla="*/ 4985373 w 9312201"/>
              <a:gd name="connsiteY943" fmla="*/ 3806470 h 4927186"/>
              <a:gd name="connsiteX944" fmla="*/ 5007193 w 9312201"/>
              <a:gd name="connsiteY944" fmla="*/ 3784650 h 4927186"/>
              <a:gd name="connsiteX945" fmla="*/ 4928511 w 9312201"/>
              <a:gd name="connsiteY945" fmla="*/ 3784650 h 4927186"/>
              <a:gd name="connsiteX946" fmla="*/ 4950992 w 9312201"/>
              <a:gd name="connsiteY946" fmla="*/ 3806470 h 4927186"/>
              <a:gd name="connsiteX947" fmla="*/ 4928511 w 9312201"/>
              <a:gd name="connsiteY947" fmla="*/ 3828290 h 4927186"/>
              <a:gd name="connsiteX948" fmla="*/ 4906030 w 9312201"/>
              <a:gd name="connsiteY948" fmla="*/ 3806470 h 4927186"/>
              <a:gd name="connsiteX949" fmla="*/ 4928511 w 9312201"/>
              <a:gd name="connsiteY949" fmla="*/ 3784650 h 4927186"/>
              <a:gd name="connsiteX950" fmla="*/ 4850491 w 9312201"/>
              <a:gd name="connsiteY950" fmla="*/ 3784650 h 4927186"/>
              <a:gd name="connsiteX951" fmla="*/ 4872972 w 9312201"/>
              <a:gd name="connsiteY951" fmla="*/ 3806470 h 4927186"/>
              <a:gd name="connsiteX952" fmla="*/ 4850491 w 9312201"/>
              <a:gd name="connsiteY952" fmla="*/ 3828290 h 4927186"/>
              <a:gd name="connsiteX953" fmla="*/ 4828010 w 9312201"/>
              <a:gd name="connsiteY953" fmla="*/ 3806470 h 4927186"/>
              <a:gd name="connsiteX954" fmla="*/ 4850491 w 9312201"/>
              <a:gd name="connsiteY954" fmla="*/ 3784650 h 4927186"/>
              <a:gd name="connsiteX955" fmla="*/ 4773132 w 9312201"/>
              <a:gd name="connsiteY955" fmla="*/ 3784650 h 4927186"/>
              <a:gd name="connsiteX956" fmla="*/ 4794952 w 9312201"/>
              <a:gd name="connsiteY956" fmla="*/ 3806470 h 4927186"/>
              <a:gd name="connsiteX957" fmla="*/ 4773132 w 9312201"/>
              <a:gd name="connsiteY957" fmla="*/ 3828290 h 4927186"/>
              <a:gd name="connsiteX958" fmla="*/ 4751312 w 9312201"/>
              <a:gd name="connsiteY958" fmla="*/ 3806470 h 4927186"/>
              <a:gd name="connsiteX959" fmla="*/ 4773132 w 9312201"/>
              <a:gd name="connsiteY959" fmla="*/ 3784650 h 4927186"/>
              <a:gd name="connsiteX960" fmla="*/ 3059326 w 9312201"/>
              <a:gd name="connsiteY960" fmla="*/ 3784650 h 4927186"/>
              <a:gd name="connsiteX961" fmla="*/ 3081146 w 9312201"/>
              <a:gd name="connsiteY961" fmla="*/ 3806470 h 4927186"/>
              <a:gd name="connsiteX962" fmla="*/ 3059326 w 9312201"/>
              <a:gd name="connsiteY962" fmla="*/ 3828290 h 4927186"/>
              <a:gd name="connsiteX963" fmla="*/ 3037506 w 9312201"/>
              <a:gd name="connsiteY963" fmla="*/ 3806470 h 4927186"/>
              <a:gd name="connsiteX964" fmla="*/ 3059326 w 9312201"/>
              <a:gd name="connsiteY964" fmla="*/ 3784650 h 4927186"/>
              <a:gd name="connsiteX965" fmla="*/ 2981306 w 9312201"/>
              <a:gd name="connsiteY965" fmla="*/ 3784650 h 4927186"/>
              <a:gd name="connsiteX966" fmla="*/ 3003126 w 9312201"/>
              <a:gd name="connsiteY966" fmla="*/ 3806470 h 4927186"/>
              <a:gd name="connsiteX967" fmla="*/ 2981306 w 9312201"/>
              <a:gd name="connsiteY967" fmla="*/ 3828290 h 4927186"/>
              <a:gd name="connsiteX968" fmla="*/ 2959486 w 9312201"/>
              <a:gd name="connsiteY968" fmla="*/ 3806470 h 4927186"/>
              <a:gd name="connsiteX969" fmla="*/ 2981306 w 9312201"/>
              <a:gd name="connsiteY969" fmla="*/ 3784650 h 4927186"/>
              <a:gd name="connsiteX970" fmla="*/ 2903286 w 9312201"/>
              <a:gd name="connsiteY970" fmla="*/ 3784650 h 4927186"/>
              <a:gd name="connsiteX971" fmla="*/ 2925106 w 9312201"/>
              <a:gd name="connsiteY971" fmla="*/ 3806470 h 4927186"/>
              <a:gd name="connsiteX972" fmla="*/ 2903286 w 9312201"/>
              <a:gd name="connsiteY972" fmla="*/ 3828290 h 4927186"/>
              <a:gd name="connsiteX973" fmla="*/ 2881466 w 9312201"/>
              <a:gd name="connsiteY973" fmla="*/ 3806470 h 4927186"/>
              <a:gd name="connsiteX974" fmla="*/ 2903286 w 9312201"/>
              <a:gd name="connsiteY974" fmla="*/ 3784650 h 4927186"/>
              <a:gd name="connsiteX975" fmla="*/ 2826588 w 9312201"/>
              <a:gd name="connsiteY975" fmla="*/ 3784650 h 4927186"/>
              <a:gd name="connsiteX976" fmla="*/ 2848408 w 9312201"/>
              <a:gd name="connsiteY976" fmla="*/ 3806470 h 4927186"/>
              <a:gd name="connsiteX977" fmla="*/ 2826588 w 9312201"/>
              <a:gd name="connsiteY977" fmla="*/ 3828290 h 4927186"/>
              <a:gd name="connsiteX978" fmla="*/ 2804768 w 9312201"/>
              <a:gd name="connsiteY978" fmla="*/ 3806470 h 4927186"/>
              <a:gd name="connsiteX979" fmla="*/ 2826588 w 9312201"/>
              <a:gd name="connsiteY979" fmla="*/ 3784650 h 4927186"/>
              <a:gd name="connsiteX980" fmla="*/ 2748567 w 9312201"/>
              <a:gd name="connsiteY980" fmla="*/ 3784650 h 4927186"/>
              <a:gd name="connsiteX981" fmla="*/ 2770387 w 9312201"/>
              <a:gd name="connsiteY981" fmla="*/ 3806470 h 4927186"/>
              <a:gd name="connsiteX982" fmla="*/ 2748567 w 9312201"/>
              <a:gd name="connsiteY982" fmla="*/ 3828290 h 4927186"/>
              <a:gd name="connsiteX983" fmla="*/ 2726747 w 9312201"/>
              <a:gd name="connsiteY983" fmla="*/ 3806470 h 4927186"/>
              <a:gd name="connsiteX984" fmla="*/ 2748567 w 9312201"/>
              <a:gd name="connsiteY984" fmla="*/ 3784650 h 4927186"/>
              <a:gd name="connsiteX985" fmla="*/ 2670547 w 9312201"/>
              <a:gd name="connsiteY985" fmla="*/ 3784650 h 4927186"/>
              <a:gd name="connsiteX986" fmla="*/ 2692367 w 9312201"/>
              <a:gd name="connsiteY986" fmla="*/ 3806470 h 4927186"/>
              <a:gd name="connsiteX987" fmla="*/ 2670547 w 9312201"/>
              <a:gd name="connsiteY987" fmla="*/ 3828290 h 4927186"/>
              <a:gd name="connsiteX988" fmla="*/ 2648727 w 9312201"/>
              <a:gd name="connsiteY988" fmla="*/ 3806470 h 4927186"/>
              <a:gd name="connsiteX989" fmla="*/ 2670547 w 9312201"/>
              <a:gd name="connsiteY989" fmla="*/ 3784650 h 4927186"/>
              <a:gd name="connsiteX990" fmla="*/ 2592527 w 9312201"/>
              <a:gd name="connsiteY990" fmla="*/ 3784650 h 4927186"/>
              <a:gd name="connsiteX991" fmla="*/ 2614347 w 9312201"/>
              <a:gd name="connsiteY991" fmla="*/ 3806470 h 4927186"/>
              <a:gd name="connsiteX992" fmla="*/ 2592527 w 9312201"/>
              <a:gd name="connsiteY992" fmla="*/ 3828290 h 4927186"/>
              <a:gd name="connsiteX993" fmla="*/ 2570707 w 9312201"/>
              <a:gd name="connsiteY993" fmla="*/ 3806470 h 4927186"/>
              <a:gd name="connsiteX994" fmla="*/ 2592527 w 9312201"/>
              <a:gd name="connsiteY994" fmla="*/ 3784650 h 4927186"/>
              <a:gd name="connsiteX995" fmla="*/ 3293388 w 9312201"/>
              <a:gd name="connsiteY995" fmla="*/ 3784649 h 4927186"/>
              <a:gd name="connsiteX996" fmla="*/ 3315208 w 9312201"/>
              <a:gd name="connsiteY996" fmla="*/ 3806469 h 4927186"/>
              <a:gd name="connsiteX997" fmla="*/ 3293388 w 9312201"/>
              <a:gd name="connsiteY997" fmla="*/ 3828289 h 4927186"/>
              <a:gd name="connsiteX998" fmla="*/ 3271568 w 9312201"/>
              <a:gd name="connsiteY998" fmla="*/ 3806469 h 4927186"/>
              <a:gd name="connsiteX999" fmla="*/ 3293388 w 9312201"/>
              <a:gd name="connsiteY999" fmla="*/ 3784649 h 4927186"/>
              <a:gd name="connsiteX1000" fmla="*/ 3215368 w 9312201"/>
              <a:gd name="connsiteY1000" fmla="*/ 3784649 h 4927186"/>
              <a:gd name="connsiteX1001" fmla="*/ 3237188 w 9312201"/>
              <a:gd name="connsiteY1001" fmla="*/ 3806469 h 4927186"/>
              <a:gd name="connsiteX1002" fmla="*/ 3215368 w 9312201"/>
              <a:gd name="connsiteY1002" fmla="*/ 3828289 h 4927186"/>
              <a:gd name="connsiteX1003" fmla="*/ 3193548 w 9312201"/>
              <a:gd name="connsiteY1003" fmla="*/ 3806469 h 4927186"/>
              <a:gd name="connsiteX1004" fmla="*/ 3215368 w 9312201"/>
              <a:gd name="connsiteY1004" fmla="*/ 3784649 h 4927186"/>
              <a:gd name="connsiteX1005" fmla="*/ 3137348 w 9312201"/>
              <a:gd name="connsiteY1005" fmla="*/ 3784649 h 4927186"/>
              <a:gd name="connsiteX1006" fmla="*/ 3159168 w 9312201"/>
              <a:gd name="connsiteY1006" fmla="*/ 3806469 h 4927186"/>
              <a:gd name="connsiteX1007" fmla="*/ 3137348 w 9312201"/>
              <a:gd name="connsiteY1007" fmla="*/ 3828289 h 4927186"/>
              <a:gd name="connsiteX1008" fmla="*/ 3115528 w 9312201"/>
              <a:gd name="connsiteY1008" fmla="*/ 3806469 h 4927186"/>
              <a:gd name="connsiteX1009" fmla="*/ 3137348 w 9312201"/>
              <a:gd name="connsiteY1009" fmla="*/ 3784649 h 4927186"/>
              <a:gd name="connsiteX1010" fmla="*/ 5630034 w 9312201"/>
              <a:gd name="connsiteY1010" fmla="*/ 3706630 h 4927186"/>
              <a:gd name="connsiteX1011" fmla="*/ 5651854 w 9312201"/>
              <a:gd name="connsiteY1011" fmla="*/ 3728450 h 4927186"/>
              <a:gd name="connsiteX1012" fmla="*/ 5630034 w 9312201"/>
              <a:gd name="connsiteY1012" fmla="*/ 3750270 h 4927186"/>
              <a:gd name="connsiteX1013" fmla="*/ 5608214 w 9312201"/>
              <a:gd name="connsiteY1013" fmla="*/ 3728450 h 4927186"/>
              <a:gd name="connsiteX1014" fmla="*/ 5630034 w 9312201"/>
              <a:gd name="connsiteY1014" fmla="*/ 3706630 h 4927186"/>
              <a:gd name="connsiteX1015" fmla="*/ 5552013 w 9312201"/>
              <a:gd name="connsiteY1015" fmla="*/ 3706630 h 4927186"/>
              <a:gd name="connsiteX1016" fmla="*/ 5573833 w 9312201"/>
              <a:gd name="connsiteY1016" fmla="*/ 3728450 h 4927186"/>
              <a:gd name="connsiteX1017" fmla="*/ 5552013 w 9312201"/>
              <a:gd name="connsiteY1017" fmla="*/ 3750270 h 4927186"/>
              <a:gd name="connsiteX1018" fmla="*/ 5530193 w 9312201"/>
              <a:gd name="connsiteY1018" fmla="*/ 3728450 h 4927186"/>
              <a:gd name="connsiteX1019" fmla="*/ 5552013 w 9312201"/>
              <a:gd name="connsiteY1019" fmla="*/ 3706630 h 4927186"/>
              <a:gd name="connsiteX1020" fmla="*/ 5317953 w 9312201"/>
              <a:gd name="connsiteY1020" fmla="*/ 3706630 h 4927186"/>
              <a:gd name="connsiteX1021" fmla="*/ 5339773 w 9312201"/>
              <a:gd name="connsiteY1021" fmla="*/ 3728450 h 4927186"/>
              <a:gd name="connsiteX1022" fmla="*/ 5317953 w 9312201"/>
              <a:gd name="connsiteY1022" fmla="*/ 3750270 h 4927186"/>
              <a:gd name="connsiteX1023" fmla="*/ 5296133 w 9312201"/>
              <a:gd name="connsiteY1023" fmla="*/ 3728450 h 4927186"/>
              <a:gd name="connsiteX1024" fmla="*/ 5317953 w 9312201"/>
              <a:gd name="connsiteY1024" fmla="*/ 3706630 h 4927186"/>
              <a:gd name="connsiteX1025" fmla="*/ 8744900 w 9312201"/>
              <a:gd name="connsiteY1025" fmla="*/ 3706629 h 4927186"/>
              <a:gd name="connsiteX1026" fmla="*/ 8767381 w 9312201"/>
              <a:gd name="connsiteY1026" fmla="*/ 3728449 h 4927186"/>
              <a:gd name="connsiteX1027" fmla="*/ 8744900 w 9312201"/>
              <a:gd name="connsiteY1027" fmla="*/ 3750269 h 4927186"/>
              <a:gd name="connsiteX1028" fmla="*/ 8722419 w 9312201"/>
              <a:gd name="connsiteY1028" fmla="*/ 3728449 h 4927186"/>
              <a:gd name="connsiteX1029" fmla="*/ 8744900 w 9312201"/>
              <a:gd name="connsiteY1029" fmla="*/ 3706629 h 4927186"/>
              <a:gd name="connsiteX1030" fmla="*/ 8667540 w 9312201"/>
              <a:gd name="connsiteY1030" fmla="*/ 3706629 h 4927186"/>
              <a:gd name="connsiteX1031" fmla="*/ 8689360 w 9312201"/>
              <a:gd name="connsiteY1031" fmla="*/ 3728449 h 4927186"/>
              <a:gd name="connsiteX1032" fmla="*/ 8667540 w 9312201"/>
              <a:gd name="connsiteY1032" fmla="*/ 3750269 h 4927186"/>
              <a:gd name="connsiteX1033" fmla="*/ 8645720 w 9312201"/>
              <a:gd name="connsiteY1033" fmla="*/ 3728449 h 4927186"/>
              <a:gd name="connsiteX1034" fmla="*/ 8667540 w 9312201"/>
              <a:gd name="connsiteY1034" fmla="*/ 3706629 h 4927186"/>
              <a:gd name="connsiteX1035" fmla="*/ 8199418 w 9312201"/>
              <a:gd name="connsiteY1035" fmla="*/ 3706629 h 4927186"/>
              <a:gd name="connsiteX1036" fmla="*/ 8221238 w 9312201"/>
              <a:gd name="connsiteY1036" fmla="*/ 3728449 h 4927186"/>
              <a:gd name="connsiteX1037" fmla="*/ 8199418 w 9312201"/>
              <a:gd name="connsiteY1037" fmla="*/ 3750269 h 4927186"/>
              <a:gd name="connsiteX1038" fmla="*/ 8177598 w 9312201"/>
              <a:gd name="connsiteY1038" fmla="*/ 3728449 h 4927186"/>
              <a:gd name="connsiteX1039" fmla="*/ 8199418 w 9312201"/>
              <a:gd name="connsiteY1039" fmla="*/ 3706629 h 4927186"/>
              <a:gd name="connsiteX1040" fmla="*/ 8121398 w 9312201"/>
              <a:gd name="connsiteY1040" fmla="*/ 3706629 h 4927186"/>
              <a:gd name="connsiteX1041" fmla="*/ 8143218 w 9312201"/>
              <a:gd name="connsiteY1041" fmla="*/ 3728449 h 4927186"/>
              <a:gd name="connsiteX1042" fmla="*/ 8121398 w 9312201"/>
              <a:gd name="connsiteY1042" fmla="*/ 3750269 h 4927186"/>
              <a:gd name="connsiteX1043" fmla="*/ 8099578 w 9312201"/>
              <a:gd name="connsiteY1043" fmla="*/ 3728449 h 4927186"/>
              <a:gd name="connsiteX1044" fmla="*/ 8121398 w 9312201"/>
              <a:gd name="connsiteY1044" fmla="*/ 3706629 h 4927186"/>
              <a:gd name="connsiteX1045" fmla="*/ 8044700 w 9312201"/>
              <a:gd name="connsiteY1045" fmla="*/ 3706629 h 4927186"/>
              <a:gd name="connsiteX1046" fmla="*/ 8066520 w 9312201"/>
              <a:gd name="connsiteY1046" fmla="*/ 3728449 h 4927186"/>
              <a:gd name="connsiteX1047" fmla="*/ 8044700 w 9312201"/>
              <a:gd name="connsiteY1047" fmla="*/ 3750269 h 4927186"/>
              <a:gd name="connsiteX1048" fmla="*/ 8022880 w 9312201"/>
              <a:gd name="connsiteY1048" fmla="*/ 3728449 h 4927186"/>
              <a:gd name="connsiteX1049" fmla="*/ 8044700 w 9312201"/>
              <a:gd name="connsiteY1049" fmla="*/ 3706629 h 4927186"/>
              <a:gd name="connsiteX1050" fmla="*/ 7966679 w 9312201"/>
              <a:gd name="connsiteY1050" fmla="*/ 3706629 h 4927186"/>
              <a:gd name="connsiteX1051" fmla="*/ 7988499 w 9312201"/>
              <a:gd name="connsiteY1051" fmla="*/ 3728449 h 4927186"/>
              <a:gd name="connsiteX1052" fmla="*/ 7966679 w 9312201"/>
              <a:gd name="connsiteY1052" fmla="*/ 3750269 h 4927186"/>
              <a:gd name="connsiteX1053" fmla="*/ 7944859 w 9312201"/>
              <a:gd name="connsiteY1053" fmla="*/ 3728449 h 4927186"/>
              <a:gd name="connsiteX1054" fmla="*/ 7966679 w 9312201"/>
              <a:gd name="connsiteY1054" fmla="*/ 3706629 h 4927186"/>
              <a:gd name="connsiteX1055" fmla="*/ 7888658 w 9312201"/>
              <a:gd name="connsiteY1055" fmla="*/ 3706629 h 4927186"/>
              <a:gd name="connsiteX1056" fmla="*/ 7910478 w 9312201"/>
              <a:gd name="connsiteY1056" fmla="*/ 3728449 h 4927186"/>
              <a:gd name="connsiteX1057" fmla="*/ 7888658 w 9312201"/>
              <a:gd name="connsiteY1057" fmla="*/ 3750269 h 4927186"/>
              <a:gd name="connsiteX1058" fmla="*/ 7866838 w 9312201"/>
              <a:gd name="connsiteY1058" fmla="*/ 3728449 h 4927186"/>
              <a:gd name="connsiteX1059" fmla="*/ 7888658 w 9312201"/>
              <a:gd name="connsiteY1059" fmla="*/ 3706629 h 4927186"/>
              <a:gd name="connsiteX1060" fmla="*/ 7809316 w 9312201"/>
              <a:gd name="connsiteY1060" fmla="*/ 3706629 h 4927186"/>
              <a:gd name="connsiteX1061" fmla="*/ 7831136 w 9312201"/>
              <a:gd name="connsiteY1061" fmla="*/ 3728449 h 4927186"/>
              <a:gd name="connsiteX1062" fmla="*/ 7809316 w 9312201"/>
              <a:gd name="connsiteY1062" fmla="*/ 3750269 h 4927186"/>
              <a:gd name="connsiteX1063" fmla="*/ 7787496 w 9312201"/>
              <a:gd name="connsiteY1063" fmla="*/ 3728449 h 4927186"/>
              <a:gd name="connsiteX1064" fmla="*/ 7809316 w 9312201"/>
              <a:gd name="connsiteY1064" fmla="*/ 3706629 h 4927186"/>
              <a:gd name="connsiteX1065" fmla="*/ 7731957 w 9312201"/>
              <a:gd name="connsiteY1065" fmla="*/ 3706629 h 4927186"/>
              <a:gd name="connsiteX1066" fmla="*/ 7754438 w 9312201"/>
              <a:gd name="connsiteY1066" fmla="*/ 3728449 h 4927186"/>
              <a:gd name="connsiteX1067" fmla="*/ 7731957 w 9312201"/>
              <a:gd name="connsiteY1067" fmla="*/ 3750269 h 4927186"/>
              <a:gd name="connsiteX1068" fmla="*/ 7709476 w 9312201"/>
              <a:gd name="connsiteY1068" fmla="*/ 3728449 h 4927186"/>
              <a:gd name="connsiteX1069" fmla="*/ 7731957 w 9312201"/>
              <a:gd name="connsiteY1069" fmla="*/ 3706629 h 4927186"/>
              <a:gd name="connsiteX1070" fmla="*/ 7654597 w 9312201"/>
              <a:gd name="connsiteY1070" fmla="*/ 3706629 h 4927186"/>
              <a:gd name="connsiteX1071" fmla="*/ 7676417 w 9312201"/>
              <a:gd name="connsiteY1071" fmla="*/ 3728449 h 4927186"/>
              <a:gd name="connsiteX1072" fmla="*/ 7654597 w 9312201"/>
              <a:gd name="connsiteY1072" fmla="*/ 3750269 h 4927186"/>
              <a:gd name="connsiteX1073" fmla="*/ 7632777 w 9312201"/>
              <a:gd name="connsiteY1073" fmla="*/ 3728449 h 4927186"/>
              <a:gd name="connsiteX1074" fmla="*/ 7654597 w 9312201"/>
              <a:gd name="connsiteY1074" fmla="*/ 3706629 h 4927186"/>
              <a:gd name="connsiteX1075" fmla="*/ 7576577 w 9312201"/>
              <a:gd name="connsiteY1075" fmla="*/ 3706629 h 4927186"/>
              <a:gd name="connsiteX1076" fmla="*/ 7598397 w 9312201"/>
              <a:gd name="connsiteY1076" fmla="*/ 3728449 h 4927186"/>
              <a:gd name="connsiteX1077" fmla="*/ 7576577 w 9312201"/>
              <a:gd name="connsiteY1077" fmla="*/ 3750269 h 4927186"/>
              <a:gd name="connsiteX1078" fmla="*/ 7554757 w 9312201"/>
              <a:gd name="connsiteY1078" fmla="*/ 3728449 h 4927186"/>
              <a:gd name="connsiteX1079" fmla="*/ 7576577 w 9312201"/>
              <a:gd name="connsiteY1079" fmla="*/ 3706629 h 4927186"/>
              <a:gd name="connsiteX1080" fmla="*/ 7498556 w 9312201"/>
              <a:gd name="connsiteY1080" fmla="*/ 3706629 h 4927186"/>
              <a:gd name="connsiteX1081" fmla="*/ 7520376 w 9312201"/>
              <a:gd name="connsiteY1081" fmla="*/ 3728449 h 4927186"/>
              <a:gd name="connsiteX1082" fmla="*/ 7498556 w 9312201"/>
              <a:gd name="connsiteY1082" fmla="*/ 3750269 h 4927186"/>
              <a:gd name="connsiteX1083" fmla="*/ 7476736 w 9312201"/>
              <a:gd name="connsiteY1083" fmla="*/ 3728449 h 4927186"/>
              <a:gd name="connsiteX1084" fmla="*/ 7498556 w 9312201"/>
              <a:gd name="connsiteY1084" fmla="*/ 3706629 h 4927186"/>
              <a:gd name="connsiteX1085" fmla="*/ 5239931 w 9312201"/>
              <a:gd name="connsiteY1085" fmla="*/ 3706629 h 4927186"/>
              <a:gd name="connsiteX1086" fmla="*/ 5261751 w 9312201"/>
              <a:gd name="connsiteY1086" fmla="*/ 3728449 h 4927186"/>
              <a:gd name="connsiteX1087" fmla="*/ 5239931 w 9312201"/>
              <a:gd name="connsiteY1087" fmla="*/ 3750269 h 4927186"/>
              <a:gd name="connsiteX1088" fmla="*/ 5218111 w 9312201"/>
              <a:gd name="connsiteY1088" fmla="*/ 3728449 h 4927186"/>
              <a:gd name="connsiteX1089" fmla="*/ 5239931 w 9312201"/>
              <a:gd name="connsiteY1089" fmla="*/ 3706629 h 4927186"/>
              <a:gd name="connsiteX1090" fmla="*/ 5162572 w 9312201"/>
              <a:gd name="connsiteY1090" fmla="*/ 3706629 h 4927186"/>
              <a:gd name="connsiteX1091" fmla="*/ 5185053 w 9312201"/>
              <a:gd name="connsiteY1091" fmla="*/ 3728449 h 4927186"/>
              <a:gd name="connsiteX1092" fmla="*/ 5162572 w 9312201"/>
              <a:gd name="connsiteY1092" fmla="*/ 3750269 h 4927186"/>
              <a:gd name="connsiteX1093" fmla="*/ 5140091 w 9312201"/>
              <a:gd name="connsiteY1093" fmla="*/ 3728449 h 4927186"/>
              <a:gd name="connsiteX1094" fmla="*/ 5162572 w 9312201"/>
              <a:gd name="connsiteY1094" fmla="*/ 3706629 h 4927186"/>
              <a:gd name="connsiteX1095" fmla="*/ 5085212 w 9312201"/>
              <a:gd name="connsiteY1095" fmla="*/ 3706629 h 4927186"/>
              <a:gd name="connsiteX1096" fmla="*/ 5107032 w 9312201"/>
              <a:gd name="connsiteY1096" fmla="*/ 3728449 h 4927186"/>
              <a:gd name="connsiteX1097" fmla="*/ 5085212 w 9312201"/>
              <a:gd name="connsiteY1097" fmla="*/ 3750269 h 4927186"/>
              <a:gd name="connsiteX1098" fmla="*/ 5063392 w 9312201"/>
              <a:gd name="connsiteY1098" fmla="*/ 3728449 h 4927186"/>
              <a:gd name="connsiteX1099" fmla="*/ 5085212 w 9312201"/>
              <a:gd name="connsiteY1099" fmla="*/ 3706629 h 4927186"/>
              <a:gd name="connsiteX1100" fmla="*/ 5007193 w 9312201"/>
              <a:gd name="connsiteY1100" fmla="*/ 3706629 h 4927186"/>
              <a:gd name="connsiteX1101" fmla="*/ 5029013 w 9312201"/>
              <a:gd name="connsiteY1101" fmla="*/ 3728449 h 4927186"/>
              <a:gd name="connsiteX1102" fmla="*/ 5007193 w 9312201"/>
              <a:gd name="connsiteY1102" fmla="*/ 3750269 h 4927186"/>
              <a:gd name="connsiteX1103" fmla="*/ 4985373 w 9312201"/>
              <a:gd name="connsiteY1103" fmla="*/ 3728449 h 4927186"/>
              <a:gd name="connsiteX1104" fmla="*/ 5007193 w 9312201"/>
              <a:gd name="connsiteY1104" fmla="*/ 3706629 h 4927186"/>
              <a:gd name="connsiteX1105" fmla="*/ 4928511 w 9312201"/>
              <a:gd name="connsiteY1105" fmla="*/ 3706629 h 4927186"/>
              <a:gd name="connsiteX1106" fmla="*/ 4950992 w 9312201"/>
              <a:gd name="connsiteY1106" fmla="*/ 3728449 h 4927186"/>
              <a:gd name="connsiteX1107" fmla="*/ 4928511 w 9312201"/>
              <a:gd name="connsiteY1107" fmla="*/ 3750269 h 4927186"/>
              <a:gd name="connsiteX1108" fmla="*/ 4906030 w 9312201"/>
              <a:gd name="connsiteY1108" fmla="*/ 3728449 h 4927186"/>
              <a:gd name="connsiteX1109" fmla="*/ 4928511 w 9312201"/>
              <a:gd name="connsiteY1109" fmla="*/ 3706629 h 4927186"/>
              <a:gd name="connsiteX1110" fmla="*/ 4850491 w 9312201"/>
              <a:gd name="connsiteY1110" fmla="*/ 3706629 h 4927186"/>
              <a:gd name="connsiteX1111" fmla="*/ 4872972 w 9312201"/>
              <a:gd name="connsiteY1111" fmla="*/ 3728449 h 4927186"/>
              <a:gd name="connsiteX1112" fmla="*/ 4850491 w 9312201"/>
              <a:gd name="connsiteY1112" fmla="*/ 3750269 h 4927186"/>
              <a:gd name="connsiteX1113" fmla="*/ 4828010 w 9312201"/>
              <a:gd name="connsiteY1113" fmla="*/ 3728449 h 4927186"/>
              <a:gd name="connsiteX1114" fmla="*/ 4850491 w 9312201"/>
              <a:gd name="connsiteY1114" fmla="*/ 3706629 h 4927186"/>
              <a:gd name="connsiteX1115" fmla="*/ 4773132 w 9312201"/>
              <a:gd name="connsiteY1115" fmla="*/ 3706629 h 4927186"/>
              <a:gd name="connsiteX1116" fmla="*/ 4794952 w 9312201"/>
              <a:gd name="connsiteY1116" fmla="*/ 3728449 h 4927186"/>
              <a:gd name="connsiteX1117" fmla="*/ 4773132 w 9312201"/>
              <a:gd name="connsiteY1117" fmla="*/ 3750269 h 4927186"/>
              <a:gd name="connsiteX1118" fmla="*/ 4751312 w 9312201"/>
              <a:gd name="connsiteY1118" fmla="*/ 3728449 h 4927186"/>
              <a:gd name="connsiteX1119" fmla="*/ 4773132 w 9312201"/>
              <a:gd name="connsiteY1119" fmla="*/ 3706629 h 4927186"/>
              <a:gd name="connsiteX1120" fmla="*/ 3293388 w 9312201"/>
              <a:gd name="connsiteY1120" fmla="*/ 3706629 h 4927186"/>
              <a:gd name="connsiteX1121" fmla="*/ 3315208 w 9312201"/>
              <a:gd name="connsiteY1121" fmla="*/ 3728449 h 4927186"/>
              <a:gd name="connsiteX1122" fmla="*/ 3293388 w 9312201"/>
              <a:gd name="connsiteY1122" fmla="*/ 3750269 h 4927186"/>
              <a:gd name="connsiteX1123" fmla="*/ 3271568 w 9312201"/>
              <a:gd name="connsiteY1123" fmla="*/ 3728449 h 4927186"/>
              <a:gd name="connsiteX1124" fmla="*/ 3293388 w 9312201"/>
              <a:gd name="connsiteY1124" fmla="*/ 3706629 h 4927186"/>
              <a:gd name="connsiteX1125" fmla="*/ 3215368 w 9312201"/>
              <a:gd name="connsiteY1125" fmla="*/ 3706629 h 4927186"/>
              <a:gd name="connsiteX1126" fmla="*/ 3237188 w 9312201"/>
              <a:gd name="connsiteY1126" fmla="*/ 3728449 h 4927186"/>
              <a:gd name="connsiteX1127" fmla="*/ 3215368 w 9312201"/>
              <a:gd name="connsiteY1127" fmla="*/ 3750269 h 4927186"/>
              <a:gd name="connsiteX1128" fmla="*/ 3193548 w 9312201"/>
              <a:gd name="connsiteY1128" fmla="*/ 3728449 h 4927186"/>
              <a:gd name="connsiteX1129" fmla="*/ 3215368 w 9312201"/>
              <a:gd name="connsiteY1129" fmla="*/ 3706629 h 4927186"/>
              <a:gd name="connsiteX1130" fmla="*/ 3137348 w 9312201"/>
              <a:gd name="connsiteY1130" fmla="*/ 3706629 h 4927186"/>
              <a:gd name="connsiteX1131" fmla="*/ 3159168 w 9312201"/>
              <a:gd name="connsiteY1131" fmla="*/ 3728449 h 4927186"/>
              <a:gd name="connsiteX1132" fmla="*/ 3137348 w 9312201"/>
              <a:gd name="connsiteY1132" fmla="*/ 3750269 h 4927186"/>
              <a:gd name="connsiteX1133" fmla="*/ 3115528 w 9312201"/>
              <a:gd name="connsiteY1133" fmla="*/ 3728449 h 4927186"/>
              <a:gd name="connsiteX1134" fmla="*/ 3137348 w 9312201"/>
              <a:gd name="connsiteY1134" fmla="*/ 3706629 h 4927186"/>
              <a:gd name="connsiteX1135" fmla="*/ 3059326 w 9312201"/>
              <a:gd name="connsiteY1135" fmla="*/ 3706629 h 4927186"/>
              <a:gd name="connsiteX1136" fmla="*/ 3081146 w 9312201"/>
              <a:gd name="connsiteY1136" fmla="*/ 3728449 h 4927186"/>
              <a:gd name="connsiteX1137" fmla="*/ 3059326 w 9312201"/>
              <a:gd name="connsiteY1137" fmla="*/ 3750269 h 4927186"/>
              <a:gd name="connsiteX1138" fmla="*/ 3037506 w 9312201"/>
              <a:gd name="connsiteY1138" fmla="*/ 3728449 h 4927186"/>
              <a:gd name="connsiteX1139" fmla="*/ 3059326 w 9312201"/>
              <a:gd name="connsiteY1139" fmla="*/ 3706629 h 4927186"/>
              <a:gd name="connsiteX1140" fmla="*/ 2981306 w 9312201"/>
              <a:gd name="connsiteY1140" fmla="*/ 3706629 h 4927186"/>
              <a:gd name="connsiteX1141" fmla="*/ 3003126 w 9312201"/>
              <a:gd name="connsiteY1141" fmla="*/ 3728449 h 4927186"/>
              <a:gd name="connsiteX1142" fmla="*/ 2981306 w 9312201"/>
              <a:gd name="connsiteY1142" fmla="*/ 3750269 h 4927186"/>
              <a:gd name="connsiteX1143" fmla="*/ 2959486 w 9312201"/>
              <a:gd name="connsiteY1143" fmla="*/ 3728449 h 4927186"/>
              <a:gd name="connsiteX1144" fmla="*/ 2981306 w 9312201"/>
              <a:gd name="connsiteY1144" fmla="*/ 3706629 h 4927186"/>
              <a:gd name="connsiteX1145" fmla="*/ 2903286 w 9312201"/>
              <a:gd name="connsiteY1145" fmla="*/ 3706629 h 4927186"/>
              <a:gd name="connsiteX1146" fmla="*/ 2925106 w 9312201"/>
              <a:gd name="connsiteY1146" fmla="*/ 3728449 h 4927186"/>
              <a:gd name="connsiteX1147" fmla="*/ 2903286 w 9312201"/>
              <a:gd name="connsiteY1147" fmla="*/ 3750269 h 4927186"/>
              <a:gd name="connsiteX1148" fmla="*/ 2881466 w 9312201"/>
              <a:gd name="connsiteY1148" fmla="*/ 3728449 h 4927186"/>
              <a:gd name="connsiteX1149" fmla="*/ 2903286 w 9312201"/>
              <a:gd name="connsiteY1149" fmla="*/ 3706629 h 4927186"/>
              <a:gd name="connsiteX1150" fmla="*/ 2826588 w 9312201"/>
              <a:gd name="connsiteY1150" fmla="*/ 3706629 h 4927186"/>
              <a:gd name="connsiteX1151" fmla="*/ 2848408 w 9312201"/>
              <a:gd name="connsiteY1151" fmla="*/ 3728449 h 4927186"/>
              <a:gd name="connsiteX1152" fmla="*/ 2826588 w 9312201"/>
              <a:gd name="connsiteY1152" fmla="*/ 3750269 h 4927186"/>
              <a:gd name="connsiteX1153" fmla="*/ 2804768 w 9312201"/>
              <a:gd name="connsiteY1153" fmla="*/ 3728449 h 4927186"/>
              <a:gd name="connsiteX1154" fmla="*/ 2826588 w 9312201"/>
              <a:gd name="connsiteY1154" fmla="*/ 3706629 h 4927186"/>
              <a:gd name="connsiteX1155" fmla="*/ 2748567 w 9312201"/>
              <a:gd name="connsiteY1155" fmla="*/ 3706629 h 4927186"/>
              <a:gd name="connsiteX1156" fmla="*/ 2770387 w 9312201"/>
              <a:gd name="connsiteY1156" fmla="*/ 3728449 h 4927186"/>
              <a:gd name="connsiteX1157" fmla="*/ 2748567 w 9312201"/>
              <a:gd name="connsiteY1157" fmla="*/ 3750269 h 4927186"/>
              <a:gd name="connsiteX1158" fmla="*/ 2726747 w 9312201"/>
              <a:gd name="connsiteY1158" fmla="*/ 3728449 h 4927186"/>
              <a:gd name="connsiteX1159" fmla="*/ 2748567 w 9312201"/>
              <a:gd name="connsiteY1159" fmla="*/ 3706629 h 4927186"/>
              <a:gd name="connsiteX1160" fmla="*/ 2670547 w 9312201"/>
              <a:gd name="connsiteY1160" fmla="*/ 3706629 h 4927186"/>
              <a:gd name="connsiteX1161" fmla="*/ 2692367 w 9312201"/>
              <a:gd name="connsiteY1161" fmla="*/ 3728449 h 4927186"/>
              <a:gd name="connsiteX1162" fmla="*/ 2670547 w 9312201"/>
              <a:gd name="connsiteY1162" fmla="*/ 3750269 h 4927186"/>
              <a:gd name="connsiteX1163" fmla="*/ 2648727 w 9312201"/>
              <a:gd name="connsiteY1163" fmla="*/ 3728449 h 4927186"/>
              <a:gd name="connsiteX1164" fmla="*/ 2670547 w 9312201"/>
              <a:gd name="connsiteY1164" fmla="*/ 3706629 h 4927186"/>
              <a:gd name="connsiteX1165" fmla="*/ 2592527 w 9312201"/>
              <a:gd name="connsiteY1165" fmla="*/ 3706629 h 4927186"/>
              <a:gd name="connsiteX1166" fmla="*/ 2614347 w 9312201"/>
              <a:gd name="connsiteY1166" fmla="*/ 3728449 h 4927186"/>
              <a:gd name="connsiteX1167" fmla="*/ 2592527 w 9312201"/>
              <a:gd name="connsiteY1167" fmla="*/ 3750269 h 4927186"/>
              <a:gd name="connsiteX1168" fmla="*/ 2570707 w 9312201"/>
              <a:gd name="connsiteY1168" fmla="*/ 3728449 h 4927186"/>
              <a:gd name="connsiteX1169" fmla="*/ 2592527 w 9312201"/>
              <a:gd name="connsiteY1169" fmla="*/ 3706629 h 4927186"/>
              <a:gd name="connsiteX1170" fmla="*/ 8199418 w 9312201"/>
              <a:gd name="connsiteY1170" fmla="*/ 3629931 h 4927186"/>
              <a:gd name="connsiteX1171" fmla="*/ 8221238 w 9312201"/>
              <a:gd name="connsiteY1171" fmla="*/ 3651751 h 4927186"/>
              <a:gd name="connsiteX1172" fmla="*/ 8199418 w 9312201"/>
              <a:gd name="connsiteY1172" fmla="*/ 3673571 h 4927186"/>
              <a:gd name="connsiteX1173" fmla="*/ 8177598 w 9312201"/>
              <a:gd name="connsiteY1173" fmla="*/ 3651751 h 4927186"/>
              <a:gd name="connsiteX1174" fmla="*/ 8199418 w 9312201"/>
              <a:gd name="connsiteY1174" fmla="*/ 3629931 h 4927186"/>
              <a:gd name="connsiteX1175" fmla="*/ 8121398 w 9312201"/>
              <a:gd name="connsiteY1175" fmla="*/ 3629931 h 4927186"/>
              <a:gd name="connsiteX1176" fmla="*/ 8143218 w 9312201"/>
              <a:gd name="connsiteY1176" fmla="*/ 3651751 h 4927186"/>
              <a:gd name="connsiteX1177" fmla="*/ 8121398 w 9312201"/>
              <a:gd name="connsiteY1177" fmla="*/ 3673571 h 4927186"/>
              <a:gd name="connsiteX1178" fmla="*/ 8099578 w 9312201"/>
              <a:gd name="connsiteY1178" fmla="*/ 3651751 h 4927186"/>
              <a:gd name="connsiteX1179" fmla="*/ 8121398 w 9312201"/>
              <a:gd name="connsiteY1179" fmla="*/ 3629931 h 4927186"/>
              <a:gd name="connsiteX1180" fmla="*/ 8044700 w 9312201"/>
              <a:gd name="connsiteY1180" fmla="*/ 3629931 h 4927186"/>
              <a:gd name="connsiteX1181" fmla="*/ 8066520 w 9312201"/>
              <a:gd name="connsiteY1181" fmla="*/ 3651751 h 4927186"/>
              <a:gd name="connsiteX1182" fmla="*/ 8044700 w 9312201"/>
              <a:gd name="connsiteY1182" fmla="*/ 3673571 h 4927186"/>
              <a:gd name="connsiteX1183" fmla="*/ 8022880 w 9312201"/>
              <a:gd name="connsiteY1183" fmla="*/ 3651751 h 4927186"/>
              <a:gd name="connsiteX1184" fmla="*/ 8044700 w 9312201"/>
              <a:gd name="connsiteY1184" fmla="*/ 3629931 h 4927186"/>
              <a:gd name="connsiteX1185" fmla="*/ 7966679 w 9312201"/>
              <a:gd name="connsiteY1185" fmla="*/ 3629931 h 4927186"/>
              <a:gd name="connsiteX1186" fmla="*/ 7988499 w 9312201"/>
              <a:gd name="connsiteY1186" fmla="*/ 3651751 h 4927186"/>
              <a:gd name="connsiteX1187" fmla="*/ 7966679 w 9312201"/>
              <a:gd name="connsiteY1187" fmla="*/ 3673571 h 4927186"/>
              <a:gd name="connsiteX1188" fmla="*/ 7944859 w 9312201"/>
              <a:gd name="connsiteY1188" fmla="*/ 3651751 h 4927186"/>
              <a:gd name="connsiteX1189" fmla="*/ 7966679 w 9312201"/>
              <a:gd name="connsiteY1189" fmla="*/ 3629931 h 4927186"/>
              <a:gd name="connsiteX1190" fmla="*/ 7888658 w 9312201"/>
              <a:gd name="connsiteY1190" fmla="*/ 3629931 h 4927186"/>
              <a:gd name="connsiteX1191" fmla="*/ 7910478 w 9312201"/>
              <a:gd name="connsiteY1191" fmla="*/ 3651751 h 4927186"/>
              <a:gd name="connsiteX1192" fmla="*/ 7888658 w 9312201"/>
              <a:gd name="connsiteY1192" fmla="*/ 3673571 h 4927186"/>
              <a:gd name="connsiteX1193" fmla="*/ 7866838 w 9312201"/>
              <a:gd name="connsiteY1193" fmla="*/ 3651751 h 4927186"/>
              <a:gd name="connsiteX1194" fmla="*/ 7888658 w 9312201"/>
              <a:gd name="connsiteY1194" fmla="*/ 3629931 h 4927186"/>
              <a:gd name="connsiteX1195" fmla="*/ 7809316 w 9312201"/>
              <a:gd name="connsiteY1195" fmla="*/ 3629931 h 4927186"/>
              <a:gd name="connsiteX1196" fmla="*/ 7831136 w 9312201"/>
              <a:gd name="connsiteY1196" fmla="*/ 3651751 h 4927186"/>
              <a:gd name="connsiteX1197" fmla="*/ 7809316 w 9312201"/>
              <a:gd name="connsiteY1197" fmla="*/ 3673571 h 4927186"/>
              <a:gd name="connsiteX1198" fmla="*/ 7787496 w 9312201"/>
              <a:gd name="connsiteY1198" fmla="*/ 3651751 h 4927186"/>
              <a:gd name="connsiteX1199" fmla="*/ 7809316 w 9312201"/>
              <a:gd name="connsiteY1199" fmla="*/ 3629931 h 4927186"/>
              <a:gd name="connsiteX1200" fmla="*/ 7731957 w 9312201"/>
              <a:gd name="connsiteY1200" fmla="*/ 3629931 h 4927186"/>
              <a:gd name="connsiteX1201" fmla="*/ 7754438 w 9312201"/>
              <a:gd name="connsiteY1201" fmla="*/ 3651751 h 4927186"/>
              <a:gd name="connsiteX1202" fmla="*/ 7731957 w 9312201"/>
              <a:gd name="connsiteY1202" fmla="*/ 3673571 h 4927186"/>
              <a:gd name="connsiteX1203" fmla="*/ 7709476 w 9312201"/>
              <a:gd name="connsiteY1203" fmla="*/ 3651751 h 4927186"/>
              <a:gd name="connsiteX1204" fmla="*/ 7731957 w 9312201"/>
              <a:gd name="connsiteY1204" fmla="*/ 3629931 h 4927186"/>
              <a:gd name="connsiteX1205" fmla="*/ 7654597 w 9312201"/>
              <a:gd name="connsiteY1205" fmla="*/ 3629931 h 4927186"/>
              <a:gd name="connsiteX1206" fmla="*/ 7676417 w 9312201"/>
              <a:gd name="connsiteY1206" fmla="*/ 3651751 h 4927186"/>
              <a:gd name="connsiteX1207" fmla="*/ 7654597 w 9312201"/>
              <a:gd name="connsiteY1207" fmla="*/ 3673571 h 4927186"/>
              <a:gd name="connsiteX1208" fmla="*/ 7632777 w 9312201"/>
              <a:gd name="connsiteY1208" fmla="*/ 3651751 h 4927186"/>
              <a:gd name="connsiteX1209" fmla="*/ 7654597 w 9312201"/>
              <a:gd name="connsiteY1209" fmla="*/ 3629931 h 4927186"/>
              <a:gd name="connsiteX1210" fmla="*/ 7576577 w 9312201"/>
              <a:gd name="connsiteY1210" fmla="*/ 3629931 h 4927186"/>
              <a:gd name="connsiteX1211" fmla="*/ 7598397 w 9312201"/>
              <a:gd name="connsiteY1211" fmla="*/ 3651751 h 4927186"/>
              <a:gd name="connsiteX1212" fmla="*/ 7576577 w 9312201"/>
              <a:gd name="connsiteY1212" fmla="*/ 3673571 h 4927186"/>
              <a:gd name="connsiteX1213" fmla="*/ 7554757 w 9312201"/>
              <a:gd name="connsiteY1213" fmla="*/ 3651751 h 4927186"/>
              <a:gd name="connsiteX1214" fmla="*/ 7576577 w 9312201"/>
              <a:gd name="connsiteY1214" fmla="*/ 3629931 h 4927186"/>
              <a:gd name="connsiteX1215" fmla="*/ 7498556 w 9312201"/>
              <a:gd name="connsiteY1215" fmla="*/ 3629931 h 4927186"/>
              <a:gd name="connsiteX1216" fmla="*/ 7520376 w 9312201"/>
              <a:gd name="connsiteY1216" fmla="*/ 3651751 h 4927186"/>
              <a:gd name="connsiteX1217" fmla="*/ 7498556 w 9312201"/>
              <a:gd name="connsiteY1217" fmla="*/ 3673571 h 4927186"/>
              <a:gd name="connsiteX1218" fmla="*/ 7476736 w 9312201"/>
              <a:gd name="connsiteY1218" fmla="*/ 3651751 h 4927186"/>
              <a:gd name="connsiteX1219" fmla="*/ 7498556 w 9312201"/>
              <a:gd name="connsiteY1219" fmla="*/ 3629931 h 4927186"/>
              <a:gd name="connsiteX1220" fmla="*/ 5630034 w 9312201"/>
              <a:gd name="connsiteY1220" fmla="*/ 3629931 h 4927186"/>
              <a:gd name="connsiteX1221" fmla="*/ 5651854 w 9312201"/>
              <a:gd name="connsiteY1221" fmla="*/ 3651751 h 4927186"/>
              <a:gd name="connsiteX1222" fmla="*/ 5630034 w 9312201"/>
              <a:gd name="connsiteY1222" fmla="*/ 3673571 h 4927186"/>
              <a:gd name="connsiteX1223" fmla="*/ 5608214 w 9312201"/>
              <a:gd name="connsiteY1223" fmla="*/ 3651751 h 4927186"/>
              <a:gd name="connsiteX1224" fmla="*/ 5630034 w 9312201"/>
              <a:gd name="connsiteY1224" fmla="*/ 3629931 h 4927186"/>
              <a:gd name="connsiteX1225" fmla="*/ 5552013 w 9312201"/>
              <a:gd name="connsiteY1225" fmla="*/ 3629931 h 4927186"/>
              <a:gd name="connsiteX1226" fmla="*/ 5573833 w 9312201"/>
              <a:gd name="connsiteY1226" fmla="*/ 3651751 h 4927186"/>
              <a:gd name="connsiteX1227" fmla="*/ 5552013 w 9312201"/>
              <a:gd name="connsiteY1227" fmla="*/ 3673571 h 4927186"/>
              <a:gd name="connsiteX1228" fmla="*/ 5530193 w 9312201"/>
              <a:gd name="connsiteY1228" fmla="*/ 3651751 h 4927186"/>
              <a:gd name="connsiteX1229" fmla="*/ 5552013 w 9312201"/>
              <a:gd name="connsiteY1229" fmla="*/ 3629931 h 4927186"/>
              <a:gd name="connsiteX1230" fmla="*/ 5395972 w 9312201"/>
              <a:gd name="connsiteY1230" fmla="*/ 3629931 h 4927186"/>
              <a:gd name="connsiteX1231" fmla="*/ 5417792 w 9312201"/>
              <a:gd name="connsiteY1231" fmla="*/ 3651751 h 4927186"/>
              <a:gd name="connsiteX1232" fmla="*/ 5395972 w 9312201"/>
              <a:gd name="connsiteY1232" fmla="*/ 3673571 h 4927186"/>
              <a:gd name="connsiteX1233" fmla="*/ 5374152 w 9312201"/>
              <a:gd name="connsiteY1233" fmla="*/ 3651751 h 4927186"/>
              <a:gd name="connsiteX1234" fmla="*/ 5395972 w 9312201"/>
              <a:gd name="connsiteY1234" fmla="*/ 3629931 h 4927186"/>
              <a:gd name="connsiteX1235" fmla="*/ 5317953 w 9312201"/>
              <a:gd name="connsiteY1235" fmla="*/ 3629931 h 4927186"/>
              <a:gd name="connsiteX1236" fmla="*/ 5339773 w 9312201"/>
              <a:gd name="connsiteY1236" fmla="*/ 3651751 h 4927186"/>
              <a:gd name="connsiteX1237" fmla="*/ 5317953 w 9312201"/>
              <a:gd name="connsiteY1237" fmla="*/ 3673571 h 4927186"/>
              <a:gd name="connsiteX1238" fmla="*/ 5296133 w 9312201"/>
              <a:gd name="connsiteY1238" fmla="*/ 3651751 h 4927186"/>
              <a:gd name="connsiteX1239" fmla="*/ 5317953 w 9312201"/>
              <a:gd name="connsiteY1239" fmla="*/ 3629931 h 4927186"/>
              <a:gd name="connsiteX1240" fmla="*/ 5239931 w 9312201"/>
              <a:gd name="connsiteY1240" fmla="*/ 3629931 h 4927186"/>
              <a:gd name="connsiteX1241" fmla="*/ 5261751 w 9312201"/>
              <a:gd name="connsiteY1241" fmla="*/ 3651751 h 4927186"/>
              <a:gd name="connsiteX1242" fmla="*/ 5239931 w 9312201"/>
              <a:gd name="connsiteY1242" fmla="*/ 3673571 h 4927186"/>
              <a:gd name="connsiteX1243" fmla="*/ 5218111 w 9312201"/>
              <a:gd name="connsiteY1243" fmla="*/ 3651751 h 4927186"/>
              <a:gd name="connsiteX1244" fmla="*/ 5239931 w 9312201"/>
              <a:gd name="connsiteY1244" fmla="*/ 3629931 h 4927186"/>
              <a:gd name="connsiteX1245" fmla="*/ 5162572 w 9312201"/>
              <a:gd name="connsiteY1245" fmla="*/ 3629931 h 4927186"/>
              <a:gd name="connsiteX1246" fmla="*/ 5185053 w 9312201"/>
              <a:gd name="connsiteY1246" fmla="*/ 3651751 h 4927186"/>
              <a:gd name="connsiteX1247" fmla="*/ 5162572 w 9312201"/>
              <a:gd name="connsiteY1247" fmla="*/ 3673571 h 4927186"/>
              <a:gd name="connsiteX1248" fmla="*/ 5140091 w 9312201"/>
              <a:gd name="connsiteY1248" fmla="*/ 3651751 h 4927186"/>
              <a:gd name="connsiteX1249" fmla="*/ 5162572 w 9312201"/>
              <a:gd name="connsiteY1249" fmla="*/ 3629931 h 4927186"/>
              <a:gd name="connsiteX1250" fmla="*/ 5085212 w 9312201"/>
              <a:gd name="connsiteY1250" fmla="*/ 3629931 h 4927186"/>
              <a:gd name="connsiteX1251" fmla="*/ 5107032 w 9312201"/>
              <a:gd name="connsiteY1251" fmla="*/ 3651751 h 4927186"/>
              <a:gd name="connsiteX1252" fmla="*/ 5085212 w 9312201"/>
              <a:gd name="connsiteY1252" fmla="*/ 3673571 h 4927186"/>
              <a:gd name="connsiteX1253" fmla="*/ 5063392 w 9312201"/>
              <a:gd name="connsiteY1253" fmla="*/ 3651751 h 4927186"/>
              <a:gd name="connsiteX1254" fmla="*/ 5085212 w 9312201"/>
              <a:gd name="connsiteY1254" fmla="*/ 3629931 h 4927186"/>
              <a:gd name="connsiteX1255" fmla="*/ 5007193 w 9312201"/>
              <a:gd name="connsiteY1255" fmla="*/ 3629931 h 4927186"/>
              <a:gd name="connsiteX1256" fmla="*/ 5029013 w 9312201"/>
              <a:gd name="connsiteY1256" fmla="*/ 3651751 h 4927186"/>
              <a:gd name="connsiteX1257" fmla="*/ 5007193 w 9312201"/>
              <a:gd name="connsiteY1257" fmla="*/ 3673571 h 4927186"/>
              <a:gd name="connsiteX1258" fmla="*/ 4985373 w 9312201"/>
              <a:gd name="connsiteY1258" fmla="*/ 3651751 h 4927186"/>
              <a:gd name="connsiteX1259" fmla="*/ 5007193 w 9312201"/>
              <a:gd name="connsiteY1259" fmla="*/ 3629931 h 4927186"/>
              <a:gd name="connsiteX1260" fmla="*/ 4928511 w 9312201"/>
              <a:gd name="connsiteY1260" fmla="*/ 3629931 h 4927186"/>
              <a:gd name="connsiteX1261" fmla="*/ 4950992 w 9312201"/>
              <a:gd name="connsiteY1261" fmla="*/ 3651751 h 4927186"/>
              <a:gd name="connsiteX1262" fmla="*/ 4928511 w 9312201"/>
              <a:gd name="connsiteY1262" fmla="*/ 3673571 h 4927186"/>
              <a:gd name="connsiteX1263" fmla="*/ 4906030 w 9312201"/>
              <a:gd name="connsiteY1263" fmla="*/ 3651751 h 4927186"/>
              <a:gd name="connsiteX1264" fmla="*/ 4928511 w 9312201"/>
              <a:gd name="connsiteY1264" fmla="*/ 3629931 h 4927186"/>
              <a:gd name="connsiteX1265" fmla="*/ 4850491 w 9312201"/>
              <a:gd name="connsiteY1265" fmla="*/ 3629931 h 4927186"/>
              <a:gd name="connsiteX1266" fmla="*/ 4872972 w 9312201"/>
              <a:gd name="connsiteY1266" fmla="*/ 3651751 h 4927186"/>
              <a:gd name="connsiteX1267" fmla="*/ 4850491 w 9312201"/>
              <a:gd name="connsiteY1267" fmla="*/ 3673571 h 4927186"/>
              <a:gd name="connsiteX1268" fmla="*/ 4828010 w 9312201"/>
              <a:gd name="connsiteY1268" fmla="*/ 3651751 h 4927186"/>
              <a:gd name="connsiteX1269" fmla="*/ 4850491 w 9312201"/>
              <a:gd name="connsiteY1269" fmla="*/ 3629931 h 4927186"/>
              <a:gd name="connsiteX1270" fmla="*/ 4773132 w 9312201"/>
              <a:gd name="connsiteY1270" fmla="*/ 3629931 h 4927186"/>
              <a:gd name="connsiteX1271" fmla="*/ 4794952 w 9312201"/>
              <a:gd name="connsiteY1271" fmla="*/ 3651751 h 4927186"/>
              <a:gd name="connsiteX1272" fmla="*/ 4773132 w 9312201"/>
              <a:gd name="connsiteY1272" fmla="*/ 3673571 h 4927186"/>
              <a:gd name="connsiteX1273" fmla="*/ 4751312 w 9312201"/>
              <a:gd name="connsiteY1273" fmla="*/ 3651751 h 4927186"/>
              <a:gd name="connsiteX1274" fmla="*/ 4773132 w 9312201"/>
              <a:gd name="connsiteY1274" fmla="*/ 3629931 h 4927186"/>
              <a:gd name="connsiteX1275" fmla="*/ 4695111 w 9312201"/>
              <a:gd name="connsiteY1275" fmla="*/ 3629931 h 4927186"/>
              <a:gd name="connsiteX1276" fmla="*/ 4716931 w 9312201"/>
              <a:gd name="connsiteY1276" fmla="*/ 3651751 h 4927186"/>
              <a:gd name="connsiteX1277" fmla="*/ 4695111 w 9312201"/>
              <a:gd name="connsiteY1277" fmla="*/ 3673571 h 4927186"/>
              <a:gd name="connsiteX1278" fmla="*/ 4673291 w 9312201"/>
              <a:gd name="connsiteY1278" fmla="*/ 3651751 h 4927186"/>
              <a:gd name="connsiteX1279" fmla="*/ 4695111 w 9312201"/>
              <a:gd name="connsiteY1279" fmla="*/ 3629931 h 4927186"/>
              <a:gd name="connsiteX1280" fmla="*/ 3059326 w 9312201"/>
              <a:gd name="connsiteY1280" fmla="*/ 3629931 h 4927186"/>
              <a:gd name="connsiteX1281" fmla="*/ 3081146 w 9312201"/>
              <a:gd name="connsiteY1281" fmla="*/ 3651751 h 4927186"/>
              <a:gd name="connsiteX1282" fmla="*/ 3059326 w 9312201"/>
              <a:gd name="connsiteY1282" fmla="*/ 3673571 h 4927186"/>
              <a:gd name="connsiteX1283" fmla="*/ 3037506 w 9312201"/>
              <a:gd name="connsiteY1283" fmla="*/ 3651751 h 4927186"/>
              <a:gd name="connsiteX1284" fmla="*/ 3059326 w 9312201"/>
              <a:gd name="connsiteY1284" fmla="*/ 3629931 h 4927186"/>
              <a:gd name="connsiteX1285" fmla="*/ 2981306 w 9312201"/>
              <a:gd name="connsiteY1285" fmla="*/ 3629931 h 4927186"/>
              <a:gd name="connsiteX1286" fmla="*/ 3003126 w 9312201"/>
              <a:gd name="connsiteY1286" fmla="*/ 3651751 h 4927186"/>
              <a:gd name="connsiteX1287" fmla="*/ 2981306 w 9312201"/>
              <a:gd name="connsiteY1287" fmla="*/ 3673571 h 4927186"/>
              <a:gd name="connsiteX1288" fmla="*/ 2959486 w 9312201"/>
              <a:gd name="connsiteY1288" fmla="*/ 3651751 h 4927186"/>
              <a:gd name="connsiteX1289" fmla="*/ 2981306 w 9312201"/>
              <a:gd name="connsiteY1289" fmla="*/ 3629931 h 4927186"/>
              <a:gd name="connsiteX1290" fmla="*/ 2903286 w 9312201"/>
              <a:gd name="connsiteY1290" fmla="*/ 3629931 h 4927186"/>
              <a:gd name="connsiteX1291" fmla="*/ 2925106 w 9312201"/>
              <a:gd name="connsiteY1291" fmla="*/ 3651751 h 4927186"/>
              <a:gd name="connsiteX1292" fmla="*/ 2903286 w 9312201"/>
              <a:gd name="connsiteY1292" fmla="*/ 3673571 h 4927186"/>
              <a:gd name="connsiteX1293" fmla="*/ 2881466 w 9312201"/>
              <a:gd name="connsiteY1293" fmla="*/ 3651751 h 4927186"/>
              <a:gd name="connsiteX1294" fmla="*/ 2903286 w 9312201"/>
              <a:gd name="connsiteY1294" fmla="*/ 3629931 h 4927186"/>
              <a:gd name="connsiteX1295" fmla="*/ 2826588 w 9312201"/>
              <a:gd name="connsiteY1295" fmla="*/ 3629931 h 4927186"/>
              <a:gd name="connsiteX1296" fmla="*/ 2848408 w 9312201"/>
              <a:gd name="connsiteY1296" fmla="*/ 3651751 h 4927186"/>
              <a:gd name="connsiteX1297" fmla="*/ 2826588 w 9312201"/>
              <a:gd name="connsiteY1297" fmla="*/ 3673571 h 4927186"/>
              <a:gd name="connsiteX1298" fmla="*/ 2804768 w 9312201"/>
              <a:gd name="connsiteY1298" fmla="*/ 3651751 h 4927186"/>
              <a:gd name="connsiteX1299" fmla="*/ 2826588 w 9312201"/>
              <a:gd name="connsiteY1299" fmla="*/ 3629931 h 4927186"/>
              <a:gd name="connsiteX1300" fmla="*/ 2748567 w 9312201"/>
              <a:gd name="connsiteY1300" fmla="*/ 3629931 h 4927186"/>
              <a:gd name="connsiteX1301" fmla="*/ 2770387 w 9312201"/>
              <a:gd name="connsiteY1301" fmla="*/ 3651751 h 4927186"/>
              <a:gd name="connsiteX1302" fmla="*/ 2748567 w 9312201"/>
              <a:gd name="connsiteY1302" fmla="*/ 3673571 h 4927186"/>
              <a:gd name="connsiteX1303" fmla="*/ 2726747 w 9312201"/>
              <a:gd name="connsiteY1303" fmla="*/ 3651751 h 4927186"/>
              <a:gd name="connsiteX1304" fmla="*/ 2748567 w 9312201"/>
              <a:gd name="connsiteY1304" fmla="*/ 3629931 h 4927186"/>
              <a:gd name="connsiteX1305" fmla="*/ 2670547 w 9312201"/>
              <a:gd name="connsiteY1305" fmla="*/ 3629931 h 4927186"/>
              <a:gd name="connsiteX1306" fmla="*/ 2692367 w 9312201"/>
              <a:gd name="connsiteY1306" fmla="*/ 3651751 h 4927186"/>
              <a:gd name="connsiteX1307" fmla="*/ 2670547 w 9312201"/>
              <a:gd name="connsiteY1307" fmla="*/ 3673571 h 4927186"/>
              <a:gd name="connsiteX1308" fmla="*/ 2648727 w 9312201"/>
              <a:gd name="connsiteY1308" fmla="*/ 3651751 h 4927186"/>
              <a:gd name="connsiteX1309" fmla="*/ 2670547 w 9312201"/>
              <a:gd name="connsiteY1309" fmla="*/ 3629931 h 4927186"/>
              <a:gd name="connsiteX1310" fmla="*/ 2592527 w 9312201"/>
              <a:gd name="connsiteY1310" fmla="*/ 3629931 h 4927186"/>
              <a:gd name="connsiteX1311" fmla="*/ 2614347 w 9312201"/>
              <a:gd name="connsiteY1311" fmla="*/ 3651751 h 4927186"/>
              <a:gd name="connsiteX1312" fmla="*/ 2592527 w 9312201"/>
              <a:gd name="connsiteY1312" fmla="*/ 3673571 h 4927186"/>
              <a:gd name="connsiteX1313" fmla="*/ 2570707 w 9312201"/>
              <a:gd name="connsiteY1313" fmla="*/ 3651751 h 4927186"/>
              <a:gd name="connsiteX1314" fmla="*/ 2592527 w 9312201"/>
              <a:gd name="connsiteY1314" fmla="*/ 3629931 h 4927186"/>
              <a:gd name="connsiteX1315" fmla="*/ 2513845 w 9312201"/>
              <a:gd name="connsiteY1315" fmla="*/ 3629931 h 4927186"/>
              <a:gd name="connsiteX1316" fmla="*/ 2536326 w 9312201"/>
              <a:gd name="connsiteY1316" fmla="*/ 3651751 h 4927186"/>
              <a:gd name="connsiteX1317" fmla="*/ 2513845 w 9312201"/>
              <a:gd name="connsiteY1317" fmla="*/ 3673571 h 4927186"/>
              <a:gd name="connsiteX1318" fmla="*/ 2491364 w 9312201"/>
              <a:gd name="connsiteY1318" fmla="*/ 3651751 h 4927186"/>
              <a:gd name="connsiteX1319" fmla="*/ 2513845 w 9312201"/>
              <a:gd name="connsiteY1319" fmla="*/ 3629931 h 4927186"/>
              <a:gd name="connsiteX1320" fmla="*/ 3371408 w 9312201"/>
              <a:gd name="connsiteY1320" fmla="*/ 3629930 h 4927186"/>
              <a:gd name="connsiteX1321" fmla="*/ 3393228 w 9312201"/>
              <a:gd name="connsiteY1321" fmla="*/ 3651750 h 4927186"/>
              <a:gd name="connsiteX1322" fmla="*/ 3371408 w 9312201"/>
              <a:gd name="connsiteY1322" fmla="*/ 3673570 h 4927186"/>
              <a:gd name="connsiteX1323" fmla="*/ 3349588 w 9312201"/>
              <a:gd name="connsiteY1323" fmla="*/ 3651750 h 4927186"/>
              <a:gd name="connsiteX1324" fmla="*/ 3371408 w 9312201"/>
              <a:gd name="connsiteY1324" fmla="*/ 3629930 h 4927186"/>
              <a:gd name="connsiteX1325" fmla="*/ 3293388 w 9312201"/>
              <a:gd name="connsiteY1325" fmla="*/ 3629930 h 4927186"/>
              <a:gd name="connsiteX1326" fmla="*/ 3315208 w 9312201"/>
              <a:gd name="connsiteY1326" fmla="*/ 3651750 h 4927186"/>
              <a:gd name="connsiteX1327" fmla="*/ 3293388 w 9312201"/>
              <a:gd name="connsiteY1327" fmla="*/ 3673570 h 4927186"/>
              <a:gd name="connsiteX1328" fmla="*/ 3271568 w 9312201"/>
              <a:gd name="connsiteY1328" fmla="*/ 3651750 h 4927186"/>
              <a:gd name="connsiteX1329" fmla="*/ 3293388 w 9312201"/>
              <a:gd name="connsiteY1329" fmla="*/ 3629930 h 4927186"/>
              <a:gd name="connsiteX1330" fmla="*/ 3215368 w 9312201"/>
              <a:gd name="connsiteY1330" fmla="*/ 3629930 h 4927186"/>
              <a:gd name="connsiteX1331" fmla="*/ 3237188 w 9312201"/>
              <a:gd name="connsiteY1331" fmla="*/ 3651750 h 4927186"/>
              <a:gd name="connsiteX1332" fmla="*/ 3215368 w 9312201"/>
              <a:gd name="connsiteY1332" fmla="*/ 3673570 h 4927186"/>
              <a:gd name="connsiteX1333" fmla="*/ 3193548 w 9312201"/>
              <a:gd name="connsiteY1333" fmla="*/ 3651750 h 4927186"/>
              <a:gd name="connsiteX1334" fmla="*/ 3215368 w 9312201"/>
              <a:gd name="connsiteY1334" fmla="*/ 3629930 h 4927186"/>
              <a:gd name="connsiteX1335" fmla="*/ 3137348 w 9312201"/>
              <a:gd name="connsiteY1335" fmla="*/ 3629930 h 4927186"/>
              <a:gd name="connsiteX1336" fmla="*/ 3159168 w 9312201"/>
              <a:gd name="connsiteY1336" fmla="*/ 3651750 h 4927186"/>
              <a:gd name="connsiteX1337" fmla="*/ 3137348 w 9312201"/>
              <a:gd name="connsiteY1337" fmla="*/ 3673570 h 4927186"/>
              <a:gd name="connsiteX1338" fmla="*/ 3115528 w 9312201"/>
              <a:gd name="connsiteY1338" fmla="*/ 3651750 h 4927186"/>
              <a:gd name="connsiteX1339" fmla="*/ 3137348 w 9312201"/>
              <a:gd name="connsiteY1339" fmla="*/ 3629930 h 4927186"/>
              <a:gd name="connsiteX1340" fmla="*/ 5708054 w 9312201"/>
              <a:gd name="connsiteY1340" fmla="*/ 3551911 h 4927186"/>
              <a:gd name="connsiteX1341" fmla="*/ 5729874 w 9312201"/>
              <a:gd name="connsiteY1341" fmla="*/ 3573731 h 4927186"/>
              <a:gd name="connsiteX1342" fmla="*/ 5708054 w 9312201"/>
              <a:gd name="connsiteY1342" fmla="*/ 3595551 h 4927186"/>
              <a:gd name="connsiteX1343" fmla="*/ 5686234 w 9312201"/>
              <a:gd name="connsiteY1343" fmla="*/ 3573731 h 4927186"/>
              <a:gd name="connsiteX1344" fmla="*/ 5708054 w 9312201"/>
              <a:gd name="connsiteY1344" fmla="*/ 3551911 h 4927186"/>
              <a:gd name="connsiteX1345" fmla="*/ 5630034 w 9312201"/>
              <a:gd name="connsiteY1345" fmla="*/ 3551911 h 4927186"/>
              <a:gd name="connsiteX1346" fmla="*/ 5651854 w 9312201"/>
              <a:gd name="connsiteY1346" fmla="*/ 3573731 h 4927186"/>
              <a:gd name="connsiteX1347" fmla="*/ 5630034 w 9312201"/>
              <a:gd name="connsiteY1347" fmla="*/ 3595551 h 4927186"/>
              <a:gd name="connsiteX1348" fmla="*/ 5608214 w 9312201"/>
              <a:gd name="connsiteY1348" fmla="*/ 3573731 h 4927186"/>
              <a:gd name="connsiteX1349" fmla="*/ 5630034 w 9312201"/>
              <a:gd name="connsiteY1349" fmla="*/ 3551911 h 4927186"/>
              <a:gd name="connsiteX1350" fmla="*/ 5395972 w 9312201"/>
              <a:gd name="connsiteY1350" fmla="*/ 3551911 h 4927186"/>
              <a:gd name="connsiteX1351" fmla="*/ 5417792 w 9312201"/>
              <a:gd name="connsiteY1351" fmla="*/ 3573731 h 4927186"/>
              <a:gd name="connsiteX1352" fmla="*/ 5395972 w 9312201"/>
              <a:gd name="connsiteY1352" fmla="*/ 3595551 h 4927186"/>
              <a:gd name="connsiteX1353" fmla="*/ 5374152 w 9312201"/>
              <a:gd name="connsiteY1353" fmla="*/ 3573731 h 4927186"/>
              <a:gd name="connsiteX1354" fmla="*/ 5395972 w 9312201"/>
              <a:gd name="connsiteY1354" fmla="*/ 3551911 h 4927186"/>
              <a:gd name="connsiteX1355" fmla="*/ 5317953 w 9312201"/>
              <a:gd name="connsiteY1355" fmla="*/ 3551911 h 4927186"/>
              <a:gd name="connsiteX1356" fmla="*/ 5339773 w 9312201"/>
              <a:gd name="connsiteY1356" fmla="*/ 3573731 h 4927186"/>
              <a:gd name="connsiteX1357" fmla="*/ 5317953 w 9312201"/>
              <a:gd name="connsiteY1357" fmla="*/ 3595551 h 4927186"/>
              <a:gd name="connsiteX1358" fmla="*/ 5296133 w 9312201"/>
              <a:gd name="connsiteY1358" fmla="*/ 3573731 h 4927186"/>
              <a:gd name="connsiteX1359" fmla="*/ 5317953 w 9312201"/>
              <a:gd name="connsiteY1359" fmla="*/ 3551911 h 4927186"/>
              <a:gd name="connsiteX1360" fmla="*/ 3059326 w 9312201"/>
              <a:gd name="connsiteY1360" fmla="*/ 3551911 h 4927186"/>
              <a:gd name="connsiteX1361" fmla="*/ 3081146 w 9312201"/>
              <a:gd name="connsiteY1361" fmla="*/ 3573731 h 4927186"/>
              <a:gd name="connsiteX1362" fmla="*/ 3059326 w 9312201"/>
              <a:gd name="connsiteY1362" fmla="*/ 3595551 h 4927186"/>
              <a:gd name="connsiteX1363" fmla="*/ 3037506 w 9312201"/>
              <a:gd name="connsiteY1363" fmla="*/ 3573731 h 4927186"/>
              <a:gd name="connsiteX1364" fmla="*/ 3059326 w 9312201"/>
              <a:gd name="connsiteY1364" fmla="*/ 3551911 h 4927186"/>
              <a:gd name="connsiteX1365" fmla="*/ 2981306 w 9312201"/>
              <a:gd name="connsiteY1365" fmla="*/ 3551911 h 4927186"/>
              <a:gd name="connsiteX1366" fmla="*/ 3003126 w 9312201"/>
              <a:gd name="connsiteY1366" fmla="*/ 3573731 h 4927186"/>
              <a:gd name="connsiteX1367" fmla="*/ 2981306 w 9312201"/>
              <a:gd name="connsiteY1367" fmla="*/ 3595551 h 4927186"/>
              <a:gd name="connsiteX1368" fmla="*/ 2959486 w 9312201"/>
              <a:gd name="connsiteY1368" fmla="*/ 3573731 h 4927186"/>
              <a:gd name="connsiteX1369" fmla="*/ 2981306 w 9312201"/>
              <a:gd name="connsiteY1369" fmla="*/ 3551911 h 4927186"/>
              <a:gd name="connsiteX1370" fmla="*/ 2903286 w 9312201"/>
              <a:gd name="connsiteY1370" fmla="*/ 3551911 h 4927186"/>
              <a:gd name="connsiteX1371" fmla="*/ 2925106 w 9312201"/>
              <a:gd name="connsiteY1371" fmla="*/ 3573731 h 4927186"/>
              <a:gd name="connsiteX1372" fmla="*/ 2903286 w 9312201"/>
              <a:gd name="connsiteY1372" fmla="*/ 3595551 h 4927186"/>
              <a:gd name="connsiteX1373" fmla="*/ 2881466 w 9312201"/>
              <a:gd name="connsiteY1373" fmla="*/ 3573731 h 4927186"/>
              <a:gd name="connsiteX1374" fmla="*/ 2903286 w 9312201"/>
              <a:gd name="connsiteY1374" fmla="*/ 3551911 h 4927186"/>
              <a:gd name="connsiteX1375" fmla="*/ 2826588 w 9312201"/>
              <a:gd name="connsiteY1375" fmla="*/ 3551911 h 4927186"/>
              <a:gd name="connsiteX1376" fmla="*/ 2848408 w 9312201"/>
              <a:gd name="connsiteY1376" fmla="*/ 3573731 h 4927186"/>
              <a:gd name="connsiteX1377" fmla="*/ 2826588 w 9312201"/>
              <a:gd name="connsiteY1377" fmla="*/ 3595551 h 4927186"/>
              <a:gd name="connsiteX1378" fmla="*/ 2804768 w 9312201"/>
              <a:gd name="connsiteY1378" fmla="*/ 3573731 h 4927186"/>
              <a:gd name="connsiteX1379" fmla="*/ 2826588 w 9312201"/>
              <a:gd name="connsiteY1379" fmla="*/ 3551911 h 4927186"/>
              <a:gd name="connsiteX1380" fmla="*/ 2748567 w 9312201"/>
              <a:gd name="connsiteY1380" fmla="*/ 3551911 h 4927186"/>
              <a:gd name="connsiteX1381" fmla="*/ 2770387 w 9312201"/>
              <a:gd name="connsiteY1381" fmla="*/ 3573731 h 4927186"/>
              <a:gd name="connsiteX1382" fmla="*/ 2748567 w 9312201"/>
              <a:gd name="connsiteY1382" fmla="*/ 3595551 h 4927186"/>
              <a:gd name="connsiteX1383" fmla="*/ 2726747 w 9312201"/>
              <a:gd name="connsiteY1383" fmla="*/ 3573731 h 4927186"/>
              <a:gd name="connsiteX1384" fmla="*/ 2748567 w 9312201"/>
              <a:gd name="connsiteY1384" fmla="*/ 3551911 h 4927186"/>
              <a:gd name="connsiteX1385" fmla="*/ 2670547 w 9312201"/>
              <a:gd name="connsiteY1385" fmla="*/ 3551911 h 4927186"/>
              <a:gd name="connsiteX1386" fmla="*/ 2692367 w 9312201"/>
              <a:gd name="connsiteY1386" fmla="*/ 3573731 h 4927186"/>
              <a:gd name="connsiteX1387" fmla="*/ 2670547 w 9312201"/>
              <a:gd name="connsiteY1387" fmla="*/ 3595551 h 4927186"/>
              <a:gd name="connsiteX1388" fmla="*/ 2648727 w 9312201"/>
              <a:gd name="connsiteY1388" fmla="*/ 3573731 h 4927186"/>
              <a:gd name="connsiteX1389" fmla="*/ 2670547 w 9312201"/>
              <a:gd name="connsiteY1389" fmla="*/ 3551911 h 4927186"/>
              <a:gd name="connsiteX1390" fmla="*/ 2592527 w 9312201"/>
              <a:gd name="connsiteY1390" fmla="*/ 3551911 h 4927186"/>
              <a:gd name="connsiteX1391" fmla="*/ 2614347 w 9312201"/>
              <a:gd name="connsiteY1391" fmla="*/ 3573731 h 4927186"/>
              <a:gd name="connsiteX1392" fmla="*/ 2592527 w 9312201"/>
              <a:gd name="connsiteY1392" fmla="*/ 3595551 h 4927186"/>
              <a:gd name="connsiteX1393" fmla="*/ 2570707 w 9312201"/>
              <a:gd name="connsiteY1393" fmla="*/ 3573731 h 4927186"/>
              <a:gd name="connsiteX1394" fmla="*/ 2592527 w 9312201"/>
              <a:gd name="connsiteY1394" fmla="*/ 3551911 h 4927186"/>
              <a:gd name="connsiteX1395" fmla="*/ 2513845 w 9312201"/>
              <a:gd name="connsiteY1395" fmla="*/ 3551911 h 4927186"/>
              <a:gd name="connsiteX1396" fmla="*/ 2536326 w 9312201"/>
              <a:gd name="connsiteY1396" fmla="*/ 3573731 h 4927186"/>
              <a:gd name="connsiteX1397" fmla="*/ 2513845 w 9312201"/>
              <a:gd name="connsiteY1397" fmla="*/ 3595551 h 4927186"/>
              <a:gd name="connsiteX1398" fmla="*/ 2491364 w 9312201"/>
              <a:gd name="connsiteY1398" fmla="*/ 3573731 h 4927186"/>
              <a:gd name="connsiteX1399" fmla="*/ 2513845 w 9312201"/>
              <a:gd name="connsiteY1399" fmla="*/ 3551911 h 4927186"/>
              <a:gd name="connsiteX1400" fmla="*/ 2436486 w 9312201"/>
              <a:gd name="connsiteY1400" fmla="*/ 3551911 h 4927186"/>
              <a:gd name="connsiteX1401" fmla="*/ 2458306 w 9312201"/>
              <a:gd name="connsiteY1401" fmla="*/ 3573731 h 4927186"/>
              <a:gd name="connsiteX1402" fmla="*/ 2436486 w 9312201"/>
              <a:gd name="connsiteY1402" fmla="*/ 3595551 h 4927186"/>
              <a:gd name="connsiteX1403" fmla="*/ 2414666 w 9312201"/>
              <a:gd name="connsiteY1403" fmla="*/ 3573731 h 4927186"/>
              <a:gd name="connsiteX1404" fmla="*/ 2436486 w 9312201"/>
              <a:gd name="connsiteY1404" fmla="*/ 3551911 h 4927186"/>
              <a:gd name="connsiteX1405" fmla="*/ 8121398 w 9312201"/>
              <a:gd name="connsiteY1405" fmla="*/ 3551910 h 4927186"/>
              <a:gd name="connsiteX1406" fmla="*/ 8143218 w 9312201"/>
              <a:gd name="connsiteY1406" fmla="*/ 3573730 h 4927186"/>
              <a:gd name="connsiteX1407" fmla="*/ 8121398 w 9312201"/>
              <a:gd name="connsiteY1407" fmla="*/ 3595550 h 4927186"/>
              <a:gd name="connsiteX1408" fmla="*/ 8099578 w 9312201"/>
              <a:gd name="connsiteY1408" fmla="*/ 3573730 h 4927186"/>
              <a:gd name="connsiteX1409" fmla="*/ 8121398 w 9312201"/>
              <a:gd name="connsiteY1409" fmla="*/ 3551910 h 4927186"/>
              <a:gd name="connsiteX1410" fmla="*/ 7888658 w 9312201"/>
              <a:gd name="connsiteY1410" fmla="*/ 3551910 h 4927186"/>
              <a:gd name="connsiteX1411" fmla="*/ 7910478 w 9312201"/>
              <a:gd name="connsiteY1411" fmla="*/ 3573730 h 4927186"/>
              <a:gd name="connsiteX1412" fmla="*/ 7888658 w 9312201"/>
              <a:gd name="connsiteY1412" fmla="*/ 3595550 h 4927186"/>
              <a:gd name="connsiteX1413" fmla="*/ 7866838 w 9312201"/>
              <a:gd name="connsiteY1413" fmla="*/ 3573730 h 4927186"/>
              <a:gd name="connsiteX1414" fmla="*/ 7888658 w 9312201"/>
              <a:gd name="connsiteY1414" fmla="*/ 3551910 h 4927186"/>
              <a:gd name="connsiteX1415" fmla="*/ 7809316 w 9312201"/>
              <a:gd name="connsiteY1415" fmla="*/ 3551910 h 4927186"/>
              <a:gd name="connsiteX1416" fmla="*/ 7831136 w 9312201"/>
              <a:gd name="connsiteY1416" fmla="*/ 3573730 h 4927186"/>
              <a:gd name="connsiteX1417" fmla="*/ 7809316 w 9312201"/>
              <a:gd name="connsiteY1417" fmla="*/ 3595550 h 4927186"/>
              <a:gd name="connsiteX1418" fmla="*/ 7787496 w 9312201"/>
              <a:gd name="connsiteY1418" fmla="*/ 3573730 h 4927186"/>
              <a:gd name="connsiteX1419" fmla="*/ 7809316 w 9312201"/>
              <a:gd name="connsiteY1419" fmla="*/ 3551910 h 4927186"/>
              <a:gd name="connsiteX1420" fmla="*/ 7731957 w 9312201"/>
              <a:gd name="connsiteY1420" fmla="*/ 3551910 h 4927186"/>
              <a:gd name="connsiteX1421" fmla="*/ 7754438 w 9312201"/>
              <a:gd name="connsiteY1421" fmla="*/ 3573730 h 4927186"/>
              <a:gd name="connsiteX1422" fmla="*/ 7731957 w 9312201"/>
              <a:gd name="connsiteY1422" fmla="*/ 3595550 h 4927186"/>
              <a:gd name="connsiteX1423" fmla="*/ 7709476 w 9312201"/>
              <a:gd name="connsiteY1423" fmla="*/ 3573730 h 4927186"/>
              <a:gd name="connsiteX1424" fmla="*/ 7731957 w 9312201"/>
              <a:gd name="connsiteY1424" fmla="*/ 3551910 h 4927186"/>
              <a:gd name="connsiteX1425" fmla="*/ 7654597 w 9312201"/>
              <a:gd name="connsiteY1425" fmla="*/ 3551910 h 4927186"/>
              <a:gd name="connsiteX1426" fmla="*/ 7676417 w 9312201"/>
              <a:gd name="connsiteY1426" fmla="*/ 3573730 h 4927186"/>
              <a:gd name="connsiteX1427" fmla="*/ 7654597 w 9312201"/>
              <a:gd name="connsiteY1427" fmla="*/ 3595550 h 4927186"/>
              <a:gd name="connsiteX1428" fmla="*/ 7632777 w 9312201"/>
              <a:gd name="connsiteY1428" fmla="*/ 3573730 h 4927186"/>
              <a:gd name="connsiteX1429" fmla="*/ 7654597 w 9312201"/>
              <a:gd name="connsiteY1429" fmla="*/ 3551910 h 4927186"/>
              <a:gd name="connsiteX1430" fmla="*/ 5239931 w 9312201"/>
              <a:gd name="connsiteY1430" fmla="*/ 3551910 h 4927186"/>
              <a:gd name="connsiteX1431" fmla="*/ 5261751 w 9312201"/>
              <a:gd name="connsiteY1431" fmla="*/ 3573730 h 4927186"/>
              <a:gd name="connsiteX1432" fmla="*/ 5239931 w 9312201"/>
              <a:gd name="connsiteY1432" fmla="*/ 3595550 h 4927186"/>
              <a:gd name="connsiteX1433" fmla="*/ 5218111 w 9312201"/>
              <a:gd name="connsiteY1433" fmla="*/ 3573730 h 4927186"/>
              <a:gd name="connsiteX1434" fmla="*/ 5239931 w 9312201"/>
              <a:gd name="connsiteY1434" fmla="*/ 3551910 h 4927186"/>
              <a:gd name="connsiteX1435" fmla="*/ 5162572 w 9312201"/>
              <a:gd name="connsiteY1435" fmla="*/ 3551910 h 4927186"/>
              <a:gd name="connsiteX1436" fmla="*/ 5185053 w 9312201"/>
              <a:gd name="connsiteY1436" fmla="*/ 3573730 h 4927186"/>
              <a:gd name="connsiteX1437" fmla="*/ 5162572 w 9312201"/>
              <a:gd name="connsiteY1437" fmla="*/ 3595550 h 4927186"/>
              <a:gd name="connsiteX1438" fmla="*/ 5140091 w 9312201"/>
              <a:gd name="connsiteY1438" fmla="*/ 3573730 h 4927186"/>
              <a:gd name="connsiteX1439" fmla="*/ 5162572 w 9312201"/>
              <a:gd name="connsiteY1439" fmla="*/ 3551910 h 4927186"/>
              <a:gd name="connsiteX1440" fmla="*/ 5085212 w 9312201"/>
              <a:gd name="connsiteY1440" fmla="*/ 3551910 h 4927186"/>
              <a:gd name="connsiteX1441" fmla="*/ 5107032 w 9312201"/>
              <a:gd name="connsiteY1441" fmla="*/ 3573730 h 4927186"/>
              <a:gd name="connsiteX1442" fmla="*/ 5085212 w 9312201"/>
              <a:gd name="connsiteY1442" fmla="*/ 3595550 h 4927186"/>
              <a:gd name="connsiteX1443" fmla="*/ 5063392 w 9312201"/>
              <a:gd name="connsiteY1443" fmla="*/ 3573730 h 4927186"/>
              <a:gd name="connsiteX1444" fmla="*/ 5085212 w 9312201"/>
              <a:gd name="connsiteY1444" fmla="*/ 3551910 h 4927186"/>
              <a:gd name="connsiteX1445" fmla="*/ 5007193 w 9312201"/>
              <a:gd name="connsiteY1445" fmla="*/ 3551910 h 4927186"/>
              <a:gd name="connsiteX1446" fmla="*/ 5029013 w 9312201"/>
              <a:gd name="connsiteY1446" fmla="*/ 3573730 h 4927186"/>
              <a:gd name="connsiteX1447" fmla="*/ 5007193 w 9312201"/>
              <a:gd name="connsiteY1447" fmla="*/ 3595550 h 4927186"/>
              <a:gd name="connsiteX1448" fmla="*/ 4985373 w 9312201"/>
              <a:gd name="connsiteY1448" fmla="*/ 3573730 h 4927186"/>
              <a:gd name="connsiteX1449" fmla="*/ 5007193 w 9312201"/>
              <a:gd name="connsiteY1449" fmla="*/ 3551910 h 4927186"/>
              <a:gd name="connsiteX1450" fmla="*/ 4928511 w 9312201"/>
              <a:gd name="connsiteY1450" fmla="*/ 3551910 h 4927186"/>
              <a:gd name="connsiteX1451" fmla="*/ 4950992 w 9312201"/>
              <a:gd name="connsiteY1451" fmla="*/ 3573730 h 4927186"/>
              <a:gd name="connsiteX1452" fmla="*/ 4928511 w 9312201"/>
              <a:gd name="connsiteY1452" fmla="*/ 3595550 h 4927186"/>
              <a:gd name="connsiteX1453" fmla="*/ 4906030 w 9312201"/>
              <a:gd name="connsiteY1453" fmla="*/ 3573730 h 4927186"/>
              <a:gd name="connsiteX1454" fmla="*/ 4928511 w 9312201"/>
              <a:gd name="connsiteY1454" fmla="*/ 3551910 h 4927186"/>
              <a:gd name="connsiteX1455" fmla="*/ 4850491 w 9312201"/>
              <a:gd name="connsiteY1455" fmla="*/ 3551910 h 4927186"/>
              <a:gd name="connsiteX1456" fmla="*/ 4872972 w 9312201"/>
              <a:gd name="connsiteY1456" fmla="*/ 3573730 h 4927186"/>
              <a:gd name="connsiteX1457" fmla="*/ 4850491 w 9312201"/>
              <a:gd name="connsiteY1457" fmla="*/ 3595550 h 4927186"/>
              <a:gd name="connsiteX1458" fmla="*/ 4828010 w 9312201"/>
              <a:gd name="connsiteY1458" fmla="*/ 3573730 h 4927186"/>
              <a:gd name="connsiteX1459" fmla="*/ 4850491 w 9312201"/>
              <a:gd name="connsiteY1459" fmla="*/ 3551910 h 4927186"/>
              <a:gd name="connsiteX1460" fmla="*/ 4773132 w 9312201"/>
              <a:gd name="connsiteY1460" fmla="*/ 3551910 h 4927186"/>
              <a:gd name="connsiteX1461" fmla="*/ 4794952 w 9312201"/>
              <a:gd name="connsiteY1461" fmla="*/ 3573730 h 4927186"/>
              <a:gd name="connsiteX1462" fmla="*/ 4773132 w 9312201"/>
              <a:gd name="connsiteY1462" fmla="*/ 3595550 h 4927186"/>
              <a:gd name="connsiteX1463" fmla="*/ 4751312 w 9312201"/>
              <a:gd name="connsiteY1463" fmla="*/ 3573730 h 4927186"/>
              <a:gd name="connsiteX1464" fmla="*/ 4773132 w 9312201"/>
              <a:gd name="connsiteY1464" fmla="*/ 3551910 h 4927186"/>
              <a:gd name="connsiteX1465" fmla="*/ 4695111 w 9312201"/>
              <a:gd name="connsiteY1465" fmla="*/ 3551910 h 4927186"/>
              <a:gd name="connsiteX1466" fmla="*/ 4716931 w 9312201"/>
              <a:gd name="connsiteY1466" fmla="*/ 3573730 h 4927186"/>
              <a:gd name="connsiteX1467" fmla="*/ 4695111 w 9312201"/>
              <a:gd name="connsiteY1467" fmla="*/ 3595550 h 4927186"/>
              <a:gd name="connsiteX1468" fmla="*/ 4673291 w 9312201"/>
              <a:gd name="connsiteY1468" fmla="*/ 3573730 h 4927186"/>
              <a:gd name="connsiteX1469" fmla="*/ 4695111 w 9312201"/>
              <a:gd name="connsiteY1469" fmla="*/ 3551910 h 4927186"/>
              <a:gd name="connsiteX1470" fmla="*/ 3371408 w 9312201"/>
              <a:gd name="connsiteY1470" fmla="*/ 3551910 h 4927186"/>
              <a:gd name="connsiteX1471" fmla="*/ 3393228 w 9312201"/>
              <a:gd name="connsiteY1471" fmla="*/ 3573730 h 4927186"/>
              <a:gd name="connsiteX1472" fmla="*/ 3371408 w 9312201"/>
              <a:gd name="connsiteY1472" fmla="*/ 3595550 h 4927186"/>
              <a:gd name="connsiteX1473" fmla="*/ 3349588 w 9312201"/>
              <a:gd name="connsiteY1473" fmla="*/ 3573730 h 4927186"/>
              <a:gd name="connsiteX1474" fmla="*/ 3371408 w 9312201"/>
              <a:gd name="connsiteY1474" fmla="*/ 3551910 h 4927186"/>
              <a:gd name="connsiteX1475" fmla="*/ 3293388 w 9312201"/>
              <a:gd name="connsiteY1475" fmla="*/ 3551910 h 4927186"/>
              <a:gd name="connsiteX1476" fmla="*/ 3315208 w 9312201"/>
              <a:gd name="connsiteY1476" fmla="*/ 3573730 h 4927186"/>
              <a:gd name="connsiteX1477" fmla="*/ 3293388 w 9312201"/>
              <a:gd name="connsiteY1477" fmla="*/ 3595550 h 4927186"/>
              <a:gd name="connsiteX1478" fmla="*/ 3271568 w 9312201"/>
              <a:gd name="connsiteY1478" fmla="*/ 3573730 h 4927186"/>
              <a:gd name="connsiteX1479" fmla="*/ 3293388 w 9312201"/>
              <a:gd name="connsiteY1479" fmla="*/ 3551910 h 4927186"/>
              <a:gd name="connsiteX1480" fmla="*/ 3215368 w 9312201"/>
              <a:gd name="connsiteY1480" fmla="*/ 3551910 h 4927186"/>
              <a:gd name="connsiteX1481" fmla="*/ 3237188 w 9312201"/>
              <a:gd name="connsiteY1481" fmla="*/ 3573730 h 4927186"/>
              <a:gd name="connsiteX1482" fmla="*/ 3215368 w 9312201"/>
              <a:gd name="connsiteY1482" fmla="*/ 3595550 h 4927186"/>
              <a:gd name="connsiteX1483" fmla="*/ 3193548 w 9312201"/>
              <a:gd name="connsiteY1483" fmla="*/ 3573730 h 4927186"/>
              <a:gd name="connsiteX1484" fmla="*/ 3215368 w 9312201"/>
              <a:gd name="connsiteY1484" fmla="*/ 3551910 h 4927186"/>
              <a:gd name="connsiteX1485" fmla="*/ 3137348 w 9312201"/>
              <a:gd name="connsiteY1485" fmla="*/ 3551910 h 4927186"/>
              <a:gd name="connsiteX1486" fmla="*/ 3159168 w 9312201"/>
              <a:gd name="connsiteY1486" fmla="*/ 3573730 h 4927186"/>
              <a:gd name="connsiteX1487" fmla="*/ 3137348 w 9312201"/>
              <a:gd name="connsiteY1487" fmla="*/ 3595550 h 4927186"/>
              <a:gd name="connsiteX1488" fmla="*/ 3115528 w 9312201"/>
              <a:gd name="connsiteY1488" fmla="*/ 3573730 h 4927186"/>
              <a:gd name="connsiteX1489" fmla="*/ 3137348 w 9312201"/>
              <a:gd name="connsiteY1489" fmla="*/ 3551910 h 4927186"/>
              <a:gd name="connsiteX1490" fmla="*/ 8277438 w 9312201"/>
              <a:gd name="connsiteY1490" fmla="*/ 3473890 h 4927186"/>
              <a:gd name="connsiteX1491" fmla="*/ 8299258 w 9312201"/>
              <a:gd name="connsiteY1491" fmla="*/ 3495710 h 4927186"/>
              <a:gd name="connsiteX1492" fmla="*/ 8277438 w 9312201"/>
              <a:gd name="connsiteY1492" fmla="*/ 3517530 h 4927186"/>
              <a:gd name="connsiteX1493" fmla="*/ 8255618 w 9312201"/>
              <a:gd name="connsiteY1493" fmla="*/ 3495710 h 4927186"/>
              <a:gd name="connsiteX1494" fmla="*/ 8277438 w 9312201"/>
              <a:gd name="connsiteY1494" fmla="*/ 3473890 h 4927186"/>
              <a:gd name="connsiteX1495" fmla="*/ 7809316 w 9312201"/>
              <a:gd name="connsiteY1495" fmla="*/ 3473890 h 4927186"/>
              <a:gd name="connsiteX1496" fmla="*/ 7831136 w 9312201"/>
              <a:gd name="connsiteY1496" fmla="*/ 3495710 h 4927186"/>
              <a:gd name="connsiteX1497" fmla="*/ 7809316 w 9312201"/>
              <a:gd name="connsiteY1497" fmla="*/ 3517530 h 4927186"/>
              <a:gd name="connsiteX1498" fmla="*/ 7787496 w 9312201"/>
              <a:gd name="connsiteY1498" fmla="*/ 3495710 h 4927186"/>
              <a:gd name="connsiteX1499" fmla="*/ 7809316 w 9312201"/>
              <a:gd name="connsiteY1499" fmla="*/ 3473890 h 4927186"/>
              <a:gd name="connsiteX1500" fmla="*/ 7576577 w 9312201"/>
              <a:gd name="connsiteY1500" fmla="*/ 3473890 h 4927186"/>
              <a:gd name="connsiteX1501" fmla="*/ 7598397 w 9312201"/>
              <a:gd name="connsiteY1501" fmla="*/ 3495710 h 4927186"/>
              <a:gd name="connsiteX1502" fmla="*/ 7576577 w 9312201"/>
              <a:gd name="connsiteY1502" fmla="*/ 3517530 h 4927186"/>
              <a:gd name="connsiteX1503" fmla="*/ 7554757 w 9312201"/>
              <a:gd name="connsiteY1503" fmla="*/ 3495710 h 4927186"/>
              <a:gd name="connsiteX1504" fmla="*/ 7576577 w 9312201"/>
              <a:gd name="connsiteY1504" fmla="*/ 3473890 h 4927186"/>
              <a:gd name="connsiteX1505" fmla="*/ 7498556 w 9312201"/>
              <a:gd name="connsiteY1505" fmla="*/ 3473890 h 4927186"/>
              <a:gd name="connsiteX1506" fmla="*/ 7520376 w 9312201"/>
              <a:gd name="connsiteY1506" fmla="*/ 3495710 h 4927186"/>
              <a:gd name="connsiteX1507" fmla="*/ 7498556 w 9312201"/>
              <a:gd name="connsiteY1507" fmla="*/ 3517530 h 4927186"/>
              <a:gd name="connsiteX1508" fmla="*/ 7476736 w 9312201"/>
              <a:gd name="connsiteY1508" fmla="*/ 3495710 h 4927186"/>
              <a:gd name="connsiteX1509" fmla="*/ 7498556 w 9312201"/>
              <a:gd name="connsiteY1509" fmla="*/ 3473890 h 4927186"/>
              <a:gd name="connsiteX1510" fmla="*/ 5395972 w 9312201"/>
              <a:gd name="connsiteY1510" fmla="*/ 3473890 h 4927186"/>
              <a:gd name="connsiteX1511" fmla="*/ 5417792 w 9312201"/>
              <a:gd name="connsiteY1511" fmla="*/ 3495710 h 4927186"/>
              <a:gd name="connsiteX1512" fmla="*/ 5395972 w 9312201"/>
              <a:gd name="connsiteY1512" fmla="*/ 3517530 h 4927186"/>
              <a:gd name="connsiteX1513" fmla="*/ 5374152 w 9312201"/>
              <a:gd name="connsiteY1513" fmla="*/ 3495710 h 4927186"/>
              <a:gd name="connsiteX1514" fmla="*/ 5395972 w 9312201"/>
              <a:gd name="connsiteY1514" fmla="*/ 3473890 h 4927186"/>
              <a:gd name="connsiteX1515" fmla="*/ 5317953 w 9312201"/>
              <a:gd name="connsiteY1515" fmla="*/ 3473890 h 4927186"/>
              <a:gd name="connsiteX1516" fmla="*/ 5339773 w 9312201"/>
              <a:gd name="connsiteY1516" fmla="*/ 3495710 h 4927186"/>
              <a:gd name="connsiteX1517" fmla="*/ 5317953 w 9312201"/>
              <a:gd name="connsiteY1517" fmla="*/ 3517530 h 4927186"/>
              <a:gd name="connsiteX1518" fmla="*/ 5296133 w 9312201"/>
              <a:gd name="connsiteY1518" fmla="*/ 3495710 h 4927186"/>
              <a:gd name="connsiteX1519" fmla="*/ 5317953 w 9312201"/>
              <a:gd name="connsiteY1519" fmla="*/ 3473890 h 4927186"/>
              <a:gd name="connsiteX1520" fmla="*/ 5239931 w 9312201"/>
              <a:gd name="connsiteY1520" fmla="*/ 3473890 h 4927186"/>
              <a:gd name="connsiteX1521" fmla="*/ 5261751 w 9312201"/>
              <a:gd name="connsiteY1521" fmla="*/ 3495710 h 4927186"/>
              <a:gd name="connsiteX1522" fmla="*/ 5239931 w 9312201"/>
              <a:gd name="connsiteY1522" fmla="*/ 3517530 h 4927186"/>
              <a:gd name="connsiteX1523" fmla="*/ 5218111 w 9312201"/>
              <a:gd name="connsiteY1523" fmla="*/ 3495710 h 4927186"/>
              <a:gd name="connsiteX1524" fmla="*/ 5239931 w 9312201"/>
              <a:gd name="connsiteY1524" fmla="*/ 3473890 h 4927186"/>
              <a:gd name="connsiteX1525" fmla="*/ 5162572 w 9312201"/>
              <a:gd name="connsiteY1525" fmla="*/ 3473890 h 4927186"/>
              <a:gd name="connsiteX1526" fmla="*/ 5185053 w 9312201"/>
              <a:gd name="connsiteY1526" fmla="*/ 3495710 h 4927186"/>
              <a:gd name="connsiteX1527" fmla="*/ 5162572 w 9312201"/>
              <a:gd name="connsiteY1527" fmla="*/ 3517530 h 4927186"/>
              <a:gd name="connsiteX1528" fmla="*/ 5140091 w 9312201"/>
              <a:gd name="connsiteY1528" fmla="*/ 3495710 h 4927186"/>
              <a:gd name="connsiteX1529" fmla="*/ 5162572 w 9312201"/>
              <a:gd name="connsiteY1529" fmla="*/ 3473890 h 4927186"/>
              <a:gd name="connsiteX1530" fmla="*/ 5085212 w 9312201"/>
              <a:gd name="connsiteY1530" fmla="*/ 3473890 h 4927186"/>
              <a:gd name="connsiteX1531" fmla="*/ 5107032 w 9312201"/>
              <a:gd name="connsiteY1531" fmla="*/ 3495710 h 4927186"/>
              <a:gd name="connsiteX1532" fmla="*/ 5085212 w 9312201"/>
              <a:gd name="connsiteY1532" fmla="*/ 3517530 h 4927186"/>
              <a:gd name="connsiteX1533" fmla="*/ 5063392 w 9312201"/>
              <a:gd name="connsiteY1533" fmla="*/ 3495710 h 4927186"/>
              <a:gd name="connsiteX1534" fmla="*/ 5085212 w 9312201"/>
              <a:gd name="connsiteY1534" fmla="*/ 3473890 h 4927186"/>
              <a:gd name="connsiteX1535" fmla="*/ 5007193 w 9312201"/>
              <a:gd name="connsiteY1535" fmla="*/ 3473890 h 4927186"/>
              <a:gd name="connsiteX1536" fmla="*/ 5029013 w 9312201"/>
              <a:gd name="connsiteY1536" fmla="*/ 3495710 h 4927186"/>
              <a:gd name="connsiteX1537" fmla="*/ 5007193 w 9312201"/>
              <a:gd name="connsiteY1537" fmla="*/ 3517530 h 4927186"/>
              <a:gd name="connsiteX1538" fmla="*/ 4985373 w 9312201"/>
              <a:gd name="connsiteY1538" fmla="*/ 3495710 h 4927186"/>
              <a:gd name="connsiteX1539" fmla="*/ 5007193 w 9312201"/>
              <a:gd name="connsiteY1539" fmla="*/ 3473890 h 4927186"/>
              <a:gd name="connsiteX1540" fmla="*/ 4928511 w 9312201"/>
              <a:gd name="connsiteY1540" fmla="*/ 3473890 h 4927186"/>
              <a:gd name="connsiteX1541" fmla="*/ 4950992 w 9312201"/>
              <a:gd name="connsiteY1541" fmla="*/ 3495710 h 4927186"/>
              <a:gd name="connsiteX1542" fmla="*/ 4928511 w 9312201"/>
              <a:gd name="connsiteY1542" fmla="*/ 3517530 h 4927186"/>
              <a:gd name="connsiteX1543" fmla="*/ 4906030 w 9312201"/>
              <a:gd name="connsiteY1543" fmla="*/ 3495710 h 4927186"/>
              <a:gd name="connsiteX1544" fmla="*/ 4928511 w 9312201"/>
              <a:gd name="connsiteY1544" fmla="*/ 3473890 h 4927186"/>
              <a:gd name="connsiteX1545" fmla="*/ 4850491 w 9312201"/>
              <a:gd name="connsiteY1545" fmla="*/ 3473890 h 4927186"/>
              <a:gd name="connsiteX1546" fmla="*/ 4872972 w 9312201"/>
              <a:gd name="connsiteY1546" fmla="*/ 3495710 h 4927186"/>
              <a:gd name="connsiteX1547" fmla="*/ 4850491 w 9312201"/>
              <a:gd name="connsiteY1547" fmla="*/ 3517530 h 4927186"/>
              <a:gd name="connsiteX1548" fmla="*/ 4828010 w 9312201"/>
              <a:gd name="connsiteY1548" fmla="*/ 3495710 h 4927186"/>
              <a:gd name="connsiteX1549" fmla="*/ 4850491 w 9312201"/>
              <a:gd name="connsiteY1549" fmla="*/ 3473890 h 4927186"/>
              <a:gd name="connsiteX1550" fmla="*/ 4773132 w 9312201"/>
              <a:gd name="connsiteY1550" fmla="*/ 3473890 h 4927186"/>
              <a:gd name="connsiteX1551" fmla="*/ 4794952 w 9312201"/>
              <a:gd name="connsiteY1551" fmla="*/ 3495710 h 4927186"/>
              <a:gd name="connsiteX1552" fmla="*/ 4773132 w 9312201"/>
              <a:gd name="connsiteY1552" fmla="*/ 3517530 h 4927186"/>
              <a:gd name="connsiteX1553" fmla="*/ 4751312 w 9312201"/>
              <a:gd name="connsiteY1553" fmla="*/ 3495710 h 4927186"/>
              <a:gd name="connsiteX1554" fmla="*/ 4773132 w 9312201"/>
              <a:gd name="connsiteY1554" fmla="*/ 3473890 h 4927186"/>
              <a:gd name="connsiteX1555" fmla="*/ 3371408 w 9312201"/>
              <a:gd name="connsiteY1555" fmla="*/ 3473890 h 4927186"/>
              <a:gd name="connsiteX1556" fmla="*/ 3393228 w 9312201"/>
              <a:gd name="connsiteY1556" fmla="*/ 3495710 h 4927186"/>
              <a:gd name="connsiteX1557" fmla="*/ 3371408 w 9312201"/>
              <a:gd name="connsiteY1557" fmla="*/ 3517530 h 4927186"/>
              <a:gd name="connsiteX1558" fmla="*/ 3349588 w 9312201"/>
              <a:gd name="connsiteY1558" fmla="*/ 3495710 h 4927186"/>
              <a:gd name="connsiteX1559" fmla="*/ 3371408 w 9312201"/>
              <a:gd name="connsiteY1559" fmla="*/ 3473890 h 4927186"/>
              <a:gd name="connsiteX1560" fmla="*/ 3293388 w 9312201"/>
              <a:gd name="connsiteY1560" fmla="*/ 3473890 h 4927186"/>
              <a:gd name="connsiteX1561" fmla="*/ 3315208 w 9312201"/>
              <a:gd name="connsiteY1561" fmla="*/ 3495710 h 4927186"/>
              <a:gd name="connsiteX1562" fmla="*/ 3293388 w 9312201"/>
              <a:gd name="connsiteY1562" fmla="*/ 3517530 h 4927186"/>
              <a:gd name="connsiteX1563" fmla="*/ 3271568 w 9312201"/>
              <a:gd name="connsiteY1563" fmla="*/ 3495710 h 4927186"/>
              <a:gd name="connsiteX1564" fmla="*/ 3293388 w 9312201"/>
              <a:gd name="connsiteY1564" fmla="*/ 3473890 h 4927186"/>
              <a:gd name="connsiteX1565" fmla="*/ 3215368 w 9312201"/>
              <a:gd name="connsiteY1565" fmla="*/ 3473890 h 4927186"/>
              <a:gd name="connsiteX1566" fmla="*/ 3237188 w 9312201"/>
              <a:gd name="connsiteY1566" fmla="*/ 3495710 h 4927186"/>
              <a:gd name="connsiteX1567" fmla="*/ 3215368 w 9312201"/>
              <a:gd name="connsiteY1567" fmla="*/ 3517530 h 4927186"/>
              <a:gd name="connsiteX1568" fmla="*/ 3193548 w 9312201"/>
              <a:gd name="connsiteY1568" fmla="*/ 3495710 h 4927186"/>
              <a:gd name="connsiteX1569" fmla="*/ 3215368 w 9312201"/>
              <a:gd name="connsiteY1569" fmla="*/ 3473890 h 4927186"/>
              <a:gd name="connsiteX1570" fmla="*/ 3137348 w 9312201"/>
              <a:gd name="connsiteY1570" fmla="*/ 3473890 h 4927186"/>
              <a:gd name="connsiteX1571" fmla="*/ 3159168 w 9312201"/>
              <a:gd name="connsiteY1571" fmla="*/ 3495710 h 4927186"/>
              <a:gd name="connsiteX1572" fmla="*/ 3137348 w 9312201"/>
              <a:gd name="connsiteY1572" fmla="*/ 3517530 h 4927186"/>
              <a:gd name="connsiteX1573" fmla="*/ 3115528 w 9312201"/>
              <a:gd name="connsiteY1573" fmla="*/ 3495710 h 4927186"/>
              <a:gd name="connsiteX1574" fmla="*/ 3137348 w 9312201"/>
              <a:gd name="connsiteY1574" fmla="*/ 3473890 h 4927186"/>
              <a:gd name="connsiteX1575" fmla="*/ 3059326 w 9312201"/>
              <a:gd name="connsiteY1575" fmla="*/ 3473890 h 4927186"/>
              <a:gd name="connsiteX1576" fmla="*/ 3081146 w 9312201"/>
              <a:gd name="connsiteY1576" fmla="*/ 3495710 h 4927186"/>
              <a:gd name="connsiteX1577" fmla="*/ 3059326 w 9312201"/>
              <a:gd name="connsiteY1577" fmla="*/ 3517530 h 4927186"/>
              <a:gd name="connsiteX1578" fmla="*/ 3037506 w 9312201"/>
              <a:gd name="connsiteY1578" fmla="*/ 3495710 h 4927186"/>
              <a:gd name="connsiteX1579" fmla="*/ 3059326 w 9312201"/>
              <a:gd name="connsiteY1579" fmla="*/ 3473890 h 4927186"/>
              <a:gd name="connsiteX1580" fmla="*/ 2981306 w 9312201"/>
              <a:gd name="connsiteY1580" fmla="*/ 3473890 h 4927186"/>
              <a:gd name="connsiteX1581" fmla="*/ 3003126 w 9312201"/>
              <a:gd name="connsiteY1581" fmla="*/ 3495710 h 4927186"/>
              <a:gd name="connsiteX1582" fmla="*/ 2981306 w 9312201"/>
              <a:gd name="connsiteY1582" fmla="*/ 3517530 h 4927186"/>
              <a:gd name="connsiteX1583" fmla="*/ 2959486 w 9312201"/>
              <a:gd name="connsiteY1583" fmla="*/ 3495710 h 4927186"/>
              <a:gd name="connsiteX1584" fmla="*/ 2981306 w 9312201"/>
              <a:gd name="connsiteY1584" fmla="*/ 3473890 h 4927186"/>
              <a:gd name="connsiteX1585" fmla="*/ 2903286 w 9312201"/>
              <a:gd name="connsiteY1585" fmla="*/ 3473890 h 4927186"/>
              <a:gd name="connsiteX1586" fmla="*/ 2925106 w 9312201"/>
              <a:gd name="connsiteY1586" fmla="*/ 3495710 h 4927186"/>
              <a:gd name="connsiteX1587" fmla="*/ 2903286 w 9312201"/>
              <a:gd name="connsiteY1587" fmla="*/ 3517530 h 4927186"/>
              <a:gd name="connsiteX1588" fmla="*/ 2881466 w 9312201"/>
              <a:gd name="connsiteY1588" fmla="*/ 3495710 h 4927186"/>
              <a:gd name="connsiteX1589" fmla="*/ 2903286 w 9312201"/>
              <a:gd name="connsiteY1589" fmla="*/ 3473890 h 4927186"/>
              <a:gd name="connsiteX1590" fmla="*/ 2826588 w 9312201"/>
              <a:gd name="connsiteY1590" fmla="*/ 3473890 h 4927186"/>
              <a:gd name="connsiteX1591" fmla="*/ 2848408 w 9312201"/>
              <a:gd name="connsiteY1591" fmla="*/ 3495710 h 4927186"/>
              <a:gd name="connsiteX1592" fmla="*/ 2826588 w 9312201"/>
              <a:gd name="connsiteY1592" fmla="*/ 3517530 h 4927186"/>
              <a:gd name="connsiteX1593" fmla="*/ 2804768 w 9312201"/>
              <a:gd name="connsiteY1593" fmla="*/ 3495710 h 4927186"/>
              <a:gd name="connsiteX1594" fmla="*/ 2826588 w 9312201"/>
              <a:gd name="connsiteY1594" fmla="*/ 3473890 h 4927186"/>
              <a:gd name="connsiteX1595" fmla="*/ 2748567 w 9312201"/>
              <a:gd name="connsiteY1595" fmla="*/ 3473890 h 4927186"/>
              <a:gd name="connsiteX1596" fmla="*/ 2770387 w 9312201"/>
              <a:gd name="connsiteY1596" fmla="*/ 3495710 h 4927186"/>
              <a:gd name="connsiteX1597" fmla="*/ 2748567 w 9312201"/>
              <a:gd name="connsiteY1597" fmla="*/ 3517530 h 4927186"/>
              <a:gd name="connsiteX1598" fmla="*/ 2726747 w 9312201"/>
              <a:gd name="connsiteY1598" fmla="*/ 3495710 h 4927186"/>
              <a:gd name="connsiteX1599" fmla="*/ 2748567 w 9312201"/>
              <a:gd name="connsiteY1599" fmla="*/ 3473890 h 4927186"/>
              <a:gd name="connsiteX1600" fmla="*/ 2670547 w 9312201"/>
              <a:gd name="connsiteY1600" fmla="*/ 3473890 h 4927186"/>
              <a:gd name="connsiteX1601" fmla="*/ 2692367 w 9312201"/>
              <a:gd name="connsiteY1601" fmla="*/ 3495710 h 4927186"/>
              <a:gd name="connsiteX1602" fmla="*/ 2670547 w 9312201"/>
              <a:gd name="connsiteY1602" fmla="*/ 3517530 h 4927186"/>
              <a:gd name="connsiteX1603" fmla="*/ 2648727 w 9312201"/>
              <a:gd name="connsiteY1603" fmla="*/ 3495710 h 4927186"/>
              <a:gd name="connsiteX1604" fmla="*/ 2670547 w 9312201"/>
              <a:gd name="connsiteY1604" fmla="*/ 3473890 h 4927186"/>
              <a:gd name="connsiteX1605" fmla="*/ 2592527 w 9312201"/>
              <a:gd name="connsiteY1605" fmla="*/ 3473890 h 4927186"/>
              <a:gd name="connsiteX1606" fmla="*/ 2614347 w 9312201"/>
              <a:gd name="connsiteY1606" fmla="*/ 3495710 h 4927186"/>
              <a:gd name="connsiteX1607" fmla="*/ 2592527 w 9312201"/>
              <a:gd name="connsiteY1607" fmla="*/ 3517530 h 4927186"/>
              <a:gd name="connsiteX1608" fmla="*/ 2570707 w 9312201"/>
              <a:gd name="connsiteY1608" fmla="*/ 3495710 h 4927186"/>
              <a:gd name="connsiteX1609" fmla="*/ 2592527 w 9312201"/>
              <a:gd name="connsiteY1609" fmla="*/ 3473890 h 4927186"/>
              <a:gd name="connsiteX1610" fmla="*/ 2513845 w 9312201"/>
              <a:gd name="connsiteY1610" fmla="*/ 3473890 h 4927186"/>
              <a:gd name="connsiteX1611" fmla="*/ 2536326 w 9312201"/>
              <a:gd name="connsiteY1611" fmla="*/ 3495710 h 4927186"/>
              <a:gd name="connsiteX1612" fmla="*/ 2513845 w 9312201"/>
              <a:gd name="connsiteY1612" fmla="*/ 3517530 h 4927186"/>
              <a:gd name="connsiteX1613" fmla="*/ 2491364 w 9312201"/>
              <a:gd name="connsiteY1613" fmla="*/ 3495710 h 4927186"/>
              <a:gd name="connsiteX1614" fmla="*/ 2513845 w 9312201"/>
              <a:gd name="connsiteY1614" fmla="*/ 3473890 h 4927186"/>
              <a:gd name="connsiteX1615" fmla="*/ 2436486 w 9312201"/>
              <a:gd name="connsiteY1615" fmla="*/ 3473890 h 4927186"/>
              <a:gd name="connsiteX1616" fmla="*/ 2458306 w 9312201"/>
              <a:gd name="connsiteY1616" fmla="*/ 3495710 h 4927186"/>
              <a:gd name="connsiteX1617" fmla="*/ 2436486 w 9312201"/>
              <a:gd name="connsiteY1617" fmla="*/ 3517530 h 4927186"/>
              <a:gd name="connsiteX1618" fmla="*/ 2414666 w 9312201"/>
              <a:gd name="connsiteY1618" fmla="*/ 3495710 h 4927186"/>
              <a:gd name="connsiteX1619" fmla="*/ 2436486 w 9312201"/>
              <a:gd name="connsiteY1619" fmla="*/ 3473890 h 4927186"/>
              <a:gd name="connsiteX1620" fmla="*/ 2358465 w 9312201"/>
              <a:gd name="connsiteY1620" fmla="*/ 3473890 h 4927186"/>
              <a:gd name="connsiteX1621" fmla="*/ 2380285 w 9312201"/>
              <a:gd name="connsiteY1621" fmla="*/ 3495710 h 4927186"/>
              <a:gd name="connsiteX1622" fmla="*/ 2358465 w 9312201"/>
              <a:gd name="connsiteY1622" fmla="*/ 3517530 h 4927186"/>
              <a:gd name="connsiteX1623" fmla="*/ 2336645 w 9312201"/>
              <a:gd name="connsiteY1623" fmla="*/ 3495710 h 4927186"/>
              <a:gd name="connsiteX1624" fmla="*/ 2358465 w 9312201"/>
              <a:gd name="connsiteY1624" fmla="*/ 3473890 h 4927186"/>
              <a:gd name="connsiteX1625" fmla="*/ 8511500 w 9312201"/>
              <a:gd name="connsiteY1625" fmla="*/ 3394548 h 4927186"/>
              <a:gd name="connsiteX1626" fmla="*/ 8533320 w 9312201"/>
              <a:gd name="connsiteY1626" fmla="*/ 3417029 h 4927186"/>
              <a:gd name="connsiteX1627" fmla="*/ 8511500 w 9312201"/>
              <a:gd name="connsiteY1627" fmla="*/ 3439510 h 4927186"/>
              <a:gd name="connsiteX1628" fmla="*/ 8489680 w 9312201"/>
              <a:gd name="connsiteY1628" fmla="*/ 3417029 h 4927186"/>
              <a:gd name="connsiteX1629" fmla="*/ 8511500 w 9312201"/>
              <a:gd name="connsiteY1629" fmla="*/ 3394548 h 4927186"/>
              <a:gd name="connsiteX1630" fmla="*/ 8432818 w 9312201"/>
              <a:gd name="connsiteY1630" fmla="*/ 3394548 h 4927186"/>
              <a:gd name="connsiteX1631" fmla="*/ 8455299 w 9312201"/>
              <a:gd name="connsiteY1631" fmla="*/ 3417029 h 4927186"/>
              <a:gd name="connsiteX1632" fmla="*/ 8432818 w 9312201"/>
              <a:gd name="connsiteY1632" fmla="*/ 3439510 h 4927186"/>
              <a:gd name="connsiteX1633" fmla="*/ 8410337 w 9312201"/>
              <a:gd name="connsiteY1633" fmla="*/ 3417029 h 4927186"/>
              <a:gd name="connsiteX1634" fmla="*/ 8432818 w 9312201"/>
              <a:gd name="connsiteY1634" fmla="*/ 3394548 h 4927186"/>
              <a:gd name="connsiteX1635" fmla="*/ 8199418 w 9312201"/>
              <a:gd name="connsiteY1635" fmla="*/ 3394548 h 4927186"/>
              <a:gd name="connsiteX1636" fmla="*/ 8221238 w 9312201"/>
              <a:gd name="connsiteY1636" fmla="*/ 3417029 h 4927186"/>
              <a:gd name="connsiteX1637" fmla="*/ 8199418 w 9312201"/>
              <a:gd name="connsiteY1637" fmla="*/ 3439510 h 4927186"/>
              <a:gd name="connsiteX1638" fmla="*/ 8177598 w 9312201"/>
              <a:gd name="connsiteY1638" fmla="*/ 3417029 h 4927186"/>
              <a:gd name="connsiteX1639" fmla="*/ 8199418 w 9312201"/>
              <a:gd name="connsiteY1639" fmla="*/ 3394548 h 4927186"/>
              <a:gd name="connsiteX1640" fmla="*/ 8121398 w 9312201"/>
              <a:gd name="connsiteY1640" fmla="*/ 3394548 h 4927186"/>
              <a:gd name="connsiteX1641" fmla="*/ 8143218 w 9312201"/>
              <a:gd name="connsiteY1641" fmla="*/ 3417029 h 4927186"/>
              <a:gd name="connsiteX1642" fmla="*/ 8121398 w 9312201"/>
              <a:gd name="connsiteY1642" fmla="*/ 3439510 h 4927186"/>
              <a:gd name="connsiteX1643" fmla="*/ 8099578 w 9312201"/>
              <a:gd name="connsiteY1643" fmla="*/ 3417029 h 4927186"/>
              <a:gd name="connsiteX1644" fmla="*/ 8121398 w 9312201"/>
              <a:gd name="connsiteY1644" fmla="*/ 3394548 h 4927186"/>
              <a:gd name="connsiteX1645" fmla="*/ 8044700 w 9312201"/>
              <a:gd name="connsiteY1645" fmla="*/ 3394548 h 4927186"/>
              <a:gd name="connsiteX1646" fmla="*/ 8066520 w 9312201"/>
              <a:gd name="connsiteY1646" fmla="*/ 3417029 h 4927186"/>
              <a:gd name="connsiteX1647" fmla="*/ 8044700 w 9312201"/>
              <a:gd name="connsiteY1647" fmla="*/ 3439510 h 4927186"/>
              <a:gd name="connsiteX1648" fmla="*/ 8022880 w 9312201"/>
              <a:gd name="connsiteY1648" fmla="*/ 3417029 h 4927186"/>
              <a:gd name="connsiteX1649" fmla="*/ 8044700 w 9312201"/>
              <a:gd name="connsiteY1649" fmla="*/ 3394548 h 4927186"/>
              <a:gd name="connsiteX1650" fmla="*/ 7966679 w 9312201"/>
              <a:gd name="connsiteY1650" fmla="*/ 3394548 h 4927186"/>
              <a:gd name="connsiteX1651" fmla="*/ 7988499 w 9312201"/>
              <a:gd name="connsiteY1651" fmla="*/ 3417029 h 4927186"/>
              <a:gd name="connsiteX1652" fmla="*/ 7966679 w 9312201"/>
              <a:gd name="connsiteY1652" fmla="*/ 3439510 h 4927186"/>
              <a:gd name="connsiteX1653" fmla="*/ 7944859 w 9312201"/>
              <a:gd name="connsiteY1653" fmla="*/ 3417029 h 4927186"/>
              <a:gd name="connsiteX1654" fmla="*/ 7966679 w 9312201"/>
              <a:gd name="connsiteY1654" fmla="*/ 3394548 h 4927186"/>
              <a:gd name="connsiteX1655" fmla="*/ 7888658 w 9312201"/>
              <a:gd name="connsiteY1655" fmla="*/ 3394548 h 4927186"/>
              <a:gd name="connsiteX1656" fmla="*/ 7910478 w 9312201"/>
              <a:gd name="connsiteY1656" fmla="*/ 3417029 h 4927186"/>
              <a:gd name="connsiteX1657" fmla="*/ 7888658 w 9312201"/>
              <a:gd name="connsiteY1657" fmla="*/ 3439510 h 4927186"/>
              <a:gd name="connsiteX1658" fmla="*/ 7866838 w 9312201"/>
              <a:gd name="connsiteY1658" fmla="*/ 3417029 h 4927186"/>
              <a:gd name="connsiteX1659" fmla="*/ 7888658 w 9312201"/>
              <a:gd name="connsiteY1659" fmla="*/ 3394548 h 4927186"/>
              <a:gd name="connsiteX1660" fmla="*/ 7809316 w 9312201"/>
              <a:gd name="connsiteY1660" fmla="*/ 3394548 h 4927186"/>
              <a:gd name="connsiteX1661" fmla="*/ 7831136 w 9312201"/>
              <a:gd name="connsiteY1661" fmla="*/ 3417029 h 4927186"/>
              <a:gd name="connsiteX1662" fmla="*/ 7809316 w 9312201"/>
              <a:gd name="connsiteY1662" fmla="*/ 3439510 h 4927186"/>
              <a:gd name="connsiteX1663" fmla="*/ 7787496 w 9312201"/>
              <a:gd name="connsiteY1663" fmla="*/ 3417029 h 4927186"/>
              <a:gd name="connsiteX1664" fmla="*/ 7809316 w 9312201"/>
              <a:gd name="connsiteY1664" fmla="*/ 3394548 h 4927186"/>
              <a:gd name="connsiteX1665" fmla="*/ 7654597 w 9312201"/>
              <a:gd name="connsiteY1665" fmla="*/ 3394548 h 4927186"/>
              <a:gd name="connsiteX1666" fmla="*/ 7676417 w 9312201"/>
              <a:gd name="connsiteY1666" fmla="*/ 3417029 h 4927186"/>
              <a:gd name="connsiteX1667" fmla="*/ 7654597 w 9312201"/>
              <a:gd name="connsiteY1667" fmla="*/ 3439510 h 4927186"/>
              <a:gd name="connsiteX1668" fmla="*/ 7632777 w 9312201"/>
              <a:gd name="connsiteY1668" fmla="*/ 3417029 h 4927186"/>
              <a:gd name="connsiteX1669" fmla="*/ 7654597 w 9312201"/>
              <a:gd name="connsiteY1669" fmla="*/ 3394548 h 4927186"/>
              <a:gd name="connsiteX1670" fmla="*/ 7576577 w 9312201"/>
              <a:gd name="connsiteY1670" fmla="*/ 3394548 h 4927186"/>
              <a:gd name="connsiteX1671" fmla="*/ 7598397 w 9312201"/>
              <a:gd name="connsiteY1671" fmla="*/ 3417029 h 4927186"/>
              <a:gd name="connsiteX1672" fmla="*/ 7576577 w 9312201"/>
              <a:gd name="connsiteY1672" fmla="*/ 3439510 h 4927186"/>
              <a:gd name="connsiteX1673" fmla="*/ 7554757 w 9312201"/>
              <a:gd name="connsiteY1673" fmla="*/ 3417029 h 4927186"/>
              <a:gd name="connsiteX1674" fmla="*/ 7576577 w 9312201"/>
              <a:gd name="connsiteY1674" fmla="*/ 3394548 h 4927186"/>
              <a:gd name="connsiteX1675" fmla="*/ 7498556 w 9312201"/>
              <a:gd name="connsiteY1675" fmla="*/ 3394548 h 4927186"/>
              <a:gd name="connsiteX1676" fmla="*/ 7520376 w 9312201"/>
              <a:gd name="connsiteY1676" fmla="*/ 3417029 h 4927186"/>
              <a:gd name="connsiteX1677" fmla="*/ 7498556 w 9312201"/>
              <a:gd name="connsiteY1677" fmla="*/ 3439510 h 4927186"/>
              <a:gd name="connsiteX1678" fmla="*/ 7476736 w 9312201"/>
              <a:gd name="connsiteY1678" fmla="*/ 3417029 h 4927186"/>
              <a:gd name="connsiteX1679" fmla="*/ 7498556 w 9312201"/>
              <a:gd name="connsiteY1679" fmla="*/ 3394548 h 4927186"/>
              <a:gd name="connsiteX1680" fmla="*/ 7421198 w 9312201"/>
              <a:gd name="connsiteY1680" fmla="*/ 3394548 h 4927186"/>
              <a:gd name="connsiteX1681" fmla="*/ 7443679 w 9312201"/>
              <a:gd name="connsiteY1681" fmla="*/ 3417029 h 4927186"/>
              <a:gd name="connsiteX1682" fmla="*/ 7421198 w 9312201"/>
              <a:gd name="connsiteY1682" fmla="*/ 3439510 h 4927186"/>
              <a:gd name="connsiteX1683" fmla="*/ 7398717 w 9312201"/>
              <a:gd name="connsiteY1683" fmla="*/ 3417029 h 4927186"/>
              <a:gd name="connsiteX1684" fmla="*/ 7421198 w 9312201"/>
              <a:gd name="connsiteY1684" fmla="*/ 3394548 h 4927186"/>
              <a:gd name="connsiteX1685" fmla="*/ 7343838 w 9312201"/>
              <a:gd name="connsiteY1685" fmla="*/ 3394548 h 4927186"/>
              <a:gd name="connsiteX1686" fmla="*/ 7365658 w 9312201"/>
              <a:gd name="connsiteY1686" fmla="*/ 3417029 h 4927186"/>
              <a:gd name="connsiteX1687" fmla="*/ 7343838 w 9312201"/>
              <a:gd name="connsiteY1687" fmla="*/ 3439510 h 4927186"/>
              <a:gd name="connsiteX1688" fmla="*/ 7322018 w 9312201"/>
              <a:gd name="connsiteY1688" fmla="*/ 3417029 h 4927186"/>
              <a:gd name="connsiteX1689" fmla="*/ 7343838 w 9312201"/>
              <a:gd name="connsiteY1689" fmla="*/ 3394548 h 4927186"/>
              <a:gd name="connsiteX1690" fmla="*/ 7264495 w 9312201"/>
              <a:gd name="connsiteY1690" fmla="*/ 3394548 h 4927186"/>
              <a:gd name="connsiteX1691" fmla="*/ 7286315 w 9312201"/>
              <a:gd name="connsiteY1691" fmla="*/ 3417029 h 4927186"/>
              <a:gd name="connsiteX1692" fmla="*/ 7264495 w 9312201"/>
              <a:gd name="connsiteY1692" fmla="*/ 3439510 h 4927186"/>
              <a:gd name="connsiteX1693" fmla="*/ 7242675 w 9312201"/>
              <a:gd name="connsiteY1693" fmla="*/ 3417029 h 4927186"/>
              <a:gd name="connsiteX1694" fmla="*/ 7264495 w 9312201"/>
              <a:gd name="connsiteY1694" fmla="*/ 3394548 h 4927186"/>
              <a:gd name="connsiteX1695" fmla="*/ 7186475 w 9312201"/>
              <a:gd name="connsiteY1695" fmla="*/ 3394548 h 4927186"/>
              <a:gd name="connsiteX1696" fmla="*/ 7208295 w 9312201"/>
              <a:gd name="connsiteY1696" fmla="*/ 3417029 h 4927186"/>
              <a:gd name="connsiteX1697" fmla="*/ 7186475 w 9312201"/>
              <a:gd name="connsiteY1697" fmla="*/ 3439510 h 4927186"/>
              <a:gd name="connsiteX1698" fmla="*/ 7164655 w 9312201"/>
              <a:gd name="connsiteY1698" fmla="*/ 3417029 h 4927186"/>
              <a:gd name="connsiteX1699" fmla="*/ 7186475 w 9312201"/>
              <a:gd name="connsiteY1699" fmla="*/ 3394548 h 4927186"/>
              <a:gd name="connsiteX1700" fmla="*/ 5395972 w 9312201"/>
              <a:gd name="connsiteY1700" fmla="*/ 3394548 h 4927186"/>
              <a:gd name="connsiteX1701" fmla="*/ 5417792 w 9312201"/>
              <a:gd name="connsiteY1701" fmla="*/ 3417029 h 4927186"/>
              <a:gd name="connsiteX1702" fmla="*/ 5395972 w 9312201"/>
              <a:gd name="connsiteY1702" fmla="*/ 3439510 h 4927186"/>
              <a:gd name="connsiteX1703" fmla="*/ 5374152 w 9312201"/>
              <a:gd name="connsiteY1703" fmla="*/ 3417029 h 4927186"/>
              <a:gd name="connsiteX1704" fmla="*/ 5395972 w 9312201"/>
              <a:gd name="connsiteY1704" fmla="*/ 3394548 h 4927186"/>
              <a:gd name="connsiteX1705" fmla="*/ 5317953 w 9312201"/>
              <a:gd name="connsiteY1705" fmla="*/ 3394548 h 4927186"/>
              <a:gd name="connsiteX1706" fmla="*/ 5339773 w 9312201"/>
              <a:gd name="connsiteY1706" fmla="*/ 3417029 h 4927186"/>
              <a:gd name="connsiteX1707" fmla="*/ 5317953 w 9312201"/>
              <a:gd name="connsiteY1707" fmla="*/ 3439510 h 4927186"/>
              <a:gd name="connsiteX1708" fmla="*/ 5296133 w 9312201"/>
              <a:gd name="connsiteY1708" fmla="*/ 3417029 h 4927186"/>
              <a:gd name="connsiteX1709" fmla="*/ 5317953 w 9312201"/>
              <a:gd name="connsiteY1709" fmla="*/ 3394548 h 4927186"/>
              <a:gd name="connsiteX1710" fmla="*/ 5239931 w 9312201"/>
              <a:gd name="connsiteY1710" fmla="*/ 3394548 h 4927186"/>
              <a:gd name="connsiteX1711" fmla="*/ 5261751 w 9312201"/>
              <a:gd name="connsiteY1711" fmla="*/ 3417029 h 4927186"/>
              <a:gd name="connsiteX1712" fmla="*/ 5239931 w 9312201"/>
              <a:gd name="connsiteY1712" fmla="*/ 3439510 h 4927186"/>
              <a:gd name="connsiteX1713" fmla="*/ 5218111 w 9312201"/>
              <a:gd name="connsiteY1713" fmla="*/ 3417029 h 4927186"/>
              <a:gd name="connsiteX1714" fmla="*/ 5239931 w 9312201"/>
              <a:gd name="connsiteY1714" fmla="*/ 3394548 h 4927186"/>
              <a:gd name="connsiteX1715" fmla="*/ 5162572 w 9312201"/>
              <a:gd name="connsiteY1715" fmla="*/ 3394548 h 4927186"/>
              <a:gd name="connsiteX1716" fmla="*/ 5185053 w 9312201"/>
              <a:gd name="connsiteY1716" fmla="*/ 3417029 h 4927186"/>
              <a:gd name="connsiteX1717" fmla="*/ 5162572 w 9312201"/>
              <a:gd name="connsiteY1717" fmla="*/ 3439510 h 4927186"/>
              <a:gd name="connsiteX1718" fmla="*/ 5140091 w 9312201"/>
              <a:gd name="connsiteY1718" fmla="*/ 3417029 h 4927186"/>
              <a:gd name="connsiteX1719" fmla="*/ 5162572 w 9312201"/>
              <a:gd name="connsiteY1719" fmla="*/ 3394548 h 4927186"/>
              <a:gd name="connsiteX1720" fmla="*/ 5085212 w 9312201"/>
              <a:gd name="connsiteY1720" fmla="*/ 3394548 h 4927186"/>
              <a:gd name="connsiteX1721" fmla="*/ 5107032 w 9312201"/>
              <a:gd name="connsiteY1721" fmla="*/ 3417029 h 4927186"/>
              <a:gd name="connsiteX1722" fmla="*/ 5085212 w 9312201"/>
              <a:gd name="connsiteY1722" fmla="*/ 3439510 h 4927186"/>
              <a:gd name="connsiteX1723" fmla="*/ 5063392 w 9312201"/>
              <a:gd name="connsiteY1723" fmla="*/ 3417029 h 4927186"/>
              <a:gd name="connsiteX1724" fmla="*/ 5085212 w 9312201"/>
              <a:gd name="connsiteY1724" fmla="*/ 3394548 h 4927186"/>
              <a:gd name="connsiteX1725" fmla="*/ 5007193 w 9312201"/>
              <a:gd name="connsiteY1725" fmla="*/ 3394548 h 4927186"/>
              <a:gd name="connsiteX1726" fmla="*/ 5029013 w 9312201"/>
              <a:gd name="connsiteY1726" fmla="*/ 3417029 h 4927186"/>
              <a:gd name="connsiteX1727" fmla="*/ 5007193 w 9312201"/>
              <a:gd name="connsiteY1727" fmla="*/ 3439510 h 4927186"/>
              <a:gd name="connsiteX1728" fmla="*/ 4985373 w 9312201"/>
              <a:gd name="connsiteY1728" fmla="*/ 3417029 h 4927186"/>
              <a:gd name="connsiteX1729" fmla="*/ 5007193 w 9312201"/>
              <a:gd name="connsiteY1729" fmla="*/ 3394548 h 4927186"/>
              <a:gd name="connsiteX1730" fmla="*/ 4928511 w 9312201"/>
              <a:gd name="connsiteY1730" fmla="*/ 3394548 h 4927186"/>
              <a:gd name="connsiteX1731" fmla="*/ 4950992 w 9312201"/>
              <a:gd name="connsiteY1731" fmla="*/ 3417029 h 4927186"/>
              <a:gd name="connsiteX1732" fmla="*/ 4928511 w 9312201"/>
              <a:gd name="connsiteY1732" fmla="*/ 3439510 h 4927186"/>
              <a:gd name="connsiteX1733" fmla="*/ 4906030 w 9312201"/>
              <a:gd name="connsiteY1733" fmla="*/ 3417029 h 4927186"/>
              <a:gd name="connsiteX1734" fmla="*/ 4928511 w 9312201"/>
              <a:gd name="connsiteY1734" fmla="*/ 3394548 h 4927186"/>
              <a:gd name="connsiteX1735" fmla="*/ 4850491 w 9312201"/>
              <a:gd name="connsiteY1735" fmla="*/ 3394548 h 4927186"/>
              <a:gd name="connsiteX1736" fmla="*/ 4872972 w 9312201"/>
              <a:gd name="connsiteY1736" fmla="*/ 3417029 h 4927186"/>
              <a:gd name="connsiteX1737" fmla="*/ 4850491 w 9312201"/>
              <a:gd name="connsiteY1737" fmla="*/ 3439510 h 4927186"/>
              <a:gd name="connsiteX1738" fmla="*/ 4828010 w 9312201"/>
              <a:gd name="connsiteY1738" fmla="*/ 3417029 h 4927186"/>
              <a:gd name="connsiteX1739" fmla="*/ 4850491 w 9312201"/>
              <a:gd name="connsiteY1739" fmla="*/ 3394548 h 4927186"/>
              <a:gd name="connsiteX1740" fmla="*/ 4773132 w 9312201"/>
              <a:gd name="connsiteY1740" fmla="*/ 3394548 h 4927186"/>
              <a:gd name="connsiteX1741" fmla="*/ 4794952 w 9312201"/>
              <a:gd name="connsiteY1741" fmla="*/ 3417029 h 4927186"/>
              <a:gd name="connsiteX1742" fmla="*/ 4773132 w 9312201"/>
              <a:gd name="connsiteY1742" fmla="*/ 3439510 h 4927186"/>
              <a:gd name="connsiteX1743" fmla="*/ 4751312 w 9312201"/>
              <a:gd name="connsiteY1743" fmla="*/ 3417029 h 4927186"/>
              <a:gd name="connsiteX1744" fmla="*/ 4773132 w 9312201"/>
              <a:gd name="connsiteY1744" fmla="*/ 3394548 h 4927186"/>
              <a:gd name="connsiteX1745" fmla="*/ 2981306 w 9312201"/>
              <a:gd name="connsiteY1745" fmla="*/ 3394548 h 4927186"/>
              <a:gd name="connsiteX1746" fmla="*/ 3003126 w 9312201"/>
              <a:gd name="connsiteY1746" fmla="*/ 3417029 h 4927186"/>
              <a:gd name="connsiteX1747" fmla="*/ 2981306 w 9312201"/>
              <a:gd name="connsiteY1747" fmla="*/ 3439510 h 4927186"/>
              <a:gd name="connsiteX1748" fmla="*/ 2959486 w 9312201"/>
              <a:gd name="connsiteY1748" fmla="*/ 3417029 h 4927186"/>
              <a:gd name="connsiteX1749" fmla="*/ 2981306 w 9312201"/>
              <a:gd name="connsiteY1749" fmla="*/ 3394548 h 4927186"/>
              <a:gd name="connsiteX1750" fmla="*/ 2903286 w 9312201"/>
              <a:gd name="connsiteY1750" fmla="*/ 3394548 h 4927186"/>
              <a:gd name="connsiteX1751" fmla="*/ 2925106 w 9312201"/>
              <a:gd name="connsiteY1751" fmla="*/ 3417029 h 4927186"/>
              <a:gd name="connsiteX1752" fmla="*/ 2903286 w 9312201"/>
              <a:gd name="connsiteY1752" fmla="*/ 3439510 h 4927186"/>
              <a:gd name="connsiteX1753" fmla="*/ 2881466 w 9312201"/>
              <a:gd name="connsiteY1753" fmla="*/ 3417029 h 4927186"/>
              <a:gd name="connsiteX1754" fmla="*/ 2903286 w 9312201"/>
              <a:gd name="connsiteY1754" fmla="*/ 3394548 h 4927186"/>
              <a:gd name="connsiteX1755" fmla="*/ 2826588 w 9312201"/>
              <a:gd name="connsiteY1755" fmla="*/ 3394548 h 4927186"/>
              <a:gd name="connsiteX1756" fmla="*/ 2848408 w 9312201"/>
              <a:gd name="connsiteY1756" fmla="*/ 3417029 h 4927186"/>
              <a:gd name="connsiteX1757" fmla="*/ 2826588 w 9312201"/>
              <a:gd name="connsiteY1757" fmla="*/ 3439510 h 4927186"/>
              <a:gd name="connsiteX1758" fmla="*/ 2804768 w 9312201"/>
              <a:gd name="connsiteY1758" fmla="*/ 3417029 h 4927186"/>
              <a:gd name="connsiteX1759" fmla="*/ 2826588 w 9312201"/>
              <a:gd name="connsiteY1759" fmla="*/ 3394548 h 4927186"/>
              <a:gd name="connsiteX1760" fmla="*/ 2748567 w 9312201"/>
              <a:gd name="connsiteY1760" fmla="*/ 3394548 h 4927186"/>
              <a:gd name="connsiteX1761" fmla="*/ 2770387 w 9312201"/>
              <a:gd name="connsiteY1761" fmla="*/ 3417029 h 4927186"/>
              <a:gd name="connsiteX1762" fmla="*/ 2748567 w 9312201"/>
              <a:gd name="connsiteY1762" fmla="*/ 3439510 h 4927186"/>
              <a:gd name="connsiteX1763" fmla="*/ 2726747 w 9312201"/>
              <a:gd name="connsiteY1763" fmla="*/ 3417029 h 4927186"/>
              <a:gd name="connsiteX1764" fmla="*/ 2748567 w 9312201"/>
              <a:gd name="connsiteY1764" fmla="*/ 3394548 h 4927186"/>
              <a:gd name="connsiteX1765" fmla="*/ 2670547 w 9312201"/>
              <a:gd name="connsiteY1765" fmla="*/ 3394548 h 4927186"/>
              <a:gd name="connsiteX1766" fmla="*/ 2692367 w 9312201"/>
              <a:gd name="connsiteY1766" fmla="*/ 3417029 h 4927186"/>
              <a:gd name="connsiteX1767" fmla="*/ 2670547 w 9312201"/>
              <a:gd name="connsiteY1767" fmla="*/ 3439510 h 4927186"/>
              <a:gd name="connsiteX1768" fmla="*/ 2648727 w 9312201"/>
              <a:gd name="connsiteY1768" fmla="*/ 3417029 h 4927186"/>
              <a:gd name="connsiteX1769" fmla="*/ 2670547 w 9312201"/>
              <a:gd name="connsiteY1769" fmla="*/ 3394548 h 4927186"/>
              <a:gd name="connsiteX1770" fmla="*/ 2592527 w 9312201"/>
              <a:gd name="connsiteY1770" fmla="*/ 3394548 h 4927186"/>
              <a:gd name="connsiteX1771" fmla="*/ 2614347 w 9312201"/>
              <a:gd name="connsiteY1771" fmla="*/ 3417029 h 4927186"/>
              <a:gd name="connsiteX1772" fmla="*/ 2592527 w 9312201"/>
              <a:gd name="connsiteY1772" fmla="*/ 3439510 h 4927186"/>
              <a:gd name="connsiteX1773" fmla="*/ 2570707 w 9312201"/>
              <a:gd name="connsiteY1773" fmla="*/ 3417029 h 4927186"/>
              <a:gd name="connsiteX1774" fmla="*/ 2592527 w 9312201"/>
              <a:gd name="connsiteY1774" fmla="*/ 3394548 h 4927186"/>
              <a:gd name="connsiteX1775" fmla="*/ 2513845 w 9312201"/>
              <a:gd name="connsiteY1775" fmla="*/ 3394548 h 4927186"/>
              <a:gd name="connsiteX1776" fmla="*/ 2536326 w 9312201"/>
              <a:gd name="connsiteY1776" fmla="*/ 3417029 h 4927186"/>
              <a:gd name="connsiteX1777" fmla="*/ 2513845 w 9312201"/>
              <a:gd name="connsiteY1777" fmla="*/ 3439510 h 4927186"/>
              <a:gd name="connsiteX1778" fmla="*/ 2491364 w 9312201"/>
              <a:gd name="connsiteY1778" fmla="*/ 3417029 h 4927186"/>
              <a:gd name="connsiteX1779" fmla="*/ 2513845 w 9312201"/>
              <a:gd name="connsiteY1779" fmla="*/ 3394548 h 4927186"/>
              <a:gd name="connsiteX1780" fmla="*/ 2436486 w 9312201"/>
              <a:gd name="connsiteY1780" fmla="*/ 3394548 h 4927186"/>
              <a:gd name="connsiteX1781" fmla="*/ 2458306 w 9312201"/>
              <a:gd name="connsiteY1781" fmla="*/ 3417029 h 4927186"/>
              <a:gd name="connsiteX1782" fmla="*/ 2436486 w 9312201"/>
              <a:gd name="connsiteY1782" fmla="*/ 3439510 h 4927186"/>
              <a:gd name="connsiteX1783" fmla="*/ 2414666 w 9312201"/>
              <a:gd name="connsiteY1783" fmla="*/ 3417029 h 4927186"/>
              <a:gd name="connsiteX1784" fmla="*/ 2436486 w 9312201"/>
              <a:gd name="connsiteY1784" fmla="*/ 3394548 h 4927186"/>
              <a:gd name="connsiteX1785" fmla="*/ 2358465 w 9312201"/>
              <a:gd name="connsiteY1785" fmla="*/ 3394548 h 4927186"/>
              <a:gd name="connsiteX1786" fmla="*/ 2380285 w 9312201"/>
              <a:gd name="connsiteY1786" fmla="*/ 3417029 h 4927186"/>
              <a:gd name="connsiteX1787" fmla="*/ 2358465 w 9312201"/>
              <a:gd name="connsiteY1787" fmla="*/ 3439510 h 4927186"/>
              <a:gd name="connsiteX1788" fmla="*/ 2336645 w 9312201"/>
              <a:gd name="connsiteY1788" fmla="*/ 3417029 h 4927186"/>
              <a:gd name="connsiteX1789" fmla="*/ 2358465 w 9312201"/>
              <a:gd name="connsiteY1789" fmla="*/ 3394548 h 4927186"/>
              <a:gd name="connsiteX1790" fmla="*/ 3449429 w 9312201"/>
              <a:gd name="connsiteY1790" fmla="*/ 3394547 h 4927186"/>
              <a:gd name="connsiteX1791" fmla="*/ 3471249 w 9312201"/>
              <a:gd name="connsiteY1791" fmla="*/ 3417028 h 4927186"/>
              <a:gd name="connsiteX1792" fmla="*/ 3449429 w 9312201"/>
              <a:gd name="connsiteY1792" fmla="*/ 3439509 h 4927186"/>
              <a:gd name="connsiteX1793" fmla="*/ 3427609 w 9312201"/>
              <a:gd name="connsiteY1793" fmla="*/ 3417028 h 4927186"/>
              <a:gd name="connsiteX1794" fmla="*/ 3449429 w 9312201"/>
              <a:gd name="connsiteY1794" fmla="*/ 3394547 h 4927186"/>
              <a:gd name="connsiteX1795" fmla="*/ 3371408 w 9312201"/>
              <a:gd name="connsiteY1795" fmla="*/ 3394547 h 4927186"/>
              <a:gd name="connsiteX1796" fmla="*/ 3393228 w 9312201"/>
              <a:gd name="connsiteY1796" fmla="*/ 3417028 h 4927186"/>
              <a:gd name="connsiteX1797" fmla="*/ 3371408 w 9312201"/>
              <a:gd name="connsiteY1797" fmla="*/ 3439509 h 4927186"/>
              <a:gd name="connsiteX1798" fmla="*/ 3349588 w 9312201"/>
              <a:gd name="connsiteY1798" fmla="*/ 3417028 h 4927186"/>
              <a:gd name="connsiteX1799" fmla="*/ 3371408 w 9312201"/>
              <a:gd name="connsiteY1799" fmla="*/ 3394547 h 4927186"/>
              <a:gd name="connsiteX1800" fmla="*/ 3293388 w 9312201"/>
              <a:gd name="connsiteY1800" fmla="*/ 3394547 h 4927186"/>
              <a:gd name="connsiteX1801" fmla="*/ 3315208 w 9312201"/>
              <a:gd name="connsiteY1801" fmla="*/ 3417028 h 4927186"/>
              <a:gd name="connsiteX1802" fmla="*/ 3293388 w 9312201"/>
              <a:gd name="connsiteY1802" fmla="*/ 3439509 h 4927186"/>
              <a:gd name="connsiteX1803" fmla="*/ 3271568 w 9312201"/>
              <a:gd name="connsiteY1803" fmla="*/ 3417028 h 4927186"/>
              <a:gd name="connsiteX1804" fmla="*/ 3293388 w 9312201"/>
              <a:gd name="connsiteY1804" fmla="*/ 3394547 h 4927186"/>
              <a:gd name="connsiteX1805" fmla="*/ 3215368 w 9312201"/>
              <a:gd name="connsiteY1805" fmla="*/ 3394547 h 4927186"/>
              <a:gd name="connsiteX1806" fmla="*/ 3237188 w 9312201"/>
              <a:gd name="connsiteY1806" fmla="*/ 3417028 h 4927186"/>
              <a:gd name="connsiteX1807" fmla="*/ 3215368 w 9312201"/>
              <a:gd name="connsiteY1807" fmla="*/ 3439509 h 4927186"/>
              <a:gd name="connsiteX1808" fmla="*/ 3193548 w 9312201"/>
              <a:gd name="connsiteY1808" fmla="*/ 3417028 h 4927186"/>
              <a:gd name="connsiteX1809" fmla="*/ 3215368 w 9312201"/>
              <a:gd name="connsiteY1809" fmla="*/ 3394547 h 4927186"/>
              <a:gd name="connsiteX1810" fmla="*/ 3137348 w 9312201"/>
              <a:gd name="connsiteY1810" fmla="*/ 3394547 h 4927186"/>
              <a:gd name="connsiteX1811" fmla="*/ 3159168 w 9312201"/>
              <a:gd name="connsiteY1811" fmla="*/ 3417028 h 4927186"/>
              <a:gd name="connsiteX1812" fmla="*/ 3137348 w 9312201"/>
              <a:gd name="connsiteY1812" fmla="*/ 3439509 h 4927186"/>
              <a:gd name="connsiteX1813" fmla="*/ 3115528 w 9312201"/>
              <a:gd name="connsiteY1813" fmla="*/ 3417028 h 4927186"/>
              <a:gd name="connsiteX1814" fmla="*/ 3137348 w 9312201"/>
              <a:gd name="connsiteY1814" fmla="*/ 3394547 h 4927186"/>
              <a:gd name="connsiteX1815" fmla="*/ 3059327 w 9312201"/>
              <a:gd name="connsiteY1815" fmla="*/ 3394547 h 4927186"/>
              <a:gd name="connsiteX1816" fmla="*/ 3081147 w 9312201"/>
              <a:gd name="connsiteY1816" fmla="*/ 3417028 h 4927186"/>
              <a:gd name="connsiteX1817" fmla="*/ 3059327 w 9312201"/>
              <a:gd name="connsiteY1817" fmla="*/ 3439509 h 4927186"/>
              <a:gd name="connsiteX1818" fmla="*/ 3037507 w 9312201"/>
              <a:gd name="connsiteY1818" fmla="*/ 3417028 h 4927186"/>
              <a:gd name="connsiteX1819" fmla="*/ 3059327 w 9312201"/>
              <a:gd name="connsiteY1819" fmla="*/ 3394547 h 4927186"/>
              <a:gd name="connsiteX1820" fmla="*/ 8355459 w 9312201"/>
              <a:gd name="connsiteY1820" fmla="*/ 3316527 h 4927186"/>
              <a:gd name="connsiteX1821" fmla="*/ 8377279 w 9312201"/>
              <a:gd name="connsiteY1821" fmla="*/ 3339008 h 4927186"/>
              <a:gd name="connsiteX1822" fmla="*/ 8355459 w 9312201"/>
              <a:gd name="connsiteY1822" fmla="*/ 3361489 h 4927186"/>
              <a:gd name="connsiteX1823" fmla="*/ 8333639 w 9312201"/>
              <a:gd name="connsiteY1823" fmla="*/ 3339008 h 4927186"/>
              <a:gd name="connsiteX1824" fmla="*/ 8355459 w 9312201"/>
              <a:gd name="connsiteY1824" fmla="*/ 3316527 h 4927186"/>
              <a:gd name="connsiteX1825" fmla="*/ 8277438 w 9312201"/>
              <a:gd name="connsiteY1825" fmla="*/ 3316527 h 4927186"/>
              <a:gd name="connsiteX1826" fmla="*/ 8299258 w 9312201"/>
              <a:gd name="connsiteY1826" fmla="*/ 3339008 h 4927186"/>
              <a:gd name="connsiteX1827" fmla="*/ 8277438 w 9312201"/>
              <a:gd name="connsiteY1827" fmla="*/ 3361489 h 4927186"/>
              <a:gd name="connsiteX1828" fmla="*/ 8255618 w 9312201"/>
              <a:gd name="connsiteY1828" fmla="*/ 3339008 h 4927186"/>
              <a:gd name="connsiteX1829" fmla="*/ 8277438 w 9312201"/>
              <a:gd name="connsiteY1829" fmla="*/ 3316527 h 4927186"/>
              <a:gd name="connsiteX1830" fmla="*/ 8199418 w 9312201"/>
              <a:gd name="connsiteY1830" fmla="*/ 3316527 h 4927186"/>
              <a:gd name="connsiteX1831" fmla="*/ 8221238 w 9312201"/>
              <a:gd name="connsiteY1831" fmla="*/ 3339008 h 4927186"/>
              <a:gd name="connsiteX1832" fmla="*/ 8199418 w 9312201"/>
              <a:gd name="connsiteY1832" fmla="*/ 3361489 h 4927186"/>
              <a:gd name="connsiteX1833" fmla="*/ 8177598 w 9312201"/>
              <a:gd name="connsiteY1833" fmla="*/ 3339008 h 4927186"/>
              <a:gd name="connsiteX1834" fmla="*/ 8199418 w 9312201"/>
              <a:gd name="connsiteY1834" fmla="*/ 3316527 h 4927186"/>
              <a:gd name="connsiteX1835" fmla="*/ 8121398 w 9312201"/>
              <a:gd name="connsiteY1835" fmla="*/ 3316527 h 4927186"/>
              <a:gd name="connsiteX1836" fmla="*/ 8143218 w 9312201"/>
              <a:gd name="connsiteY1836" fmla="*/ 3339008 h 4927186"/>
              <a:gd name="connsiteX1837" fmla="*/ 8121398 w 9312201"/>
              <a:gd name="connsiteY1837" fmla="*/ 3361489 h 4927186"/>
              <a:gd name="connsiteX1838" fmla="*/ 8099578 w 9312201"/>
              <a:gd name="connsiteY1838" fmla="*/ 3339008 h 4927186"/>
              <a:gd name="connsiteX1839" fmla="*/ 8121398 w 9312201"/>
              <a:gd name="connsiteY1839" fmla="*/ 3316527 h 4927186"/>
              <a:gd name="connsiteX1840" fmla="*/ 8044700 w 9312201"/>
              <a:gd name="connsiteY1840" fmla="*/ 3316527 h 4927186"/>
              <a:gd name="connsiteX1841" fmla="*/ 8066520 w 9312201"/>
              <a:gd name="connsiteY1841" fmla="*/ 3339008 h 4927186"/>
              <a:gd name="connsiteX1842" fmla="*/ 8044700 w 9312201"/>
              <a:gd name="connsiteY1842" fmla="*/ 3361489 h 4927186"/>
              <a:gd name="connsiteX1843" fmla="*/ 8022880 w 9312201"/>
              <a:gd name="connsiteY1843" fmla="*/ 3339008 h 4927186"/>
              <a:gd name="connsiteX1844" fmla="*/ 8044700 w 9312201"/>
              <a:gd name="connsiteY1844" fmla="*/ 3316527 h 4927186"/>
              <a:gd name="connsiteX1845" fmla="*/ 7966679 w 9312201"/>
              <a:gd name="connsiteY1845" fmla="*/ 3316527 h 4927186"/>
              <a:gd name="connsiteX1846" fmla="*/ 7988499 w 9312201"/>
              <a:gd name="connsiteY1846" fmla="*/ 3339008 h 4927186"/>
              <a:gd name="connsiteX1847" fmla="*/ 7966679 w 9312201"/>
              <a:gd name="connsiteY1847" fmla="*/ 3361489 h 4927186"/>
              <a:gd name="connsiteX1848" fmla="*/ 7944859 w 9312201"/>
              <a:gd name="connsiteY1848" fmla="*/ 3339008 h 4927186"/>
              <a:gd name="connsiteX1849" fmla="*/ 7966679 w 9312201"/>
              <a:gd name="connsiteY1849" fmla="*/ 3316527 h 4927186"/>
              <a:gd name="connsiteX1850" fmla="*/ 7888658 w 9312201"/>
              <a:gd name="connsiteY1850" fmla="*/ 3316527 h 4927186"/>
              <a:gd name="connsiteX1851" fmla="*/ 7910478 w 9312201"/>
              <a:gd name="connsiteY1851" fmla="*/ 3339008 h 4927186"/>
              <a:gd name="connsiteX1852" fmla="*/ 7888658 w 9312201"/>
              <a:gd name="connsiteY1852" fmla="*/ 3361489 h 4927186"/>
              <a:gd name="connsiteX1853" fmla="*/ 7866838 w 9312201"/>
              <a:gd name="connsiteY1853" fmla="*/ 3339008 h 4927186"/>
              <a:gd name="connsiteX1854" fmla="*/ 7888658 w 9312201"/>
              <a:gd name="connsiteY1854" fmla="*/ 3316527 h 4927186"/>
              <a:gd name="connsiteX1855" fmla="*/ 7654597 w 9312201"/>
              <a:gd name="connsiteY1855" fmla="*/ 3316527 h 4927186"/>
              <a:gd name="connsiteX1856" fmla="*/ 7676417 w 9312201"/>
              <a:gd name="connsiteY1856" fmla="*/ 3339008 h 4927186"/>
              <a:gd name="connsiteX1857" fmla="*/ 7654597 w 9312201"/>
              <a:gd name="connsiteY1857" fmla="*/ 3361489 h 4927186"/>
              <a:gd name="connsiteX1858" fmla="*/ 7632777 w 9312201"/>
              <a:gd name="connsiteY1858" fmla="*/ 3339008 h 4927186"/>
              <a:gd name="connsiteX1859" fmla="*/ 7654597 w 9312201"/>
              <a:gd name="connsiteY1859" fmla="*/ 3316527 h 4927186"/>
              <a:gd name="connsiteX1860" fmla="*/ 7576577 w 9312201"/>
              <a:gd name="connsiteY1860" fmla="*/ 3316527 h 4927186"/>
              <a:gd name="connsiteX1861" fmla="*/ 7598397 w 9312201"/>
              <a:gd name="connsiteY1861" fmla="*/ 3339008 h 4927186"/>
              <a:gd name="connsiteX1862" fmla="*/ 7576577 w 9312201"/>
              <a:gd name="connsiteY1862" fmla="*/ 3361489 h 4927186"/>
              <a:gd name="connsiteX1863" fmla="*/ 7554757 w 9312201"/>
              <a:gd name="connsiteY1863" fmla="*/ 3339008 h 4927186"/>
              <a:gd name="connsiteX1864" fmla="*/ 7576577 w 9312201"/>
              <a:gd name="connsiteY1864" fmla="*/ 3316527 h 4927186"/>
              <a:gd name="connsiteX1865" fmla="*/ 7498556 w 9312201"/>
              <a:gd name="connsiteY1865" fmla="*/ 3316527 h 4927186"/>
              <a:gd name="connsiteX1866" fmla="*/ 7520376 w 9312201"/>
              <a:gd name="connsiteY1866" fmla="*/ 3339008 h 4927186"/>
              <a:gd name="connsiteX1867" fmla="*/ 7498556 w 9312201"/>
              <a:gd name="connsiteY1867" fmla="*/ 3361489 h 4927186"/>
              <a:gd name="connsiteX1868" fmla="*/ 7476736 w 9312201"/>
              <a:gd name="connsiteY1868" fmla="*/ 3339008 h 4927186"/>
              <a:gd name="connsiteX1869" fmla="*/ 7498556 w 9312201"/>
              <a:gd name="connsiteY1869" fmla="*/ 3316527 h 4927186"/>
              <a:gd name="connsiteX1870" fmla="*/ 7186475 w 9312201"/>
              <a:gd name="connsiteY1870" fmla="*/ 3316527 h 4927186"/>
              <a:gd name="connsiteX1871" fmla="*/ 7208295 w 9312201"/>
              <a:gd name="connsiteY1871" fmla="*/ 3339008 h 4927186"/>
              <a:gd name="connsiteX1872" fmla="*/ 7186475 w 9312201"/>
              <a:gd name="connsiteY1872" fmla="*/ 3361489 h 4927186"/>
              <a:gd name="connsiteX1873" fmla="*/ 7164655 w 9312201"/>
              <a:gd name="connsiteY1873" fmla="*/ 3339008 h 4927186"/>
              <a:gd name="connsiteX1874" fmla="*/ 7186475 w 9312201"/>
              <a:gd name="connsiteY1874" fmla="*/ 3316527 h 4927186"/>
              <a:gd name="connsiteX1875" fmla="*/ 7109116 w 9312201"/>
              <a:gd name="connsiteY1875" fmla="*/ 3316527 h 4927186"/>
              <a:gd name="connsiteX1876" fmla="*/ 7131597 w 9312201"/>
              <a:gd name="connsiteY1876" fmla="*/ 3339008 h 4927186"/>
              <a:gd name="connsiteX1877" fmla="*/ 7109116 w 9312201"/>
              <a:gd name="connsiteY1877" fmla="*/ 3361489 h 4927186"/>
              <a:gd name="connsiteX1878" fmla="*/ 7086635 w 9312201"/>
              <a:gd name="connsiteY1878" fmla="*/ 3339008 h 4927186"/>
              <a:gd name="connsiteX1879" fmla="*/ 7109116 w 9312201"/>
              <a:gd name="connsiteY1879" fmla="*/ 3316527 h 4927186"/>
              <a:gd name="connsiteX1880" fmla="*/ 5395972 w 9312201"/>
              <a:gd name="connsiteY1880" fmla="*/ 3316527 h 4927186"/>
              <a:gd name="connsiteX1881" fmla="*/ 5417792 w 9312201"/>
              <a:gd name="connsiteY1881" fmla="*/ 3339008 h 4927186"/>
              <a:gd name="connsiteX1882" fmla="*/ 5395972 w 9312201"/>
              <a:gd name="connsiteY1882" fmla="*/ 3361489 h 4927186"/>
              <a:gd name="connsiteX1883" fmla="*/ 5374152 w 9312201"/>
              <a:gd name="connsiteY1883" fmla="*/ 3339008 h 4927186"/>
              <a:gd name="connsiteX1884" fmla="*/ 5395972 w 9312201"/>
              <a:gd name="connsiteY1884" fmla="*/ 3316527 h 4927186"/>
              <a:gd name="connsiteX1885" fmla="*/ 5317953 w 9312201"/>
              <a:gd name="connsiteY1885" fmla="*/ 3316527 h 4927186"/>
              <a:gd name="connsiteX1886" fmla="*/ 5339773 w 9312201"/>
              <a:gd name="connsiteY1886" fmla="*/ 3339008 h 4927186"/>
              <a:gd name="connsiteX1887" fmla="*/ 5317953 w 9312201"/>
              <a:gd name="connsiteY1887" fmla="*/ 3361489 h 4927186"/>
              <a:gd name="connsiteX1888" fmla="*/ 5296133 w 9312201"/>
              <a:gd name="connsiteY1888" fmla="*/ 3339008 h 4927186"/>
              <a:gd name="connsiteX1889" fmla="*/ 5317953 w 9312201"/>
              <a:gd name="connsiteY1889" fmla="*/ 3316527 h 4927186"/>
              <a:gd name="connsiteX1890" fmla="*/ 5239931 w 9312201"/>
              <a:gd name="connsiteY1890" fmla="*/ 3316527 h 4927186"/>
              <a:gd name="connsiteX1891" fmla="*/ 5261751 w 9312201"/>
              <a:gd name="connsiteY1891" fmla="*/ 3339008 h 4927186"/>
              <a:gd name="connsiteX1892" fmla="*/ 5239931 w 9312201"/>
              <a:gd name="connsiteY1892" fmla="*/ 3361489 h 4927186"/>
              <a:gd name="connsiteX1893" fmla="*/ 5218111 w 9312201"/>
              <a:gd name="connsiteY1893" fmla="*/ 3339008 h 4927186"/>
              <a:gd name="connsiteX1894" fmla="*/ 5239931 w 9312201"/>
              <a:gd name="connsiteY1894" fmla="*/ 3316527 h 4927186"/>
              <a:gd name="connsiteX1895" fmla="*/ 5162572 w 9312201"/>
              <a:gd name="connsiteY1895" fmla="*/ 3316527 h 4927186"/>
              <a:gd name="connsiteX1896" fmla="*/ 5185053 w 9312201"/>
              <a:gd name="connsiteY1896" fmla="*/ 3339008 h 4927186"/>
              <a:gd name="connsiteX1897" fmla="*/ 5162572 w 9312201"/>
              <a:gd name="connsiteY1897" fmla="*/ 3361489 h 4927186"/>
              <a:gd name="connsiteX1898" fmla="*/ 5140091 w 9312201"/>
              <a:gd name="connsiteY1898" fmla="*/ 3339008 h 4927186"/>
              <a:gd name="connsiteX1899" fmla="*/ 5162572 w 9312201"/>
              <a:gd name="connsiteY1899" fmla="*/ 3316527 h 4927186"/>
              <a:gd name="connsiteX1900" fmla="*/ 5085212 w 9312201"/>
              <a:gd name="connsiteY1900" fmla="*/ 3316527 h 4927186"/>
              <a:gd name="connsiteX1901" fmla="*/ 5107032 w 9312201"/>
              <a:gd name="connsiteY1901" fmla="*/ 3339008 h 4927186"/>
              <a:gd name="connsiteX1902" fmla="*/ 5085212 w 9312201"/>
              <a:gd name="connsiteY1902" fmla="*/ 3361489 h 4927186"/>
              <a:gd name="connsiteX1903" fmla="*/ 5063392 w 9312201"/>
              <a:gd name="connsiteY1903" fmla="*/ 3339008 h 4927186"/>
              <a:gd name="connsiteX1904" fmla="*/ 5085212 w 9312201"/>
              <a:gd name="connsiteY1904" fmla="*/ 3316527 h 4927186"/>
              <a:gd name="connsiteX1905" fmla="*/ 5007193 w 9312201"/>
              <a:gd name="connsiteY1905" fmla="*/ 3316527 h 4927186"/>
              <a:gd name="connsiteX1906" fmla="*/ 5029013 w 9312201"/>
              <a:gd name="connsiteY1906" fmla="*/ 3339008 h 4927186"/>
              <a:gd name="connsiteX1907" fmla="*/ 5007193 w 9312201"/>
              <a:gd name="connsiteY1907" fmla="*/ 3361489 h 4927186"/>
              <a:gd name="connsiteX1908" fmla="*/ 4985373 w 9312201"/>
              <a:gd name="connsiteY1908" fmla="*/ 3339008 h 4927186"/>
              <a:gd name="connsiteX1909" fmla="*/ 5007193 w 9312201"/>
              <a:gd name="connsiteY1909" fmla="*/ 3316527 h 4927186"/>
              <a:gd name="connsiteX1910" fmla="*/ 4928511 w 9312201"/>
              <a:gd name="connsiteY1910" fmla="*/ 3316527 h 4927186"/>
              <a:gd name="connsiteX1911" fmla="*/ 4950992 w 9312201"/>
              <a:gd name="connsiteY1911" fmla="*/ 3339008 h 4927186"/>
              <a:gd name="connsiteX1912" fmla="*/ 4928511 w 9312201"/>
              <a:gd name="connsiteY1912" fmla="*/ 3361489 h 4927186"/>
              <a:gd name="connsiteX1913" fmla="*/ 4906030 w 9312201"/>
              <a:gd name="connsiteY1913" fmla="*/ 3339008 h 4927186"/>
              <a:gd name="connsiteX1914" fmla="*/ 4928511 w 9312201"/>
              <a:gd name="connsiteY1914" fmla="*/ 3316527 h 4927186"/>
              <a:gd name="connsiteX1915" fmla="*/ 4850491 w 9312201"/>
              <a:gd name="connsiteY1915" fmla="*/ 3316527 h 4927186"/>
              <a:gd name="connsiteX1916" fmla="*/ 4872972 w 9312201"/>
              <a:gd name="connsiteY1916" fmla="*/ 3339008 h 4927186"/>
              <a:gd name="connsiteX1917" fmla="*/ 4850491 w 9312201"/>
              <a:gd name="connsiteY1917" fmla="*/ 3361489 h 4927186"/>
              <a:gd name="connsiteX1918" fmla="*/ 4828010 w 9312201"/>
              <a:gd name="connsiteY1918" fmla="*/ 3339008 h 4927186"/>
              <a:gd name="connsiteX1919" fmla="*/ 4850491 w 9312201"/>
              <a:gd name="connsiteY1919" fmla="*/ 3316527 h 4927186"/>
              <a:gd name="connsiteX1920" fmla="*/ 4773132 w 9312201"/>
              <a:gd name="connsiteY1920" fmla="*/ 3316527 h 4927186"/>
              <a:gd name="connsiteX1921" fmla="*/ 4794952 w 9312201"/>
              <a:gd name="connsiteY1921" fmla="*/ 3339008 h 4927186"/>
              <a:gd name="connsiteX1922" fmla="*/ 4773132 w 9312201"/>
              <a:gd name="connsiteY1922" fmla="*/ 3361489 h 4927186"/>
              <a:gd name="connsiteX1923" fmla="*/ 4751312 w 9312201"/>
              <a:gd name="connsiteY1923" fmla="*/ 3339008 h 4927186"/>
              <a:gd name="connsiteX1924" fmla="*/ 4773132 w 9312201"/>
              <a:gd name="connsiteY1924" fmla="*/ 3316527 h 4927186"/>
              <a:gd name="connsiteX1925" fmla="*/ 4695111 w 9312201"/>
              <a:gd name="connsiteY1925" fmla="*/ 3316527 h 4927186"/>
              <a:gd name="connsiteX1926" fmla="*/ 4716931 w 9312201"/>
              <a:gd name="connsiteY1926" fmla="*/ 3339008 h 4927186"/>
              <a:gd name="connsiteX1927" fmla="*/ 4695111 w 9312201"/>
              <a:gd name="connsiteY1927" fmla="*/ 3361489 h 4927186"/>
              <a:gd name="connsiteX1928" fmla="*/ 4673291 w 9312201"/>
              <a:gd name="connsiteY1928" fmla="*/ 3339008 h 4927186"/>
              <a:gd name="connsiteX1929" fmla="*/ 4695111 w 9312201"/>
              <a:gd name="connsiteY1929" fmla="*/ 3316527 h 4927186"/>
              <a:gd name="connsiteX1930" fmla="*/ 2981306 w 9312201"/>
              <a:gd name="connsiteY1930" fmla="*/ 3316527 h 4927186"/>
              <a:gd name="connsiteX1931" fmla="*/ 3003126 w 9312201"/>
              <a:gd name="connsiteY1931" fmla="*/ 3339008 h 4927186"/>
              <a:gd name="connsiteX1932" fmla="*/ 2981306 w 9312201"/>
              <a:gd name="connsiteY1932" fmla="*/ 3361489 h 4927186"/>
              <a:gd name="connsiteX1933" fmla="*/ 2959486 w 9312201"/>
              <a:gd name="connsiteY1933" fmla="*/ 3339008 h 4927186"/>
              <a:gd name="connsiteX1934" fmla="*/ 2981306 w 9312201"/>
              <a:gd name="connsiteY1934" fmla="*/ 3316527 h 4927186"/>
              <a:gd name="connsiteX1935" fmla="*/ 2903286 w 9312201"/>
              <a:gd name="connsiteY1935" fmla="*/ 3316527 h 4927186"/>
              <a:gd name="connsiteX1936" fmla="*/ 2925106 w 9312201"/>
              <a:gd name="connsiteY1936" fmla="*/ 3339008 h 4927186"/>
              <a:gd name="connsiteX1937" fmla="*/ 2903286 w 9312201"/>
              <a:gd name="connsiteY1937" fmla="*/ 3361489 h 4927186"/>
              <a:gd name="connsiteX1938" fmla="*/ 2881466 w 9312201"/>
              <a:gd name="connsiteY1938" fmla="*/ 3339008 h 4927186"/>
              <a:gd name="connsiteX1939" fmla="*/ 2903286 w 9312201"/>
              <a:gd name="connsiteY1939" fmla="*/ 3316527 h 4927186"/>
              <a:gd name="connsiteX1940" fmla="*/ 2826588 w 9312201"/>
              <a:gd name="connsiteY1940" fmla="*/ 3316527 h 4927186"/>
              <a:gd name="connsiteX1941" fmla="*/ 2848408 w 9312201"/>
              <a:gd name="connsiteY1941" fmla="*/ 3339008 h 4927186"/>
              <a:gd name="connsiteX1942" fmla="*/ 2826588 w 9312201"/>
              <a:gd name="connsiteY1942" fmla="*/ 3361489 h 4927186"/>
              <a:gd name="connsiteX1943" fmla="*/ 2804768 w 9312201"/>
              <a:gd name="connsiteY1943" fmla="*/ 3339008 h 4927186"/>
              <a:gd name="connsiteX1944" fmla="*/ 2826588 w 9312201"/>
              <a:gd name="connsiteY1944" fmla="*/ 3316527 h 4927186"/>
              <a:gd name="connsiteX1945" fmla="*/ 2748567 w 9312201"/>
              <a:gd name="connsiteY1945" fmla="*/ 3316527 h 4927186"/>
              <a:gd name="connsiteX1946" fmla="*/ 2770387 w 9312201"/>
              <a:gd name="connsiteY1946" fmla="*/ 3339008 h 4927186"/>
              <a:gd name="connsiteX1947" fmla="*/ 2748567 w 9312201"/>
              <a:gd name="connsiteY1947" fmla="*/ 3361489 h 4927186"/>
              <a:gd name="connsiteX1948" fmla="*/ 2726747 w 9312201"/>
              <a:gd name="connsiteY1948" fmla="*/ 3339008 h 4927186"/>
              <a:gd name="connsiteX1949" fmla="*/ 2748567 w 9312201"/>
              <a:gd name="connsiteY1949" fmla="*/ 3316527 h 4927186"/>
              <a:gd name="connsiteX1950" fmla="*/ 2670547 w 9312201"/>
              <a:gd name="connsiteY1950" fmla="*/ 3316527 h 4927186"/>
              <a:gd name="connsiteX1951" fmla="*/ 2692367 w 9312201"/>
              <a:gd name="connsiteY1951" fmla="*/ 3339008 h 4927186"/>
              <a:gd name="connsiteX1952" fmla="*/ 2670547 w 9312201"/>
              <a:gd name="connsiteY1952" fmla="*/ 3361489 h 4927186"/>
              <a:gd name="connsiteX1953" fmla="*/ 2648727 w 9312201"/>
              <a:gd name="connsiteY1953" fmla="*/ 3339008 h 4927186"/>
              <a:gd name="connsiteX1954" fmla="*/ 2670547 w 9312201"/>
              <a:gd name="connsiteY1954" fmla="*/ 3316527 h 4927186"/>
              <a:gd name="connsiteX1955" fmla="*/ 2592527 w 9312201"/>
              <a:gd name="connsiteY1955" fmla="*/ 3316527 h 4927186"/>
              <a:gd name="connsiteX1956" fmla="*/ 2614347 w 9312201"/>
              <a:gd name="connsiteY1956" fmla="*/ 3339008 h 4927186"/>
              <a:gd name="connsiteX1957" fmla="*/ 2592527 w 9312201"/>
              <a:gd name="connsiteY1957" fmla="*/ 3361489 h 4927186"/>
              <a:gd name="connsiteX1958" fmla="*/ 2570707 w 9312201"/>
              <a:gd name="connsiteY1958" fmla="*/ 3339008 h 4927186"/>
              <a:gd name="connsiteX1959" fmla="*/ 2592527 w 9312201"/>
              <a:gd name="connsiteY1959" fmla="*/ 3316527 h 4927186"/>
              <a:gd name="connsiteX1960" fmla="*/ 2513845 w 9312201"/>
              <a:gd name="connsiteY1960" fmla="*/ 3316527 h 4927186"/>
              <a:gd name="connsiteX1961" fmla="*/ 2536326 w 9312201"/>
              <a:gd name="connsiteY1961" fmla="*/ 3339008 h 4927186"/>
              <a:gd name="connsiteX1962" fmla="*/ 2513845 w 9312201"/>
              <a:gd name="connsiteY1962" fmla="*/ 3361489 h 4927186"/>
              <a:gd name="connsiteX1963" fmla="*/ 2491364 w 9312201"/>
              <a:gd name="connsiteY1963" fmla="*/ 3339008 h 4927186"/>
              <a:gd name="connsiteX1964" fmla="*/ 2513845 w 9312201"/>
              <a:gd name="connsiteY1964" fmla="*/ 3316527 h 4927186"/>
              <a:gd name="connsiteX1965" fmla="*/ 2436486 w 9312201"/>
              <a:gd name="connsiteY1965" fmla="*/ 3316527 h 4927186"/>
              <a:gd name="connsiteX1966" fmla="*/ 2458306 w 9312201"/>
              <a:gd name="connsiteY1966" fmla="*/ 3339008 h 4927186"/>
              <a:gd name="connsiteX1967" fmla="*/ 2436486 w 9312201"/>
              <a:gd name="connsiteY1967" fmla="*/ 3361489 h 4927186"/>
              <a:gd name="connsiteX1968" fmla="*/ 2414666 w 9312201"/>
              <a:gd name="connsiteY1968" fmla="*/ 3339008 h 4927186"/>
              <a:gd name="connsiteX1969" fmla="*/ 2436486 w 9312201"/>
              <a:gd name="connsiteY1969" fmla="*/ 3316527 h 4927186"/>
              <a:gd name="connsiteX1970" fmla="*/ 2358465 w 9312201"/>
              <a:gd name="connsiteY1970" fmla="*/ 3316527 h 4927186"/>
              <a:gd name="connsiteX1971" fmla="*/ 2380285 w 9312201"/>
              <a:gd name="connsiteY1971" fmla="*/ 3339008 h 4927186"/>
              <a:gd name="connsiteX1972" fmla="*/ 2358465 w 9312201"/>
              <a:gd name="connsiteY1972" fmla="*/ 3361489 h 4927186"/>
              <a:gd name="connsiteX1973" fmla="*/ 2336645 w 9312201"/>
              <a:gd name="connsiteY1973" fmla="*/ 3339008 h 4927186"/>
              <a:gd name="connsiteX1974" fmla="*/ 2358465 w 9312201"/>
              <a:gd name="connsiteY1974" fmla="*/ 3316527 h 4927186"/>
              <a:gd name="connsiteX1975" fmla="*/ 2280445 w 9312201"/>
              <a:gd name="connsiteY1975" fmla="*/ 3316527 h 4927186"/>
              <a:gd name="connsiteX1976" fmla="*/ 2302265 w 9312201"/>
              <a:gd name="connsiteY1976" fmla="*/ 3339008 h 4927186"/>
              <a:gd name="connsiteX1977" fmla="*/ 2280445 w 9312201"/>
              <a:gd name="connsiteY1977" fmla="*/ 3361489 h 4927186"/>
              <a:gd name="connsiteX1978" fmla="*/ 2258625 w 9312201"/>
              <a:gd name="connsiteY1978" fmla="*/ 3339008 h 4927186"/>
              <a:gd name="connsiteX1979" fmla="*/ 2280445 w 9312201"/>
              <a:gd name="connsiteY1979" fmla="*/ 3316527 h 4927186"/>
              <a:gd name="connsiteX1980" fmla="*/ 3449429 w 9312201"/>
              <a:gd name="connsiteY1980" fmla="*/ 3316526 h 4927186"/>
              <a:gd name="connsiteX1981" fmla="*/ 3471249 w 9312201"/>
              <a:gd name="connsiteY1981" fmla="*/ 3339007 h 4927186"/>
              <a:gd name="connsiteX1982" fmla="*/ 3449429 w 9312201"/>
              <a:gd name="connsiteY1982" fmla="*/ 3361488 h 4927186"/>
              <a:gd name="connsiteX1983" fmla="*/ 3427609 w 9312201"/>
              <a:gd name="connsiteY1983" fmla="*/ 3339007 h 4927186"/>
              <a:gd name="connsiteX1984" fmla="*/ 3449429 w 9312201"/>
              <a:gd name="connsiteY1984" fmla="*/ 3316526 h 4927186"/>
              <a:gd name="connsiteX1985" fmla="*/ 3371408 w 9312201"/>
              <a:gd name="connsiteY1985" fmla="*/ 3316526 h 4927186"/>
              <a:gd name="connsiteX1986" fmla="*/ 3393228 w 9312201"/>
              <a:gd name="connsiteY1986" fmla="*/ 3339007 h 4927186"/>
              <a:gd name="connsiteX1987" fmla="*/ 3371408 w 9312201"/>
              <a:gd name="connsiteY1987" fmla="*/ 3361488 h 4927186"/>
              <a:gd name="connsiteX1988" fmla="*/ 3349588 w 9312201"/>
              <a:gd name="connsiteY1988" fmla="*/ 3339007 h 4927186"/>
              <a:gd name="connsiteX1989" fmla="*/ 3371408 w 9312201"/>
              <a:gd name="connsiteY1989" fmla="*/ 3316526 h 4927186"/>
              <a:gd name="connsiteX1990" fmla="*/ 3293388 w 9312201"/>
              <a:gd name="connsiteY1990" fmla="*/ 3316526 h 4927186"/>
              <a:gd name="connsiteX1991" fmla="*/ 3315208 w 9312201"/>
              <a:gd name="connsiteY1991" fmla="*/ 3339007 h 4927186"/>
              <a:gd name="connsiteX1992" fmla="*/ 3293388 w 9312201"/>
              <a:gd name="connsiteY1992" fmla="*/ 3361488 h 4927186"/>
              <a:gd name="connsiteX1993" fmla="*/ 3271568 w 9312201"/>
              <a:gd name="connsiteY1993" fmla="*/ 3339007 h 4927186"/>
              <a:gd name="connsiteX1994" fmla="*/ 3293388 w 9312201"/>
              <a:gd name="connsiteY1994" fmla="*/ 3316526 h 4927186"/>
              <a:gd name="connsiteX1995" fmla="*/ 3215368 w 9312201"/>
              <a:gd name="connsiteY1995" fmla="*/ 3316526 h 4927186"/>
              <a:gd name="connsiteX1996" fmla="*/ 3237188 w 9312201"/>
              <a:gd name="connsiteY1996" fmla="*/ 3339007 h 4927186"/>
              <a:gd name="connsiteX1997" fmla="*/ 3215368 w 9312201"/>
              <a:gd name="connsiteY1997" fmla="*/ 3361488 h 4927186"/>
              <a:gd name="connsiteX1998" fmla="*/ 3193548 w 9312201"/>
              <a:gd name="connsiteY1998" fmla="*/ 3339007 h 4927186"/>
              <a:gd name="connsiteX1999" fmla="*/ 3215368 w 9312201"/>
              <a:gd name="connsiteY1999" fmla="*/ 3316526 h 4927186"/>
              <a:gd name="connsiteX2000" fmla="*/ 3137348 w 9312201"/>
              <a:gd name="connsiteY2000" fmla="*/ 3316526 h 4927186"/>
              <a:gd name="connsiteX2001" fmla="*/ 3159168 w 9312201"/>
              <a:gd name="connsiteY2001" fmla="*/ 3339007 h 4927186"/>
              <a:gd name="connsiteX2002" fmla="*/ 3137348 w 9312201"/>
              <a:gd name="connsiteY2002" fmla="*/ 3361488 h 4927186"/>
              <a:gd name="connsiteX2003" fmla="*/ 3115528 w 9312201"/>
              <a:gd name="connsiteY2003" fmla="*/ 3339007 h 4927186"/>
              <a:gd name="connsiteX2004" fmla="*/ 3137348 w 9312201"/>
              <a:gd name="connsiteY2004" fmla="*/ 3316526 h 4927186"/>
              <a:gd name="connsiteX2005" fmla="*/ 3059327 w 9312201"/>
              <a:gd name="connsiteY2005" fmla="*/ 3316526 h 4927186"/>
              <a:gd name="connsiteX2006" fmla="*/ 3081147 w 9312201"/>
              <a:gd name="connsiteY2006" fmla="*/ 3339007 h 4927186"/>
              <a:gd name="connsiteX2007" fmla="*/ 3059327 w 9312201"/>
              <a:gd name="connsiteY2007" fmla="*/ 3361488 h 4927186"/>
              <a:gd name="connsiteX2008" fmla="*/ 3037507 w 9312201"/>
              <a:gd name="connsiteY2008" fmla="*/ 3339007 h 4927186"/>
              <a:gd name="connsiteX2009" fmla="*/ 3059327 w 9312201"/>
              <a:gd name="connsiteY2009" fmla="*/ 3316526 h 4927186"/>
              <a:gd name="connsiteX2010" fmla="*/ 8044700 w 9312201"/>
              <a:gd name="connsiteY2010" fmla="*/ 3239829 h 4927186"/>
              <a:gd name="connsiteX2011" fmla="*/ 8066520 w 9312201"/>
              <a:gd name="connsiteY2011" fmla="*/ 3261649 h 4927186"/>
              <a:gd name="connsiteX2012" fmla="*/ 8044700 w 9312201"/>
              <a:gd name="connsiteY2012" fmla="*/ 3283469 h 4927186"/>
              <a:gd name="connsiteX2013" fmla="*/ 8022880 w 9312201"/>
              <a:gd name="connsiteY2013" fmla="*/ 3261649 h 4927186"/>
              <a:gd name="connsiteX2014" fmla="*/ 8044700 w 9312201"/>
              <a:gd name="connsiteY2014" fmla="*/ 3239829 h 4927186"/>
              <a:gd name="connsiteX2015" fmla="*/ 7966679 w 9312201"/>
              <a:gd name="connsiteY2015" fmla="*/ 3239829 h 4927186"/>
              <a:gd name="connsiteX2016" fmla="*/ 7988499 w 9312201"/>
              <a:gd name="connsiteY2016" fmla="*/ 3261649 h 4927186"/>
              <a:gd name="connsiteX2017" fmla="*/ 7966679 w 9312201"/>
              <a:gd name="connsiteY2017" fmla="*/ 3283469 h 4927186"/>
              <a:gd name="connsiteX2018" fmla="*/ 7944859 w 9312201"/>
              <a:gd name="connsiteY2018" fmla="*/ 3261649 h 4927186"/>
              <a:gd name="connsiteX2019" fmla="*/ 7966679 w 9312201"/>
              <a:gd name="connsiteY2019" fmla="*/ 3239829 h 4927186"/>
              <a:gd name="connsiteX2020" fmla="*/ 7888658 w 9312201"/>
              <a:gd name="connsiteY2020" fmla="*/ 3239829 h 4927186"/>
              <a:gd name="connsiteX2021" fmla="*/ 7910478 w 9312201"/>
              <a:gd name="connsiteY2021" fmla="*/ 3261649 h 4927186"/>
              <a:gd name="connsiteX2022" fmla="*/ 7888658 w 9312201"/>
              <a:gd name="connsiteY2022" fmla="*/ 3283469 h 4927186"/>
              <a:gd name="connsiteX2023" fmla="*/ 7866838 w 9312201"/>
              <a:gd name="connsiteY2023" fmla="*/ 3261649 h 4927186"/>
              <a:gd name="connsiteX2024" fmla="*/ 7888658 w 9312201"/>
              <a:gd name="connsiteY2024" fmla="*/ 3239829 h 4927186"/>
              <a:gd name="connsiteX2025" fmla="*/ 7809316 w 9312201"/>
              <a:gd name="connsiteY2025" fmla="*/ 3239829 h 4927186"/>
              <a:gd name="connsiteX2026" fmla="*/ 7831136 w 9312201"/>
              <a:gd name="connsiteY2026" fmla="*/ 3261649 h 4927186"/>
              <a:gd name="connsiteX2027" fmla="*/ 7809316 w 9312201"/>
              <a:gd name="connsiteY2027" fmla="*/ 3283469 h 4927186"/>
              <a:gd name="connsiteX2028" fmla="*/ 7787496 w 9312201"/>
              <a:gd name="connsiteY2028" fmla="*/ 3261649 h 4927186"/>
              <a:gd name="connsiteX2029" fmla="*/ 7809316 w 9312201"/>
              <a:gd name="connsiteY2029" fmla="*/ 3239829 h 4927186"/>
              <a:gd name="connsiteX2030" fmla="*/ 7731957 w 9312201"/>
              <a:gd name="connsiteY2030" fmla="*/ 3239829 h 4927186"/>
              <a:gd name="connsiteX2031" fmla="*/ 7754438 w 9312201"/>
              <a:gd name="connsiteY2031" fmla="*/ 3261649 h 4927186"/>
              <a:gd name="connsiteX2032" fmla="*/ 7731957 w 9312201"/>
              <a:gd name="connsiteY2032" fmla="*/ 3283469 h 4927186"/>
              <a:gd name="connsiteX2033" fmla="*/ 7709476 w 9312201"/>
              <a:gd name="connsiteY2033" fmla="*/ 3261649 h 4927186"/>
              <a:gd name="connsiteX2034" fmla="*/ 7731957 w 9312201"/>
              <a:gd name="connsiteY2034" fmla="*/ 3239829 h 4927186"/>
              <a:gd name="connsiteX2035" fmla="*/ 7654597 w 9312201"/>
              <a:gd name="connsiteY2035" fmla="*/ 3239829 h 4927186"/>
              <a:gd name="connsiteX2036" fmla="*/ 7676417 w 9312201"/>
              <a:gd name="connsiteY2036" fmla="*/ 3261649 h 4927186"/>
              <a:gd name="connsiteX2037" fmla="*/ 7654597 w 9312201"/>
              <a:gd name="connsiteY2037" fmla="*/ 3283469 h 4927186"/>
              <a:gd name="connsiteX2038" fmla="*/ 7632777 w 9312201"/>
              <a:gd name="connsiteY2038" fmla="*/ 3261649 h 4927186"/>
              <a:gd name="connsiteX2039" fmla="*/ 7654597 w 9312201"/>
              <a:gd name="connsiteY2039" fmla="*/ 3239829 h 4927186"/>
              <a:gd name="connsiteX2040" fmla="*/ 7576577 w 9312201"/>
              <a:gd name="connsiteY2040" fmla="*/ 3239829 h 4927186"/>
              <a:gd name="connsiteX2041" fmla="*/ 7598397 w 9312201"/>
              <a:gd name="connsiteY2041" fmla="*/ 3261649 h 4927186"/>
              <a:gd name="connsiteX2042" fmla="*/ 7576577 w 9312201"/>
              <a:gd name="connsiteY2042" fmla="*/ 3283469 h 4927186"/>
              <a:gd name="connsiteX2043" fmla="*/ 7554757 w 9312201"/>
              <a:gd name="connsiteY2043" fmla="*/ 3261649 h 4927186"/>
              <a:gd name="connsiteX2044" fmla="*/ 7576577 w 9312201"/>
              <a:gd name="connsiteY2044" fmla="*/ 3239829 h 4927186"/>
              <a:gd name="connsiteX2045" fmla="*/ 7498556 w 9312201"/>
              <a:gd name="connsiteY2045" fmla="*/ 3239829 h 4927186"/>
              <a:gd name="connsiteX2046" fmla="*/ 7520376 w 9312201"/>
              <a:gd name="connsiteY2046" fmla="*/ 3261649 h 4927186"/>
              <a:gd name="connsiteX2047" fmla="*/ 7498556 w 9312201"/>
              <a:gd name="connsiteY2047" fmla="*/ 3283469 h 4927186"/>
              <a:gd name="connsiteX2048" fmla="*/ 7476736 w 9312201"/>
              <a:gd name="connsiteY2048" fmla="*/ 3261649 h 4927186"/>
              <a:gd name="connsiteX2049" fmla="*/ 7498556 w 9312201"/>
              <a:gd name="connsiteY2049" fmla="*/ 3239829 h 4927186"/>
              <a:gd name="connsiteX2050" fmla="*/ 7421198 w 9312201"/>
              <a:gd name="connsiteY2050" fmla="*/ 3239829 h 4927186"/>
              <a:gd name="connsiteX2051" fmla="*/ 7443679 w 9312201"/>
              <a:gd name="connsiteY2051" fmla="*/ 3261649 h 4927186"/>
              <a:gd name="connsiteX2052" fmla="*/ 7421198 w 9312201"/>
              <a:gd name="connsiteY2052" fmla="*/ 3283469 h 4927186"/>
              <a:gd name="connsiteX2053" fmla="*/ 7398717 w 9312201"/>
              <a:gd name="connsiteY2053" fmla="*/ 3261649 h 4927186"/>
              <a:gd name="connsiteX2054" fmla="*/ 7421198 w 9312201"/>
              <a:gd name="connsiteY2054" fmla="*/ 3239829 h 4927186"/>
              <a:gd name="connsiteX2055" fmla="*/ 7343838 w 9312201"/>
              <a:gd name="connsiteY2055" fmla="*/ 3239829 h 4927186"/>
              <a:gd name="connsiteX2056" fmla="*/ 7365658 w 9312201"/>
              <a:gd name="connsiteY2056" fmla="*/ 3261649 h 4927186"/>
              <a:gd name="connsiteX2057" fmla="*/ 7343838 w 9312201"/>
              <a:gd name="connsiteY2057" fmla="*/ 3283469 h 4927186"/>
              <a:gd name="connsiteX2058" fmla="*/ 7322018 w 9312201"/>
              <a:gd name="connsiteY2058" fmla="*/ 3261649 h 4927186"/>
              <a:gd name="connsiteX2059" fmla="*/ 7343838 w 9312201"/>
              <a:gd name="connsiteY2059" fmla="*/ 3239829 h 4927186"/>
              <a:gd name="connsiteX2060" fmla="*/ 7264495 w 9312201"/>
              <a:gd name="connsiteY2060" fmla="*/ 3239829 h 4927186"/>
              <a:gd name="connsiteX2061" fmla="*/ 7286315 w 9312201"/>
              <a:gd name="connsiteY2061" fmla="*/ 3261649 h 4927186"/>
              <a:gd name="connsiteX2062" fmla="*/ 7264495 w 9312201"/>
              <a:gd name="connsiteY2062" fmla="*/ 3283469 h 4927186"/>
              <a:gd name="connsiteX2063" fmla="*/ 7242675 w 9312201"/>
              <a:gd name="connsiteY2063" fmla="*/ 3261649 h 4927186"/>
              <a:gd name="connsiteX2064" fmla="*/ 7264495 w 9312201"/>
              <a:gd name="connsiteY2064" fmla="*/ 3239829 h 4927186"/>
              <a:gd name="connsiteX2065" fmla="*/ 7109116 w 9312201"/>
              <a:gd name="connsiteY2065" fmla="*/ 3239829 h 4927186"/>
              <a:gd name="connsiteX2066" fmla="*/ 7131597 w 9312201"/>
              <a:gd name="connsiteY2066" fmla="*/ 3261649 h 4927186"/>
              <a:gd name="connsiteX2067" fmla="*/ 7109116 w 9312201"/>
              <a:gd name="connsiteY2067" fmla="*/ 3283469 h 4927186"/>
              <a:gd name="connsiteX2068" fmla="*/ 7086635 w 9312201"/>
              <a:gd name="connsiteY2068" fmla="*/ 3261649 h 4927186"/>
              <a:gd name="connsiteX2069" fmla="*/ 7109116 w 9312201"/>
              <a:gd name="connsiteY2069" fmla="*/ 3239829 h 4927186"/>
              <a:gd name="connsiteX2070" fmla="*/ 7031757 w 9312201"/>
              <a:gd name="connsiteY2070" fmla="*/ 3239829 h 4927186"/>
              <a:gd name="connsiteX2071" fmla="*/ 7053577 w 9312201"/>
              <a:gd name="connsiteY2071" fmla="*/ 3261649 h 4927186"/>
              <a:gd name="connsiteX2072" fmla="*/ 7031757 w 9312201"/>
              <a:gd name="connsiteY2072" fmla="*/ 3283469 h 4927186"/>
              <a:gd name="connsiteX2073" fmla="*/ 7009937 w 9312201"/>
              <a:gd name="connsiteY2073" fmla="*/ 3261649 h 4927186"/>
              <a:gd name="connsiteX2074" fmla="*/ 7031757 w 9312201"/>
              <a:gd name="connsiteY2074" fmla="*/ 3239829 h 4927186"/>
              <a:gd name="connsiteX2075" fmla="*/ 5395972 w 9312201"/>
              <a:gd name="connsiteY2075" fmla="*/ 3239829 h 4927186"/>
              <a:gd name="connsiteX2076" fmla="*/ 5417792 w 9312201"/>
              <a:gd name="connsiteY2076" fmla="*/ 3261649 h 4927186"/>
              <a:gd name="connsiteX2077" fmla="*/ 5395972 w 9312201"/>
              <a:gd name="connsiteY2077" fmla="*/ 3283469 h 4927186"/>
              <a:gd name="connsiteX2078" fmla="*/ 5374152 w 9312201"/>
              <a:gd name="connsiteY2078" fmla="*/ 3261649 h 4927186"/>
              <a:gd name="connsiteX2079" fmla="*/ 5395972 w 9312201"/>
              <a:gd name="connsiteY2079" fmla="*/ 3239829 h 4927186"/>
              <a:gd name="connsiteX2080" fmla="*/ 5317953 w 9312201"/>
              <a:gd name="connsiteY2080" fmla="*/ 3239829 h 4927186"/>
              <a:gd name="connsiteX2081" fmla="*/ 5339773 w 9312201"/>
              <a:gd name="connsiteY2081" fmla="*/ 3261649 h 4927186"/>
              <a:gd name="connsiteX2082" fmla="*/ 5317953 w 9312201"/>
              <a:gd name="connsiteY2082" fmla="*/ 3283469 h 4927186"/>
              <a:gd name="connsiteX2083" fmla="*/ 5296133 w 9312201"/>
              <a:gd name="connsiteY2083" fmla="*/ 3261649 h 4927186"/>
              <a:gd name="connsiteX2084" fmla="*/ 5317953 w 9312201"/>
              <a:gd name="connsiteY2084" fmla="*/ 3239829 h 4927186"/>
              <a:gd name="connsiteX2085" fmla="*/ 5239931 w 9312201"/>
              <a:gd name="connsiteY2085" fmla="*/ 3239829 h 4927186"/>
              <a:gd name="connsiteX2086" fmla="*/ 5261751 w 9312201"/>
              <a:gd name="connsiteY2086" fmla="*/ 3261649 h 4927186"/>
              <a:gd name="connsiteX2087" fmla="*/ 5239931 w 9312201"/>
              <a:gd name="connsiteY2087" fmla="*/ 3283469 h 4927186"/>
              <a:gd name="connsiteX2088" fmla="*/ 5218111 w 9312201"/>
              <a:gd name="connsiteY2088" fmla="*/ 3261649 h 4927186"/>
              <a:gd name="connsiteX2089" fmla="*/ 5239931 w 9312201"/>
              <a:gd name="connsiteY2089" fmla="*/ 3239829 h 4927186"/>
              <a:gd name="connsiteX2090" fmla="*/ 5162572 w 9312201"/>
              <a:gd name="connsiteY2090" fmla="*/ 3239829 h 4927186"/>
              <a:gd name="connsiteX2091" fmla="*/ 5185053 w 9312201"/>
              <a:gd name="connsiteY2091" fmla="*/ 3261649 h 4927186"/>
              <a:gd name="connsiteX2092" fmla="*/ 5162572 w 9312201"/>
              <a:gd name="connsiteY2092" fmla="*/ 3283469 h 4927186"/>
              <a:gd name="connsiteX2093" fmla="*/ 5140091 w 9312201"/>
              <a:gd name="connsiteY2093" fmla="*/ 3261649 h 4927186"/>
              <a:gd name="connsiteX2094" fmla="*/ 5162572 w 9312201"/>
              <a:gd name="connsiteY2094" fmla="*/ 3239829 h 4927186"/>
              <a:gd name="connsiteX2095" fmla="*/ 5085212 w 9312201"/>
              <a:gd name="connsiteY2095" fmla="*/ 3239829 h 4927186"/>
              <a:gd name="connsiteX2096" fmla="*/ 5107032 w 9312201"/>
              <a:gd name="connsiteY2096" fmla="*/ 3261649 h 4927186"/>
              <a:gd name="connsiteX2097" fmla="*/ 5085212 w 9312201"/>
              <a:gd name="connsiteY2097" fmla="*/ 3283469 h 4927186"/>
              <a:gd name="connsiteX2098" fmla="*/ 5063392 w 9312201"/>
              <a:gd name="connsiteY2098" fmla="*/ 3261649 h 4927186"/>
              <a:gd name="connsiteX2099" fmla="*/ 5085212 w 9312201"/>
              <a:gd name="connsiteY2099" fmla="*/ 3239829 h 4927186"/>
              <a:gd name="connsiteX2100" fmla="*/ 5007193 w 9312201"/>
              <a:gd name="connsiteY2100" fmla="*/ 3239829 h 4927186"/>
              <a:gd name="connsiteX2101" fmla="*/ 5029013 w 9312201"/>
              <a:gd name="connsiteY2101" fmla="*/ 3261649 h 4927186"/>
              <a:gd name="connsiteX2102" fmla="*/ 5007193 w 9312201"/>
              <a:gd name="connsiteY2102" fmla="*/ 3283469 h 4927186"/>
              <a:gd name="connsiteX2103" fmla="*/ 4985373 w 9312201"/>
              <a:gd name="connsiteY2103" fmla="*/ 3261649 h 4927186"/>
              <a:gd name="connsiteX2104" fmla="*/ 5007193 w 9312201"/>
              <a:gd name="connsiteY2104" fmla="*/ 3239829 h 4927186"/>
              <a:gd name="connsiteX2105" fmla="*/ 4928511 w 9312201"/>
              <a:gd name="connsiteY2105" fmla="*/ 3239829 h 4927186"/>
              <a:gd name="connsiteX2106" fmla="*/ 4950992 w 9312201"/>
              <a:gd name="connsiteY2106" fmla="*/ 3261649 h 4927186"/>
              <a:gd name="connsiteX2107" fmla="*/ 4928511 w 9312201"/>
              <a:gd name="connsiteY2107" fmla="*/ 3283469 h 4927186"/>
              <a:gd name="connsiteX2108" fmla="*/ 4906030 w 9312201"/>
              <a:gd name="connsiteY2108" fmla="*/ 3261649 h 4927186"/>
              <a:gd name="connsiteX2109" fmla="*/ 4928511 w 9312201"/>
              <a:gd name="connsiteY2109" fmla="*/ 3239829 h 4927186"/>
              <a:gd name="connsiteX2110" fmla="*/ 4850491 w 9312201"/>
              <a:gd name="connsiteY2110" fmla="*/ 3239829 h 4927186"/>
              <a:gd name="connsiteX2111" fmla="*/ 4872972 w 9312201"/>
              <a:gd name="connsiteY2111" fmla="*/ 3261649 h 4927186"/>
              <a:gd name="connsiteX2112" fmla="*/ 4850491 w 9312201"/>
              <a:gd name="connsiteY2112" fmla="*/ 3283469 h 4927186"/>
              <a:gd name="connsiteX2113" fmla="*/ 4828010 w 9312201"/>
              <a:gd name="connsiteY2113" fmla="*/ 3261649 h 4927186"/>
              <a:gd name="connsiteX2114" fmla="*/ 4850491 w 9312201"/>
              <a:gd name="connsiteY2114" fmla="*/ 3239829 h 4927186"/>
              <a:gd name="connsiteX2115" fmla="*/ 4773132 w 9312201"/>
              <a:gd name="connsiteY2115" fmla="*/ 3239829 h 4927186"/>
              <a:gd name="connsiteX2116" fmla="*/ 4794952 w 9312201"/>
              <a:gd name="connsiteY2116" fmla="*/ 3261649 h 4927186"/>
              <a:gd name="connsiteX2117" fmla="*/ 4773132 w 9312201"/>
              <a:gd name="connsiteY2117" fmla="*/ 3283469 h 4927186"/>
              <a:gd name="connsiteX2118" fmla="*/ 4751312 w 9312201"/>
              <a:gd name="connsiteY2118" fmla="*/ 3261649 h 4927186"/>
              <a:gd name="connsiteX2119" fmla="*/ 4773132 w 9312201"/>
              <a:gd name="connsiteY2119" fmla="*/ 3239829 h 4927186"/>
              <a:gd name="connsiteX2120" fmla="*/ 4695111 w 9312201"/>
              <a:gd name="connsiteY2120" fmla="*/ 3239829 h 4927186"/>
              <a:gd name="connsiteX2121" fmla="*/ 4716931 w 9312201"/>
              <a:gd name="connsiteY2121" fmla="*/ 3261649 h 4927186"/>
              <a:gd name="connsiteX2122" fmla="*/ 4695111 w 9312201"/>
              <a:gd name="connsiteY2122" fmla="*/ 3283469 h 4927186"/>
              <a:gd name="connsiteX2123" fmla="*/ 4673291 w 9312201"/>
              <a:gd name="connsiteY2123" fmla="*/ 3261649 h 4927186"/>
              <a:gd name="connsiteX2124" fmla="*/ 4695111 w 9312201"/>
              <a:gd name="connsiteY2124" fmla="*/ 3239829 h 4927186"/>
              <a:gd name="connsiteX2125" fmla="*/ 4617091 w 9312201"/>
              <a:gd name="connsiteY2125" fmla="*/ 3239829 h 4927186"/>
              <a:gd name="connsiteX2126" fmla="*/ 4638911 w 9312201"/>
              <a:gd name="connsiteY2126" fmla="*/ 3261649 h 4927186"/>
              <a:gd name="connsiteX2127" fmla="*/ 4617091 w 9312201"/>
              <a:gd name="connsiteY2127" fmla="*/ 3283469 h 4927186"/>
              <a:gd name="connsiteX2128" fmla="*/ 4595271 w 9312201"/>
              <a:gd name="connsiteY2128" fmla="*/ 3261649 h 4927186"/>
              <a:gd name="connsiteX2129" fmla="*/ 4617091 w 9312201"/>
              <a:gd name="connsiteY2129" fmla="*/ 3239829 h 4927186"/>
              <a:gd name="connsiteX2130" fmla="*/ 2981306 w 9312201"/>
              <a:gd name="connsiteY2130" fmla="*/ 3239829 h 4927186"/>
              <a:gd name="connsiteX2131" fmla="*/ 3003126 w 9312201"/>
              <a:gd name="connsiteY2131" fmla="*/ 3261649 h 4927186"/>
              <a:gd name="connsiteX2132" fmla="*/ 2981306 w 9312201"/>
              <a:gd name="connsiteY2132" fmla="*/ 3283469 h 4927186"/>
              <a:gd name="connsiteX2133" fmla="*/ 2959486 w 9312201"/>
              <a:gd name="connsiteY2133" fmla="*/ 3261649 h 4927186"/>
              <a:gd name="connsiteX2134" fmla="*/ 2981306 w 9312201"/>
              <a:gd name="connsiteY2134" fmla="*/ 3239829 h 4927186"/>
              <a:gd name="connsiteX2135" fmla="*/ 2903286 w 9312201"/>
              <a:gd name="connsiteY2135" fmla="*/ 3239829 h 4927186"/>
              <a:gd name="connsiteX2136" fmla="*/ 2925106 w 9312201"/>
              <a:gd name="connsiteY2136" fmla="*/ 3261649 h 4927186"/>
              <a:gd name="connsiteX2137" fmla="*/ 2903286 w 9312201"/>
              <a:gd name="connsiteY2137" fmla="*/ 3283469 h 4927186"/>
              <a:gd name="connsiteX2138" fmla="*/ 2881466 w 9312201"/>
              <a:gd name="connsiteY2138" fmla="*/ 3261649 h 4927186"/>
              <a:gd name="connsiteX2139" fmla="*/ 2903286 w 9312201"/>
              <a:gd name="connsiteY2139" fmla="*/ 3239829 h 4927186"/>
              <a:gd name="connsiteX2140" fmla="*/ 2826588 w 9312201"/>
              <a:gd name="connsiteY2140" fmla="*/ 3239829 h 4927186"/>
              <a:gd name="connsiteX2141" fmla="*/ 2848408 w 9312201"/>
              <a:gd name="connsiteY2141" fmla="*/ 3261649 h 4927186"/>
              <a:gd name="connsiteX2142" fmla="*/ 2826588 w 9312201"/>
              <a:gd name="connsiteY2142" fmla="*/ 3283469 h 4927186"/>
              <a:gd name="connsiteX2143" fmla="*/ 2804768 w 9312201"/>
              <a:gd name="connsiteY2143" fmla="*/ 3261649 h 4927186"/>
              <a:gd name="connsiteX2144" fmla="*/ 2826588 w 9312201"/>
              <a:gd name="connsiteY2144" fmla="*/ 3239829 h 4927186"/>
              <a:gd name="connsiteX2145" fmla="*/ 2748567 w 9312201"/>
              <a:gd name="connsiteY2145" fmla="*/ 3239829 h 4927186"/>
              <a:gd name="connsiteX2146" fmla="*/ 2770387 w 9312201"/>
              <a:gd name="connsiteY2146" fmla="*/ 3261649 h 4927186"/>
              <a:gd name="connsiteX2147" fmla="*/ 2748567 w 9312201"/>
              <a:gd name="connsiteY2147" fmla="*/ 3283469 h 4927186"/>
              <a:gd name="connsiteX2148" fmla="*/ 2726747 w 9312201"/>
              <a:gd name="connsiteY2148" fmla="*/ 3261649 h 4927186"/>
              <a:gd name="connsiteX2149" fmla="*/ 2748567 w 9312201"/>
              <a:gd name="connsiteY2149" fmla="*/ 3239829 h 4927186"/>
              <a:gd name="connsiteX2150" fmla="*/ 2670547 w 9312201"/>
              <a:gd name="connsiteY2150" fmla="*/ 3239829 h 4927186"/>
              <a:gd name="connsiteX2151" fmla="*/ 2692367 w 9312201"/>
              <a:gd name="connsiteY2151" fmla="*/ 3261649 h 4927186"/>
              <a:gd name="connsiteX2152" fmla="*/ 2670547 w 9312201"/>
              <a:gd name="connsiteY2152" fmla="*/ 3283469 h 4927186"/>
              <a:gd name="connsiteX2153" fmla="*/ 2648727 w 9312201"/>
              <a:gd name="connsiteY2153" fmla="*/ 3261649 h 4927186"/>
              <a:gd name="connsiteX2154" fmla="*/ 2670547 w 9312201"/>
              <a:gd name="connsiteY2154" fmla="*/ 3239829 h 4927186"/>
              <a:gd name="connsiteX2155" fmla="*/ 2592527 w 9312201"/>
              <a:gd name="connsiteY2155" fmla="*/ 3239829 h 4927186"/>
              <a:gd name="connsiteX2156" fmla="*/ 2614347 w 9312201"/>
              <a:gd name="connsiteY2156" fmla="*/ 3261649 h 4927186"/>
              <a:gd name="connsiteX2157" fmla="*/ 2592527 w 9312201"/>
              <a:gd name="connsiteY2157" fmla="*/ 3283469 h 4927186"/>
              <a:gd name="connsiteX2158" fmla="*/ 2570707 w 9312201"/>
              <a:gd name="connsiteY2158" fmla="*/ 3261649 h 4927186"/>
              <a:gd name="connsiteX2159" fmla="*/ 2592527 w 9312201"/>
              <a:gd name="connsiteY2159" fmla="*/ 3239829 h 4927186"/>
              <a:gd name="connsiteX2160" fmla="*/ 2513845 w 9312201"/>
              <a:gd name="connsiteY2160" fmla="*/ 3239829 h 4927186"/>
              <a:gd name="connsiteX2161" fmla="*/ 2536326 w 9312201"/>
              <a:gd name="connsiteY2161" fmla="*/ 3261649 h 4927186"/>
              <a:gd name="connsiteX2162" fmla="*/ 2513845 w 9312201"/>
              <a:gd name="connsiteY2162" fmla="*/ 3283469 h 4927186"/>
              <a:gd name="connsiteX2163" fmla="*/ 2491364 w 9312201"/>
              <a:gd name="connsiteY2163" fmla="*/ 3261649 h 4927186"/>
              <a:gd name="connsiteX2164" fmla="*/ 2513845 w 9312201"/>
              <a:gd name="connsiteY2164" fmla="*/ 3239829 h 4927186"/>
              <a:gd name="connsiteX2165" fmla="*/ 2436486 w 9312201"/>
              <a:gd name="connsiteY2165" fmla="*/ 3239829 h 4927186"/>
              <a:gd name="connsiteX2166" fmla="*/ 2458306 w 9312201"/>
              <a:gd name="connsiteY2166" fmla="*/ 3261649 h 4927186"/>
              <a:gd name="connsiteX2167" fmla="*/ 2436486 w 9312201"/>
              <a:gd name="connsiteY2167" fmla="*/ 3283469 h 4927186"/>
              <a:gd name="connsiteX2168" fmla="*/ 2414666 w 9312201"/>
              <a:gd name="connsiteY2168" fmla="*/ 3261649 h 4927186"/>
              <a:gd name="connsiteX2169" fmla="*/ 2436486 w 9312201"/>
              <a:gd name="connsiteY2169" fmla="*/ 3239829 h 4927186"/>
              <a:gd name="connsiteX2170" fmla="*/ 2358465 w 9312201"/>
              <a:gd name="connsiteY2170" fmla="*/ 3239829 h 4927186"/>
              <a:gd name="connsiteX2171" fmla="*/ 2380285 w 9312201"/>
              <a:gd name="connsiteY2171" fmla="*/ 3261649 h 4927186"/>
              <a:gd name="connsiteX2172" fmla="*/ 2358465 w 9312201"/>
              <a:gd name="connsiteY2172" fmla="*/ 3283469 h 4927186"/>
              <a:gd name="connsiteX2173" fmla="*/ 2336645 w 9312201"/>
              <a:gd name="connsiteY2173" fmla="*/ 3261649 h 4927186"/>
              <a:gd name="connsiteX2174" fmla="*/ 2358465 w 9312201"/>
              <a:gd name="connsiteY2174" fmla="*/ 3239829 h 4927186"/>
              <a:gd name="connsiteX2175" fmla="*/ 2280445 w 9312201"/>
              <a:gd name="connsiteY2175" fmla="*/ 3239829 h 4927186"/>
              <a:gd name="connsiteX2176" fmla="*/ 2302265 w 9312201"/>
              <a:gd name="connsiteY2176" fmla="*/ 3261649 h 4927186"/>
              <a:gd name="connsiteX2177" fmla="*/ 2280445 w 9312201"/>
              <a:gd name="connsiteY2177" fmla="*/ 3283469 h 4927186"/>
              <a:gd name="connsiteX2178" fmla="*/ 2258625 w 9312201"/>
              <a:gd name="connsiteY2178" fmla="*/ 3261649 h 4927186"/>
              <a:gd name="connsiteX2179" fmla="*/ 2280445 w 9312201"/>
              <a:gd name="connsiteY2179" fmla="*/ 3239829 h 4927186"/>
              <a:gd name="connsiteX2180" fmla="*/ 3215368 w 9312201"/>
              <a:gd name="connsiteY2180" fmla="*/ 3239828 h 4927186"/>
              <a:gd name="connsiteX2181" fmla="*/ 3237188 w 9312201"/>
              <a:gd name="connsiteY2181" fmla="*/ 3261648 h 4927186"/>
              <a:gd name="connsiteX2182" fmla="*/ 3215368 w 9312201"/>
              <a:gd name="connsiteY2182" fmla="*/ 3283468 h 4927186"/>
              <a:gd name="connsiteX2183" fmla="*/ 3193548 w 9312201"/>
              <a:gd name="connsiteY2183" fmla="*/ 3261648 h 4927186"/>
              <a:gd name="connsiteX2184" fmla="*/ 3215368 w 9312201"/>
              <a:gd name="connsiteY2184" fmla="*/ 3239828 h 4927186"/>
              <a:gd name="connsiteX2185" fmla="*/ 3137348 w 9312201"/>
              <a:gd name="connsiteY2185" fmla="*/ 3239828 h 4927186"/>
              <a:gd name="connsiteX2186" fmla="*/ 3159168 w 9312201"/>
              <a:gd name="connsiteY2186" fmla="*/ 3261648 h 4927186"/>
              <a:gd name="connsiteX2187" fmla="*/ 3137348 w 9312201"/>
              <a:gd name="connsiteY2187" fmla="*/ 3283468 h 4927186"/>
              <a:gd name="connsiteX2188" fmla="*/ 3115528 w 9312201"/>
              <a:gd name="connsiteY2188" fmla="*/ 3261648 h 4927186"/>
              <a:gd name="connsiteX2189" fmla="*/ 3137348 w 9312201"/>
              <a:gd name="connsiteY2189" fmla="*/ 3239828 h 4927186"/>
              <a:gd name="connsiteX2190" fmla="*/ 3059327 w 9312201"/>
              <a:gd name="connsiteY2190" fmla="*/ 3239828 h 4927186"/>
              <a:gd name="connsiteX2191" fmla="*/ 3081147 w 9312201"/>
              <a:gd name="connsiteY2191" fmla="*/ 3261648 h 4927186"/>
              <a:gd name="connsiteX2192" fmla="*/ 3059327 w 9312201"/>
              <a:gd name="connsiteY2192" fmla="*/ 3283468 h 4927186"/>
              <a:gd name="connsiteX2193" fmla="*/ 3037507 w 9312201"/>
              <a:gd name="connsiteY2193" fmla="*/ 3261648 h 4927186"/>
              <a:gd name="connsiteX2194" fmla="*/ 3059327 w 9312201"/>
              <a:gd name="connsiteY2194" fmla="*/ 3239828 h 4927186"/>
              <a:gd name="connsiteX2195" fmla="*/ 5473331 w 9312201"/>
              <a:gd name="connsiteY2195" fmla="*/ 3161809 h 4927186"/>
              <a:gd name="connsiteX2196" fmla="*/ 5495812 w 9312201"/>
              <a:gd name="connsiteY2196" fmla="*/ 3183629 h 4927186"/>
              <a:gd name="connsiteX2197" fmla="*/ 5473331 w 9312201"/>
              <a:gd name="connsiteY2197" fmla="*/ 3205449 h 4927186"/>
              <a:gd name="connsiteX2198" fmla="*/ 5450850 w 9312201"/>
              <a:gd name="connsiteY2198" fmla="*/ 3183629 h 4927186"/>
              <a:gd name="connsiteX2199" fmla="*/ 5473331 w 9312201"/>
              <a:gd name="connsiteY2199" fmla="*/ 3161809 h 4927186"/>
              <a:gd name="connsiteX2200" fmla="*/ 5395972 w 9312201"/>
              <a:gd name="connsiteY2200" fmla="*/ 3161809 h 4927186"/>
              <a:gd name="connsiteX2201" fmla="*/ 5417792 w 9312201"/>
              <a:gd name="connsiteY2201" fmla="*/ 3183629 h 4927186"/>
              <a:gd name="connsiteX2202" fmla="*/ 5395972 w 9312201"/>
              <a:gd name="connsiteY2202" fmla="*/ 3205449 h 4927186"/>
              <a:gd name="connsiteX2203" fmla="*/ 5374152 w 9312201"/>
              <a:gd name="connsiteY2203" fmla="*/ 3183629 h 4927186"/>
              <a:gd name="connsiteX2204" fmla="*/ 5395972 w 9312201"/>
              <a:gd name="connsiteY2204" fmla="*/ 3161809 h 4927186"/>
              <a:gd name="connsiteX2205" fmla="*/ 5317953 w 9312201"/>
              <a:gd name="connsiteY2205" fmla="*/ 3161809 h 4927186"/>
              <a:gd name="connsiteX2206" fmla="*/ 5339773 w 9312201"/>
              <a:gd name="connsiteY2206" fmla="*/ 3183629 h 4927186"/>
              <a:gd name="connsiteX2207" fmla="*/ 5317953 w 9312201"/>
              <a:gd name="connsiteY2207" fmla="*/ 3205449 h 4927186"/>
              <a:gd name="connsiteX2208" fmla="*/ 5296133 w 9312201"/>
              <a:gd name="connsiteY2208" fmla="*/ 3183629 h 4927186"/>
              <a:gd name="connsiteX2209" fmla="*/ 5317953 w 9312201"/>
              <a:gd name="connsiteY2209" fmla="*/ 3161809 h 4927186"/>
              <a:gd name="connsiteX2210" fmla="*/ 7731957 w 9312201"/>
              <a:gd name="connsiteY2210" fmla="*/ 3161808 h 4927186"/>
              <a:gd name="connsiteX2211" fmla="*/ 7754438 w 9312201"/>
              <a:gd name="connsiteY2211" fmla="*/ 3183628 h 4927186"/>
              <a:gd name="connsiteX2212" fmla="*/ 7731957 w 9312201"/>
              <a:gd name="connsiteY2212" fmla="*/ 3205448 h 4927186"/>
              <a:gd name="connsiteX2213" fmla="*/ 7709476 w 9312201"/>
              <a:gd name="connsiteY2213" fmla="*/ 3183628 h 4927186"/>
              <a:gd name="connsiteX2214" fmla="*/ 7731957 w 9312201"/>
              <a:gd name="connsiteY2214" fmla="*/ 3161808 h 4927186"/>
              <a:gd name="connsiteX2215" fmla="*/ 7654597 w 9312201"/>
              <a:gd name="connsiteY2215" fmla="*/ 3161808 h 4927186"/>
              <a:gd name="connsiteX2216" fmla="*/ 7676417 w 9312201"/>
              <a:gd name="connsiteY2216" fmla="*/ 3183628 h 4927186"/>
              <a:gd name="connsiteX2217" fmla="*/ 7654597 w 9312201"/>
              <a:gd name="connsiteY2217" fmla="*/ 3205448 h 4927186"/>
              <a:gd name="connsiteX2218" fmla="*/ 7632777 w 9312201"/>
              <a:gd name="connsiteY2218" fmla="*/ 3183628 h 4927186"/>
              <a:gd name="connsiteX2219" fmla="*/ 7654597 w 9312201"/>
              <a:gd name="connsiteY2219" fmla="*/ 3161808 h 4927186"/>
              <a:gd name="connsiteX2220" fmla="*/ 7576577 w 9312201"/>
              <a:gd name="connsiteY2220" fmla="*/ 3161808 h 4927186"/>
              <a:gd name="connsiteX2221" fmla="*/ 7598397 w 9312201"/>
              <a:gd name="connsiteY2221" fmla="*/ 3183628 h 4927186"/>
              <a:gd name="connsiteX2222" fmla="*/ 7576577 w 9312201"/>
              <a:gd name="connsiteY2222" fmla="*/ 3205448 h 4927186"/>
              <a:gd name="connsiteX2223" fmla="*/ 7554757 w 9312201"/>
              <a:gd name="connsiteY2223" fmla="*/ 3183628 h 4927186"/>
              <a:gd name="connsiteX2224" fmla="*/ 7576577 w 9312201"/>
              <a:gd name="connsiteY2224" fmla="*/ 3161808 h 4927186"/>
              <a:gd name="connsiteX2225" fmla="*/ 7498556 w 9312201"/>
              <a:gd name="connsiteY2225" fmla="*/ 3161808 h 4927186"/>
              <a:gd name="connsiteX2226" fmla="*/ 7520376 w 9312201"/>
              <a:gd name="connsiteY2226" fmla="*/ 3183628 h 4927186"/>
              <a:gd name="connsiteX2227" fmla="*/ 7498556 w 9312201"/>
              <a:gd name="connsiteY2227" fmla="*/ 3205448 h 4927186"/>
              <a:gd name="connsiteX2228" fmla="*/ 7476736 w 9312201"/>
              <a:gd name="connsiteY2228" fmla="*/ 3183628 h 4927186"/>
              <a:gd name="connsiteX2229" fmla="*/ 7498556 w 9312201"/>
              <a:gd name="connsiteY2229" fmla="*/ 3161808 h 4927186"/>
              <a:gd name="connsiteX2230" fmla="*/ 7421198 w 9312201"/>
              <a:gd name="connsiteY2230" fmla="*/ 3161808 h 4927186"/>
              <a:gd name="connsiteX2231" fmla="*/ 7443679 w 9312201"/>
              <a:gd name="connsiteY2231" fmla="*/ 3183628 h 4927186"/>
              <a:gd name="connsiteX2232" fmla="*/ 7421198 w 9312201"/>
              <a:gd name="connsiteY2232" fmla="*/ 3205448 h 4927186"/>
              <a:gd name="connsiteX2233" fmla="*/ 7398717 w 9312201"/>
              <a:gd name="connsiteY2233" fmla="*/ 3183628 h 4927186"/>
              <a:gd name="connsiteX2234" fmla="*/ 7421198 w 9312201"/>
              <a:gd name="connsiteY2234" fmla="*/ 3161808 h 4927186"/>
              <a:gd name="connsiteX2235" fmla="*/ 7343838 w 9312201"/>
              <a:gd name="connsiteY2235" fmla="*/ 3161808 h 4927186"/>
              <a:gd name="connsiteX2236" fmla="*/ 7365658 w 9312201"/>
              <a:gd name="connsiteY2236" fmla="*/ 3183628 h 4927186"/>
              <a:gd name="connsiteX2237" fmla="*/ 7343838 w 9312201"/>
              <a:gd name="connsiteY2237" fmla="*/ 3205448 h 4927186"/>
              <a:gd name="connsiteX2238" fmla="*/ 7322018 w 9312201"/>
              <a:gd name="connsiteY2238" fmla="*/ 3183628 h 4927186"/>
              <a:gd name="connsiteX2239" fmla="*/ 7343838 w 9312201"/>
              <a:gd name="connsiteY2239" fmla="*/ 3161808 h 4927186"/>
              <a:gd name="connsiteX2240" fmla="*/ 7264495 w 9312201"/>
              <a:gd name="connsiteY2240" fmla="*/ 3161808 h 4927186"/>
              <a:gd name="connsiteX2241" fmla="*/ 7286315 w 9312201"/>
              <a:gd name="connsiteY2241" fmla="*/ 3183628 h 4927186"/>
              <a:gd name="connsiteX2242" fmla="*/ 7264495 w 9312201"/>
              <a:gd name="connsiteY2242" fmla="*/ 3205448 h 4927186"/>
              <a:gd name="connsiteX2243" fmla="*/ 7242675 w 9312201"/>
              <a:gd name="connsiteY2243" fmla="*/ 3183628 h 4927186"/>
              <a:gd name="connsiteX2244" fmla="*/ 7264495 w 9312201"/>
              <a:gd name="connsiteY2244" fmla="*/ 3161808 h 4927186"/>
              <a:gd name="connsiteX2245" fmla="*/ 7109116 w 9312201"/>
              <a:gd name="connsiteY2245" fmla="*/ 3161808 h 4927186"/>
              <a:gd name="connsiteX2246" fmla="*/ 7131597 w 9312201"/>
              <a:gd name="connsiteY2246" fmla="*/ 3183628 h 4927186"/>
              <a:gd name="connsiteX2247" fmla="*/ 7109116 w 9312201"/>
              <a:gd name="connsiteY2247" fmla="*/ 3205448 h 4927186"/>
              <a:gd name="connsiteX2248" fmla="*/ 7086635 w 9312201"/>
              <a:gd name="connsiteY2248" fmla="*/ 3183628 h 4927186"/>
              <a:gd name="connsiteX2249" fmla="*/ 7109116 w 9312201"/>
              <a:gd name="connsiteY2249" fmla="*/ 3161808 h 4927186"/>
              <a:gd name="connsiteX2250" fmla="*/ 7031757 w 9312201"/>
              <a:gd name="connsiteY2250" fmla="*/ 3161808 h 4927186"/>
              <a:gd name="connsiteX2251" fmla="*/ 7053577 w 9312201"/>
              <a:gd name="connsiteY2251" fmla="*/ 3183628 h 4927186"/>
              <a:gd name="connsiteX2252" fmla="*/ 7031757 w 9312201"/>
              <a:gd name="connsiteY2252" fmla="*/ 3205448 h 4927186"/>
              <a:gd name="connsiteX2253" fmla="*/ 7009937 w 9312201"/>
              <a:gd name="connsiteY2253" fmla="*/ 3183628 h 4927186"/>
              <a:gd name="connsiteX2254" fmla="*/ 7031757 w 9312201"/>
              <a:gd name="connsiteY2254" fmla="*/ 3161808 h 4927186"/>
              <a:gd name="connsiteX2255" fmla="*/ 6953736 w 9312201"/>
              <a:gd name="connsiteY2255" fmla="*/ 3161808 h 4927186"/>
              <a:gd name="connsiteX2256" fmla="*/ 6975556 w 9312201"/>
              <a:gd name="connsiteY2256" fmla="*/ 3183628 h 4927186"/>
              <a:gd name="connsiteX2257" fmla="*/ 6953736 w 9312201"/>
              <a:gd name="connsiteY2257" fmla="*/ 3205448 h 4927186"/>
              <a:gd name="connsiteX2258" fmla="*/ 6931916 w 9312201"/>
              <a:gd name="connsiteY2258" fmla="*/ 3183628 h 4927186"/>
              <a:gd name="connsiteX2259" fmla="*/ 6953736 w 9312201"/>
              <a:gd name="connsiteY2259" fmla="*/ 3161808 h 4927186"/>
              <a:gd name="connsiteX2260" fmla="*/ 5239931 w 9312201"/>
              <a:gd name="connsiteY2260" fmla="*/ 3161808 h 4927186"/>
              <a:gd name="connsiteX2261" fmla="*/ 5261751 w 9312201"/>
              <a:gd name="connsiteY2261" fmla="*/ 3183628 h 4927186"/>
              <a:gd name="connsiteX2262" fmla="*/ 5239931 w 9312201"/>
              <a:gd name="connsiteY2262" fmla="*/ 3205448 h 4927186"/>
              <a:gd name="connsiteX2263" fmla="*/ 5218111 w 9312201"/>
              <a:gd name="connsiteY2263" fmla="*/ 3183628 h 4927186"/>
              <a:gd name="connsiteX2264" fmla="*/ 5239931 w 9312201"/>
              <a:gd name="connsiteY2264" fmla="*/ 3161808 h 4927186"/>
              <a:gd name="connsiteX2265" fmla="*/ 5162572 w 9312201"/>
              <a:gd name="connsiteY2265" fmla="*/ 3161808 h 4927186"/>
              <a:gd name="connsiteX2266" fmla="*/ 5185053 w 9312201"/>
              <a:gd name="connsiteY2266" fmla="*/ 3183628 h 4927186"/>
              <a:gd name="connsiteX2267" fmla="*/ 5162572 w 9312201"/>
              <a:gd name="connsiteY2267" fmla="*/ 3205448 h 4927186"/>
              <a:gd name="connsiteX2268" fmla="*/ 5140091 w 9312201"/>
              <a:gd name="connsiteY2268" fmla="*/ 3183628 h 4927186"/>
              <a:gd name="connsiteX2269" fmla="*/ 5162572 w 9312201"/>
              <a:gd name="connsiteY2269" fmla="*/ 3161808 h 4927186"/>
              <a:gd name="connsiteX2270" fmla="*/ 5085212 w 9312201"/>
              <a:gd name="connsiteY2270" fmla="*/ 3161808 h 4927186"/>
              <a:gd name="connsiteX2271" fmla="*/ 5107032 w 9312201"/>
              <a:gd name="connsiteY2271" fmla="*/ 3183628 h 4927186"/>
              <a:gd name="connsiteX2272" fmla="*/ 5085212 w 9312201"/>
              <a:gd name="connsiteY2272" fmla="*/ 3205448 h 4927186"/>
              <a:gd name="connsiteX2273" fmla="*/ 5063392 w 9312201"/>
              <a:gd name="connsiteY2273" fmla="*/ 3183628 h 4927186"/>
              <a:gd name="connsiteX2274" fmla="*/ 5085212 w 9312201"/>
              <a:gd name="connsiteY2274" fmla="*/ 3161808 h 4927186"/>
              <a:gd name="connsiteX2275" fmla="*/ 5007193 w 9312201"/>
              <a:gd name="connsiteY2275" fmla="*/ 3161808 h 4927186"/>
              <a:gd name="connsiteX2276" fmla="*/ 5029013 w 9312201"/>
              <a:gd name="connsiteY2276" fmla="*/ 3183628 h 4927186"/>
              <a:gd name="connsiteX2277" fmla="*/ 5007193 w 9312201"/>
              <a:gd name="connsiteY2277" fmla="*/ 3205448 h 4927186"/>
              <a:gd name="connsiteX2278" fmla="*/ 4985373 w 9312201"/>
              <a:gd name="connsiteY2278" fmla="*/ 3183628 h 4927186"/>
              <a:gd name="connsiteX2279" fmla="*/ 5007193 w 9312201"/>
              <a:gd name="connsiteY2279" fmla="*/ 3161808 h 4927186"/>
              <a:gd name="connsiteX2280" fmla="*/ 4928511 w 9312201"/>
              <a:gd name="connsiteY2280" fmla="*/ 3161808 h 4927186"/>
              <a:gd name="connsiteX2281" fmla="*/ 4950992 w 9312201"/>
              <a:gd name="connsiteY2281" fmla="*/ 3183628 h 4927186"/>
              <a:gd name="connsiteX2282" fmla="*/ 4928511 w 9312201"/>
              <a:gd name="connsiteY2282" fmla="*/ 3205448 h 4927186"/>
              <a:gd name="connsiteX2283" fmla="*/ 4906030 w 9312201"/>
              <a:gd name="connsiteY2283" fmla="*/ 3183628 h 4927186"/>
              <a:gd name="connsiteX2284" fmla="*/ 4928511 w 9312201"/>
              <a:gd name="connsiteY2284" fmla="*/ 3161808 h 4927186"/>
              <a:gd name="connsiteX2285" fmla="*/ 4850491 w 9312201"/>
              <a:gd name="connsiteY2285" fmla="*/ 3161808 h 4927186"/>
              <a:gd name="connsiteX2286" fmla="*/ 4872972 w 9312201"/>
              <a:gd name="connsiteY2286" fmla="*/ 3183628 h 4927186"/>
              <a:gd name="connsiteX2287" fmla="*/ 4850491 w 9312201"/>
              <a:gd name="connsiteY2287" fmla="*/ 3205448 h 4927186"/>
              <a:gd name="connsiteX2288" fmla="*/ 4828010 w 9312201"/>
              <a:gd name="connsiteY2288" fmla="*/ 3183628 h 4927186"/>
              <a:gd name="connsiteX2289" fmla="*/ 4850491 w 9312201"/>
              <a:gd name="connsiteY2289" fmla="*/ 3161808 h 4927186"/>
              <a:gd name="connsiteX2290" fmla="*/ 4773132 w 9312201"/>
              <a:gd name="connsiteY2290" fmla="*/ 3161808 h 4927186"/>
              <a:gd name="connsiteX2291" fmla="*/ 4794952 w 9312201"/>
              <a:gd name="connsiteY2291" fmla="*/ 3183628 h 4927186"/>
              <a:gd name="connsiteX2292" fmla="*/ 4773132 w 9312201"/>
              <a:gd name="connsiteY2292" fmla="*/ 3205448 h 4927186"/>
              <a:gd name="connsiteX2293" fmla="*/ 4751312 w 9312201"/>
              <a:gd name="connsiteY2293" fmla="*/ 3183628 h 4927186"/>
              <a:gd name="connsiteX2294" fmla="*/ 4773132 w 9312201"/>
              <a:gd name="connsiteY2294" fmla="*/ 3161808 h 4927186"/>
              <a:gd name="connsiteX2295" fmla="*/ 4695111 w 9312201"/>
              <a:gd name="connsiteY2295" fmla="*/ 3161808 h 4927186"/>
              <a:gd name="connsiteX2296" fmla="*/ 4716931 w 9312201"/>
              <a:gd name="connsiteY2296" fmla="*/ 3183628 h 4927186"/>
              <a:gd name="connsiteX2297" fmla="*/ 4695111 w 9312201"/>
              <a:gd name="connsiteY2297" fmla="*/ 3205448 h 4927186"/>
              <a:gd name="connsiteX2298" fmla="*/ 4673291 w 9312201"/>
              <a:gd name="connsiteY2298" fmla="*/ 3183628 h 4927186"/>
              <a:gd name="connsiteX2299" fmla="*/ 4695111 w 9312201"/>
              <a:gd name="connsiteY2299" fmla="*/ 3161808 h 4927186"/>
              <a:gd name="connsiteX2300" fmla="*/ 4617091 w 9312201"/>
              <a:gd name="connsiteY2300" fmla="*/ 3161808 h 4927186"/>
              <a:gd name="connsiteX2301" fmla="*/ 4638911 w 9312201"/>
              <a:gd name="connsiteY2301" fmla="*/ 3183628 h 4927186"/>
              <a:gd name="connsiteX2302" fmla="*/ 4617091 w 9312201"/>
              <a:gd name="connsiteY2302" fmla="*/ 3205448 h 4927186"/>
              <a:gd name="connsiteX2303" fmla="*/ 4595271 w 9312201"/>
              <a:gd name="connsiteY2303" fmla="*/ 3183628 h 4927186"/>
              <a:gd name="connsiteX2304" fmla="*/ 4617091 w 9312201"/>
              <a:gd name="connsiteY2304" fmla="*/ 3161808 h 4927186"/>
              <a:gd name="connsiteX2305" fmla="*/ 3059327 w 9312201"/>
              <a:gd name="connsiteY2305" fmla="*/ 3161808 h 4927186"/>
              <a:gd name="connsiteX2306" fmla="*/ 3081147 w 9312201"/>
              <a:gd name="connsiteY2306" fmla="*/ 3183628 h 4927186"/>
              <a:gd name="connsiteX2307" fmla="*/ 3059327 w 9312201"/>
              <a:gd name="connsiteY2307" fmla="*/ 3205448 h 4927186"/>
              <a:gd name="connsiteX2308" fmla="*/ 3037507 w 9312201"/>
              <a:gd name="connsiteY2308" fmla="*/ 3183628 h 4927186"/>
              <a:gd name="connsiteX2309" fmla="*/ 3059327 w 9312201"/>
              <a:gd name="connsiteY2309" fmla="*/ 3161808 h 4927186"/>
              <a:gd name="connsiteX2310" fmla="*/ 2981306 w 9312201"/>
              <a:gd name="connsiteY2310" fmla="*/ 3161808 h 4927186"/>
              <a:gd name="connsiteX2311" fmla="*/ 3003126 w 9312201"/>
              <a:gd name="connsiteY2311" fmla="*/ 3183628 h 4927186"/>
              <a:gd name="connsiteX2312" fmla="*/ 2981306 w 9312201"/>
              <a:gd name="connsiteY2312" fmla="*/ 3205448 h 4927186"/>
              <a:gd name="connsiteX2313" fmla="*/ 2959486 w 9312201"/>
              <a:gd name="connsiteY2313" fmla="*/ 3183628 h 4927186"/>
              <a:gd name="connsiteX2314" fmla="*/ 2981306 w 9312201"/>
              <a:gd name="connsiteY2314" fmla="*/ 3161808 h 4927186"/>
              <a:gd name="connsiteX2315" fmla="*/ 2903286 w 9312201"/>
              <a:gd name="connsiteY2315" fmla="*/ 3161808 h 4927186"/>
              <a:gd name="connsiteX2316" fmla="*/ 2925106 w 9312201"/>
              <a:gd name="connsiteY2316" fmla="*/ 3183628 h 4927186"/>
              <a:gd name="connsiteX2317" fmla="*/ 2903286 w 9312201"/>
              <a:gd name="connsiteY2317" fmla="*/ 3205448 h 4927186"/>
              <a:gd name="connsiteX2318" fmla="*/ 2881466 w 9312201"/>
              <a:gd name="connsiteY2318" fmla="*/ 3183628 h 4927186"/>
              <a:gd name="connsiteX2319" fmla="*/ 2903286 w 9312201"/>
              <a:gd name="connsiteY2319" fmla="*/ 3161808 h 4927186"/>
              <a:gd name="connsiteX2320" fmla="*/ 2826588 w 9312201"/>
              <a:gd name="connsiteY2320" fmla="*/ 3161808 h 4927186"/>
              <a:gd name="connsiteX2321" fmla="*/ 2848408 w 9312201"/>
              <a:gd name="connsiteY2321" fmla="*/ 3183628 h 4927186"/>
              <a:gd name="connsiteX2322" fmla="*/ 2826588 w 9312201"/>
              <a:gd name="connsiteY2322" fmla="*/ 3205448 h 4927186"/>
              <a:gd name="connsiteX2323" fmla="*/ 2804768 w 9312201"/>
              <a:gd name="connsiteY2323" fmla="*/ 3183628 h 4927186"/>
              <a:gd name="connsiteX2324" fmla="*/ 2826588 w 9312201"/>
              <a:gd name="connsiteY2324" fmla="*/ 3161808 h 4927186"/>
              <a:gd name="connsiteX2325" fmla="*/ 2748567 w 9312201"/>
              <a:gd name="connsiteY2325" fmla="*/ 3161808 h 4927186"/>
              <a:gd name="connsiteX2326" fmla="*/ 2770387 w 9312201"/>
              <a:gd name="connsiteY2326" fmla="*/ 3183628 h 4927186"/>
              <a:gd name="connsiteX2327" fmla="*/ 2748567 w 9312201"/>
              <a:gd name="connsiteY2327" fmla="*/ 3205448 h 4927186"/>
              <a:gd name="connsiteX2328" fmla="*/ 2726747 w 9312201"/>
              <a:gd name="connsiteY2328" fmla="*/ 3183628 h 4927186"/>
              <a:gd name="connsiteX2329" fmla="*/ 2748567 w 9312201"/>
              <a:gd name="connsiteY2329" fmla="*/ 3161808 h 4927186"/>
              <a:gd name="connsiteX2330" fmla="*/ 2670547 w 9312201"/>
              <a:gd name="connsiteY2330" fmla="*/ 3161808 h 4927186"/>
              <a:gd name="connsiteX2331" fmla="*/ 2692367 w 9312201"/>
              <a:gd name="connsiteY2331" fmla="*/ 3183628 h 4927186"/>
              <a:gd name="connsiteX2332" fmla="*/ 2670547 w 9312201"/>
              <a:gd name="connsiteY2332" fmla="*/ 3205448 h 4927186"/>
              <a:gd name="connsiteX2333" fmla="*/ 2648727 w 9312201"/>
              <a:gd name="connsiteY2333" fmla="*/ 3183628 h 4927186"/>
              <a:gd name="connsiteX2334" fmla="*/ 2670547 w 9312201"/>
              <a:gd name="connsiteY2334" fmla="*/ 3161808 h 4927186"/>
              <a:gd name="connsiteX2335" fmla="*/ 2592527 w 9312201"/>
              <a:gd name="connsiteY2335" fmla="*/ 3161808 h 4927186"/>
              <a:gd name="connsiteX2336" fmla="*/ 2614347 w 9312201"/>
              <a:gd name="connsiteY2336" fmla="*/ 3183628 h 4927186"/>
              <a:gd name="connsiteX2337" fmla="*/ 2592527 w 9312201"/>
              <a:gd name="connsiteY2337" fmla="*/ 3205448 h 4927186"/>
              <a:gd name="connsiteX2338" fmla="*/ 2570707 w 9312201"/>
              <a:gd name="connsiteY2338" fmla="*/ 3183628 h 4927186"/>
              <a:gd name="connsiteX2339" fmla="*/ 2592527 w 9312201"/>
              <a:gd name="connsiteY2339" fmla="*/ 3161808 h 4927186"/>
              <a:gd name="connsiteX2340" fmla="*/ 2513845 w 9312201"/>
              <a:gd name="connsiteY2340" fmla="*/ 3161808 h 4927186"/>
              <a:gd name="connsiteX2341" fmla="*/ 2536326 w 9312201"/>
              <a:gd name="connsiteY2341" fmla="*/ 3183628 h 4927186"/>
              <a:gd name="connsiteX2342" fmla="*/ 2513845 w 9312201"/>
              <a:gd name="connsiteY2342" fmla="*/ 3205448 h 4927186"/>
              <a:gd name="connsiteX2343" fmla="*/ 2491364 w 9312201"/>
              <a:gd name="connsiteY2343" fmla="*/ 3183628 h 4927186"/>
              <a:gd name="connsiteX2344" fmla="*/ 2513845 w 9312201"/>
              <a:gd name="connsiteY2344" fmla="*/ 3161808 h 4927186"/>
              <a:gd name="connsiteX2345" fmla="*/ 2436486 w 9312201"/>
              <a:gd name="connsiteY2345" fmla="*/ 3161808 h 4927186"/>
              <a:gd name="connsiteX2346" fmla="*/ 2458306 w 9312201"/>
              <a:gd name="connsiteY2346" fmla="*/ 3183628 h 4927186"/>
              <a:gd name="connsiteX2347" fmla="*/ 2436486 w 9312201"/>
              <a:gd name="connsiteY2347" fmla="*/ 3205448 h 4927186"/>
              <a:gd name="connsiteX2348" fmla="*/ 2414666 w 9312201"/>
              <a:gd name="connsiteY2348" fmla="*/ 3183628 h 4927186"/>
              <a:gd name="connsiteX2349" fmla="*/ 2436486 w 9312201"/>
              <a:gd name="connsiteY2349" fmla="*/ 3161808 h 4927186"/>
              <a:gd name="connsiteX2350" fmla="*/ 2358465 w 9312201"/>
              <a:gd name="connsiteY2350" fmla="*/ 3161808 h 4927186"/>
              <a:gd name="connsiteX2351" fmla="*/ 2380285 w 9312201"/>
              <a:gd name="connsiteY2351" fmla="*/ 3183628 h 4927186"/>
              <a:gd name="connsiteX2352" fmla="*/ 2358465 w 9312201"/>
              <a:gd name="connsiteY2352" fmla="*/ 3205448 h 4927186"/>
              <a:gd name="connsiteX2353" fmla="*/ 2336645 w 9312201"/>
              <a:gd name="connsiteY2353" fmla="*/ 3183628 h 4927186"/>
              <a:gd name="connsiteX2354" fmla="*/ 2358465 w 9312201"/>
              <a:gd name="connsiteY2354" fmla="*/ 3161808 h 4927186"/>
              <a:gd name="connsiteX2355" fmla="*/ 2280445 w 9312201"/>
              <a:gd name="connsiteY2355" fmla="*/ 3161808 h 4927186"/>
              <a:gd name="connsiteX2356" fmla="*/ 2302265 w 9312201"/>
              <a:gd name="connsiteY2356" fmla="*/ 3183628 h 4927186"/>
              <a:gd name="connsiteX2357" fmla="*/ 2280445 w 9312201"/>
              <a:gd name="connsiteY2357" fmla="*/ 3205448 h 4927186"/>
              <a:gd name="connsiteX2358" fmla="*/ 2258625 w 9312201"/>
              <a:gd name="connsiteY2358" fmla="*/ 3183628 h 4927186"/>
              <a:gd name="connsiteX2359" fmla="*/ 2280445 w 9312201"/>
              <a:gd name="connsiteY2359" fmla="*/ 3161808 h 4927186"/>
              <a:gd name="connsiteX2360" fmla="*/ 6953736 w 9312201"/>
              <a:gd name="connsiteY2360" fmla="*/ 3083789 h 4927186"/>
              <a:gd name="connsiteX2361" fmla="*/ 6975556 w 9312201"/>
              <a:gd name="connsiteY2361" fmla="*/ 3105609 h 4927186"/>
              <a:gd name="connsiteX2362" fmla="*/ 6953736 w 9312201"/>
              <a:gd name="connsiteY2362" fmla="*/ 3127429 h 4927186"/>
              <a:gd name="connsiteX2363" fmla="*/ 6931916 w 9312201"/>
              <a:gd name="connsiteY2363" fmla="*/ 3105609 h 4927186"/>
              <a:gd name="connsiteX2364" fmla="*/ 6953736 w 9312201"/>
              <a:gd name="connsiteY2364" fmla="*/ 3083789 h 4927186"/>
              <a:gd name="connsiteX2365" fmla="*/ 6875716 w 9312201"/>
              <a:gd name="connsiteY2365" fmla="*/ 3083789 h 4927186"/>
              <a:gd name="connsiteX2366" fmla="*/ 6897536 w 9312201"/>
              <a:gd name="connsiteY2366" fmla="*/ 3105609 h 4927186"/>
              <a:gd name="connsiteX2367" fmla="*/ 6875716 w 9312201"/>
              <a:gd name="connsiteY2367" fmla="*/ 3127429 h 4927186"/>
              <a:gd name="connsiteX2368" fmla="*/ 6853896 w 9312201"/>
              <a:gd name="connsiteY2368" fmla="*/ 3105609 h 4927186"/>
              <a:gd name="connsiteX2369" fmla="*/ 6875716 w 9312201"/>
              <a:gd name="connsiteY2369" fmla="*/ 3083789 h 4927186"/>
              <a:gd name="connsiteX2370" fmla="*/ 5552013 w 9312201"/>
              <a:gd name="connsiteY2370" fmla="*/ 3083789 h 4927186"/>
              <a:gd name="connsiteX2371" fmla="*/ 5573833 w 9312201"/>
              <a:gd name="connsiteY2371" fmla="*/ 3105609 h 4927186"/>
              <a:gd name="connsiteX2372" fmla="*/ 5552013 w 9312201"/>
              <a:gd name="connsiteY2372" fmla="*/ 3127429 h 4927186"/>
              <a:gd name="connsiteX2373" fmla="*/ 5530193 w 9312201"/>
              <a:gd name="connsiteY2373" fmla="*/ 3105609 h 4927186"/>
              <a:gd name="connsiteX2374" fmla="*/ 5552013 w 9312201"/>
              <a:gd name="connsiteY2374" fmla="*/ 3083789 h 4927186"/>
              <a:gd name="connsiteX2375" fmla="*/ 5473331 w 9312201"/>
              <a:gd name="connsiteY2375" fmla="*/ 3083789 h 4927186"/>
              <a:gd name="connsiteX2376" fmla="*/ 5495812 w 9312201"/>
              <a:gd name="connsiteY2376" fmla="*/ 3105609 h 4927186"/>
              <a:gd name="connsiteX2377" fmla="*/ 5473331 w 9312201"/>
              <a:gd name="connsiteY2377" fmla="*/ 3127429 h 4927186"/>
              <a:gd name="connsiteX2378" fmla="*/ 5450850 w 9312201"/>
              <a:gd name="connsiteY2378" fmla="*/ 3105609 h 4927186"/>
              <a:gd name="connsiteX2379" fmla="*/ 5473331 w 9312201"/>
              <a:gd name="connsiteY2379" fmla="*/ 3083789 h 4927186"/>
              <a:gd name="connsiteX2380" fmla="*/ 5395972 w 9312201"/>
              <a:gd name="connsiteY2380" fmla="*/ 3083789 h 4927186"/>
              <a:gd name="connsiteX2381" fmla="*/ 5417792 w 9312201"/>
              <a:gd name="connsiteY2381" fmla="*/ 3105609 h 4927186"/>
              <a:gd name="connsiteX2382" fmla="*/ 5395972 w 9312201"/>
              <a:gd name="connsiteY2382" fmla="*/ 3127429 h 4927186"/>
              <a:gd name="connsiteX2383" fmla="*/ 5374152 w 9312201"/>
              <a:gd name="connsiteY2383" fmla="*/ 3105609 h 4927186"/>
              <a:gd name="connsiteX2384" fmla="*/ 5395972 w 9312201"/>
              <a:gd name="connsiteY2384" fmla="*/ 3083789 h 4927186"/>
              <a:gd name="connsiteX2385" fmla="*/ 5317953 w 9312201"/>
              <a:gd name="connsiteY2385" fmla="*/ 3083789 h 4927186"/>
              <a:gd name="connsiteX2386" fmla="*/ 5339773 w 9312201"/>
              <a:gd name="connsiteY2386" fmla="*/ 3105609 h 4927186"/>
              <a:gd name="connsiteX2387" fmla="*/ 5317953 w 9312201"/>
              <a:gd name="connsiteY2387" fmla="*/ 3127429 h 4927186"/>
              <a:gd name="connsiteX2388" fmla="*/ 5296133 w 9312201"/>
              <a:gd name="connsiteY2388" fmla="*/ 3105609 h 4927186"/>
              <a:gd name="connsiteX2389" fmla="*/ 5317953 w 9312201"/>
              <a:gd name="connsiteY2389" fmla="*/ 3083789 h 4927186"/>
              <a:gd name="connsiteX2390" fmla="*/ 4850491 w 9312201"/>
              <a:gd name="connsiteY2390" fmla="*/ 3083789 h 4927186"/>
              <a:gd name="connsiteX2391" fmla="*/ 4872972 w 9312201"/>
              <a:gd name="connsiteY2391" fmla="*/ 3105609 h 4927186"/>
              <a:gd name="connsiteX2392" fmla="*/ 4850491 w 9312201"/>
              <a:gd name="connsiteY2392" fmla="*/ 3127429 h 4927186"/>
              <a:gd name="connsiteX2393" fmla="*/ 4828010 w 9312201"/>
              <a:gd name="connsiteY2393" fmla="*/ 3105609 h 4927186"/>
              <a:gd name="connsiteX2394" fmla="*/ 4850491 w 9312201"/>
              <a:gd name="connsiteY2394" fmla="*/ 3083789 h 4927186"/>
              <a:gd name="connsiteX2395" fmla="*/ 4773132 w 9312201"/>
              <a:gd name="connsiteY2395" fmla="*/ 3083789 h 4927186"/>
              <a:gd name="connsiteX2396" fmla="*/ 4794952 w 9312201"/>
              <a:gd name="connsiteY2396" fmla="*/ 3105609 h 4927186"/>
              <a:gd name="connsiteX2397" fmla="*/ 4773132 w 9312201"/>
              <a:gd name="connsiteY2397" fmla="*/ 3127429 h 4927186"/>
              <a:gd name="connsiteX2398" fmla="*/ 4751312 w 9312201"/>
              <a:gd name="connsiteY2398" fmla="*/ 3105609 h 4927186"/>
              <a:gd name="connsiteX2399" fmla="*/ 4773132 w 9312201"/>
              <a:gd name="connsiteY2399" fmla="*/ 3083789 h 4927186"/>
              <a:gd name="connsiteX2400" fmla="*/ 4695111 w 9312201"/>
              <a:gd name="connsiteY2400" fmla="*/ 3083789 h 4927186"/>
              <a:gd name="connsiteX2401" fmla="*/ 4716931 w 9312201"/>
              <a:gd name="connsiteY2401" fmla="*/ 3105609 h 4927186"/>
              <a:gd name="connsiteX2402" fmla="*/ 4695111 w 9312201"/>
              <a:gd name="connsiteY2402" fmla="*/ 3127429 h 4927186"/>
              <a:gd name="connsiteX2403" fmla="*/ 4673291 w 9312201"/>
              <a:gd name="connsiteY2403" fmla="*/ 3105609 h 4927186"/>
              <a:gd name="connsiteX2404" fmla="*/ 4695111 w 9312201"/>
              <a:gd name="connsiteY2404" fmla="*/ 3083789 h 4927186"/>
              <a:gd name="connsiteX2405" fmla="*/ 4617091 w 9312201"/>
              <a:gd name="connsiteY2405" fmla="*/ 3083789 h 4927186"/>
              <a:gd name="connsiteX2406" fmla="*/ 4638911 w 9312201"/>
              <a:gd name="connsiteY2406" fmla="*/ 3105609 h 4927186"/>
              <a:gd name="connsiteX2407" fmla="*/ 4617091 w 9312201"/>
              <a:gd name="connsiteY2407" fmla="*/ 3127429 h 4927186"/>
              <a:gd name="connsiteX2408" fmla="*/ 4595271 w 9312201"/>
              <a:gd name="connsiteY2408" fmla="*/ 3105609 h 4927186"/>
              <a:gd name="connsiteX2409" fmla="*/ 4617091 w 9312201"/>
              <a:gd name="connsiteY2409" fmla="*/ 3083789 h 4927186"/>
              <a:gd name="connsiteX2410" fmla="*/ 4226989 w 9312201"/>
              <a:gd name="connsiteY2410" fmla="*/ 3083789 h 4927186"/>
              <a:gd name="connsiteX2411" fmla="*/ 4248809 w 9312201"/>
              <a:gd name="connsiteY2411" fmla="*/ 3105609 h 4927186"/>
              <a:gd name="connsiteX2412" fmla="*/ 4226989 w 9312201"/>
              <a:gd name="connsiteY2412" fmla="*/ 3127429 h 4927186"/>
              <a:gd name="connsiteX2413" fmla="*/ 4205169 w 9312201"/>
              <a:gd name="connsiteY2413" fmla="*/ 3105609 h 4927186"/>
              <a:gd name="connsiteX2414" fmla="*/ 4226989 w 9312201"/>
              <a:gd name="connsiteY2414" fmla="*/ 3083789 h 4927186"/>
              <a:gd name="connsiteX2415" fmla="*/ 2981306 w 9312201"/>
              <a:gd name="connsiteY2415" fmla="*/ 3083789 h 4927186"/>
              <a:gd name="connsiteX2416" fmla="*/ 3003126 w 9312201"/>
              <a:gd name="connsiteY2416" fmla="*/ 3105609 h 4927186"/>
              <a:gd name="connsiteX2417" fmla="*/ 2981306 w 9312201"/>
              <a:gd name="connsiteY2417" fmla="*/ 3127429 h 4927186"/>
              <a:gd name="connsiteX2418" fmla="*/ 2959486 w 9312201"/>
              <a:gd name="connsiteY2418" fmla="*/ 3105609 h 4927186"/>
              <a:gd name="connsiteX2419" fmla="*/ 2981306 w 9312201"/>
              <a:gd name="connsiteY2419" fmla="*/ 3083789 h 4927186"/>
              <a:gd name="connsiteX2420" fmla="*/ 2903286 w 9312201"/>
              <a:gd name="connsiteY2420" fmla="*/ 3083789 h 4927186"/>
              <a:gd name="connsiteX2421" fmla="*/ 2925106 w 9312201"/>
              <a:gd name="connsiteY2421" fmla="*/ 3105609 h 4927186"/>
              <a:gd name="connsiteX2422" fmla="*/ 2903286 w 9312201"/>
              <a:gd name="connsiteY2422" fmla="*/ 3127429 h 4927186"/>
              <a:gd name="connsiteX2423" fmla="*/ 2881466 w 9312201"/>
              <a:gd name="connsiteY2423" fmla="*/ 3105609 h 4927186"/>
              <a:gd name="connsiteX2424" fmla="*/ 2903286 w 9312201"/>
              <a:gd name="connsiteY2424" fmla="*/ 3083789 h 4927186"/>
              <a:gd name="connsiteX2425" fmla="*/ 2826588 w 9312201"/>
              <a:gd name="connsiteY2425" fmla="*/ 3083789 h 4927186"/>
              <a:gd name="connsiteX2426" fmla="*/ 2848408 w 9312201"/>
              <a:gd name="connsiteY2426" fmla="*/ 3105609 h 4927186"/>
              <a:gd name="connsiteX2427" fmla="*/ 2826588 w 9312201"/>
              <a:gd name="connsiteY2427" fmla="*/ 3127429 h 4927186"/>
              <a:gd name="connsiteX2428" fmla="*/ 2804768 w 9312201"/>
              <a:gd name="connsiteY2428" fmla="*/ 3105609 h 4927186"/>
              <a:gd name="connsiteX2429" fmla="*/ 2826588 w 9312201"/>
              <a:gd name="connsiteY2429" fmla="*/ 3083789 h 4927186"/>
              <a:gd name="connsiteX2430" fmla="*/ 2748567 w 9312201"/>
              <a:gd name="connsiteY2430" fmla="*/ 3083789 h 4927186"/>
              <a:gd name="connsiteX2431" fmla="*/ 2770387 w 9312201"/>
              <a:gd name="connsiteY2431" fmla="*/ 3105609 h 4927186"/>
              <a:gd name="connsiteX2432" fmla="*/ 2748567 w 9312201"/>
              <a:gd name="connsiteY2432" fmla="*/ 3127429 h 4927186"/>
              <a:gd name="connsiteX2433" fmla="*/ 2726747 w 9312201"/>
              <a:gd name="connsiteY2433" fmla="*/ 3105609 h 4927186"/>
              <a:gd name="connsiteX2434" fmla="*/ 2748567 w 9312201"/>
              <a:gd name="connsiteY2434" fmla="*/ 3083789 h 4927186"/>
              <a:gd name="connsiteX2435" fmla="*/ 2670547 w 9312201"/>
              <a:gd name="connsiteY2435" fmla="*/ 3083789 h 4927186"/>
              <a:gd name="connsiteX2436" fmla="*/ 2692367 w 9312201"/>
              <a:gd name="connsiteY2436" fmla="*/ 3105609 h 4927186"/>
              <a:gd name="connsiteX2437" fmla="*/ 2670547 w 9312201"/>
              <a:gd name="connsiteY2437" fmla="*/ 3127429 h 4927186"/>
              <a:gd name="connsiteX2438" fmla="*/ 2648727 w 9312201"/>
              <a:gd name="connsiteY2438" fmla="*/ 3105609 h 4927186"/>
              <a:gd name="connsiteX2439" fmla="*/ 2670547 w 9312201"/>
              <a:gd name="connsiteY2439" fmla="*/ 3083789 h 4927186"/>
              <a:gd name="connsiteX2440" fmla="*/ 2592527 w 9312201"/>
              <a:gd name="connsiteY2440" fmla="*/ 3083789 h 4927186"/>
              <a:gd name="connsiteX2441" fmla="*/ 2614347 w 9312201"/>
              <a:gd name="connsiteY2441" fmla="*/ 3105609 h 4927186"/>
              <a:gd name="connsiteX2442" fmla="*/ 2592527 w 9312201"/>
              <a:gd name="connsiteY2442" fmla="*/ 3127429 h 4927186"/>
              <a:gd name="connsiteX2443" fmla="*/ 2570707 w 9312201"/>
              <a:gd name="connsiteY2443" fmla="*/ 3105609 h 4927186"/>
              <a:gd name="connsiteX2444" fmla="*/ 2592527 w 9312201"/>
              <a:gd name="connsiteY2444" fmla="*/ 3083789 h 4927186"/>
              <a:gd name="connsiteX2445" fmla="*/ 2513845 w 9312201"/>
              <a:gd name="connsiteY2445" fmla="*/ 3083789 h 4927186"/>
              <a:gd name="connsiteX2446" fmla="*/ 2536326 w 9312201"/>
              <a:gd name="connsiteY2446" fmla="*/ 3105609 h 4927186"/>
              <a:gd name="connsiteX2447" fmla="*/ 2513845 w 9312201"/>
              <a:gd name="connsiteY2447" fmla="*/ 3127429 h 4927186"/>
              <a:gd name="connsiteX2448" fmla="*/ 2491364 w 9312201"/>
              <a:gd name="connsiteY2448" fmla="*/ 3105609 h 4927186"/>
              <a:gd name="connsiteX2449" fmla="*/ 2513845 w 9312201"/>
              <a:gd name="connsiteY2449" fmla="*/ 3083789 h 4927186"/>
              <a:gd name="connsiteX2450" fmla="*/ 2436486 w 9312201"/>
              <a:gd name="connsiteY2450" fmla="*/ 3083789 h 4927186"/>
              <a:gd name="connsiteX2451" fmla="*/ 2458306 w 9312201"/>
              <a:gd name="connsiteY2451" fmla="*/ 3105609 h 4927186"/>
              <a:gd name="connsiteX2452" fmla="*/ 2436486 w 9312201"/>
              <a:gd name="connsiteY2452" fmla="*/ 3127429 h 4927186"/>
              <a:gd name="connsiteX2453" fmla="*/ 2414666 w 9312201"/>
              <a:gd name="connsiteY2453" fmla="*/ 3105609 h 4927186"/>
              <a:gd name="connsiteX2454" fmla="*/ 2436486 w 9312201"/>
              <a:gd name="connsiteY2454" fmla="*/ 3083789 h 4927186"/>
              <a:gd name="connsiteX2455" fmla="*/ 2358465 w 9312201"/>
              <a:gd name="connsiteY2455" fmla="*/ 3083789 h 4927186"/>
              <a:gd name="connsiteX2456" fmla="*/ 2380285 w 9312201"/>
              <a:gd name="connsiteY2456" fmla="*/ 3105609 h 4927186"/>
              <a:gd name="connsiteX2457" fmla="*/ 2358465 w 9312201"/>
              <a:gd name="connsiteY2457" fmla="*/ 3127429 h 4927186"/>
              <a:gd name="connsiteX2458" fmla="*/ 2336645 w 9312201"/>
              <a:gd name="connsiteY2458" fmla="*/ 3105609 h 4927186"/>
              <a:gd name="connsiteX2459" fmla="*/ 2358465 w 9312201"/>
              <a:gd name="connsiteY2459" fmla="*/ 3083789 h 4927186"/>
              <a:gd name="connsiteX2460" fmla="*/ 7421198 w 9312201"/>
              <a:gd name="connsiteY2460" fmla="*/ 3083788 h 4927186"/>
              <a:gd name="connsiteX2461" fmla="*/ 7443679 w 9312201"/>
              <a:gd name="connsiteY2461" fmla="*/ 3105608 h 4927186"/>
              <a:gd name="connsiteX2462" fmla="*/ 7421198 w 9312201"/>
              <a:gd name="connsiteY2462" fmla="*/ 3127428 h 4927186"/>
              <a:gd name="connsiteX2463" fmla="*/ 7398717 w 9312201"/>
              <a:gd name="connsiteY2463" fmla="*/ 3105608 h 4927186"/>
              <a:gd name="connsiteX2464" fmla="*/ 7421198 w 9312201"/>
              <a:gd name="connsiteY2464" fmla="*/ 3083788 h 4927186"/>
              <a:gd name="connsiteX2465" fmla="*/ 7343838 w 9312201"/>
              <a:gd name="connsiteY2465" fmla="*/ 3083788 h 4927186"/>
              <a:gd name="connsiteX2466" fmla="*/ 7365658 w 9312201"/>
              <a:gd name="connsiteY2466" fmla="*/ 3105608 h 4927186"/>
              <a:gd name="connsiteX2467" fmla="*/ 7343838 w 9312201"/>
              <a:gd name="connsiteY2467" fmla="*/ 3127428 h 4927186"/>
              <a:gd name="connsiteX2468" fmla="*/ 7322018 w 9312201"/>
              <a:gd name="connsiteY2468" fmla="*/ 3105608 h 4927186"/>
              <a:gd name="connsiteX2469" fmla="*/ 7343838 w 9312201"/>
              <a:gd name="connsiteY2469" fmla="*/ 3083788 h 4927186"/>
              <a:gd name="connsiteX2470" fmla="*/ 7109116 w 9312201"/>
              <a:gd name="connsiteY2470" fmla="*/ 3083788 h 4927186"/>
              <a:gd name="connsiteX2471" fmla="*/ 7131597 w 9312201"/>
              <a:gd name="connsiteY2471" fmla="*/ 3105608 h 4927186"/>
              <a:gd name="connsiteX2472" fmla="*/ 7109116 w 9312201"/>
              <a:gd name="connsiteY2472" fmla="*/ 3127428 h 4927186"/>
              <a:gd name="connsiteX2473" fmla="*/ 7086635 w 9312201"/>
              <a:gd name="connsiteY2473" fmla="*/ 3105608 h 4927186"/>
              <a:gd name="connsiteX2474" fmla="*/ 7109116 w 9312201"/>
              <a:gd name="connsiteY2474" fmla="*/ 3083788 h 4927186"/>
              <a:gd name="connsiteX2475" fmla="*/ 7031757 w 9312201"/>
              <a:gd name="connsiteY2475" fmla="*/ 3083788 h 4927186"/>
              <a:gd name="connsiteX2476" fmla="*/ 7053577 w 9312201"/>
              <a:gd name="connsiteY2476" fmla="*/ 3105608 h 4927186"/>
              <a:gd name="connsiteX2477" fmla="*/ 7031757 w 9312201"/>
              <a:gd name="connsiteY2477" fmla="*/ 3127428 h 4927186"/>
              <a:gd name="connsiteX2478" fmla="*/ 7009937 w 9312201"/>
              <a:gd name="connsiteY2478" fmla="*/ 3105608 h 4927186"/>
              <a:gd name="connsiteX2479" fmla="*/ 7031757 w 9312201"/>
              <a:gd name="connsiteY2479" fmla="*/ 3083788 h 4927186"/>
              <a:gd name="connsiteX2480" fmla="*/ 5239931 w 9312201"/>
              <a:gd name="connsiteY2480" fmla="*/ 3083788 h 4927186"/>
              <a:gd name="connsiteX2481" fmla="*/ 5261751 w 9312201"/>
              <a:gd name="connsiteY2481" fmla="*/ 3105608 h 4927186"/>
              <a:gd name="connsiteX2482" fmla="*/ 5239931 w 9312201"/>
              <a:gd name="connsiteY2482" fmla="*/ 3127428 h 4927186"/>
              <a:gd name="connsiteX2483" fmla="*/ 5218111 w 9312201"/>
              <a:gd name="connsiteY2483" fmla="*/ 3105608 h 4927186"/>
              <a:gd name="connsiteX2484" fmla="*/ 5239931 w 9312201"/>
              <a:gd name="connsiteY2484" fmla="*/ 3083788 h 4927186"/>
              <a:gd name="connsiteX2485" fmla="*/ 5162572 w 9312201"/>
              <a:gd name="connsiteY2485" fmla="*/ 3083788 h 4927186"/>
              <a:gd name="connsiteX2486" fmla="*/ 5185053 w 9312201"/>
              <a:gd name="connsiteY2486" fmla="*/ 3105608 h 4927186"/>
              <a:gd name="connsiteX2487" fmla="*/ 5162572 w 9312201"/>
              <a:gd name="connsiteY2487" fmla="*/ 3127428 h 4927186"/>
              <a:gd name="connsiteX2488" fmla="*/ 5140091 w 9312201"/>
              <a:gd name="connsiteY2488" fmla="*/ 3105608 h 4927186"/>
              <a:gd name="connsiteX2489" fmla="*/ 5162572 w 9312201"/>
              <a:gd name="connsiteY2489" fmla="*/ 3083788 h 4927186"/>
              <a:gd name="connsiteX2490" fmla="*/ 5085212 w 9312201"/>
              <a:gd name="connsiteY2490" fmla="*/ 3083788 h 4927186"/>
              <a:gd name="connsiteX2491" fmla="*/ 5107032 w 9312201"/>
              <a:gd name="connsiteY2491" fmla="*/ 3105608 h 4927186"/>
              <a:gd name="connsiteX2492" fmla="*/ 5085212 w 9312201"/>
              <a:gd name="connsiteY2492" fmla="*/ 3127428 h 4927186"/>
              <a:gd name="connsiteX2493" fmla="*/ 5063392 w 9312201"/>
              <a:gd name="connsiteY2493" fmla="*/ 3105608 h 4927186"/>
              <a:gd name="connsiteX2494" fmla="*/ 5085212 w 9312201"/>
              <a:gd name="connsiteY2494" fmla="*/ 3083788 h 4927186"/>
              <a:gd name="connsiteX2495" fmla="*/ 5007193 w 9312201"/>
              <a:gd name="connsiteY2495" fmla="*/ 3083788 h 4927186"/>
              <a:gd name="connsiteX2496" fmla="*/ 5029013 w 9312201"/>
              <a:gd name="connsiteY2496" fmla="*/ 3105608 h 4927186"/>
              <a:gd name="connsiteX2497" fmla="*/ 5007193 w 9312201"/>
              <a:gd name="connsiteY2497" fmla="*/ 3127428 h 4927186"/>
              <a:gd name="connsiteX2498" fmla="*/ 4985373 w 9312201"/>
              <a:gd name="connsiteY2498" fmla="*/ 3105608 h 4927186"/>
              <a:gd name="connsiteX2499" fmla="*/ 5007193 w 9312201"/>
              <a:gd name="connsiteY2499" fmla="*/ 3083788 h 4927186"/>
              <a:gd name="connsiteX2500" fmla="*/ 4928511 w 9312201"/>
              <a:gd name="connsiteY2500" fmla="*/ 3083788 h 4927186"/>
              <a:gd name="connsiteX2501" fmla="*/ 4950992 w 9312201"/>
              <a:gd name="connsiteY2501" fmla="*/ 3105608 h 4927186"/>
              <a:gd name="connsiteX2502" fmla="*/ 4928511 w 9312201"/>
              <a:gd name="connsiteY2502" fmla="*/ 3127428 h 4927186"/>
              <a:gd name="connsiteX2503" fmla="*/ 4906030 w 9312201"/>
              <a:gd name="connsiteY2503" fmla="*/ 3105608 h 4927186"/>
              <a:gd name="connsiteX2504" fmla="*/ 4928511 w 9312201"/>
              <a:gd name="connsiteY2504" fmla="*/ 3083788 h 4927186"/>
              <a:gd name="connsiteX2505" fmla="*/ 4149629 w 9312201"/>
              <a:gd name="connsiteY2505" fmla="*/ 3083788 h 4927186"/>
              <a:gd name="connsiteX2506" fmla="*/ 4172110 w 9312201"/>
              <a:gd name="connsiteY2506" fmla="*/ 3105608 h 4927186"/>
              <a:gd name="connsiteX2507" fmla="*/ 4149629 w 9312201"/>
              <a:gd name="connsiteY2507" fmla="*/ 3127428 h 4927186"/>
              <a:gd name="connsiteX2508" fmla="*/ 4127148 w 9312201"/>
              <a:gd name="connsiteY2508" fmla="*/ 3105608 h 4927186"/>
              <a:gd name="connsiteX2509" fmla="*/ 4149629 w 9312201"/>
              <a:gd name="connsiteY2509" fmla="*/ 3083788 h 4927186"/>
              <a:gd name="connsiteX2510" fmla="*/ 3059327 w 9312201"/>
              <a:gd name="connsiteY2510" fmla="*/ 3083788 h 4927186"/>
              <a:gd name="connsiteX2511" fmla="*/ 3081147 w 9312201"/>
              <a:gd name="connsiteY2511" fmla="*/ 3105608 h 4927186"/>
              <a:gd name="connsiteX2512" fmla="*/ 3059327 w 9312201"/>
              <a:gd name="connsiteY2512" fmla="*/ 3127428 h 4927186"/>
              <a:gd name="connsiteX2513" fmla="*/ 3037507 w 9312201"/>
              <a:gd name="connsiteY2513" fmla="*/ 3105608 h 4927186"/>
              <a:gd name="connsiteX2514" fmla="*/ 3059327 w 9312201"/>
              <a:gd name="connsiteY2514" fmla="*/ 3083788 h 4927186"/>
              <a:gd name="connsiteX2515" fmla="*/ 7654597 w 9312201"/>
              <a:gd name="connsiteY2515" fmla="*/ 3005768 h 4927186"/>
              <a:gd name="connsiteX2516" fmla="*/ 7676417 w 9312201"/>
              <a:gd name="connsiteY2516" fmla="*/ 3028249 h 4927186"/>
              <a:gd name="connsiteX2517" fmla="*/ 7654597 w 9312201"/>
              <a:gd name="connsiteY2517" fmla="*/ 3050730 h 4927186"/>
              <a:gd name="connsiteX2518" fmla="*/ 7632777 w 9312201"/>
              <a:gd name="connsiteY2518" fmla="*/ 3028249 h 4927186"/>
              <a:gd name="connsiteX2519" fmla="*/ 7654597 w 9312201"/>
              <a:gd name="connsiteY2519" fmla="*/ 3005768 h 4927186"/>
              <a:gd name="connsiteX2520" fmla="*/ 7576577 w 9312201"/>
              <a:gd name="connsiteY2520" fmla="*/ 3005768 h 4927186"/>
              <a:gd name="connsiteX2521" fmla="*/ 7598397 w 9312201"/>
              <a:gd name="connsiteY2521" fmla="*/ 3028249 h 4927186"/>
              <a:gd name="connsiteX2522" fmla="*/ 7576577 w 9312201"/>
              <a:gd name="connsiteY2522" fmla="*/ 3050730 h 4927186"/>
              <a:gd name="connsiteX2523" fmla="*/ 7554757 w 9312201"/>
              <a:gd name="connsiteY2523" fmla="*/ 3028249 h 4927186"/>
              <a:gd name="connsiteX2524" fmla="*/ 7576577 w 9312201"/>
              <a:gd name="connsiteY2524" fmla="*/ 3005768 h 4927186"/>
              <a:gd name="connsiteX2525" fmla="*/ 7421198 w 9312201"/>
              <a:gd name="connsiteY2525" fmla="*/ 3005768 h 4927186"/>
              <a:gd name="connsiteX2526" fmla="*/ 7443679 w 9312201"/>
              <a:gd name="connsiteY2526" fmla="*/ 3028249 h 4927186"/>
              <a:gd name="connsiteX2527" fmla="*/ 7421198 w 9312201"/>
              <a:gd name="connsiteY2527" fmla="*/ 3050730 h 4927186"/>
              <a:gd name="connsiteX2528" fmla="*/ 7398717 w 9312201"/>
              <a:gd name="connsiteY2528" fmla="*/ 3028249 h 4927186"/>
              <a:gd name="connsiteX2529" fmla="*/ 7421198 w 9312201"/>
              <a:gd name="connsiteY2529" fmla="*/ 3005768 h 4927186"/>
              <a:gd name="connsiteX2530" fmla="*/ 7031757 w 9312201"/>
              <a:gd name="connsiteY2530" fmla="*/ 3005768 h 4927186"/>
              <a:gd name="connsiteX2531" fmla="*/ 7053577 w 9312201"/>
              <a:gd name="connsiteY2531" fmla="*/ 3028249 h 4927186"/>
              <a:gd name="connsiteX2532" fmla="*/ 7031757 w 9312201"/>
              <a:gd name="connsiteY2532" fmla="*/ 3050730 h 4927186"/>
              <a:gd name="connsiteX2533" fmla="*/ 7009937 w 9312201"/>
              <a:gd name="connsiteY2533" fmla="*/ 3028249 h 4927186"/>
              <a:gd name="connsiteX2534" fmla="*/ 7031757 w 9312201"/>
              <a:gd name="connsiteY2534" fmla="*/ 3005768 h 4927186"/>
              <a:gd name="connsiteX2535" fmla="*/ 6953736 w 9312201"/>
              <a:gd name="connsiteY2535" fmla="*/ 3005768 h 4927186"/>
              <a:gd name="connsiteX2536" fmla="*/ 6975556 w 9312201"/>
              <a:gd name="connsiteY2536" fmla="*/ 3028249 h 4927186"/>
              <a:gd name="connsiteX2537" fmla="*/ 6953736 w 9312201"/>
              <a:gd name="connsiteY2537" fmla="*/ 3050730 h 4927186"/>
              <a:gd name="connsiteX2538" fmla="*/ 6931916 w 9312201"/>
              <a:gd name="connsiteY2538" fmla="*/ 3028249 h 4927186"/>
              <a:gd name="connsiteX2539" fmla="*/ 6953736 w 9312201"/>
              <a:gd name="connsiteY2539" fmla="*/ 3005768 h 4927186"/>
              <a:gd name="connsiteX2540" fmla="*/ 6485613 w 9312201"/>
              <a:gd name="connsiteY2540" fmla="*/ 3005768 h 4927186"/>
              <a:gd name="connsiteX2541" fmla="*/ 6507433 w 9312201"/>
              <a:gd name="connsiteY2541" fmla="*/ 3028249 h 4927186"/>
              <a:gd name="connsiteX2542" fmla="*/ 6485613 w 9312201"/>
              <a:gd name="connsiteY2542" fmla="*/ 3050730 h 4927186"/>
              <a:gd name="connsiteX2543" fmla="*/ 6463793 w 9312201"/>
              <a:gd name="connsiteY2543" fmla="*/ 3028249 h 4927186"/>
              <a:gd name="connsiteX2544" fmla="*/ 6485613 w 9312201"/>
              <a:gd name="connsiteY2544" fmla="*/ 3005768 h 4927186"/>
              <a:gd name="connsiteX2545" fmla="*/ 5708054 w 9312201"/>
              <a:gd name="connsiteY2545" fmla="*/ 3005768 h 4927186"/>
              <a:gd name="connsiteX2546" fmla="*/ 5729874 w 9312201"/>
              <a:gd name="connsiteY2546" fmla="*/ 3028249 h 4927186"/>
              <a:gd name="connsiteX2547" fmla="*/ 5708054 w 9312201"/>
              <a:gd name="connsiteY2547" fmla="*/ 3050730 h 4927186"/>
              <a:gd name="connsiteX2548" fmla="*/ 5686234 w 9312201"/>
              <a:gd name="connsiteY2548" fmla="*/ 3028249 h 4927186"/>
              <a:gd name="connsiteX2549" fmla="*/ 5708054 w 9312201"/>
              <a:gd name="connsiteY2549" fmla="*/ 3005768 h 4927186"/>
              <a:gd name="connsiteX2550" fmla="*/ 5630034 w 9312201"/>
              <a:gd name="connsiteY2550" fmla="*/ 3005768 h 4927186"/>
              <a:gd name="connsiteX2551" fmla="*/ 5651854 w 9312201"/>
              <a:gd name="connsiteY2551" fmla="*/ 3028249 h 4927186"/>
              <a:gd name="connsiteX2552" fmla="*/ 5630034 w 9312201"/>
              <a:gd name="connsiteY2552" fmla="*/ 3050730 h 4927186"/>
              <a:gd name="connsiteX2553" fmla="*/ 5608214 w 9312201"/>
              <a:gd name="connsiteY2553" fmla="*/ 3028249 h 4927186"/>
              <a:gd name="connsiteX2554" fmla="*/ 5630034 w 9312201"/>
              <a:gd name="connsiteY2554" fmla="*/ 3005768 h 4927186"/>
              <a:gd name="connsiteX2555" fmla="*/ 5552013 w 9312201"/>
              <a:gd name="connsiteY2555" fmla="*/ 3005768 h 4927186"/>
              <a:gd name="connsiteX2556" fmla="*/ 5573833 w 9312201"/>
              <a:gd name="connsiteY2556" fmla="*/ 3028249 h 4927186"/>
              <a:gd name="connsiteX2557" fmla="*/ 5552013 w 9312201"/>
              <a:gd name="connsiteY2557" fmla="*/ 3050730 h 4927186"/>
              <a:gd name="connsiteX2558" fmla="*/ 5530193 w 9312201"/>
              <a:gd name="connsiteY2558" fmla="*/ 3028249 h 4927186"/>
              <a:gd name="connsiteX2559" fmla="*/ 5552013 w 9312201"/>
              <a:gd name="connsiteY2559" fmla="*/ 3005768 h 4927186"/>
              <a:gd name="connsiteX2560" fmla="*/ 5473331 w 9312201"/>
              <a:gd name="connsiteY2560" fmla="*/ 3005768 h 4927186"/>
              <a:gd name="connsiteX2561" fmla="*/ 5495812 w 9312201"/>
              <a:gd name="connsiteY2561" fmla="*/ 3028249 h 4927186"/>
              <a:gd name="connsiteX2562" fmla="*/ 5473331 w 9312201"/>
              <a:gd name="connsiteY2562" fmla="*/ 3050730 h 4927186"/>
              <a:gd name="connsiteX2563" fmla="*/ 5450850 w 9312201"/>
              <a:gd name="connsiteY2563" fmla="*/ 3028249 h 4927186"/>
              <a:gd name="connsiteX2564" fmla="*/ 5473331 w 9312201"/>
              <a:gd name="connsiteY2564" fmla="*/ 3005768 h 4927186"/>
              <a:gd name="connsiteX2565" fmla="*/ 5395972 w 9312201"/>
              <a:gd name="connsiteY2565" fmla="*/ 3005768 h 4927186"/>
              <a:gd name="connsiteX2566" fmla="*/ 5417792 w 9312201"/>
              <a:gd name="connsiteY2566" fmla="*/ 3028249 h 4927186"/>
              <a:gd name="connsiteX2567" fmla="*/ 5395972 w 9312201"/>
              <a:gd name="connsiteY2567" fmla="*/ 3050730 h 4927186"/>
              <a:gd name="connsiteX2568" fmla="*/ 5374152 w 9312201"/>
              <a:gd name="connsiteY2568" fmla="*/ 3028249 h 4927186"/>
              <a:gd name="connsiteX2569" fmla="*/ 5395972 w 9312201"/>
              <a:gd name="connsiteY2569" fmla="*/ 3005768 h 4927186"/>
              <a:gd name="connsiteX2570" fmla="*/ 5317953 w 9312201"/>
              <a:gd name="connsiteY2570" fmla="*/ 3005768 h 4927186"/>
              <a:gd name="connsiteX2571" fmla="*/ 5339773 w 9312201"/>
              <a:gd name="connsiteY2571" fmla="*/ 3028249 h 4927186"/>
              <a:gd name="connsiteX2572" fmla="*/ 5317953 w 9312201"/>
              <a:gd name="connsiteY2572" fmla="*/ 3050730 h 4927186"/>
              <a:gd name="connsiteX2573" fmla="*/ 5296133 w 9312201"/>
              <a:gd name="connsiteY2573" fmla="*/ 3028249 h 4927186"/>
              <a:gd name="connsiteX2574" fmla="*/ 5317953 w 9312201"/>
              <a:gd name="connsiteY2574" fmla="*/ 3005768 h 4927186"/>
              <a:gd name="connsiteX2575" fmla="*/ 5239931 w 9312201"/>
              <a:gd name="connsiteY2575" fmla="*/ 3005768 h 4927186"/>
              <a:gd name="connsiteX2576" fmla="*/ 5261751 w 9312201"/>
              <a:gd name="connsiteY2576" fmla="*/ 3028249 h 4927186"/>
              <a:gd name="connsiteX2577" fmla="*/ 5239931 w 9312201"/>
              <a:gd name="connsiteY2577" fmla="*/ 3050730 h 4927186"/>
              <a:gd name="connsiteX2578" fmla="*/ 5218111 w 9312201"/>
              <a:gd name="connsiteY2578" fmla="*/ 3028249 h 4927186"/>
              <a:gd name="connsiteX2579" fmla="*/ 5239931 w 9312201"/>
              <a:gd name="connsiteY2579" fmla="*/ 3005768 h 4927186"/>
              <a:gd name="connsiteX2580" fmla="*/ 5162572 w 9312201"/>
              <a:gd name="connsiteY2580" fmla="*/ 3005768 h 4927186"/>
              <a:gd name="connsiteX2581" fmla="*/ 5185053 w 9312201"/>
              <a:gd name="connsiteY2581" fmla="*/ 3028249 h 4927186"/>
              <a:gd name="connsiteX2582" fmla="*/ 5162572 w 9312201"/>
              <a:gd name="connsiteY2582" fmla="*/ 3050730 h 4927186"/>
              <a:gd name="connsiteX2583" fmla="*/ 5140091 w 9312201"/>
              <a:gd name="connsiteY2583" fmla="*/ 3028249 h 4927186"/>
              <a:gd name="connsiteX2584" fmla="*/ 5162572 w 9312201"/>
              <a:gd name="connsiteY2584" fmla="*/ 3005768 h 4927186"/>
              <a:gd name="connsiteX2585" fmla="*/ 5085212 w 9312201"/>
              <a:gd name="connsiteY2585" fmla="*/ 3005768 h 4927186"/>
              <a:gd name="connsiteX2586" fmla="*/ 5107032 w 9312201"/>
              <a:gd name="connsiteY2586" fmla="*/ 3028249 h 4927186"/>
              <a:gd name="connsiteX2587" fmla="*/ 5085212 w 9312201"/>
              <a:gd name="connsiteY2587" fmla="*/ 3050730 h 4927186"/>
              <a:gd name="connsiteX2588" fmla="*/ 5063392 w 9312201"/>
              <a:gd name="connsiteY2588" fmla="*/ 3028249 h 4927186"/>
              <a:gd name="connsiteX2589" fmla="*/ 5085212 w 9312201"/>
              <a:gd name="connsiteY2589" fmla="*/ 3005768 h 4927186"/>
              <a:gd name="connsiteX2590" fmla="*/ 5007193 w 9312201"/>
              <a:gd name="connsiteY2590" fmla="*/ 3005768 h 4927186"/>
              <a:gd name="connsiteX2591" fmla="*/ 5029013 w 9312201"/>
              <a:gd name="connsiteY2591" fmla="*/ 3028249 h 4927186"/>
              <a:gd name="connsiteX2592" fmla="*/ 5007193 w 9312201"/>
              <a:gd name="connsiteY2592" fmla="*/ 3050730 h 4927186"/>
              <a:gd name="connsiteX2593" fmla="*/ 4985373 w 9312201"/>
              <a:gd name="connsiteY2593" fmla="*/ 3028249 h 4927186"/>
              <a:gd name="connsiteX2594" fmla="*/ 5007193 w 9312201"/>
              <a:gd name="connsiteY2594" fmla="*/ 3005768 h 4927186"/>
              <a:gd name="connsiteX2595" fmla="*/ 4928511 w 9312201"/>
              <a:gd name="connsiteY2595" fmla="*/ 3005768 h 4927186"/>
              <a:gd name="connsiteX2596" fmla="*/ 4950992 w 9312201"/>
              <a:gd name="connsiteY2596" fmla="*/ 3028249 h 4927186"/>
              <a:gd name="connsiteX2597" fmla="*/ 4928511 w 9312201"/>
              <a:gd name="connsiteY2597" fmla="*/ 3050730 h 4927186"/>
              <a:gd name="connsiteX2598" fmla="*/ 4906030 w 9312201"/>
              <a:gd name="connsiteY2598" fmla="*/ 3028249 h 4927186"/>
              <a:gd name="connsiteX2599" fmla="*/ 4928511 w 9312201"/>
              <a:gd name="connsiteY2599" fmla="*/ 3005768 h 4927186"/>
              <a:gd name="connsiteX2600" fmla="*/ 4850491 w 9312201"/>
              <a:gd name="connsiteY2600" fmla="*/ 3005768 h 4927186"/>
              <a:gd name="connsiteX2601" fmla="*/ 4872972 w 9312201"/>
              <a:gd name="connsiteY2601" fmla="*/ 3028249 h 4927186"/>
              <a:gd name="connsiteX2602" fmla="*/ 4850491 w 9312201"/>
              <a:gd name="connsiteY2602" fmla="*/ 3050730 h 4927186"/>
              <a:gd name="connsiteX2603" fmla="*/ 4828010 w 9312201"/>
              <a:gd name="connsiteY2603" fmla="*/ 3028249 h 4927186"/>
              <a:gd name="connsiteX2604" fmla="*/ 4850491 w 9312201"/>
              <a:gd name="connsiteY2604" fmla="*/ 3005768 h 4927186"/>
              <a:gd name="connsiteX2605" fmla="*/ 4773132 w 9312201"/>
              <a:gd name="connsiteY2605" fmla="*/ 3005768 h 4927186"/>
              <a:gd name="connsiteX2606" fmla="*/ 4794952 w 9312201"/>
              <a:gd name="connsiteY2606" fmla="*/ 3028249 h 4927186"/>
              <a:gd name="connsiteX2607" fmla="*/ 4773132 w 9312201"/>
              <a:gd name="connsiteY2607" fmla="*/ 3050730 h 4927186"/>
              <a:gd name="connsiteX2608" fmla="*/ 4751312 w 9312201"/>
              <a:gd name="connsiteY2608" fmla="*/ 3028249 h 4927186"/>
              <a:gd name="connsiteX2609" fmla="*/ 4773132 w 9312201"/>
              <a:gd name="connsiteY2609" fmla="*/ 3005768 h 4927186"/>
              <a:gd name="connsiteX2610" fmla="*/ 4695111 w 9312201"/>
              <a:gd name="connsiteY2610" fmla="*/ 3005768 h 4927186"/>
              <a:gd name="connsiteX2611" fmla="*/ 4716931 w 9312201"/>
              <a:gd name="connsiteY2611" fmla="*/ 3028249 h 4927186"/>
              <a:gd name="connsiteX2612" fmla="*/ 4695111 w 9312201"/>
              <a:gd name="connsiteY2612" fmla="*/ 3050730 h 4927186"/>
              <a:gd name="connsiteX2613" fmla="*/ 4673291 w 9312201"/>
              <a:gd name="connsiteY2613" fmla="*/ 3028249 h 4927186"/>
              <a:gd name="connsiteX2614" fmla="*/ 4695111 w 9312201"/>
              <a:gd name="connsiteY2614" fmla="*/ 3005768 h 4927186"/>
              <a:gd name="connsiteX2615" fmla="*/ 4617091 w 9312201"/>
              <a:gd name="connsiteY2615" fmla="*/ 3005768 h 4927186"/>
              <a:gd name="connsiteX2616" fmla="*/ 4638911 w 9312201"/>
              <a:gd name="connsiteY2616" fmla="*/ 3028249 h 4927186"/>
              <a:gd name="connsiteX2617" fmla="*/ 4617091 w 9312201"/>
              <a:gd name="connsiteY2617" fmla="*/ 3050730 h 4927186"/>
              <a:gd name="connsiteX2618" fmla="*/ 4595271 w 9312201"/>
              <a:gd name="connsiteY2618" fmla="*/ 3028249 h 4927186"/>
              <a:gd name="connsiteX2619" fmla="*/ 4617091 w 9312201"/>
              <a:gd name="connsiteY2619" fmla="*/ 3005768 h 4927186"/>
              <a:gd name="connsiteX2620" fmla="*/ 4539070 w 9312201"/>
              <a:gd name="connsiteY2620" fmla="*/ 3005768 h 4927186"/>
              <a:gd name="connsiteX2621" fmla="*/ 4560890 w 9312201"/>
              <a:gd name="connsiteY2621" fmla="*/ 3028249 h 4927186"/>
              <a:gd name="connsiteX2622" fmla="*/ 4539070 w 9312201"/>
              <a:gd name="connsiteY2622" fmla="*/ 3050730 h 4927186"/>
              <a:gd name="connsiteX2623" fmla="*/ 4517250 w 9312201"/>
              <a:gd name="connsiteY2623" fmla="*/ 3028249 h 4927186"/>
              <a:gd name="connsiteX2624" fmla="*/ 4539070 w 9312201"/>
              <a:gd name="connsiteY2624" fmla="*/ 3005768 h 4927186"/>
              <a:gd name="connsiteX2625" fmla="*/ 4461711 w 9312201"/>
              <a:gd name="connsiteY2625" fmla="*/ 3005768 h 4927186"/>
              <a:gd name="connsiteX2626" fmla="*/ 4484192 w 9312201"/>
              <a:gd name="connsiteY2626" fmla="*/ 3028249 h 4927186"/>
              <a:gd name="connsiteX2627" fmla="*/ 4461711 w 9312201"/>
              <a:gd name="connsiteY2627" fmla="*/ 3050730 h 4927186"/>
              <a:gd name="connsiteX2628" fmla="*/ 4439230 w 9312201"/>
              <a:gd name="connsiteY2628" fmla="*/ 3028249 h 4927186"/>
              <a:gd name="connsiteX2629" fmla="*/ 4461711 w 9312201"/>
              <a:gd name="connsiteY2629" fmla="*/ 3005768 h 4927186"/>
              <a:gd name="connsiteX2630" fmla="*/ 4384351 w 9312201"/>
              <a:gd name="connsiteY2630" fmla="*/ 3005768 h 4927186"/>
              <a:gd name="connsiteX2631" fmla="*/ 4406171 w 9312201"/>
              <a:gd name="connsiteY2631" fmla="*/ 3028249 h 4927186"/>
              <a:gd name="connsiteX2632" fmla="*/ 4384351 w 9312201"/>
              <a:gd name="connsiteY2632" fmla="*/ 3050730 h 4927186"/>
              <a:gd name="connsiteX2633" fmla="*/ 4362531 w 9312201"/>
              <a:gd name="connsiteY2633" fmla="*/ 3028249 h 4927186"/>
              <a:gd name="connsiteX2634" fmla="*/ 4384351 w 9312201"/>
              <a:gd name="connsiteY2634" fmla="*/ 3005768 h 4927186"/>
              <a:gd name="connsiteX2635" fmla="*/ 4305009 w 9312201"/>
              <a:gd name="connsiteY2635" fmla="*/ 3005768 h 4927186"/>
              <a:gd name="connsiteX2636" fmla="*/ 4326829 w 9312201"/>
              <a:gd name="connsiteY2636" fmla="*/ 3028249 h 4927186"/>
              <a:gd name="connsiteX2637" fmla="*/ 4305009 w 9312201"/>
              <a:gd name="connsiteY2637" fmla="*/ 3050730 h 4927186"/>
              <a:gd name="connsiteX2638" fmla="*/ 4283189 w 9312201"/>
              <a:gd name="connsiteY2638" fmla="*/ 3028249 h 4927186"/>
              <a:gd name="connsiteX2639" fmla="*/ 4305009 w 9312201"/>
              <a:gd name="connsiteY2639" fmla="*/ 3005768 h 4927186"/>
              <a:gd name="connsiteX2640" fmla="*/ 4226989 w 9312201"/>
              <a:gd name="connsiteY2640" fmla="*/ 3005768 h 4927186"/>
              <a:gd name="connsiteX2641" fmla="*/ 4248809 w 9312201"/>
              <a:gd name="connsiteY2641" fmla="*/ 3028249 h 4927186"/>
              <a:gd name="connsiteX2642" fmla="*/ 4226989 w 9312201"/>
              <a:gd name="connsiteY2642" fmla="*/ 3050730 h 4927186"/>
              <a:gd name="connsiteX2643" fmla="*/ 4205169 w 9312201"/>
              <a:gd name="connsiteY2643" fmla="*/ 3028249 h 4927186"/>
              <a:gd name="connsiteX2644" fmla="*/ 4226989 w 9312201"/>
              <a:gd name="connsiteY2644" fmla="*/ 3005768 h 4927186"/>
              <a:gd name="connsiteX2645" fmla="*/ 2826588 w 9312201"/>
              <a:gd name="connsiteY2645" fmla="*/ 3005768 h 4927186"/>
              <a:gd name="connsiteX2646" fmla="*/ 2848408 w 9312201"/>
              <a:gd name="connsiteY2646" fmla="*/ 3028249 h 4927186"/>
              <a:gd name="connsiteX2647" fmla="*/ 2826588 w 9312201"/>
              <a:gd name="connsiteY2647" fmla="*/ 3050730 h 4927186"/>
              <a:gd name="connsiteX2648" fmla="*/ 2804768 w 9312201"/>
              <a:gd name="connsiteY2648" fmla="*/ 3028249 h 4927186"/>
              <a:gd name="connsiteX2649" fmla="*/ 2826588 w 9312201"/>
              <a:gd name="connsiteY2649" fmla="*/ 3005768 h 4927186"/>
              <a:gd name="connsiteX2650" fmla="*/ 2748567 w 9312201"/>
              <a:gd name="connsiteY2650" fmla="*/ 3005768 h 4927186"/>
              <a:gd name="connsiteX2651" fmla="*/ 2770387 w 9312201"/>
              <a:gd name="connsiteY2651" fmla="*/ 3028249 h 4927186"/>
              <a:gd name="connsiteX2652" fmla="*/ 2748567 w 9312201"/>
              <a:gd name="connsiteY2652" fmla="*/ 3050730 h 4927186"/>
              <a:gd name="connsiteX2653" fmla="*/ 2726747 w 9312201"/>
              <a:gd name="connsiteY2653" fmla="*/ 3028249 h 4927186"/>
              <a:gd name="connsiteX2654" fmla="*/ 2748567 w 9312201"/>
              <a:gd name="connsiteY2654" fmla="*/ 3005768 h 4927186"/>
              <a:gd name="connsiteX2655" fmla="*/ 2670547 w 9312201"/>
              <a:gd name="connsiteY2655" fmla="*/ 3005768 h 4927186"/>
              <a:gd name="connsiteX2656" fmla="*/ 2692367 w 9312201"/>
              <a:gd name="connsiteY2656" fmla="*/ 3028249 h 4927186"/>
              <a:gd name="connsiteX2657" fmla="*/ 2670547 w 9312201"/>
              <a:gd name="connsiteY2657" fmla="*/ 3050730 h 4927186"/>
              <a:gd name="connsiteX2658" fmla="*/ 2648727 w 9312201"/>
              <a:gd name="connsiteY2658" fmla="*/ 3028249 h 4927186"/>
              <a:gd name="connsiteX2659" fmla="*/ 2670547 w 9312201"/>
              <a:gd name="connsiteY2659" fmla="*/ 3005768 h 4927186"/>
              <a:gd name="connsiteX2660" fmla="*/ 2592527 w 9312201"/>
              <a:gd name="connsiteY2660" fmla="*/ 3005768 h 4927186"/>
              <a:gd name="connsiteX2661" fmla="*/ 2614347 w 9312201"/>
              <a:gd name="connsiteY2661" fmla="*/ 3028249 h 4927186"/>
              <a:gd name="connsiteX2662" fmla="*/ 2592527 w 9312201"/>
              <a:gd name="connsiteY2662" fmla="*/ 3050730 h 4927186"/>
              <a:gd name="connsiteX2663" fmla="*/ 2570707 w 9312201"/>
              <a:gd name="connsiteY2663" fmla="*/ 3028249 h 4927186"/>
              <a:gd name="connsiteX2664" fmla="*/ 2592527 w 9312201"/>
              <a:gd name="connsiteY2664" fmla="*/ 3005768 h 4927186"/>
              <a:gd name="connsiteX2665" fmla="*/ 2513845 w 9312201"/>
              <a:gd name="connsiteY2665" fmla="*/ 3005768 h 4927186"/>
              <a:gd name="connsiteX2666" fmla="*/ 2536326 w 9312201"/>
              <a:gd name="connsiteY2666" fmla="*/ 3028249 h 4927186"/>
              <a:gd name="connsiteX2667" fmla="*/ 2513845 w 9312201"/>
              <a:gd name="connsiteY2667" fmla="*/ 3050730 h 4927186"/>
              <a:gd name="connsiteX2668" fmla="*/ 2491364 w 9312201"/>
              <a:gd name="connsiteY2668" fmla="*/ 3028249 h 4927186"/>
              <a:gd name="connsiteX2669" fmla="*/ 2513845 w 9312201"/>
              <a:gd name="connsiteY2669" fmla="*/ 3005768 h 4927186"/>
              <a:gd name="connsiteX2670" fmla="*/ 2436486 w 9312201"/>
              <a:gd name="connsiteY2670" fmla="*/ 3005768 h 4927186"/>
              <a:gd name="connsiteX2671" fmla="*/ 2458306 w 9312201"/>
              <a:gd name="connsiteY2671" fmla="*/ 3028249 h 4927186"/>
              <a:gd name="connsiteX2672" fmla="*/ 2436486 w 9312201"/>
              <a:gd name="connsiteY2672" fmla="*/ 3050730 h 4927186"/>
              <a:gd name="connsiteX2673" fmla="*/ 2414666 w 9312201"/>
              <a:gd name="connsiteY2673" fmla="*/ 3028249 h 4927186"/>
              <a:gd name="connsiteX2674" fmla="*/ 2436486 w 9312201"/>
              <a:gd name="connsiteY2674" fmla="*/ 3005768 h 4927186"/>
              <a:gd name="connsiteX2675" fmla="*/ 2358465 w 9312201"/>
              <a:gd name="connsiteY2675" fmla="*/ 3005768 h 4927186"/>
              <a:gd name="connsiteX2676" fmla="*/ 2380285 w 9312201"/>
              <a:gd name="connsiteY2676" fmla="*/ 3028249 h 4927186"/>
              <a:gd name="connsiteX2677" fmla="*/ 2358465 w 9312201"/>
              <a:gd name="connsiteY2677" fmla="*/ 3050730 h 4927186"/>
              <a:gd name="connsiteX2678" fmla="*/ 2336645 w 9312201"/>
              <a:gd name="connsiteY2678" fmla="*/ 3028249 h 4927186"/>
              <a:gd name="connsiteX2679" fmla="*/ 2358465 w 9312201"/>
              <a:gd name="connsiteY2679" fmla="*/ 3005768 h 4927186"/>
              <a:gd name="connsiteX2680" fmla="*/ 2280445 w 9312201"/>
              <a:gd name="connsiteY2680" fmla="*/ 3005768 h 4927186"/>
              <a:gd name="connsiteX2681" fmla="*/ 2302265 w 9312201"/>
              <a:gd name="connsiteY2681" fmla="*/ 3028249 h 4927186"/>
              <a:gd name="connsiteX2682" fmla="*/ 2280445 w 9312201"/>
              <a:gd name="connsiteY2682" fmla="*/ 3050730 h 4927186"/>
              <a:gd name="connsiteX2683" fmla="*/ 2258625 w 9312201"/>
              <a:gd name="connsiteY2683" fmla="*/ 3028249 h 4927186"/>
              <a:gd name="connsiteX2684" fmla="*/ 2280445 w 9312201"/>
              <a:gd name="connsiteY2684" fmla="*/ 3005768 h 4927186"/>
              <a:gd name="connsiteX2685" fmla="*/ 4149629 w 9312201"/>
              <a:gd name="connsiteY2685" fmla="*/ 3005767 h 4927186"/>
              <a:gd name="connsiteX2686" fmla="*/ 4172110 w 9312201"/>
              <a:gd name="connsiteY2686" fmla="*/ 3028248 h 4927186"/>
              <a:gd name="connsiteX2687" fmla="*/ 4149629 w 9312201"/>
              <a:gd name="connsiteY2687" fmla="*/ 3050729 h 4927186"/>
              <a:gd name="connsiteX2688" fmla="*/ 4127148 w 9312201"/>
              <a:gd name="connsiteY2688" fmla="*/ 3028248 h 4927186"/>
              <a:gd name="connsiteX2689" fmla="*/ 4149629 w 9312201"/>
              <a:gd name="connsiteY2689" fmla="*/ 3005767 h 4927186"/>
              <a:gd name="connsiteX2690" fmla="*/ 4072270 w 9312201"/>
              <a:gd name="connsiteY2690" fmla="*/ 3005767 h 4927186"/>
              <a:gd name="connsiteX2691" fmla="*/ 4094090 w 9312201"/>
              <a:gd name="connsiteY2691" fmla="*/ 3028248 h 4927186"/>
              <a:gd name="connsiteX2692" fmla="*/ 4072270 w 9312201"/>
              <a:gd name="connsiteY2692" fmla="*/ 3050729 h 4927186"/>
              <a:gd name="connsiteX2693" fmla="*/ 4050450 w 9312201"/>
              <a:gd name="connsiteY2693" fmla="*/ 3028248 h 4927186"/>
              <a:gd name="connsiteX2694" fmla="*/ 4072270 w 9312201"/>
              <a:gd name="connsiteY2694" fmla="*/ 3005767 h 4927186"/>
              <a:gd name="connsiteX2695" fmla="*/ 5708054 w 9312201"/>
              <a:gd name="connsiteY2695" fmla="*/ 2927748 h 4927186"/>
              <a:gd name="connsiteX2696" fmla="*/ 5729874 w 9312201"/>
              <a:gd name="connsiteY2696" fmla="*/ 2949568 h 4927186"/>
              <a:gd name="connsiteX2697" fmla="*/ 5708054 w 9312201"/>
              <a:gd name="connsiteY2697" fmla="*/ 2971388 h 4927186"/>
              <a:gd name="connsiteX2698" fmla="*/ 5686234 w 9312201"/>
              <a:gd name="connsiteY2698" fmla="*/ 2949568 h 4927186"/>
              <a:gd name="connsiteX2699" fmla="*/ 5708054 w 9312201"/>
              <a:gd name="connsiteY2699" fmla="*/ 2927748 h 4927186"/>
              <a:gd name="connsiteX2700" fmla="*/ 5630034 w 9312201"/>
              <a:gd name="connsiteY2700" fmla="*/ 2927748 h 4927186"/>
              <a:gd name="connsiteX2701" fmla="*/ 5651854 w 9312201"/>
              <a:gd name="connsiteY2701" fmla="*/ 2949568 h 4927186"/>
              <a:gd name="connsiteX2702" fmla="*/ 5630034 w 9312201"/>
              <a:gd name="connsiteY2702" fmla="*/ 2971388 h 4927186"/>
              <a:gd name="connsiteX2703" fmla="*/ 5608214 w 9312201"/>
              <a:gd name="connsiteY2703" fmla="*/ 2949568 h 4927186"/>
              <a:gd name="connsiteX2704" fmla="*/ 5630034 w 9312201"/>
              <a:gd name="connsiteY2704" fmla="*/ 2927748 h 4927186"/>
              <a:gd name="connsiteX2705" fmla="*/ 5552013 w 9312201"/>
              <a:gd name="connsiteY2705" fmla="*/ 2927748 h 4927186"/>
              <a:gd name="connsiteX2706" fmla="*/ 5573833 w 9312201"/>
              <a:gd name="connsiteY2706" fmla="*/ 2949568 h 4927186"/>
              <a:gd name="connsiteX2707" fmla="*/ 5552013 w 9312201"/>
              <a:gd name="connsiteY2707" fmla="*/ 2971388 h 4927186"/>
              <a:gd name="connsiteX2708" fmla="*/ 5530193 w 9312201"/>
              <a:gd name="connsiteY2708" fmla="*/ 2949568 h 4927186"/>
              <a:gd name="connsiteX2709" fmla="*/ 5552013 w 9312201"/>
              <a:gd name="connsiteY2709" fmla="*/ 2927748 h 4927186"/>
              <a:gd name="connsiteX2710" fmla="*/ 5473331 w 9312201"/>
              <a:gd name="connsiteY2710" fmla="*/ 2927748 h 4927186"/>
              <a:gd name="connsiteX2711" fmla="*/ 5495812 w 9312201"/>
              <a:gd name="connsiteY2711" fmla="*/ 2949568 h 4927186"/>
              <a:gd name="connsiteX2712" fmla="*/ 5473331 w 9312201"/>
              <a:gd name="connsiteY2712" fmla="*/ 2971388 h 4927186"/>
              <a:gd name="connsiteX2713" fmla="*/ 5450850 w 9312201"/>
              <a:gd name="connsiteY2713" fmla="*/ 2949568 h 4927186"/>
              <a:gd name="connsiteX2714" fmla="*/ 5473331 w 9312201"/>
              <a:gd name="connsiteY2714" fmla="*/ 2927748 h 4927186"/>
              <a:gd name="connsiteX2715" fmla="*/ 5395972 w 9312201"/>
              <a:gd name="connsiteY2715" fmla="*/ 2927748 h 4927186"/>
              <a:gd name="connsiteX2716" fmla="*/ 5417792 w 9312201"/>
              <a:gd name="connsiteY2716" fmla="*/ 2949568 h 4927186"/>
              <a:gd name="connsiteX2717" fmla="*/ 5395972 w 9312201"/>
              <a:gd name="connsiteY2717" fmla="*/ 2971388 h 4927186"/>
              <a:gd name="connsiteX2718" fmla="*/ 5374152 w 9312201"/>
              <a:gd name="connsiteY2718" fmla="*/ 2949568 h 4927186"/>
              <a:gd name="connsiteX2719" fmla="*/ 5395972 w 9312201"/>
              <a:gd name="connsiteY2719" fmla="*/ 2927748 h 4927186"/>
              <a:gd name="connsiteX2720" fmla="*/ 5317953 w 9312201"/>
              <a:gd name="connsiteY2720" fmla="*/ 2927748 h 4927186"/>
              <a:gd name="connsiteX2721" fmla="*/ 5339773 w 9312201"/>
              <a:gd name="connsiteY2721" fmla="*/ 2949568 h 4927186"/>
              <a:gd name="connsiteX2722" fmla="*/ 5317953 w 9312201"/>
              <a:gd name="connsiteY2722" fmla="*/ 2971388 h 4927186"/>
              <a:gd name="connsiteX2723" fmla="*/ 5296133 w 9312201"/>
              <a:gd name="connsiteY2723" fmla="*/ 2949568 h 4927186"/>
              <a:gd name="connsiteX2724" fmla="*/ 5317953 w 9312201"/>
              <a:gd name="connsiteY2724" fmla="*/ 2927748 h 4927186"/>
              <a:gd name="connsiteX2725" fmla="*/ 2748567 w 9312201"/>
              <a:gd name="connsiteY2725" fmla="*/ 2927748 h 4927186"/>
              <a:gd name="connsiteX2726" fmla="*/ 2770387 w 9312201"/>
              <a:gd name="connsiteY2726" fmla="*/ 2949568 h 4927186"/>
              <a:gd name="connsiteX2727" fmla="*/ 2748567 w 9312201"/>
              <a:gd name="connsiteY2727" fmla="*/ 2971388 h 4927186"/>
              <a:gd name="connsiteX2728" fmla="*/ 2726747 w 9312201"/>
              <a:gd name="connsiteY2728" fmla="*/ 2949568 h 4927186"/>
              <a:gd name="connsiteX2729" fmla="*/ 2748567 w 9312201"/>
              <a:gd name="connsiteY2729" fmla="*/ 2927748 h 4927186"/>
              <a:gd name="connsiteX2730" fmla="*/ 2670547 w 9312201"/>
              <a:gd name="connsiteY2730" fmla="*/ 2927748 h 4927186"/>
              <a:gd name="connsiteX2731" fmla="*/ 2692367 w 9312201"/>
              <a:gd name="connsiteY2731" fmla="*/ 2949568 h 4927186"/>
              <a:gd name="connsiteX2732" fmla="*/ 2670547 w 9312201"/>
              <a:gd name="connsiteY2732" fmla="*/ 2971388 h 4927186"/>
              <a:gd name="connsiteX2733" fmla="*/ 2648727 w 9312201"/>
              <a:gd name="connsiteY2733" fmla="*/ 2949568 h 4927186"/>
              <a:gd name="connsiteX2734" fmla="*/ 2670547 w 9312201"/>
              <a:gd name="connsiteY2734" fmla="*/ 2927748 h 4927186"/>
              <a:gd name="connsiteX2735" fmla="*/ 2592527 w 9312201"/>
              <a:gd name="connsiteY2735" fmla="*/ 2927748 h 4927186"/>
              <a:gd name="connsiteX2736" fmla="*/ 2614347 w 9312201"/>
              <a:gd name="connsiteY2736" fmla="*/ 2949568 h 4927186"/>
              <a:gd name="connsiteX2737" fmla="*/ 2592527 w 9312201"/>
              <a:gd name="connsiteY2737" fmla="*/ 2971388 h 4927186"/>
              <a:gd name="connsiteX2738" fmla="*/ 2570707 w 9312201"/>
              <a:gd name="connsiteY2738" fmla="*/ 2949568 h 4927186"/>
              <a:gd name="connsiteX2739" fmla="*/ 2592527 w 9312201"/>
              <a:gd name="connsiteY2739" fmla="*/ 2927748 h 4927186"/>
              <a:gd name="connsiteX2740" fmla="*/ 2513845 w 9312201"/>
              <a:gd name="connsiteY2740" fmla="*/ 2927748 h 4927186"/>
              <a:gd name="connsiteX2741" fmla="*/ 2536326 w 9312201"/>
              <a:gd name="connsiteY2741" fmla="*/ 2949568 h 4927186"/>
              <a:gd name="connsiteX2742" fmla="*/ 2513845 w 9312201"/>
              <a:gd name="connsiteY2742" fmla="*/ 2971388 h 4927186"/>
              <a:gd name="connsiteX2743" fmla="*/ 2491364 w 9312201"/>
              <a:gd name="connsiteY2743" fmla="*/ 2949568 h 4927186"/>
              <a:gd name="connsiteX2744" fmla="*/ 2513845 w 9312201"/>
              <a:gd name="connsiteY2744" fmla="*/ 2927748 h 4927186"/>
              <a:gd name="connsiteX2745" fmla="*/ 2436486 w 9312201"/>
              <a:gd name="connsiteY2745" fmla="*/ 2927748 h 4927186"/>
              <a:gd name="connsiteX2746" fmla="*/ 2458306 w 9312201"/>
              <a:gd name="connsiteY2746" fmla="*/ 2949568 h 4927186"/>
              <a:gd name="connsiteX2747" fmla="*/ 2436486 w 9312201"/>
              <a:gd name="connsiteY2747" fmla="*/ 2971388 h 4927186"/>
              <a:gd name="connsiteX2748" fmla="*/ 2414666 w 9312201"/>
              <a:gd name="connsiteY2748" fmla="*/ 2949568 h 4927186"/>
              <a:gd name="connsiteX2749" fmla="*/ 2436486 w 9312201"/>
              <a:gd name="connsiteY2749" fmla="*/ 2927748 h 4927186"/>
              <a:gd name="connsiteX2750" fmla="*/ 2358465 w 9312201"/>
              <a:gd name="connsiteY2750" fmla="*/ 2927748 h 4927186"/>
              <a:gd name="connsiteX2751" fmla="*/ 2380285 w 9312201"/>
              <a:gd name="connsiteY2751" fmla="*/ 2949568 h 4927186"/>
              <a:gd name="connsiteX2752" fmla="*/ 2358465 w 9312201"/>
              <a:gd name="connsiteY2752" fmla="*/ 2971388 h 4927186"/>
              <a:gd name="connsiteX2753" fmla="*/ 2336645 w 9312201"/>
              <a:gd name="connsiteY2753" fmla="*/ 2949568 h 4927186"/>
              <a:gd name="connsiteX2754" fmla="*/ 2358465 w 9312201"/>
              <a:gd name="connsiteY2754" fmla="*/ 2927748 h 4927186"/>
              <a:gd name="connsiteX2755" fmla="*/ 2280445 w 9312201"/>
              <a:gd name="connsiteY2755" fmla="*/ 2927748 h 4927186"/>
              <a:gd name="connsiteX2756" fmla="*/ 2302265 w 9312201"/>
              <a:gd name="connsiteY2756" fmla="*/ 2949568 h 4927186"/>
              <a:gd name="connsiteX2757" fmla="*/ 2280445 w 9312201"/>
              <a:gd name="connsiteY2757" fmla="*/ 2971388 h 4927186"/>
              <a:gd name="connsiteX2758" fmla="*/ 2258625 w 9312201"/>
              <a:gd name="connsiteY2758" fmla="*/ 2949568 h 4927186"/>
              <a:gd name="connsiteX2759" fmla="*/ 2280445 w 9312201"/>
              <a:gd name="connsiteY2759" fmla="*/ 2927748 h 4927186"/>
              <a:gd name="connsiteX2760" fmla="*/ 2203086 w 9312201"/>
              <a:gd name="connsiteY2760" fmla="*/ 2927748 h 4927186"/>
              <a:gd name="connsiteX2761" fmla="*/ 2225567 w 9312201"/>
              <a:gd name="connsiteY2761" fmla="*/ 2949568 h 4927186"/>
              <a:gd name="connsiteX2762" fmla="*/ 2203086 w 9312201"/>
              <a:gd name="connsiteY2762" fmla="*/ 2971388 h 4927186"/>
              <a:gd name="connsiteX2763" fmla="*/ 2180605 w 9312201"/>
              <a:gd name="connsiteY2763" fmla="*/ 2949568 h 4927186"/>
              <a:gd name="connsiteX2764" fmla="*/ 2203086 w 9312201"/>
              <a:gd name="connsiteY2764" fmla="*/ 2927748 h 4927186"/>
              <a:gd name="connsiteX2765" fmla="*/ 2125727 w 9312201"/>
              <a:gd name="connsiteY2765" fmla="*/ 2927748 h 4927186"/>
              <a:gd name="connsiteX2766" fmla="*/ 2147547 w 9312201"/>
              <a:gd name="connsiteY2766" fmla="*/ 2949568 h 4927186"/>
              <a:gd name="connsiteX2767" fmla="*/ 2125727 w 9312201"/>
              <a:gd name="connsiteY2767" fmla="*/ 2971388 h 4927186"/>
              <a:gd name="connsiteX2768" fmla="*/ 2103907 w 9312201"/>
              <a:gd name="connsiteY2768" fmla="*/ 2949568 h 4927186"/>
              <a:gd name="connsiteX2769" fmla="*/ 2125727 w 9312201"/>
              <a:gd name="connsiteY2769" fmla="*/ 2927748 h 4927186"/>
              <a:gd name="connsiteX2770" fmla="*/ 7654597 w 9312201"/>
              <a:gd name="connsiteY2770" fmla="*/ 2927747 h 4927186"/>
              <a:gd name="connsiteX2771" fmla="*/ 7676417 w 9312201"/>
              <a:gd name="connsiteY2771" fmla="*/ 2949567 h 4927186"/>
              <a:gd name="connsiteX2772" fmla="*/ 7654597 w 9312201"/>
              <a:gd name="connsiteY2772" fmla="*/ 2971387 h 4927186"/>
              <a:gd name="connsiteX2773" fmla="*/ 7632777 w 9312201"/>
              <a:gd name="connsiteY2773" fmla="*/ 2949567 h 4927186"/>
              <a:gd name="connsiteX2774" fmla="*/ 7654597 w 9312201"/>
              <a:gd name="connsiteY2774" fmla="*/ 2927747 h 4927186"/>
              <a:gd name="connsiteX2775" fmla="*/ 7576577 w 9312201"/>
              <a:gd name="connsiteY2775" fmla="*/ 2927747 h 4927186"/>
              <a:gd name="connsiteX2776" fmla="*/ 7598397 w 9312201"/>
              <a:gd name="connsiteY2776" fmla="*/ 2949567 h 4927186"/>
              <a:gd name="connsiteX2777" fmla="*/ 7576577 w 9312201"/>
              <a:gd name="connsiteY2777" fmla="*/ 2971387 h 4927186"/>
              <a:gd name="connsiteX2778" fmla="*/ 7554757 w 9312201"/>
              <a:gd name="connsiteY2778" fmla="*/ 2949567 h 4927186"/>
              <a:gd name="connsiteX2779" fmla="*/ 7576577 w 9312201"/>
              <a:gd name="connsiteY2779" fmla="*/ 2927747 h 4927186"/>
              <a:gd name="connsiteX2780" fmla="*/ 7109116 w 9312201"/>
              <a:gd name="connsiteY2780" fmla="*/ 2927747 h 4927186"/>
              <a:gd name="connsiteX2781" fmla="*/ 7131597 w 9312201"/>
              <a:gd name="connsiteY2781" fmla="*/ 2949567 h 4927186"/>
              <a:gd name="connsiteX2782" fmla="*/ 7109116 w 9312201"/>
              <a:gd name="connsiteY2782" fmla="*/ 2971387 h 4927186"/>
              <a:gd name="connsiteX2783" fmla="*/ 7086635 w 9312201"/>
              <a:gd name="connsiteY2783" fmla="*/ 2949567 h 4927186"/>
              <a:gd name="connsiteX2784" fmla="*/ 7109116 w 9312201"/>
              <a:gd name="connsiteY2784" fmla="*/ 2927747 h 4927186"/>
              <a:gd name="connsiteX2785" fmla="*/ 6953736 w 9312201"/>
              <a:gd name="connsiteY2785" fmla="*/ 2927747 h 4927186"/>
              <a:gd name="connsiteX2786" fmla="*/ 6975556 w 9312201"/>
              <a:gd name="connsiteY2786" fmla="*/ 2949567 h 4927186"/>
              <a:gd name="connsiteX2787" fmla="*/ 6953736 w 9312201"/>
              <a:gd name="connsiteY2787" fmla="*/ 2971387 h 4927186"/>
              <a:gd name="connsiteX2788" fmla="*/ 6931916 w 9312201"/>
              <a:gd name="connsiteY2788" fmla="*/ 2949567 h 4927186"/>
              <a:gd name="connsiteX2789" fmla="*/ 6953736 w 9312201"/>
              <a:gd name="connsiteY2789" fmla="*/ 2927747 h 4927186"/>
              <a:gd name="connsiteX2790" fmla="*/ 6408916 w 9312201"/>
              <a:gd name="connsiteY2790" fmla="*/ 2927747 h 4927186"/>
              <a:gd name="connsiteX2791" fmla="*/ 6430736 w 9312201"/>
              <a:gd name="connsiteY2791" fmla="*/ 2949567 h 4927186"/>
              <a:gd name="connsiteX2792" fmla="*/ 6408916 w 9312201"/>
              <a:gd name="connsiteY2792" fmla="*/ 2971387 h 4927186"/>
              <a:gd name="connsiteX2793" fmla="*/ 6387096 w 9312201"/>
              <a:gd name="connsiteY2793" fmla="*/ 2949567 h 4927186"/>
              <a:gd name="connsiteX2794" fmla="*/ 6408916 w 9312201"/>
              <a:gd name="connsiteY2794" fmla="*/ 2927747 h 4927186"/>
              <a:gd name="connsiteX2795" fmla="*/ 5239931 w 9312201"/>
              <a:gd name="connsiteY2795" fmla="*/ 2927747 h 4927186"/>
              <a:gd name="connsiteX2796" fmla="*/ 5261751 w 9312201"/>
              <a:gd name="connsiteY2796" fmla="*/ 2949567 h 4927186"/>
              <a:gd name="connsiteX2797" fmla="*/ 5239931 w 9312201"/>
              <a:gd name="connsiteY2797" fmla="*/ 2971387 h 4927186"/>
              <a:gd name="connsiteX2798" fmla="*/ 5218111 w 9312201"/>
              <a:gd name="connsiteY2798" fmla="*/ 2949567 h 4927186"/>
              <a:gd name="connsiteX2799" fmla="*/ 5239931 w 9312201"/>
              <a:gd name="connsiteY2799" fmla="*/ 2927747 h 4927186"/>
              <a:gd name="connsiteX2800" fmla="*/ 5162572 w 9312201"/>
              <a:gd name="connsiteY2800" fmla="*/ 2927747 h 4927186"/>
              <a:gd name="connsiteX2801" fmla="*/ 5185053 w 9312201"/>
              <a:gd name="connsiteY2801" fmla="*/ 2949567 h 4927186"/>
              <a:gd name="connsiteX2802" fmla="*/ 5162572 w 9312201"/>
              <a:gd name="connsiteY2802" fmla="*/ 2971387 h 4927186"/>
              <a:gd name="connsiteX2803" fmla="*/ 5140091 w 9312201"/>
              <a:gd name="connsiteY2803" fmla="*/ 2949567 h 4927186"/>
              <a:gd name="connsiteX2804" fmla="*/ 5162572 w 9312201"/>
              <a:gd name="connsiteY2804" fmla="*/ 2927747 h 4927186"/>
              <a:gd name="connsiteX2805" fmla="*/ 5085212 w 9312201"/>
              <a:gd name="connsiteY2805" fmla="*/ 2927747 h 4927186"/>
              <a:gd name="connsiteX2806" fmla="*/ 5107032 w 9312201"/>
              <a:gd name="connsiteY2806" fmla="*/ 2949567 h 4927186"/>
              <a:gd name="connsiteX2807" fmla="*/ 5085212 w 9312201"/>
              <a:gd name="connsiteY2807" fmla="*/ 2971387 h 4927186"/>
              <a:gd name="connsiteX2808" fmla="*/ 5063392 w 9312201"/>
              <a:gd name="connsiteY2808" fmla="*/ 2949567 h 4927186"/>
              <a:gd name="connsiteX2809" fmla="*/ 5085212 w 9312201"/>
              <a:gd name="connsiteY2809" fmla="*/ 2927747 h 4927186"/>
              <a:gd name="connsiteX2810" fmla="*/ 5007193 w 9312201"/>
              <a:gd name="connsiteY2810" fmla="*/ 2927747 h 4927186"/>
              <a:gd name="connsiteX2811" fmla="*/ 5029013 w 9312201"/>
              <a:gd name="connsiteY2811" fmla="*/ 2949567 h 4927186"/>
              <a:gd name="connsiteX2812" fmla="*/ 5007193 w 9312201"/>
              <a:gd name="connsiteY2812" fmla="*/ 2971387 h 4927186"/>
              <a:gd name="connsiteX2813" fmla="*/ 4985373 w 9312201"/>
              <a:gd name="connsiteY2813" fmla="*/ 2949567 h 4927186"/>
              <a:gd name="connsiteX2814" fmla="*/ 5007193 w 9312201"/>
              <a:gd name="connsiteY2814" fmla="*/ 2927747 h 4927186"/>
              <a:gd name="connsiteX2815" fmla="*/ 4928511 w 9312201"/>
              <a:gd name="connsiteY2815" fmla="*/ 2927747 h 4927186"/>
              <a:gd name="connsiteX2816" fmla="*/ 4950992 w 9312201"/>
              <a:gd name="connsiteY2816" fmla="*/ 2949567 h 4927186"/>
              <a:gd name="connsiteX2817" fmla="*/ 4928511 w 9312201"/>
              <a:gd name="connsiteY2817" fmla="*/ 2971387 h 4927186"/>
              <a:gd name="connsiteX2818" fmla="*/ 4906030 w 9312201"/>
              <a:gd name="connsiteY2818" fmla="*/ 2949567 h 4927186"/>
              <a:gd name="connsiteX2819" fmla="*/ 4928511 w 9312201"/>
              <a:gd name="connsiteY2819" fmla="*/ 2927747 h 4927186"/>
              <a:gd name="connsiteX2820" fmla="*/ 4850491 w 9312201"/>
              <a:gd name="connsiteY2820" fmla="*/ 2927747 h 4927186"/>
              <a:gd name="connsiteX2821" fmla="*/ 4872972 w 9312201"/>
              <a:gd name="connsiteY2821" fmla="*/ 2949567 h 4927186"/>
              <a:gd name="connsiteX2822" fmla="*/ 4850491 w 9312201"/>
              <a:gd name="connsiteY2822" fmla="*/ 2971387 h 4927186"/>
              <a:gd name="connsiteX2823" fmla="*/ 4828010 w 9312201"/>
              <a:gd name="connsiteY2823" fmla="*/ 2949567 h 4927186"/>
              <a:gd name="connsiteX2824" fmla="*/ 4850491 w 9312201"/>
              <a:gd name="connsiteY2824" fmla="*/ 2927747 h 4927186"/>
              <a:gd name="connsiteX2825" fmla="*/ 4773132 w 9312201"/>
              <a:gd name="connsiteY2825" fmla="*/ 2927747 h 4927186"/>
              <a:gd name="connsiteX2826" fmla="*/ 4794952 w 9312201"/>
              <a:gd name="connsiteY2826" fmla="*/ 2949567 h 4927186"/>
              <a:gd name="connsiteX2827" fmla="*/ 4773132 w 9312201"/>
              <a:gd name="connsiteY2827" fmla="*/ 2971387 h 4927186"/>
              <a:gd name="connsiteX2828" fmla="*/ 4751312 w 9312201"/>
              <a:gd name="connsiteY2828" fmla="*/ 2949567 h 4927186"/>
              <a:gd name="connsiteX2829" fmla="*/ 4773132 w 9312201"/>
              <a:gd name="connsiteY2829" fmla="*/ 2927747 h 4927186"/>
              <a:gd name="connsiteX2830" fmla="*/ 4695111 w 9312201"/>
              <a:gd name="connsiteY2830" fmla="*/ 2927747 h 4927186"/>
              <a:gd name="connsiteX2831" fmla="*/ 4716931 w 9312201"/>
              <a:gd name="connsiteY2831" fmla="*/ 2949567 h 4927186"/>
              <a:gd name="connsiteX2832" fmla="*/ 4695111 w 9312201"/>
              <a:gd name="connsiteY2832" fmla="*/ 2971387 h 4927186"/>
              <a:gd name="connsiteX2833" fmla="*/ 4673291 w 9312201"/>
              <a:gd name="connsiteY2833" fmla="*/ 2949567 h 4927186"/>
              <a:gd name="connsiteX2834" fmla="*/ 4695111 w 9312201"/>
              <a:gd name="connsiteY2834" fmla="*/ 2927747 h 4927186"/>
              <a:gd name="connsiteX2835" fmla="*/ 4617091 w 9312201"/>
              <a:gd name="connsiteY2835" fmla="*/ 2927747 h 4927186"/>
              <a:gd name="connsiteX2836" fmla="*/ 4638911 w 9312201"/>
              <a:gd name="connsiteY2836" fmla="*/ 2949567 h 4927186"/>
              <a:gd name="connsiteX2837" fmla="*/ 4617091 w 9312201"/>
              <a:gd name="connsiteY2837" fmla="*/ 2971387 h 4927186"/>
              <a:gd name="connsiteX2838" fmla="*/ 4595271 w 9312201"/>
              <a:gd name="connsiteY2838" fmla="*/ 2949567 h 4927186"/>
              <a:gd name="connsiteX2839" fmla="*/ 4617091 w 9312201"/>
              <a:gd name="connsiteY2839" fmla="*/ 2927747 h 4927186"/>
              <a:gd name="connsiteX2840" fmla="*/ 4539070 w 9312201"/>
              <a:gd name="connsiteY2840" fmla="*/ 2927747 h 4927186"/>
              <a:gd name="connsiteX2841" fmla="*/ 4560890 w 9312201"/>
              <a:gd name="connsiteY2841" fmla="*/ 2949567 h 4927186"/>
              <a:gd name="connsiteX2842" fmla="*/ 4539070 w 9312201"/>
              <a:gd name="connsiteY2842" fmla="*/ 2971387 h 4927186"/>
              <a:gd name="connsiteX2843" fmla="*/ 4517250 w 9312201"/>
              <a:gd name="connsiteY2843" fmla="*/ 2949567 h 4927186"/>
              <a:gd name="connsiteX2844" fmla="*/ 4539070 w 9312201"/>
              <a:gd name="connsiteY2844" fmla="*/ 2927747 h 4927186"/>
              <a:gd name="connsiteX2845" fmla="*/ 4461711 w 9312201"/>
              <a:gd name="connsiteY2845" fmla="*/ 2927747 h 4927186"/>
              <a:gd name="connsiteX2846" fmla="*/ 4484192 w 9312201"/>
              <a:gd name="connsiteY2846" fmla="*/ 2949567 h 4927186"/>
              <a:gd name="connsiteX2847" fmla="*/ 4461711 w 9312201"/>
              <a:gd name="connsiteY2847" fmla="*/ 2971387 h 4927186"/>
              <a:gd name="connsiteX2848" fmla="*/ 4439230 w 9312201"/>
              <a:gd name="connsiteY2848" fmla="*/ 2949567 h 4927186"/>
              <a:gd name="connsiteX2849" fmla="*/ 4461711 w 9312201"/>
              <a:gd name="connsiteY2849" fmla="*/ 2927747 h 4927186"/>
              <a:gd name="connsiteX2850" fmla="*/ 4384351 w 9312201"/>
              <a:gd name="connsiteY2850" fmla="*/ 2927747 h 4927186"/>
              <a:gd name="connsiteX2851" fmla="*/ 4406171 w 9312201"/>
              <a:gd name="connsiteY2851" fmla="*/ 2949567 h 4927186"/>
              <a:gd name="connsiteX2852" fmla="*/ 4384351 w 9312201"/>
              <a:gd name="connsiteY2852" fmla="*/ 2971387 h 4927186"/>
              <a:gd name="connsiteX2853" fmla="*/ 4362531 w 9312201"/>
              <a:gd name="connsiteY2853" fmla="*/ 2949567 h 4927186"/>
              <a:gd name="connsiteX2854" fmla="*/ 4384351 w 9312201"/>
              <a:gd name="connsiteY2854" fmla="*/ 2927747 h 4927186"/>
              <a:gd name="connsiteX2855" fmla="*/ 4305009 w 9312201"/>
              <a:gd name="connsiteY2855" fmla="*/ 2927747 h 4927186"/>
              <a:gd name="connsiteX2856" fmla="*/ 4326829 w 9312201"/>
              <a:gd name="connsiteY2856" fmla="*/ 2949567 h 4927186"/>
              <a:gd name="connsiteX2857" fmla="*/ 4305009 w 9312201"/>
              <a:gd name="connsiteY2857" fmla="*/ 2971387 h 4927186"/>
              <a:gd name="connsiteX2858" fmla="*/ 4283189 w 9312201"/>
              <a:gd name="connsiteY2858" fmla="*/ 2949567 h 4927186"/>
              <a:gd name="connsiteX2859" fmla="*/ 4305009 w 9312201"/>
              <a:gd name="connsiteY2859" fmla="*/ 2927747 h 4927186"/>
              <a:gd name="connsiteX2860" fmla="*/ 4226989 w 9312201"/>
              <a:gd name="connsiteY2860" fmla="*/ 2927747 h 4927186"/>
              <a:gd name="connsiteX2861" fmla="*/ 4248809 w 9312201"/>
              <a:gd name="connsiteY2861" fmla="*/ 2949567 h 4927186"/>
              <a:gd name="connsiteX2862" fmla="*/ 4226989 w 9312201"/>
              <a:gd name="connsiteY2862" fmla="*/ 2971387 h 4927186"/>
              <a:gd name="connsiteX2863" fmla="*/ 4205169 w 9312201"/>
              <a:gd name="connsiteY2863" fmla="*/ 2949567 h 4927186"/>
              <a:gd name="connsiteX2864" fmla="*/ 4226989 w 9312201"/>
              <a:gd name="connsiteY2864" fmla="*/ 2927747 h 4927186"/>
              <a:gd name="connsiteX2865" fmla="*/ 4149629 w 9312201"/>
              <a:gd name="connsiteY2865" fmla="*/ 2927747 h 4927186"/>
              <a:gd name="connsiteX2866" fmla="*/ 4172110 w 9312201"/>
              <a:gd name="connsiteY2866" fmla="*/ 2949567 h 4927186"/>
              <a:gd name="connsiteX2867" fmla="*/ 4149629 w 9312201"/>
              <a:gd name="connsiteY2867" fmla="*/ 2971387 h 4927186"/>
              <a:gd name="connsiteX2868" fmla="*/ 4127148 w 9312201"/>
              <a:gd name="connsiteY2868" fmla="*/ 2949567 h 4927186"/>
              <a:gd name="connsiteX2869" fmla="*/ 4149629 w 9312201"/>
              <a:gd name="connsiteY2869" fmla="*/ 2927747 h 4927186"/>
              <a:gd name="connsiteX2870" fmla="*/ 4072270 w 9312201"/>
              <a:gd name="connsiteY2870" fmla="*/ 2927747 h 4927186"/>
              <a:gd name="connsiteX2871" fmla="*/ 4094090 w 9312201"/>
              <a:gd name="connsiteY2871" fmla="*/ 2949567 h 4927186"/>
              <a:gd name="connsiteX2872" fmla="*/ 4072270 w 9312201"/>
              <a:gd name="connsiteY2872" fmla="*/ 2971387 h 4927186"/>
              <a:gd name="connsiteX2873" fmla="*/ 4050450 w 9312201"/>
              <a:gd name="connsiteY2873" fmla="*/ 2949567 h 4927186"/>
              <a:gd name="connsiteX2874" fmla="*/ 4072270 w 9312201"/>
              <a:gd name="connsiteY2874" fmla="*/ 2927747 h 4927186"/>
              <a:gd name="connsiteX2875" fmla="*/ 7654597 w 9312201"/>
              <a:gd name="connsiteY2875" fmla="*/ 2849727 h 4927186"/>
              <a:gd name="connsiteX2876" fmla="*/ 7676417 w 9312201"/>
              <a:gd name="connsiteY2876" fmla="*/ 2871547 h 4927186"/>
              <a:gd name="connsiteX2877" fmla="*/ 7654597 w 9312201"/>
              <a:gd name="connsiteY2877" fmla="*/ 2893367 h 4927186"/>
              <a:gd name="connsiteX2878" fmla="*/ 7632777 w 9312201"/>
              <a:gd name="connsiteY2878" fmla="*/ 2871547 h 4927186"/>
              <a:gd name="connsiteX2879" fmla="*/ 7654597 w 9312201"/>
              <a:gd name="connsiteY2879" fmla="*/ 2849727 h 4927186"/>
              <a:gd name="connsiteX2880" fmla="*/ 7576577 w 9312201"/>
              <a:gd name="connsiteY2880" fmla="*/ 2849727 h 4927186"/>
              <a:gd name="connsiteX2881" fmla="*/ 7598397 w 9312201"/>
              <a:gd name="connsiteY2881" fmla="*/ 2871547 h 4927186"/>
              <a:gd name="connsiteX2882" fmla="*/ 7576577 w 9312201"/>
              <a:gd name="connsiteY2882" fmla="*/ 2893367 h 4927186"/>
              <a:gd name="connsiteX2883" fmla="*/ 7554757 w 9312201"/>
              <a:gd name="connsiteY2883" fmla="*/ 2871547 h 4927186"/>
              <a:gd name="connsiteX2884" fmla="*/ 7576577 w 9312201"/>
              <a:gd name="connsiteY2884" fmla="*/ 2849727 h 4927186"/>
              <a:gd name="connsiteX2885" fmla="*/ 7498556 w 9312201"/>
              <a:gd name="connsiteY2885" fmla="*/ 2849727 h 4927186"/>
              <a:gd name="connsiteX2886" fmla="*/ 7520376 w 9312201"/>
              <a:gd name="connsiteY2886" fmla="*/ 2871547 h 4927186"/>
              <a:gd name="connsiteX2887" fmla="*/ 7498556 w 9312201"/>
              <a:gd name="connsiteY2887" fmla="*/ 2893367 h 4927186"/>
              <a:gd name="connsiteX2888" fmla="*/ 7476736 w 9312201"/>
              <a:gd name="connsiteY2888" fmla="*/ 2871547 h 4927186"/>
              <a:gd name="connsiteX2889" fmla="*/ 7498556 w 9312201"/>
              <a:gd name="connsiteY2889" fmla="*/ 2849727 h 4927186"/>
              <a:gd name="connsiteX2890" fmla="*/ 7186475 w 9312201"/>
              <a:gd name="connsiteY2890" fmla="*/ 2849727 h 4927186"/>
              <a:gd name="connsiteX2891" fmla="*/ 7208295 w 9312201"/>
              <a:gd name="connsiteY2891" fmla="*/ 2871547 h 4927186"/>
              <a:gd name="connsiteX2892" fmla="*/ 7186475 w 9312201"/>
              <a:gd name="connsiteY2892" fmla="*/ 2893367 h 4927186"/>
              <a:gd name="connsiteX2893" fmla="*/ 7164655 w 9312201"/>
              <a:gd name="connsiteY2893" fmla="*/ 2871547 h 4927186"/>
              <a:gd name="connsiteX2894" fmla="*/ 7186475 w 9312201"/>
              <a:gd name="connsiteY2894" fmla="*/ 2849727 h 4927186"/>
              <a:gd name="connsiteX2895" fmla="*/ 7109116 w 9312201"/>
              <a:gd name="connsiteY2895" fmla="*/ 2849727 h 4927186"/>
              <a:gd name="connsiteX2896" fmla="*/ 7131597 w 9312201"/>
              <a:gd name="connsiteY2896" fmla="*/ 2871547 h 4927186"/>
              <a:gd name="connsiteX2897" fmla="*/ 7109116 w 9312201"/>
              <a:gd name="connsiteY2897" fmla="*/ 2893367 h 4927186"/>
              <a:gd name="connsiteX2898" fmla="*/ 7086635 w 9312201"/>
              <a:gd name="connsiteY2898" fmla="*/ 2871547 h 4927186"/>
              <a:gd name="connsiteX2899" fmla="*/ 7109116 w 9312201"/>
              <a:gd name="connsiteY2899" fmla="*/ 2849727 h 4927186"/>
              <a:gd name="connsiteX2900" fmla="*/ 7031757 w 9312201"/>
              <a:gd name="connsiteY2900" fmla="*/ 2849727 h 4927186"/>
              <a:gd name="connsiteX2901" fmla="*/ 7053577 w 9312201"/>
              <a:gd name="connsiteY2901" fmla="*/ 2871547 h 4927186"/>
              <a:gd name="connsiteX2902" fmla="*/ 7031757 w 9312201"/>
              <a:gd name="connsiteY2902" fmla="*/ 2893367 h 4927186"/>
              <a:gd name="connsiteX2903" fmla="*/ 7009937 w 9312201"/>
              <a:gd name="connsiteY2903" fmla="*/ 2871547 h 4927186"/>
              <a:gd name="connsiteX2904" fmla="*/ 7031757 w 9312201"/>
              <a:gd name="connsiteY2904" fmla="*/ 2849727 h 4927186"/>
              <a:gd name="connsiteX2905" fmla="*/ 6953736 w 9312201"/>
              <a:gd name="connsiteY2905" fmla="*/ 2849727 h 4927186"/>
              <a:gd name="connsiteX2906" fmla="*/ 6975556 w 9312201"/>
              <a:gd name="connsiteY2906" fmla="*/ 2871547 h 4927186"/>
              <a:gd name="connsiteX2907" fmla="*/ 6953736 w 9312201"/>
              <a:gd name="connsiteY2907" fmla="*/ 2893367 h 4927186"/>
              <a:gd name="connsiteX2908" fmla="*/ 6931916 w 9312201"/>
              <a:gd name="connsiteY2908" fmla="*/ 2871547 h 4927186"/>
              <a:gd name="connsiteX2909" fmla="*/ 6953736 w 9312201"/>
              <a:gd name="connsiteY2909" fmla="*/ 2849727 h 4927186"/>
              <a:gd name="connsiteX2910" fmla="*/ 6485613 w 9312201"/>
              <a:gd name="connsiteY2910" fmla="*/ 2849727 h 4927186"/>
              <a:gd name="connsiteX2911" fmla="*/ 6507433 w 9312201"/>
              <a:gd name="connsiteY2911" fmla="*/ 2871547 h 4927186"/>
              <a:gd name="connsiteX2912" fmla="*/ 6485613 w 9312201"/>
              <a:gd name="connsiteY2912" fmla="*/ 2893367 h 4927186"/>
              <a:gd name="connsiteX2913" fmla="*/ 6463793 w 9312201"/>
              <a:gd name="connsiteY2913" fmla="*/ 2871547 h 4927186"/>
              <a:gd name="connsiteX2914" fmla="*/ 6485613 w 9312201"/>
              <a:gd name="connsiteY2914" fmla="*/ 2849727 h 4927186"/>
              <a:gd name="connsiteX2915" fmla="*/ 6408916 w 9312201"/>
              <a:gd name="connsiteY2915" fmla="*/ 2849727 h 4927186"/>
              <a:gd name="connsiteX2916" fmla="*/ 6430736 w 9312201"/>
              <a:gd name="connsiteY2916" fmla="*/ 2871547 h 4927186"/>
              <a:gd name="connsiteX2917" fmla="*/ 6408916 w 9312201"/>
              <a:gd name="connsiteY2917" fmla="*/ 2893367 h 4927186"/>
              <a:gd name="connsiteX2918" fmla="*/ 6387096 w 9312201"/>
              <a:gd name="connsiteY2918" fmla="*/ 2871547 h 4927186"/>
              <a:gd name="connsiteX2919" fmla="*/ 6408916 w 9312201"/>
              <a:gd name="connsiteY2919" fmla="*/ 2849727 h 4927186"/>
              <a:gd name="connsiteX2920" fmla="*/ 6330896 w 9312201"/>
              <a:gd name="connsiteY2920" fmla="*/ 2849727 h 4927186"/>
              <a:gd name="connsiteX2921" fmla="*/ 6352716 w 9312201"/>
              <a:gd name="connsiteY2921" fmla="*/ 2871547 h 4927186"/>
              <a:gd name="connsiteX2922" fmla="*/ 6330896 w 9312201"/>
              <a:gd name="connsiteY2922" fmla="*/ 2893367 h 4927186"/>
              <a:gd name="connsiteX2923" fmla="*/ 6309076 w 9312201"/>
              <a:gd name="connsiteY2923" fmla="*/ 2871547 h 4927186"/>
              <a:gd name="connsiteX2924" fmla="*/ 6330896 w 9312201"/>
              <a:gd name="connsiteY2924" fmla="*/ 2849727 h 4927186"/>
              <a:gd name="connsiteX2925" fmla="*/ 5552013 w 9312201"/>
              <a:gd name="connsiteY2925" fmla="*/ 2849727 h 4927186"/>
              <a:gd name="connsiteX2926" fmla="*/ 5573833 w 9312201"/>
              <a:gd name="connsiteY2926" fmla="*/ 2871547 h 4927186"/>
              <a:gd name="connsiteX2927" fmla="*/ 5552013 w 9312201"/>
              <a:gd name="connsiteY2927" fmla="*/ 2893367 h 4927186"/>
              <a:gd name="connsiteX2928" fmla="*/ 5530193 w 9312201"/>
              <a:gd name="connsiteY2928" fmla="*/ 2871547 h 4927186"/>
              <a:gd name="connsiteX2929" fmla="*/ 5552013 w 9312201"/>
              <a:gd name="connsiteY2929" fmla="*/ 2849727 h 4927186"/>
              <a:gd name="connsiteX2930" fmla="*/ 5473331 w 9312201"/>
              <a:gd name="connsiteY2930" fmla="*/ 2849727 h 4927186"/>
              <a:gd name="connsiteX2931" fmla="*/ 5495812 w 9312201"/>
              <a:gd name="connsiteY2931" fmla="*/ 2871547 h 4927186"/>
              <a:gd name="connsiteX2932" fmla="*/ 5473331 w 9312201"/>
              <a:gd name="connsiteY2932" fmla="*/ 2893367 h 4927186"/>
              <a:gd name="connsiteX2933" fmla="*/ 5450850 w 9312201"/>
              <a:gd name="connsiteY2933" fmla="*/ 2871547 h 4927186"/>
              <a:gd name="connsiteX2934" fmla="*/ 5473331 w 9312201"/>
              <a:gd name="connsiteY2934" fmla="*/ 2849727 h 4927186"/>
              <a:gd name="connsiteX2935" fmla="*/ 5395972 w 9312201"/>
              <a:gd name="connsiteY2935" fmla="*/ 2849727 h 4927186"/>
              <a:gd name="connsiteX2936" fmla="*/ 5417792 w 9312201"/>
              <a:gd name="connsiteY2936" fmla="*/ 2871547 h 4927186"/>
              <a:gd name="connsiteX2937" fmla="*/ 5395972 w 9312201"/>
              <a:gd name="connsiteY2937" fmla="*/ 2893367 h 4927186"/>
              <a:gd name="connsiteX2938" fmla="*/ 5374152 w 9312201"/>
              <a:gd name="connsiteY2938" fmla="*/ 2871547 h 4927186"/>
              <a:gd name="connsiteX2939" fmla="*/ 5395972 w 9312201"/>
              <a:gd name="connsiteY2939" fmla="*/ 2849727 h 4927186"/>
              <a:gd name="connsiteX2940" fmla="*/ 5317953 w 9312201"/>
              <a:gd name="connsiteY2940" fmla="*/ 2849727 h 4927186"/>
              <a:gd name="connsiteX2941" fmla="*/ 5339773 w 9312201"/>
              <a:gd name="connsiteY2941" fmla="*/ 2871547 h 4927186"/>
              <a:gd name="connsiteX2942" fmla="*/ 5317953 w 9312201"/>
              <a:gd name="connsiteY2942" fmla="*/ 2893367 h 4927186"/>
              <a:gd name="connsiteX2943" fmla="*/ 5296133 w 9312201"/>
              <a:gd name="connsiteY2943" fmla="*/ 2871547 h 4927186"/>
              <a:gd name="connsiteX2944" fmla="*/ 5317953 w 9312201"/>
              <a:gd name="connsiteY2944" fmla="*/ 2849727 h 4927186"/>
              <a:gd name="connsiteX2945" fmla="*/ 5239931 w 9312201"/>
              <a:gd name="connsiteY2945" fmla="*/ 2849727 h 4927186"/>
              <a:gd name="connsiteX2946" fmla="*/ 5261751 w 9312201"/>
              <a:gd name="connsiteY2946" fmla="*/ 2871547 h 4927186"/>
              <a:gd name="connsiteX2947" fmla="*/ 5239931 w 9312201"/>
              <a:gd name="connsiteY2947" fmla="*/ 2893367 h 4927186"/>
              <a:gd name="connsiteX2948" fmla="*/ 5218111 w 9312201"/>
              <a:gd name="connsiteY2948" fmla="*/ 2871547 h 4927186"/>
              <a:gd name="connsiteX2949" fmla="*/ 5239931 w 9312201"/>
              <a:gd name="connsiteY2949" fmla="*/ 2849727 h 4927186"/>
              <a:gd name="connsiteX2950" fmla="*/ 5162572 w 9312201"/>
              <a:gd name="connsiteY2950" fmla="*/ 2849727 h 4927186"/>
              <a:gd name="connsiteX2951" fmla="*/ 5185053 w 9312201"/>
              <a:gd name="connsiteY2951" fmla="*/ 2871547 h 4927186"/>
              <a:gd name="connsiteX2952" fmla="*/ 5162572 w 9312201"/>
              <a:gd name="connsiteY2952" fmla="*/ 2893367 h 4927186"/>
              <a:gd name="connsiteX2953" fmla="*/ 5140091 w 9312201"/>
              <a:gd name="connsiteY2953" fmla="*/ 2871547 h 4927186"/>
              <a:gd name="connsiteX2954" fmla="*/ 5162572 w 9312201"/>
              <a:gd name="connsiteY2954" fmla="*/ 2849727 h 4927186"/>
              <a:gd name="connsiteX2955" fmla="*/ 5085212 w 9312201"/>
              <a:gd name="connsiteY2955" fmla="*/ 2849727 h 4927186"/>
              <a:gd name="connsiteX2956" fmla="*/ 5107032 w 9312201"/>
              <a:gd name="connsiteY2956" fmla="*/ 2871547 h 4927186"/>
              <a:gd name="connsiteX2957" fmla="*/ 5085212 w 9312201"/>
              <a:gd name="connsiteY2957" fmla="*/ 2893367 h 4927186"/>
              <a:gd name="connsiteX2958" fmla="*/ 5063392 w 9312201"/>
              <a:gd name="connsiteY2958" fmla="*/ 2871547 h 4927186"/>
              <a:gd name="connsiteX2959" fmla="*/ 5085212 w 9312201"/>
              <a:gd name="connsiteY2959" fmla="*/ 2849727 h 4927186"/>
              <a:gd name="connsiteX2960" fmla="*/ 5007193 w 9312201"/>
              <a:gd name="connsiteY2960" fmla="*/ 2849727 h 4927186"/>
              <a:gd name="connsiteX2961" fmla="*/ 5029013 w 9312201"/>
              <a:gd name="connsiteY2961" fmla="*/ 2871547 h 4927186"/>
              <a:gd name="connsiteX2962" fmla="*/ 5007193 w 9312201"/>
              <a:gd name="connsiteY2962" fmla="*/ 2893367 h 4927186"/>
              <a:gd name="connsiteX2963" fmla="*/ 4985373 w 9312201"/>
              <a:gd name="connsiteY2963" fmla="*/ 2871547 h 4927186"/>
              <a:gd name="connsiteX2964" fmla="*/ 5007193 w 9312201"/>
              <a:gd name="connsiteY2964" fmla="*/ 2849727 h 4927186"/>
              <a:gd name="connsiteX2965" fmla="*/ 4928511 w 9312201"/>
              <a:gd name="connsiteY2965" fmla="*/ 2849727 h 4927186"/>
              <a:gd name="connsiteX2966" fmla="*/ 4950992 w 9312201"/>
              <a:gd name="connsiteY2966" fmla="*/ 2871547 h 4927186"/>
              <a:gd name="connsiteX2967" fmla="*/ 4928511 w 9312201"/>
              <a:gd name="connsiteY2967" fmla="*/ 2893367 h 4927186"/>
              <a:gd name="connsiteX2968" fmla="*/ 4906030 w 9312201"/>
              <a:gd name="connsiteY2968" fmla="*/ 2871547 h 4927186"/>
              <a:gd name="connsiteX2969" fmla="*/ 4928511 w 9312201"/>
              <a:gd name="connsiteY2969" fmla="*/ 2849727 h 4927186"/>
              <a:gd name="connsiteX2970" fmla="*/ 4850491 w 9312201"/>
              <a:gd name="connsiteY2970" fmla="*/ 2849727 h 4927186"/>
              <a:gd name="connsiteX2971" fmla="*/ 4872972 w 9312201"/>
              <a:gd name="connsiteY2971" fmla="*/ 2871547 h 4927186"/>
              <a:gd name="connsiteX2972" fmla="*/ 4850491 w 9312201"/>
              <a:gd name="connsiteY2972" fmla="*/ 2893367 h 4927186"/>
              <a:gd name="connsiteX2973" fmla="*/ 4828010 w 9312201"/>
              <a:gd name="connsiteY2973" fmla="*/ 2871547 h 4927186"/>
              <a:gd name="connsiteX2974" fmla="*/ 4850491 w 9312201"/>
              <a:gd name="connsiteY2974" fmla="*/ 2849727 h 4927186"/>
              <a:gd name="connsiteX2975" fmla="*/ 4773132 w 9312201"/>
              <a:gd name="connsiteY2975" fmla="*/ 2849727 h 4927186"/>
              <a:gd name="connsiteX2976" fmla="*/ 4794952 w 9312201"/>
              <a:gd name="connsiteY2976" fmla="*/ 2871547 h 4927186"/>
              <a:gd name="connsiteX2977" fmla="*/ 4773132 w 9312201"/>
              <a:gd name="connsiteY2977" fmla="*/ 2893367 h 4927186"/>
              <a:gd name="connsiteX2978" fmla="*/ 4751312 w 9312201"/>
              <a:gd name="connsiteY2978" fmla="*/ 2871547 h 4927186"/>
              <a:gd name="connsiteX2979" fmla="*/ 4773132 w 9312201"/>
              <a:gd name="connsiteY2979" fmla="*/ 2849727 h 4927186"/>
              <a:gd name="connsiteX2980" fmla="*/ 4695111 w 9312201"/>
              <a:gd name="connsiteY2980" fmla="*/ 2849727 h 4927186"/>
              <a:gd name="connsiteX2981" fmla="*/ 4716931 w 9312201"/>
              <a:gd name="connsiteY2981" fmla="*/ 2871547 h 4927186"/>
              <a:gd name="connsiteX2982" fmla="*/ 4695111 w 9312201"/>
              <a:gd name="connsiteY2982" fmla="*/ 2893367 h 4927186"/>
              <a:gd name="connsiteX2983" fmla="*/ 4673291 w 9312201"/>
              <a:gd name="connsiteY2983" fmla="*/ 2871547 h 4927186"/>
              <a:gd name="connsiteX2984" fmla="*/ 4695111 w 9312201"/>
              <a:gd name="connsiteY2984" fmla="*/ 2849727 h 4927186"/>
              <a:gd name="connsiteX2985" fmla="*/ 4617091 w 9312201"/>
              <a:gd name="connsiteY2985" fmla="*/ 2849727 h 4927186"/>
              <a:gd name="connsiteX2986" fmla="*/ 4638911 w 9312201"/>
              <a:gd name="connsiteY2986" fmla="*/ 2871547 h 4927186"/>
              <a:gd name="connsiteX2987" fmla="*/ 4617091 w 9312201"/>
              <a:gd name="connsiteY2987" fmla="*/ 2893367 h 4927186"/>
              <a:gd name="connsiteX2988" fmla="*/ 4595271 w 9312201"/>
              <a:gd name="connsiteY2988" fmla="*/ 2871547 h 4927186"/>
              <a:gd name="connsiteX2989" fmla="*/ 4617091 w 9312201"/>
              <a:gd name="connsiteY2989" fmla="*/ 2849727 h 4927186"/>
              <a:gd name="connsiteX2990" fmla="*/ 4539070 w 9312201"/>
              <a:gd name="connsiteY2990" fmla="*/ 2849727 h 4927186"/>
              <a:gd name="connsiteX2991" fmla="*/ 4560890 w 9312201"/>
              <a:gd name="connsiteY2991" fmla="*/ 2871547 h 4927186"/>
              <a:gd name="connsiteX2992" fmla="*/ 4539070 w 9312201"/>
              <a:gd name="connsiteY2992" fmla="*/ 2893367 h 4927186"/>
              <a:gd name="connsiteX2993" fmla="*/ 4517250 w 9312201"/>
              <a:gd name="connsiteY2993" fmla="*/ 2871547 h 4927186"/>
              <a:gd name="connsiteX2994" fmla="*/ 4539070 w 9312201"/>
              <a:gd name="connsiteY2994" fmla="*/ 2849727 h 4927186"/>
              <a:gd name="connsiteX2995" fmla="*/ 4461711 w 9312201"/>
              <a:gd name="connsiteY2995" fmla="*/ 2849727 h 4927186"/>
              <a:gd name="connsiteX2996" fmla="*/ 4484192 w 9312201"/>
              <a:gd name="connsiteY2996" fmla="*/ 2871547 h 4927186"/>
              <a:gd name="connsiteX2997" fmla="*/ 4461711 w 9312201"/>
              <a:gd name="connsiteY2997" fmla="*/ 2893367 h 4927186"/>
              <a:gd name="connsiteX2998" fmla="*/ 4439230 w 9312201"/>
              <a:gd name="connsiteY2998" fmla="*/ 2871547 h 4927186"/>
              <a:gd name="connsiteX2999" fmla="*/ 4461711 w 9312201"/>
              <a:gd name="connsiteY2999" fmla="*/ 2849727 h 4927186"/>
              <a:gd name="connsiteX3000" fmla="*/ 4384351 w 9312201"/>
              <a:gd name="connsiteY3000" fmla="*/ 2849727 h 4927186"/>
              <a:gd name="connsiteX3001" fmla="*/ 4406171 w 9312201"/>
              <a:gd name="connsiteY3001" fmla="*/ 2871547 h 4927186"/>
              <a:gd name="connsiteX3002" fmla="*/ 4384351 w 9312201"/>
              <a:gd name="connsiteY3002" fmla="*/ 2893367 h 4927186"/>
              <a:gd name="connsiteX3003" fmla="*/ 4362531 w 9312201"/>
              <a:gd name="connsiteY3003" fmla="*/ 2871547 h 4927186"/>
              <a:gd name="connsiteX3004" fmla="*/ 4384351 w 9312201"/>
              <a:gd name="connsiteY3004" fmla="*/ 2849727 h 4927186"/>
              <a:gd name="connsiteX3005" fmla="*/ 4305009 w 9312201"/>
              <a:gd name="connsiteY3005" fmla="*/ 2849727 h 4927186"/>
              <a:gd name="connsiteX3006" fmla="*/ 4326829 w 9312201"/>
              <a:gd name="connsiteY3006" fmla="*/ 2871547 h 4927186"/>
              <a:gd name="connsiteX3007" fmla="*/ 4305009 w 9312201"/>
              <a:gd name="connsiteY3007" fmla="*/ 2893367 h 4927186"/>
              <a:gd name="connsiteX3008" fmla="*/ 4283189 w 9312201"/>
              <a:gd name="connsiteY3008" fmla="*/ 2871547 h 4927186"/>
              <a:gd name="connsiteX3009" fmla="*/ 4305009 w 9312201"/>
              <a:gd name="connsiteY3009" fmla="*/ 2849727 h 4927186"/>
              <a:gd name="connsiteX3010" fmla="*/ 4226989 w 9312201"/>
              <a:gd name="connsiteY3010" fmla="*/ 2849727 h 4927186"/>
              <a:gd name="connsiteX3011" fmla="*/ 4248809 w 9312201"/>
              <a:gd name="connsiteY3011" fmla="*/ 2871547 h 4927186"/>
              <a:gd name="connsiteX3012" fmla="*/ 4226989 w 9312201"/>
              <a:gd name="connsiteY3012" fmla="*/ 2893367 h 4927186"/>
              <a:gd name="connsiteX3013" fmla="*/ 4205169 w 9312201"/>
              <a:gd name="connsiteY3013" fmla="*/ 2871547 h 4927186"/>
              <a:gd name="connsiteX3014" fmla="*/ 4226989 w 9312201"/>
              <a:gd name="connsiteY3014" fmla="*/ 2849727 h 4927186"/>
              <a:gd name="connsiteX3015" fmla="*/ 4149629 w 9312201"/>
              <a:gd name="connsiteY3015" fmla="*/ 2849727 h 4927186"/>
              <a:gd name="connsiteX3016" fmla="*/ 4172110 w 9312201"/>
              <a:gd name="connsiteY3016" fmla="*/ 2871547 h 4927186"/>
              <a:gd name="connsiteX3017" fmla="*/ 4149629 w 9312201"/>
              <a:gd name="connsiteY3017" fmla="*/ 2893367 h 4927186"/>
              <a:gd name="connsiteX3018" fmla="*/ 4127148 w 9312201"/>
              <a:gd name="connsiteY3018" fmla="*/ 2871547 h 4927186"/>
              <a:gd name="connsiteX3019" fmla="*/ 4149629 w 9312201"/>
              <a:gd name="connsiteY3019" fmla="*/ 2849727 h 4927186"/>
              <a:gd name="connsiteX3020" fmla="*/ 4072270 w 9312201"/>
              <a:gd name="connsiteY3020" fmla="*/ 2849727 h 4927186"/>
              <a:gd name="connsiteX3021" fmla="*/ 4094090 w 9312201"/>
              <a:gd name="connsiteY3021" fmla="*/ 2871547 h 4927186"/>
              <a:gd name="connsiteX3022" fmla="*/ 4072270 w 9312201"/>
              <a:gd name="connsiteY3022" fmla="*/ 2893367 h 4927186"/>
              <a:gd name="connsiteX3023" fmla="*/ 4050450 w 9312201"/>
              <a:gd name="connsiteY3023" fmla="*/ 2871547 h 4927186"/>
              <a:gd name="connsiteX3024" fmla="*/ 4072270 w 9312201"/>
              <a:gd name="connsiteY3024" fmla="*/ 2849727 h 4927186"/>
              <a:gd name="connsiteX3025" fmla="*/ 3994250 w 9312201"/>
              <a:gd name="connsiteY3025" fmla="*/ 2849727 h 4927186"/>
              <a:gd name="connsiteX3026" fmla="*/ 4016070 w 9312201"/>
              <a:gd name="connsiteY3026" fmla="*/ 2871547 h 4927186"/>
              <a:gd name="connsiteX3027" fmla="*/ 3994250 w 9312201"/>
              <a:gd name="connsiteY3027" fmla="*/ 2893367 h 4927186"/>
              <a:gd name="connsiteX3028" fmla="*/ 3972430 w 9312201"/>
              <a:gd name="connsiteY3028" fmla="*/ 2871547 h 4927186"/>
              <a:gd name="connsiteX3029" fmla="*/ 3994250 w 9312201"/>
              <a:gd name="connsiteY3029" fmla="*/ 2849727 h 4927186"/>
              <a:gd name="connsiteX3030" fmla="*/ 2513845 w 9312201"/>
              <a:gd name="connsiteY3030" fmla="*/ 2849727 h 4927186"/>
              <a:gd name="connsiteX3031" fmla="*/ 2536326 w 9312201"/>
              <a:gd name="connsiteY3031" fmla="*/ 2871547 h 4927186"/>
              <a:gd name="connsiteX3032" fmla="*/ 2513845 w 9312201"/>
              <a:gd name="connsiteY3032" fmla="*/ 2893367 h 4927186"/>
              <a:gd name="connsiteX3033" fmla="*/ 2491364 w 9312201"/>
              <a:gd name="connsiteY3033" fmla="*/ 2871547 h 4927186"/>
              <a:gd name="connsiteX3034" fmla="*/ 2513845 w 9312201"/>
              <a:gd name="connsiteY3034" fmla="*/ 2849727 h 4927186"/>
              <a:gd name="connsiteX3035" fmla="*/ 2203086 w 9312201"/>
              <a:gd name="connsiteY3035" fmla="*/ 2849727 h 4927186"/>
              <a:gd name="connsiteX3036" fmla="*/ 2225567 w 9312201"/>
              <a:gd name="connsiteY3036" fmla="*/ 2871547 h 4927186"/>
              <a:gd name="connsiteX3037" fmla="*/ 2203086 w 9312201"/>
              <a:gd name="connsiteY3037" fmla="*/ 2893367 h 4927186"/>
              <a:gd name="connsiteX3038" fmla="*/ 2180605 w 9312201"/>
              <a:gd name="connsiteY3038" fmla="*/ 2871547 h 4927186"/>
              <a:gd name="connsiteX3039" fmla="*/ 2203086 w 9312201"/>
              <a:gd name="connsiteY3039" fmla="*/ 2849727 h 4927186"/>
              <a:gd name="connsiteX3040" fmla="*/ 2125727 w 9312201"/>
              <a:gd name="connsiteY3040" fmla="*/ 2849727 h 4927186"/>
              <a:gd name="connsiteX3041" fmla="*/ 2147547 w 9312201"/>
              <a:gd name="connsiteY3041" fmla="*/ 2871547 h 4927186"/>
              <a:gd name="connsiteX3042" fmla="*/ 2125727 w 9312201"/>
              <a:gd name="connsiteY3042" fmla="*/ 2893367 h 4927186"/>
              <a:gd name="connsiteX3043" fmla="*/ 2103907 w 9312201"/>
              <a:gd name="connsiteY3043" fmla="*/ 2871547 h 4927186"/>
              <a:gd name="connsiteX3044" fmla="*/ 2125727 w 9312201"/>
              <a:gd name="connsiteY3044" fmla="*/ 2849727 h 4927186"/>
              <a:gd name="connsiteX3045" fmla="*/ 2047706 w 9312201"/>
              <a:gd name="connsiteY3045" fmla="*/ 2849727 h 4927186"/>
              <a:gd name="connsiteX3046" fmla="*/ 2069526 w 9312201"/>
              <a:gd name="connsiteY3046" fmla="*/ 2871547 h 4927186"/>
              <a:gd name="connsiteX3047" fmla="*/ 2047706 w 9312201"/>
              <a:gd name="connsiteY3047" fmla="*/ 2893367 h 4927186"/>
              <a:gd name="connsiteX3048" fmla="*/ 2025886 w 9312201"/>
              <a:gd name="connsiteY3048" fmla="*/ 2871547 h 4927186"/>
              <a:gd name="connsiteX3049" fmla="*/ 2047706 w 9312201"/>
              <a:gd name="connsiteY3049" fmla="*/ 2849727 h 4927186"/>
              <a:gd name="connsiteX3050" fmla="*/ 7576577 w 9312201"/>
              <a:gd name="connsiteY3050" fmla="*/ 2771707 h 4927186"/>
              <a:gd name="connsiteX3051" fmla="*/ 7598397 w 9312201"/>
              <a:gd name="connsiteY3051" fmla="*/ 2793527 h 4927186"/>
              <a:gd name="connsiteX3052" fmla="*/ 7576577 w 9312201"/>
              <a:gd name="connsiteY3052" fmla="*/ 2815347 h 4927186"/>
              <a:gd name="connsiteX3053" fmla="*/ 7554757 w 9312201"/>
              <a:gd name="connsiteY3053" fmla="*/ 2793527 h 4927186"/>
              <a:gd name="connsiteX3054" fmla="*/ 7576577 w 9312201"/>
              <a:gd name="connsiteY3054" fmla="*/ 2771707 h 4927186"/>
              <a:gd name="connsiteX3055" fmla="*/ 7498556 w 9312201"/>
              <a:gd name="connsiteY3055" fmla="*/ 2771707 h 4927186"/>
              <a:gd name="connsiteX3056" fmla="*/ 7520376 w 9312201"/>
              <a:gd name="connsiteY3056" fmla="*/ 2793527 h 4927186"/>
              <a:gd name="connsiteX3057" fmla="*/ 7498556 w 9312201"/>
              <a:gd name="connsiteY3057" fmla="*/ 2815347 h 4927186"/>
              <a:gd name="connsiteX3058" fmla="*/ 7476736 w 9312201"/>
              <a:gd name="connsiteY3058" fmla="*/ 2793527 h 4927186"/>
              <a:gd name="connsiteX3059" fmla="*/ 7498556 w 9312201"/>
              <a:gd name="connsiteY3059" fmla="*/ 2771707 h 4927186"/>
              <a:gd name="connsiteX3060" fmla="*/ 7186475 w 9312201"/>
              <a:gd name="connsiteY3060" fmla="*/ 2771707 h 4927186"/>
              <a:gd name="connsiteX3061" fmla="*/ 7208295 w 9312201"/>
              <a:gd name="connsiteY3061" fmla="*/ 2793527 h 4927186"/>
              <a:gd name="connsiteX3062" fmla="*/ 7186475 w 9312201"/>
              <a:gd name="connsiteY3062" fmla="*/ 2815347 h 4927186"/>
              <a:gd name="connsiteX3063" fmla="*/ 7164655 w 9312201"/>
              <a:gd name="connsiteY3063" fmla="*/ 2793527 h 4927186"/>
              <a:gd name="connsiteX3064" fmla="*/ 7186475 w 9312201"/>
              <a:gd name="connsiteY3064" fmla="*/ 2771707 h 4927186"/>
              <a:gd name="connsiteX3065" fmla="*/ 7109116 w 9312201"/>
              <a:gd name="connsiteY3065" fmla="*/ 2771707 h 4927186"/>
              <a:gd name="connsiteX3066" fmla="*/ 7131597 w 9312201"/>
              <a:gd name="connsiteY3066" fmla="*/ 2793527 h 4927186"/>
              <a:gd name="connsiteX3067" fmla="*/ 7109116 w 9312201"/>
              <a:gd name="connsiteY3067" fmla="*/ 2815347 h 4927186"/>
              <a:gd name="connsiteX3068" fmla="*/ 7086635 w 9312201"/>
              <a:gd name="connsiteY3068" fmla="*/ 2793527 h 4927186"/>
              <a:gd name="connsiteX3069" fmla="*/ 7109116 w 9312201"/>
              <a:gd name="connsiteY3069" fmla="*/ 2771707 h 4927186"/>
              <a:gd name="connsiteX3070" fmla="*/ 7031757 w 9312201"/>
              <a:gd name="connsiteY3070" fmla="*/ 2771707 h 4927186"/>
              <a:gd name="connsiteX3071" fmla="*/ 7053577 w 9312201"/>
              <a:gd name="connsiteY3071" fmla="*/ 2793527 h 4927186"/>
              <a:gd name="connsiteX3072" fmla="*/ 7031757 w 9312201"/>
              <a:gd name="connsiteY3072" fmla="*/ 2815347 h 4927186"/>
              <a:gd name="connsiteX3073" fmla="*/ 7009937 w 9312201"/>
              <a:gd name="connsiteY3073" fmla="*/ 2793527 h 4927186"/>
              <a:gd name="connsiteX3074" fmla="*/ 7031757 w 9312201"/>
              <a:gd name="connsiteY3074" fmla="*/ 2771707 h 4927186"/>
              <a:gd name="connsiteX3075" fmla="*/ 6953736 w 9312201"/>
              <a:gd name="connsiteY3075" fmla="*/ 2771707 h 4927186"/>
              <a:gd name="connsiteX3076" fmla="*/ 6975556 w 9312201"/>
              <a:gd name="connsiteY3076" fmla="*/ 2793527 h 4927186"/>
              <a:gd name="connsiteX3077" fmla="*/ 6953736 w 9312201"/>
              <a:gd name="connsiteY3077" fmla="*/ 2815347 h 4927186"/>
              <a:gd name="connsiteX3078" fmla="*/ 6931916 w 9312201"/>
              <a:gd name="connsiteY3078" fmla="*/ 2793527 h 4927186"/>
              <a:gd name="connsiteX3079" fmla="*/ 6953736 w 9312201"/>
              <a:gd name="connsiteY3079" fmla="*/ 2771707 h 4927186"/>
              <a:gd name="connsiteX3080" fmla="*/ 6485613 w 9312201"/>
              <a:gd name="connsiteY3080" fmla="*/ 2771707 h 4927186"/>
              <a:gd name="connsiteX3081" fmla="*/ 6507433 w 9312201"/>
              <a:gd name="connsiteY3081" fmla="*/ 2793527 h 4927186"/>
              <a:gd name="connsiteX3082" fmla="*/ 6485613 w 9312201"/>
              <a:gd name="connsiteY3082" fmla="*/ 2815347 h 4927186"/>
              <a:gd name="connsiteX3083" fmla="*/ 6463793 w 9312201"/>
              <a:gd name="connsiteY3083" fmla="*/ 2793527 h 4927186"/>
              <a:gd name="connsiteX3084" fmla="*/ 6485613 w 9312201"/>
              <a:gd name="connsiteY3084" fmla="*/ 2771707 h 4927186"/>
              <a:gd name="connsiteX3085" fmla="*/ 6408916 w 9312201"/>
              <a:gd name="connsiteY3085" fmla="*/ 2771707 h 4927186"/>
              <a:gd name="connsiteX3086" fmla="*/ 6430736 w 9312201"/>
              <a:gd name="connsiteY3086" fmla="*/ 2793527 h 4927186"/>
              <a:gd name="connsiteX3087" fmla="*/ 6408916 w 9312201"/>
              <a:gd name="connsiteY3087" fmla="*/ 2815347 h 4927186"/>
              <a:gd name="connsiteX3088" fmla="*/ 6387096 w 9312201"/>
              <a:gd name="connsiteY3088" fmla="*/ 2793527 h 4927186"/>
              <a:gd name="connsiteX3089" fmla="*/ 6408916 w 9312201"/>
              <a:gd name="connsiteY3089" fmla="*/ 2771707 h 4927186"/>
              <a:gd name="connsiteX3090" fmla="*/ 6330896 w 9312201"/>
              <a:gd name="connsiteY3090" fmla="*/ 2771707 h 4927186"/>
              <a:gd name="connsiteX3091" fmla="*/ 6352716 w 9312201"/>
              <a:gd name="connsiteY3091" fmla="*/ 2793527 h 4927186"/>
              <a:gd name="connsiteX3092" fmla="*/ 6330896 w 9312201"/>
              <a:gd name="connsiteY3092" fmla="*/ 2815347 h 4927186"/>
              <a:gd name="connsiteX3093" fmla="*/ 6309076 w 9312201"/>
              <a:gd name="connsiteY3093" fmla="*/ 2793527 h 4927186"/>
              <a:gd name="connsiteX3094" fmla="*/ 6330896 w 9312201"/>
              <a:gd name="connsiteY3094" fmla="*/ 2771707 h 4927186"/>
              <a:gd name="connsiteX3095" fmla="*/ 5708054 w 9312201"/>
              <a:gd name="connsiteY3095" fmla="*/ 2771707 h 4927186"/>
              <a:gd name="connsiteX3096" fmla="*/ 5729874 w 9312201"/>
              <a:gd name="connsiteY3096" fmla="*/ 2793527 h 4927186"/>
              <a:gd name="connsiteX3097" fmla="*/ 5708054 w 9312201"/>
              <a:gd name="connsiteY3097" fmla="*/ 2815347 h 4927186"/>
              <a:gd name="connsiteX3098" fmla="*/ 5686234 w 9312201"/>
              <a:gd name="connsiteY3098" fmla="*/ 2793527 h 4927186"/>
              <a:gd name="connsiteX3099" fmla="*/ 5708054 w 9312201"/>
              <a:gd name="connsiteY3099" fmla="*/ 2771707 h 4927186"/>
              <a:gd name="connsiteX3100" fmla="*/ 5630034 w 9312201"/>
              <a:gd name="connsiteY3100" fmla="*/ 2771707 h 4927186"/>
              <a:gd name="connsiteX3101" fmla="*/ 5651854 w 9312201"/>
              <a:gd name="connsiteY3101" fmla="*/ 2793527 h 4927186"/>
              <a:gd name="connsiteX3102" fmla="*/ 5630034 w 9312201"/>
              <a:gd name="connsiteY3102" fmla="*/ 2815347 h 4927186"/>
              <a:gd name="connsiteX3103" fmla="*/ 5608214 w 9312201"/>
              <a:gd name="connsiteY3103" fmla="*/ 2793527 h 4927186"/>
              <a:gd name="connsiteX3104" fmla="*/ 5630034 w 9312201"/>
              <a:gd name="connsiteY3104" fmla="*/ 2771707 h 4927186"/>
              <a:gd name="connsiteX3105" fmla="*/ 5552013 w 9312201"/>
              <a:gd name="connsiteY3105" fmla="*/ 2771707 h 4927186"/>
              <a:gd name="connsiteX3106" fmla="*/ 5573833 w 9312201"/>
              <a:gd name="connsiteY3106" fmla="*/ 2793527 h 4927186"/>
              <a:gd name="connsiteX3107" fmla="*/ 5552013 w 9312201"/>
              <a:gd name="connsiteY3107" fmla="*/ 2815347 h 4927186"/>
              <a:gd name="connsiteX3108" fmla="*/ 5530193 w 9312201"/>
              <a:gd name="connsiteY3108" fmla="*/ 2793527 h 4927186"/>
              <a:gd name="connsiteX3109" fmla="*/ 5552013 w 9312201"/>
              <a:gd name="connsiteY3109" fmla="*/ 2771707 h 4927186"/>
              <a:gd name="connsiteX3110" fmla="*/ 5395972 w 9312201"/>
              <a:gd name="connsiteY3110" fmla="*/ 2771707 h 4927186"/>
              <a:gd name="connsiteX3111" fmla="*/ 5417792 w 9312201"/>
              <a:gd name="connsiteY3111" fmla="*/ 2793527 h 4927186"/>
              <a:gd name="connsiteX3112" fmla="*/ 5395972 w 9312201"/>
              <a:gd name="connsiteY3112" fmla="*/ 2815347 h 4927186"/>
              <a:gd name="connsiteX3113" fmla="*/ 5374152 w 9312201"/>
              <a:gd name="connsiteY3113" fmla="*/ 2793527 h 4927186"/>
              <a:gd name="connsiteX3114" fmla="*/ 5395972 w 9312201"/>
              <a:gd name="connsiteY3114" fmla="*/ 2771707 h 4927186"/>
              <a:gd name="connsiteX3115" fmla="*/ 5317953 w 9312201"/>
              <a:gd name="connsiteY3115" fmla="*/ 2771707 h 4927186"/>
              <a:gd name="connsiteX3116" fmla="*/ 5339773 w 9312201"/>
              <a:gd name="connsiteY3116" fmla="*/ 2793527 h 4927186"/>
              <a:gd name="connsiteX3117" fmla="*/ 5317953 w 9312201"/>
              <a:gd name="connsiteY3117" fmla="*/ 2815347 h 4927186"/>
              <a:gd name="connsiteX3118" fmla="*/ 5296133 w 9312201"/>
              <a:gd name="connsiteY3118" fmla="*/ 2793527 h 4927186"/>
              <a:gd name="connsiteX3119" fmla="*/ 5317953 w 9312201"/>
              <a:gd name="connsiteY3119" fmla="*/ 2771707 h 4927186"/>
              <a:gd name="connsiteX3120" fmla="*/ 5239931 w 9312201"/>
              <a:gd name="connsiteY3120" fmla="*/ 2771707 h 4927186"/>
              <a:gd name="connsiteX3121" fmla="*/ 5261751 w 9312201"/>
              <a:gd name="connsiteY3121" fmla="*/ 2793527 h 4927186"/>
              <a:gd name="connsiteX3122" fmla="*/ 5239931 w 9312201"/>
              <a:gd name="connsiteY3122" fmla="*/ 2815347 h 4927186"/>
              <a:gd name="connsiteX3123" fmla="*/ 5218111 w 9312201"/>
              <a:gd name="connsiteY3123" fmla="*/ 2793527 h 4927186"/>
              <a:gd name="connsiteX3124" fmla="*/ 5239931 w 9312201"/>
              <a:gd name="connsiteY3124" fmla="*/ 2771707 h 4927186"/>
              <a:gd name="connsiteX3125" fmla="*/ 5162572 w 9312201"/>
              <a:gd name="connsiteY3125" fmla="*/ 2771707 h 4927186"/>
              <a:gd name="connsiteX3126" fmla="*/ 5185053 w 9312201"/>
              <a:gd name="connsiteY3126" fmla="*/ 2793527 h 4927186"/>
              <a:gd name="connsiteX3127" fmla="*/ 5162572 w 9312201"/>
              <a:gd name="connsiteY3127" fmla="*/ 2815347 h 4927186"/>
              <a:gd name="connsiteX3128" fmla="*/ 5140091 w 9312201"/>
              <a:gd name="connsiteY3128" fmla="*/ 2793527 h 4927186"/>
              <a:gd name="connsiteX3129" fmla="*/ 5162572 w 9312201"/>
              <a:gd name="connsiteY3129" fmla="*/ 2771707 h 4927186"/>
              <a:gd name="connsiteX3130" fmla="*/ 5085212 w 9312201"/>
              <a:gd name="connsiteY3130" fmla="*/ 2771707 h 4927186"/>
              <a:gd name="connsiteX3131" fmla="*/ 5107032 w 9312201"/>
              <a:gd name="connsiteY3131" fmla="*/ 2793527 h 4927186"/>
              <a:gd name="connsiteX3132" fmla="*/ 5085212 w 9312201"/>
              <a:gd name="connsiteY3132" fmla="*/ 2815347 h 4927186"/>
              <a:gd name="connsiteX3133" fmla="*/ 5063392 w 9312201"/>
              <a:gd name="connsiteY3133" fmla="*/ 2793527 h 4927186"/>
              <a:gd name="connsiteX3134" fmla="*/ 5085212 w 9312201"/>
              <a:gd name="connsiteY3134" fmla="*/ 2771707 h 4927186"/>
              <a:gd name="connsiteX3135" fmla="*/ 5007193 w 9312201"/>
              <a:gd name="connsiteY3135" fmla="*/ 2771707 h 4927186"/>
              <a:gd name="connsiteX3136" fmla="*/ 5029013 w 9312201"/>
              <a:gd name="connsiteY3136" fmla="*/ 2793527 h 4927186"/>
              <a:gd name="connsiteX3137" fmla="*/ 5007193 w 9312201"/>
              <a:gd name="connsiteY3137" fmla="*/ 2815347 h 4927186"/>
              <a:gd name="connsiteX3138" fmla="*/ 4985373 w 9312201"/>
              <a:gd name="connsiteY3138" fmla="*/ 2793527 h 4927186"/>
              <a:gd name="connsiteX3139" fmla="*/ 5007193 w 9312201"/>
              <a:gd name="connsiteY3139" fmla="*/ 2771707 h 4927186"/>
              <a:gd name="connsiteX3140" fmla="*/ 4928511 w 9312201"/>
              <a:gd name="connsiteY3140" fmla="*/ 2771707 h 4927186"/>
              <a:gd name="connsiteX3141" fmla="*/ 4950992 w 9312201"/>
              <a:gd name="connsiteY3141" fmla="*/ 2793527 h 4927186"/>
              <a:gd name="connsiteX3142" fmla="*/ 4928511 w 9312201"/>
              <a:gd name="connsiteY3142" fmla="*/ 2815347 h 4927186"/>
              <a:gd name="connsiteX3143" fmla="*/ 4906030 w 9312201"/>
              <a:gd name="connsiteY3143" fmla="*/ 2793527 h 4927186"/>
              <a:gd name="connsiteX3144" fmla="*/ 4928511 w 9312201"/>
              <a:gd name="connsiteY3144" fmla="*/ 2771707 h 4927186"/>
              <a:gd name="connsiteX3145" fmla="*/ 4850491 w 9312201"/>
              <a:gd name="connsiteY3145" fmla="*/ 2771707 h 4927186"/>
              <a:gd name="connsiteX3146" fmla="*/ 4872972 w 9312201"/>
              <a:gd name="connsiteY3146" fmla="*/ 2793527 h 4927186"/>
              <a:gd name="connsiteX3147" fmla="*/ 4850491 w 9312201"/>
              <a:gd name="connsiteY3147" fmla="*/ 2815347 h 4927186"/>
              <a:gd name="connsiteX3148" fmla="*/ 4828010 w 9312201"/>
              <a:gd name="connsiteY3148" fmla="*/ 2793527 h 4927186"/>
              <a:gd name="connsiteX3149" fmla="*/ 4850491 w 9312201"/>
              <a:gd name="connsiteY3149" fmla="*/ 2771707 h 4927186"/>
              <a:gd name="connsiteX3150" fmla="*/ 4773132 w 9312201"/>
              <a:gd name="connsiteY3150" fmla="*/ 2771707 h 4927186"/>
              <a:gd name="connsiteX3151" fmla="*/ 4794952 w 9312201"/>
              <a:gd name="connsiteY3151" fmla="*/ 2793527 h 4927186"/>
              <a:gd name="connsiteX3152" fmla="*/ 4773132 w 9312201"/>
              <a:gd name="connsiteY3152" fmla="*/ 2815347 h 4927186"/>
              <a:gd name="connsiteX3153" fmla="*/ 4751312 w 9312201"/>
              <a:gd name="connsiteY3153" fmla="*/ 2793527 h 4927186"/>
              <a:gd name="connsiteX3154" fmla="*/ 4773132 w 9312201"/>
              <a:gd name="connsiteY3154" fmla="*/ 2771707 h 4927186"/>
              <a:gd name="connsiteX3155" fmla="*/ 4695111 w 9312201"/>
              <a:gd name="connsiteY3155" fmla="*/ 2771707 h 4927186"/>
              <a:gd name="connsiteX3156" fmla="*/ 4716931 w 9312201"/>
              <a:gd name="connsiteY3156" fmla="*/ 2793527 h 4927186"/>
              <a:gd name="connsiteX3157" fmla="*/ 4695111 w 9312201"/>
              <a:gd name="connsiteY3157" fmla="*/ 2815347 h 4927186"/>
              <a:gd name="connsiteX3158" fmla="*/ 4673291 w 9312201"/>
              <a:gd name="connsiteY3158" fmla="*/ 2793527 h 4927186"/>
              <a:gd name="connsiteX3159" fmla="*/ 4695111 w 9312201"/>
              <a:gd name="connsiteY3159" fmla="*/ 2771707 h 4927186"/>
              <a:gd name="connsiteX3160" fmla="*/ 4617091 w 9312201"/>
              <a:gd name="connsiteY3160" fmla="*/ 2771707 h 4927186"/>
              <a:gd name="connsiteX3161" fmla="*/ 4638911 w 9312201"/>
              <a:gd name="connsiteY3161" fmla="*/ 2793527 h 4927186"/>
              <a:gd name="connsiteX3162" fmla="*/ 4617091 w 9312201"/>
              <a:gd name="connsiteY3162" fmla="*/ 2815347 h 4927186"/>
              <a:gd name="connsiteX3163" fmla="*/ 4595271 w 9312201"/>
              <a:gd name="connsiteY3163" fmla="*/ 2793527 h 4927186"/>
              <a:gd name="connsiteX3164" fmla="*/ 4617091 w 9312201"/>
              <a:gd name="connsiteY3164" fmla="*/ 2771707 h 4927186"/>
              <a:gd name="connsiteX3165" fmla="*/ 4539070 w 9312201"/>
              <a:gd name="connsiteY3165" fmla="*/ 2771707 h 4927186"/>
              <a:gd name="connsiteX3166" fmla="*/ 4560890 w 9312201"/>
              <a:gd name="connsiteY3166" fmla="*/ 2793527 h 4927186"/>
              <a:gd name="connsiteX3167" fmla="*/ 4539070 w 9312201"/>
              <a:gd name="connsiteY3167" fmla="*/ 2815347 h 4927186"/>
              <a:gd name="connsiteX3168" fmla="*/ 4517250 w 9312201"/>
              <a:gd name="connsiteY3168" fmla="*/ 2793527 h 4927186"/>
              <a:gd name="connsiteX3169" fmla="*/ 4539070 w 9312201"/>
              <a:gd name="connsiteY3169" fmla="*/ 2771707 h 4927186"/>
              <a:gd name="connsiteX3170" fmla="*/ 4461711 w 9312201"/>
              <a:gd name="connsiteY3170" fmla="*/ 2771707 h 4927186"/>
              <a:gd name="connsiteX3171" fmla="*/ 4484192 w 9312201"/>
              <a:gd name="connsiteY3171" fmla="*/ 2793527 h 4927186"/>
              <a:gd name="connsiteX3172" fmla="*/ 4461711 w 9312201"/>
              <a:gd name="connsiteY3172" fmla="*/ 2815347 h 4927186"/>
              <a:gd name="connsiteX3173" fmla="*/ 4439230 w 9312201"/>
              <a:gd name="connsiteY3173" fmla="*/ 2793527 h 4927186"/>
              <a:gd name="connsiteX3174" fmla="*/ 4461711 w 9312201"/>
              <a:gd name="connsiteY3174" fmla="*/ 2771707 h 4927186"/>
              <a:gd name="connsiteX3175" fmla="*/ 4384351 w 9312201"/>
              <a:gd name="connsiteY3175" fmla="*/ 2771707 h 4927186"/>
              <a:gd name="connsiteX3176" fmla="*/ 4406171 w 9312201"/>
              <a:gd name="connsiteY3176" fmla="*/ 2793527 h 4927186"/>
              <a:gd name="connsiteX3177" fmla="*/ 4384351 w 9312201"/>
              <a:gd name="connsiteY3177" fmla="*/ 2815347 h 4927186"/>
              <a:gd name="connsiteX3178" fmla="*/ 4362531 w 9312201"/>
              <a:gd name="connsiteY3178" fmla="*/ 2793527 h 4927186"/>
              <a:gd name="connsiteX3179" fmla="*/ 4384351 w 9312201"/>
              <a:gd name="connsiteY3179" fmla="*/ 2771707 h 4927186"/>
              <a:gd name="connsiteX3180" fmla="*/ 4305009 w 9312201"/>
              <a:gd name="connsiteY3180" fmla="*/ 2771707 h 4927186"/>
              <a:gd name="connsiteX3181" fmla="*/ 4326829 w 9312201"/>
              <a:gd name="connsiteY3181" fmla="*/ 2793527 h 4927186"/>
              <a:gd name="connsiteX3182" fmla="*/ 4305009 w 9312201"/>
              <a:gd name="connsiteY3182" fmla="*/ 2815347 h 4927186"/>
              <a:gd name="connsiteX3183" fmla="*/ 4283189 w 9312201"/>
              <a:gd name="connsiteY3183" fmla="*/ 2793527 h 4927186"/>
              <a:gd name="connsiteX3184" fmla="*/ 4305009 w 9312201"/>
              <a:gd name="connsiteY3184" fmla="*/ 2771707 h 4927186"/>
              <a:gd name="connsiteX3185" fmla="*/ 4226989 w 9312201"/>
              <a:gd name="connsiteY3185" fmla="*/ 2771707 h 4927186"/>
              <a:gd name="connsiteX3186" fmla="*/ 4248809 w 9312201"/>
              <a:gd name="connsiteY3186" fmla="*/ 2793527 h 4927186"/>
              <a:gd name="connsiteX3187" fmla="*/ 4226989 w 9312201"/>
              <a:gd name="connsiteY3187" fmla="*/ 2815347 h 4927186"/>
              <a:gd name="connsiteX3188" fmla="*/ 4205169 w 9312201"/>
              <a:gd name="connsiteY3188" fmla="*/ 2793527 h 4927186"/>
              <a:gd name="connsiteX3189" fmla="*/ 4226989 w 9312201"/>
              <a:gd name="connsiteY3189" fmla="*/ 2771707 h 4927186"/>
              <a:gd name="connsiteX3190" fmla="*/ 4149629 w 9312201"/>
              <a:gd name="connsiteY3190" fmla="*/ 2771707 h 4927186"/>
              <a:gd name="connsiteX3191" fmla="*/ 4172110 w 9312201"/>
              <a:gd name="connsiteY3191" fmla="*/ 2793527 h 4927186"/>
              <a:gd name="connsiteX3192" fmla="*/ 4149629 w 9312201"/>
              <a:gd name="connsiteY3192" fmla="*/ 2815347 h 4927186"/>
              <a:gd name="connsiteX3193" fmla="*/ 4127148 w 9312201"/>
              <a:gd name="connsiteY3193" fmla="*/ 2793527 h 4927186"/>
              <a:gd name="connsiteX3194" fmla="*/ 4149629 w 9312201"/>
              <a:gd name="connsiteY3194" fmla="*/ 2771707 h 4927186"/>
              <a:gd name="connsiteX3195" fmla="*/ 4072270 w 9312201"/>
              <a:gd name="connsiteY3195" fmla="*/ 2771707 h 4927186"/>
              <a:gd name="connsiteX3196" fmla="*/ 4094090 w 9312201"/>
              <a:gd name="connsiteY3196" fmla="*/ 2793527 h 4927186"/>
              <a:gd name="connsiteX3197" fmla="*/ 4072270 w 9312201"/>
              <a:gd name="connsiteY3197" fmla="*/ 2815347 h 4927186"/>
              <a:gd name="connsiteX3198" fmla="*/ 4050450 w 9312201"/>
              <a:gd name="connsiteY3198" fmla="*/ 2793527 h 4927186"/>
              <a:gd name="connsiteX3199" fmla="*/ 4072270 w 9312201"/>
              <a:gd name="connsiteY3199" fmla="*/ 2771707 h 4927186"/>
              <a:gd name="connsiteX3200" fmla="*/ 3994250 w 9312201"/>
              <a:gd name="connsiteY3200" fmla="*/ 2771707 h 4927186"/>
              <a:gd name="connsiteX3201" fmla="*/ 4016070 w 9312201"/>
              <a:gd name="connsiteY3201" fmla="*/ 2793527 h 4927186"/>
              <a:gd name="connsiteX3202" fmla="*/ 3994250 w 9312201"/>
              <a:gd name="connsiteY3202" fmla="*/ 2815347 h 4927186"/>
              <a:gd name="connsiteX3203" fmla="*/ 3972430 w 9312201"/>
              <a:gd name="connsiteY3203" fmla="*/ 2793527 h 4927186"/>
              <a:gd name="connsiteX3204" fmla="*/ 3994250 w 9312201"/>
              <a:gd name="connsiteY3204" fmla="*/ 2771707 h 4927186"/>
              <a:gd name="connsiteX3205" fmla="*/ 2203086 w 9312201"/>
              <a:gd name="connsiteY3205" fmla="*/ 2771707 h 4927186"/>
              <a:gd name="connsiteX3206" fmla="*/ 2225567 w 9312201"/>
              <a:gd name="connsiteY3206" fmla="*/ 2793527 h 4927186"/>
              <a:gd name="connsiteX3207" fmla="*/ 2203086 w 9312201"/>
              <a:gd name="connsiteY3207" fmla="*/ 2815347 h 4927186"/>
              <a:gd name="connsiteX3208" fmla="*/ 2180605 w 9312201"/>
              <a:gd name="connsiteY3208" fmla="*/ 2793527 h 4927186"/>
              <a:gd name="connsiteX3209" fmla="*/ 2203086 w 9312201"/>
              <a:gd name="connsiteY3209" fmla="*/ 2771707 h 4927186"/>
              <a:gd name="connsiteX3210" fmla="*/ 2125727 w 9312201"/>
              <a:gd name="connsiteY3210" fmla="*/ 2771707 h 4927186"/>
              <a:gd name="connsiteX3211" fmla="*/ 2147547 w 9312201"/>
              <a:gd name="connsiteY3211" fmla="*/ 2793527 h 4927186"/>
              <a:gd name="connsiteX3212" fmla="*/ 2125727 w 9312201"/>
              <a:gd name="connsiteY3212" fmla="*/ 2815347 h 4927186"/>
              <a:gd name="connsiteX3213" fmla="*/ 2103907 w 9312201"/>
              <a:gd name="connsiteY3213" fmla="*/ 2793527 h 4927186"/>
              <a:gd name="connsiteX3214" fmla="*/ 2125727 w 9312201"/>
              <a:gd name="connsiteY3214" fmla="*/ 2771707 h 4927186"/>
              <a:gd name="connsiteX3215" fmla="*/ 2047706 w 9312201"/>
              <a:gd name="connsiteY3215" fmla="*/ 2771707 h 4927186"/>
              <a:gd name="connsiteX3216" fmla="*/ 2069526 w 9312201"/>
              <a:gd name="connsiteY3216" fmla="*/ 2793527 h 4927186"/>
              <a:gd name="connsiteX3217" fmla="*/ 2047706 w 9312201"/>
              <a:gd name="connsiteY3217" fmla="*/ 2815347 h 4927186"/>
              <a:gd name="connsiteX3218" fmla="*/ 2025886 w 9312201"/>
              <a:gd name="connsiteY3218" fmla="*/ 2793527 h 4927186"/>
              <a:gd name="connsiteX3219" fmla="*/ 2047706 w 9312201"/>
              <a:gd name="connsiteY3219" fmla="*/ 2771707 h 4927186"/>
              <a:gd name="connsiteX3220" fmla="*/ 1968363 w 9312201"/>
              <a:gd name="connsiteY3220" fmla="*/ 2771707 h 4927186"/>
              <a:gd name="connsiteX3221" fmla="*/ 1990183 w 9312201"/>
              <a:gd name="connsiteY3221" fmla="*/ 2793527 h 4927186"/>
              <a:gd name="connsiteX3222" fmla="*/ 1968363 w 9312201"/>
              <a:gd name="connsiteY3222" fmla="*/ 2815347 h 4927186"/>
              <a:gd name="connsiteX3223" fmla="*/ 1946543 w 9312201"/>
              <a:gd name="connsiteY3223" fmla="*/ 2793527 h 4927186"/>
              <a:gd name="connsiteX3224" fmla="*/ 1968363 w 9312201"/>
              <a:gd name="connsiteY3224" fmla="*/ 2771707 h 4927186"/>
              <a:gd name="connsiteX3225" fmla="*/ 1891011 w 9312201"/>
              <a:gd name="connsiteY3225" fmla="*/ 2771707 h 4927186"/>
              <a:gd name="connsiteX3226" fmla="*/ 1913495 w 9312201"/>
              <a:gd name="connsiteY3226" fmla="*/ 2793527 h 4927186"/>
              <a:gd name="connsiteX3227" fmla="*/ 1891011 w 9312201"/>
              <a:gd name="connsiteY3227" fmla="*/ 2815347 h 4927186"/>
              <a:gd name="connsiteX3228" fmla="*/ 1868529 w 9312201"/>
              <a:gd name="connsiteY3228" fmla="*/ 2793527 h 4927186"/>
              <a:gd name="connsiteX3229" fmla="*/ 1891011 w 9312201"/>
              <a:gd name="connsiteY3229" fmla="*/ 2771707 h 4927186"/>
              <a:gd name="connsiteX3230" fmla="*/ 1813657 w 9312201"/>
              <a:gd name="connsiteY3230" fmla="*/ 2771707 h 4927186"/>
              <a:gd name="connsiteX3231" fmla="*/ 1835474 w 9312201"/>
              <a:gd name="connsiteY3231" fmla="*/ 2793527 h 4927186"/>
              <a:gd name="connsiteX3232" fmla="*/ 1813657 w 9312201"/>
              <a:gd name="connsiteY3232" fmla="*/ 2815347 h 4927186"/>
              <a:gd name="connsiteX3233" fmla="*/ 1791833 w 9312201"/>
              <a:gd name="connsiteY3233" fmla="*/ 2793527 h 4927186"/>
              <a:gd name="connsiteX3234" fmla="*/ 1813657 w 9312201"/>
              <a:gd name="connsiteY3234" fmla="*/ 2771707 h 4927186"/>
              <a:gd name="connsiteX3235" fmla="*/ 5785413 w 9312201"/>
              <a:gd name="connsiteY3235" fmla="*/ 2693687 h 4927186"/>
              <a:gd name="connsiteX3236" fmla="*/ 5807894 w 9312201"/>
              <a:gd name="connsiteY3236" fmla="*/ 2716168 h 4927186"/>
              <a:gd name="connsiteX3237" fmla="*/ 5785413 w 9312201"/>
              <a:gd name="connsiteY3237" fmla="*/ 2738649 h 4927186"/>
              <a:gd name="connsiteX3238" fmla="*/ 5762932 w 9312201"/>
              <a:gd name="connsiteY3238" fmla="*/ 2716168 h 4927186"/>
              <a:gd name="connsiteX3239" fmla="*/ 5785413 w 9312201"/>
              <a:gd name="connsiteY3239" fmla="*/ 2693687 h 4927186"/>
              <a:gd name="connsiteX3240" fmla="*/ 5708054 w 9312201"/>
              <a:gd name="connsiteY3240" fmla="*/ 2693687 h 4927186"/>
              <a:gd name="connsiteX3241" fmla="*/ 5729874 w 9312201"/>
              <a:gd name="connsiteY3241" fmla="*/ 2716168 h 4927186"/>
              <a:gd name="connsiteX3242" fmla="*/ 5708054 w 9312201"/>
              <a:gd name="connsiteY3242" fmla="*/ 2738649 h 4927186"/>
              <a:gd name="connsiteX3243" fmla="*/ 5686234 w 9312201"/>
              <a:gd name="connsiteY3243" fmla="*/ 2716168 h 4927186"/>
              <a:gd name="connsiteX3244" fmla="*/ 5708054 w 9312201"/>
              <a:gd name="connsiteY3244" fmla="*/ 2693687 h 4927186"/>
              <a:gd name="connsiteX3245" fmla="*/ 5630034 w 9312201"/>
              <a:gd name="connsiteY3245" fmla="*/ 2693687 h 4927186"/>
              <a:gd name="connsiteX3246" fmla="*/ 5651854 w 9312201"/>
              <a:gd name="connsiteY3246" fmla="*/ 2716168 h 4927186"/>
              <a:gd name="connsiteX3247" fmla="*/ 5630034 w 9312201"/>
              <a:gd name="connsiteY3247" fmla="*/ 2738649 h 4927186"/>
              <a:gd name="connsiteX3248" fmla="*/ 5608214 w 9312201"/>
              <a:gd name="connsiteY3248" fmla="*/ 2716168 h 4927186"/>
              <a:gd name="connsiteX3249" fmla="*/ 5630034 w 9312201"/>
              <a:gd name="connsiteY3249" fmla="*/ 2693687 h 4927186"/>
              <a:gd name="connsiteX3250" fmla="*/ 5552013 w 9312201"/>
              <a:gd name="connsiteY3250" fmla="*/ 2693687 h 4927186"/>
              <a:gd name="connsiteX3251" fmla="*/ 5573833 w 9312201"/>
              <a:gd name="connsiteY3251" fmla="*/ 2716168 h 4927186"/>
              <a:gd name="connsiteX3252" fmla="*/ 5552013 w 9312201"/>
              <a:gd name="connsiteY3252" fmla="*/ 2738649 h 4927186"/>
              <a:gd name="connsiteX3253" fmla="*/ 5530193 w 9312201"/>
              <a:gd name="connsiteY3253" fmla="*/ 2716168 h 4927186"/>
              <a:gd name="connsiteX3254" fmla="*/ 5552013 w 9312201"/>
              <a:gd name="connsiteY3254" fmla="*/ 2693687 h 4927186"/>
              <a:gd name="connsiteX3255" fmla="*/ 5473331 w 9312201"/>
              <a:gd name="connsiteY3255" fmla="*/ 2693687 h 4927186"/>
              <a:gd name="connsiteX3256" fmla="*/ 5495812 w 9312201"/>
              <a:gd name="connsiteY3256" fmla="*/ 2716168 h 4927186"/>
              <a:gd name="connsiteX3257" fmla="*/ 5473331 w 9312201"/>
              <a:gd name="connsiteY3257" fmla="*/ 2738649 h 4927186"/>
              <a:gd name="connsiteX3258" fmla="*/ 5450850 w 9312201"/>
              <a:gd name="connsiteY3258" fmla="*/ 2716168 h 4927186"/>
              <a:gd name="connsiteX3259" fmla="*/ 5473331 w 9312201"/>
              <a:gd name="connsiteY3259" fmla="*/ 2693687 h 4927186"/>
              <a:gd name="connsiteX3260" fmla="*/ 5317953 w 9312201"/>
              <a:gd name="connsiteY3260" fmla="*/ 2693687 h 4927186"/>
              <a:gd name="connsiteX3261" fmla="*/ 5339773 w 9312201"/>
              <a:gd name="connsiteY3261" fmla="*/ 2716168 h 4927186"/>
              <a:gd name="connsiteX3262" fmla="*/ 5317953 w 9312201"/>
              <a:gd name="connsiteY3262" fmla="*/ 2738649 h 4927186"/>
              <a:gd name="connsiteX3263" fmla="*/ 5296133 w 9312201"/>
              <a:gd name="connsiteY3263" fmla="*/ 2716168 h 4927186"/>
              <a:gd name="connsiteX3264" fmla="*/ 5317953 w 9312201"/>
              <a:gd name="connsiteY3264" fmla="*/ 2693687 h 4927186"/>
              <a:gd name="connsiteX3265" fmla="*/ 4850491 w 9312201"/>
              <a:gd name="connsiteY3265" fmla="*/ 2693687 h 4927186"/>
              <a:gd name="connsiteX3266" fmla="*/ 4872972 w 9312201"/>
              <a:gd name="connsiteY3266" fmla="*/ 2716168 h 4927186"/>
              <a:gd name="connsiteX3267" fmla="*/ 4850491 w 9312201"/>
              <a:gd name="connsiteY3267" fmla="*/ 2738649 h 4927186"/>
              <a:gd name="connsiteX3268" fmla="*/ 4828010 w 9312201"/>
              <a:gd name="connsiteY3268" fmla="*/ 2716168 h 4927186"/>
              <a:gd name="connsiteX3269" fmla="*/ 4850491 w 9312201"/>
              <a:gd name="connsiteY3269" fmla="*/ 2693687 h 4927186"/>
              <a:gd name="connsiteX3270" fmla="*/ 4773132 w 9312201"/>
              <a:gd name="connsiteY3270" fmla="*/ 2693687 h 4927186"/>
              <a:gd name="connsiteX3271" fmla="*/ 4794952 w 9312201"/>
              <a:gd name="connsiteY3271" fmla="*/ 2716168 h 4927186"/>
              <a:gd name="connsiteX3272" fmla="*/ 4773132 w 9312201"/>
              <a:gd name="connsiteY3272" fmla="*/ 2738649 h 4927186"/>
              <a:gd name="connsiteX3273" fmla="*/ 4751312 w 9312201"/>
              <a:gd name="connsiteY3273" fmla="*/ 2716168 h 4927186"/>
              <a:gd name="connsiteX3274" fmla="*/ 4773132 w 9312201"/>
              <a:gd name="connsiteY3274" fmla="*/ 2693687 h 4927186"/>
              <a:gd name="connsiteX3275" fmla="*/ 4695111 w 9312201"/>
              <a:gd name="connsiteY3275" fmla="*/ 2693687 h 4927186"/>
              <a:gd name="connsiteX3276" fmla="*/ 4716931 w 9312201"/>
              <a:gd name="connsiteY3276" fmla="*/ 2716168 h 4927186"/>
              <a:gd name="connsiteX3277" fmla="*/ 4695111 w 9312201"/>
              <a:gd name="connsiteY3277" fmla="*/ 2738649 h 4927186"/>
              <a:gd name="connsiteX3278" fmla="*/ 4673291 w 9312201"/>
              <a:gd name="connsiteY3278" fmla="*/ 2716168 h 4927186"/>
              <a:gd name="connsiteX3279" fmla="*/ 4695111 w 9312201"/>
              <a:gd name="connsiteY3279" fmla="*/ 2693687 h 4927186"/>
              <a:gd name="connsiteX3280" fmla="*/ 4617091 w 9312201"/>
              <a:gd name="connsiteY3280" fmla="*/ 2693687 h 4927186"/>
              <a:gd name="connsiteX3281" fmla="*/ 4638911 w 9312201"/>
              <a:gd name="connsiteY3281" fmla="*/ 2716168 h 4927186"/>
              <a:gd name="connsiteX3282" fmla="*/ 4617091 w 9312201"/>
              <a:gd name="connsiteY3282" fmla="*/ 2738649 h 4927186"/>
              <a:gd name="connsiteX3283" fmla="*/ 4595271 w 9312201"/>
              <a:gd name="connsiteY3283" fmla="*/ 2716168 h 4927186"/>
              <a:gd name="connsiteX3284" fmla="*/ 4617091 w 9312201"/>
              <a:gd name="connsiteY3284" fmla="*/ 2693687 h 4927186"/>
              <a:gd name="connsiteX3285" fmla="*/ 4539070 w 9312201"/>
              <a:gd name="connsiteY3285" fmla="*/ 2693687 h 4927186"/>
              <a:gd name="connsiteX3286" fmla="*/ 4560890 w 9312201"/>
              <a:gd name="connsiteY3286" fmla="*/ 2716168 h 4927186"/>
              <a:gd name="connsiteX3287" fmla="*/ 4539070 w 9312201"/>
              <a:gd name="connsiteY3287" fmla="*/ 2738649 h 4927186"/>
              <a:gd name="connsiteX3288" fmla="*/ 4517250 w 9312201"/>
              <a:gd name="connsiteY3288" fmla="*/ 2716168 h 4927186"/>
              <a:gd name="connsiteX3289" fmla="*/ 4539070 w 9312201"/>
              <a:gd name="connsiteY3289" fmla="*/ 2693687 h 4927186"/>
              <a:gd name="connsiteX3290" fmla="*/ 4461711 w 9312201"/>
              <a:gd name="connsiteY3290" fmla="*/ 2693687 h 4927186"/>
              <a:gd name="connsiteX3291" fmla="*/ 4484192 w 9312201"/>
              <a:gd name="connsiteY3291" fmla="*/ 2716168 h 4927186"/>
              <a:gd name="connsiteX3292" fmla="*/ 4461711 w 9312201"/>
              <a:gd name="connsiteY3292" fmla="*/ 2738649 h 4927186"/>
              <a:gd name="connsiteX3293" fmla="*/ 4439230 w 9312201"/>
              <a:gd name="connsiteY3293" fmla="*/ 2716168 h 4927186"/>
              <a:gd name="connsiteX3294" fmla="*/ 4461711 w 9312201"/>
              <a:gd name="connsiteY3294" fmla="*/ 2693687 h 4927186"/>
              <a:gd name="connsiteX3295" fmla="*/ 4384351 w 9312201"/>
              <a:gd name="connsiteY3295" fmla="*/ 2693687 h 4927186"/>
              <a:gd name="connsiteX3296" fmla="*/ 4406171 w 9312201"/>
              <a:gd name="connsiteY3296" fmla="*/ 2716168 h 4927186"/>
              <a:gd name="connsiteX3297" fmla="*/ 4384351 w 9312201"/>
              <a:gd name="connsiteY3297" fmla="*/ 2738649 h 4927186"/>
              <a:gd name="connsiteX3298" fmla="*/ 4362531 w 9312201"/>
              <a:gd name="connsiteY3298" fmla="*/ 2716168 h 4927186"/>
              <a:gd name="connsiteX3299" fmla="*/ 4384351 w 9312201"/>
              <a:gd name="connsiteY3299" fmla="*/ 2693687 h 4927186"/>
              <a:gd name="connsiteX3300" fmla="*/ 4305009 w 9312201"/>
              <a:gd name="connsiteY3300" fmla="*/ 2693687 h 4927186"/>
              <a:gd name="connsiteX3301" fmla="*/ 4326829 w 9312201"/>
              <a:gd name="connsiteY3301" fmla="*/ 2716168 h 4927186"/>
              <a:gd name="connsiteX3302" fmla="*/ 4305009 w 9312201"/>
              <a:gd name="connsiteY3302" fmla="*/ 2738649 h 4927186"/>
              <a:gd name="connsiteX3303" fmla="*/ 4283189 w 9312201"/>
              <a:gd name="connsiteY3303" fmla="*/ 2716168 h 4927186"/>
              <a:gd name="connsiteX3304" fmla="*/ 4305009 w 9312201"/>
              <a:gd name="connsiteY3304" fmla="*/ 2693687 h 4927186"/>
              <a:gd name="connsiteX3305" fmla="*/ 4226989 w 9312201"/>
              <a:gd name="connsiteY3305" fmla="*/ 2693687 h 4927186"/>
              <a:gd name="connsiteX3306" fmla="*/ 4248809 w 9312201"/>
              <a:gd name="connsiteY3306" fmla="*/ 2716168 h 4927186"/>
              <a:gd name="connsiteX3307" fmla="*/ 4226989 w 9312201"/>
              <a:gd name="connsiteY3307" fmla="*/ 2738649 h 4927186"/>
              <a:gd name="connsiteX3308" fmla="*/ 4205169 w 9312201"/>
              <a:gd name="connsiteY3308" fmla="*/ 2716168 h 4927186"/>
              <a:gd name="connsiteX3309" fmla="*/ 4226989 w 9312201"/>
              <a:gd name="connsiteY3309" fmla="*/ 2693687 h 4927186"/>
              <a:gd name="connsiteX3310" fmla="*/ 2670547 w 9312201"/>
              <a:gd name="connsiteY3310" fmla="*/ 2693687 h 4927186"/>
              <a:gd name="connsiteX3311" fmla="*/ 2692367 w 9312201"/>
              <a:gd name="connsiteY3311" fmla="*/ 2716168 h 4927186"/>
              <a:gd name="connsiteX3312" fmla="*/ 2670547 w 9312201"/>
              <a:gd name="connsiteY3312" fmla="*/ 2738649 h 4927186"/>
              <a:gd name="connsiteX3313" fmla="*/ 2648727 w 9312201"/>
              <a:gd name="connsiteY3313" fmla="*/ 2716168 h 4927186"/>
              <a:gd name="connsiteX3314" fmla="*/ 2670547 w 9312201"/>
              <a:gd name="connsiteY3314" fmla="*/ 2693687 h 4927186"/>
              <a:gd name="connsiteX3315" fmla="*/ 2592527 w 9312201"/>
              <a:gd name="connsiteY3315" fmla="*/ 2693687 h 4927186"/>
              <a:gd name="connsiteX3316" fmla="*/ 2614347 w 9312201"/>
              <a:gd name="connsiteY3316" fmla="*/ 2716168 h 4927186"/>
              <a:gd name="connsiteX3317" fmla="*/ 2592527 w 9312201"/>
              <a:gd name="connsiteY3317" fmla="*/ 2738649 h 4927186"/>
              <a:gd name="connsiteX3318" fmla="*/ 2570707 w 9312201"/>
              <a:gd name="connsiteY3318" fmla="*/ 2716168 h 4927186"/>
              <a:gd name="connsiteX3319" fmla="*/ 2592527 w 9312201"/>
              <a:gd name="connsiteY3319" fmla="*/ 2693687 h 4927186"/>
              <a:gd name="connsiteX3320" fmla="*/ 2513845 w 9312201"/>
              <a:gd name="connsiteY3320" fmla="*/ 2693687 h 4927186"/>
              <a:gd name="connsiteX3321" fmla="*/ 2536326 w 9312201"/>
              <a:gd name="connsiteY3321" fmla="*/ 2716168 h 4927186"/>
              <a:gd name="connsiteX3322" fmla="*/ 2513845 w 9312201"/>
              <a:gd name="connsiteY3322" fmla="*/ 2738649 h 4927186"/>
              <a:gd name="connsiteX3323" fmla="*/ 2491364 w 9312201"/>
              <a:gd name="connsiteY3323" fmla="*/ 2716168 h 4927186"/>
              <a:gd name="connsiteX3324" fmla="*/ 2513845 w 9312201"/>
              <a:gd name="connsiteY3324" fmla="*/ 2693687 h 4927186"/>
              <a:gd name="connsiteX3325" fmla="*/ 2436486 w 9312201"/>
              <a:gd name="connsiteY3325" fmla="*/ 2693687 h 4927186"/>
              <a:gd name="connsiteX3326" fmla="*/ 2458306 w 9312201"/>
              <a:gd name="connsiteY3326" fmla="*/ 2716168 h 4927186"/>
              <a:gd name="connsiteX3327" fmla="*/ 2436486 w 9312201"/>
              <a:gd name="connsiteY3327" fmla="*/ 2738649 h 4927186"/>
              <a:gd name="connsiteX3328" fmla="*/ 2414666 w 9312201"/>
              <a:gd name="connsiteY3328" fmla="*/ 2716168 h 4927186"/>
              <a:gd name="connsiteX3329" fmla="*/ 2436486 w 9312201"/>
              <a:gd name="connsiteY3329" fmla="*/ 2693687 h 4927186"/>
              <a:gd name="connsiteX3330" fmla="*/ 2358465 w 9312201"/>
              <a:gd name="connsiteY3330" fmla="*/ 2693687 h 4927186"/>
              <a:gd name="connsiteX3331" fmla="*/ 2380285 w 9312201"/>
              <a:gd name="connsiteY3331" fmla="*/ 2716168 h 4927186"/>
              <a:gd name="connsiteX3332" fmla="*/ 2358465 w 9312201"/>
              <a:gd name="connsiteY3332" fmla="*/ 2738649 h 4927186"/>
              <a:gd name="connsiteX3333" fmla="*/ 2336645 w 9312201"/>
              <a:gd name="connsiteY3333" fmla="*/ 2716168 h 4927186"/>
              <a:gd name="connsiteX3334" fmla="*/ 2358465 w 9312201"/>
              <a:gd name="connsiteY3334" fmla="*/ 2693687 h 4927186"/>
              <a:gd name="connsiteX3335" fmla="*/ 7576577 w 9312201"/>
              <a:gd name="connsiteY3335" fmla="*/ 2693686 h 4927186"/>
              <a:gd name="connsiteX3336" fmla="*/ 7598397 w 9312201"/>
              <a:gd name="connsiteY3336" fmla="*/ 2716167 h 4927186"/>
              <a:gd name="connsiteX3337" fmla="*/ 7576577 w 9312201"/>
              <a:gd name="connsiteY3337" fmla="*/ 2738648 h 4927186"/>
              <a:gd name="connsiteX3338" fmla="*/ 7554757 w 9312201"/>
              <a:gd name="connsiteY3338" fmla="*/ 2716167 h 4927186"/>
              <a:gd name="connsiteX3339" fmla="*/ 7576577 w 9312201"/>
              <a:gd name="connsiteY3339" fmla="*/ 2693686 h 4927186"/>
              <a:gd name="connsiteX3340" fmla="*/ 7498556 w 9312201"/>
              <a:gd name="connsiteY3340" fmla="*/ 2693686 h 4927186"/>
              <a:gd name="connsiteX3341" fmla="*/ 7520376 w 9312201"/>
              <a:gd name="connsiteY3341" fmla="*/ 2716167 h 4927186"/>
              <a:gd name="connsiteX3342" fmla="*/ 7498556 w 9312201"/>
              <a:gd name="connsiteY3342" fmla="*/ 2738648 h 4927186"/>
              <a:gd name="connsiteX3343" fmla="*/ 7476736 w 9312201"/>
              <a:gd name="connsiteY3343" fmla="*/ 2716167 h 4927186"/>
              <a:gd name="connsiteX3344" fmla="*/ 7498556 w 9312201"/>
              <a:gd name="connsiteY3344" fmla="*/ 2693686 h 4927186"/>
              <a:gd name="connsiteX3345" fmla="*/ 7264495 w 9312201"/>
              <a:gd name="connsiteY3345" fmla="*/ 2693686 h 4927186"/>
              <a:gd name="connsiteX3346" fmla="*/ 7286315 w 9312201"/>
              <a:gd name="connsiteY3346" fmla="*/ 2716167 h 4927186"/>
              <a:gd name="connsiteX3347" fmla="*/ 7264495 w 9312201"/>
              <a:gd name="connsiteY3347" fmla="*/ 2738648 h 4927186"/>
              <a:gd name="connsiteX3348" fmla="*/ 7242675 w 9312201"/>
              <a:gd name="connsiteY3348" fmla="*/ 2716167 h 4927186"/>
              <a:gd name="connsiteX3349" fmla="*/ 7264495 w 9312201"/>
              <a:gd name="connsiteY3349" fmla="*/ 2693686 h 4927186"/>
              <a:gd name="connsiteX3350" fmla="*/ 7109116 w 9312201"/>
              <a:gd name="connsiteY3350" fmla="*/ 2693686 h 4927186"/>
              <a:gd name="connsiteX3351" fmla="*/ 7131597 w 9312201"/>
              <a:gd name="connsiteY3351" fmla="*/ 2716167 h 4927186"/>
              <a:gd name="connsiteX3352" fmla="*/ 7109116 w 9312201"/>
              <a:gd name="connsiteY3352" fmla="*/ 2738648 h 4927186"/>
              <a:gd name="connsiteX3353" fmla="*/ 7086635 w 9312201"/>
              <a:gd name="connsiteY3353" fmla="*/ 2716167 h 4927186"/>
              <a:gd name="connsiteX3354" fmla="*/ 7109116 w 9312201"/>
              <a:gd name="connsiteY3354" fmla="*/ 2693686 h 4927186"/>
              <a:gd name="connsiteX3355" fmla="*/ 7031757 w 9312201"/>
              <a:gd name="connsiteY3355" fmla="*/ 2693686 h 4927186"/>
              <a:gd name="connsiteX3356" fmla="*/ 7053577 w 9312201"/>
              <a:gd name="connsiteY3356" fmla="*/ 2716167 h 4927186"/>
              <a:gd name="connsiteX3357" fmla="*/ 7031757 w 9312201"/>
              <a:gd name="connsiteY3357" fmla="*/ 2738648 h 4927186"/>
              <a:gd name="connsiteX3358" fmla="*/ 7009937 w 9312201"/>
              <a:gd name="connsiteY3358" fmla="*/ 2716167 h 4927186"/>
              <a:gd name="connsiteX3359" fmla="*/ 7031757 w 9312201"/>
              <a:gd name="connsiteY3359" fmla="*/ 2693686 h 4927186"/>
              <a:gd name="connsiteX3360" fmla="*/ 6953736 w 9312201"/>
              <a:gd name="connsiteY3360" fmla="*/ 2693686 h 4927186"/>
              <a:gd name="connsiteX3361" fmla="*/ 6975556 w 9312201"/>
              <a:gd name="connsiteY3361" fmla="*/ 2716167 h 4927186"/>
              <a:gd name="connsiteX3362" fmla="*/ 6953736 w 9312201"/>
              <a:gd name="connsiteY3362" fmla="*/ 2738648 h 4927186"/>
              <a:gd name="connsiteX3363" fmla="*/ 6931916 w 9312201"/>
              <a:gd name="connsiteY3363" fmla="*/ 2716167 h 4927186"/>
              <a:gd name="connsiteX3364" fmla="*/ 6953736 w 9312201"/>
              <a:gd name="connsiteY3364" fmla="*/ 2693686 h 4927186"/>
              <a:gd name="connsiteX3365" fmla="*/ 6875716 w 9312201"/>
              <a:gd name="connsiteY3365" fmla="*/ 2693686 h 4927186"/>
              <a:gd name="connsiteX3366" fmla="*/ 6897536 w 9312201"/>
              <a:gd name="connsiteY3366" fmla="*/ 2716167 h 4927186"/>
              <a:gd name="connsiteX3367" fmla="*/ 6875716 w 9312201"/>
              <a:gd name="connsiteY3367" fmla="*/ 2738648 h 4927186"/>
              <a:gd name="connsiteX3368" fmla="*/ 6853896 w 9312201"/>
              <a:gd name="connsiteY3368" fmla="*/ 2716167 h 4927186"/>
              <a:gd name="connsiteX3369" fmla="*/ 6875716 w 9312201"/>
              <a:gd name="connsiteY3369" fmla="*/ 2693686 h 4927186"/>
              <a:gd name="connsiteX3370" fmla="*/ 6563634 w 9312201"/>
              <a:gd name="connsiteY3370" fmla="*/ 2693686 h 4927186"/>
              <a:gd name="connsiteX3371" fmla="*/ 6585454 w 9312201"/>
              <a:gd name="connsiteY3371" fmla="*/ 2716167 h 4927186"/>
              <a:gd name="connsiteX3372" fmla="*/ 6563634 w 9312201"/>
              <a:gd name="connsiteY3372" fmla="*/ 2738648 h 4927186"/>
              <a:gd name="connsiteX3373" fmla="*/ 6541814 w 9312201"/>
              <a:gd name="connsiteY3373" fmla="*/ 2716167 h 4927186"/>
              <a:gd name="connsiteX3374" fmla="*/ 6563634 w 9312201"/>
              <a:gd name="connsiteY3374" fmla="*/ 2693686 h 4927186"/>
              <a:gd name="connsiteX3375" fmla="*/ 6485613 w 9312201"/>
              <a:gd name="connsiteY3375" fmla="*/ 2693686 h 4927186"/>
              <a:gd name="connsiteX3376" fmla="*/ 6507433 w 9312201"/>
              <a:gd name="connsiteY3376" fmla="*/ 2716167 h 4927186"/>
              <a:gd name="connsiteX3377" fmla="*/ 6485613 w 9312201"/>
              <a:gd name="connsiteY3377" fmla="*/ 2738648 h 4927186"/>
              <a:gd name="connsiteX3378" fmla="*/ 6463793 w 9312201"/>
              <a:gd name="connsiteY3378" fmla="*/ 2716167 h 4927186"/>
              <a:gd name="connsiteX3379" fmla="*/ 6485613 w 9312201"/>
              <a:gd name="connsiteY3379" fmla="*/ 2693686 h 4927186"/>
              <a:gd name="connsiteX3380" fmla="*/ 6408916 w 9312201"/>
              <a:gd name="connsiteY3380" fmla="*/ 2693686 h 4927186"/>
              <a:gd name="connsiteX3381" fmla="*/ 6430736 w 9312201"/>
              <a:gd name="connsiteY3381" fmla="*/ 2716167 h 4927186"/>
              <a:gd name="connsiteX3382" fmla="*/ 6408916 w 9312201"/>
              <a:gd name="connsiteY3382" fmla="*/ 2738648 h 4927186"/>
              <a:gd name="connsiteX3383" fmla="*/ 6387096 w 9312201"/>
              <a:gd name="connsiteY3383" fmla="*/ 2716167 h 4927186"/>
              <a:gd name="connsiteX3384" fmla="*/ 6408916 w 9312201"/>
              <a:gd name="connsiteY3384" fmla="*/ 2693686 h 4927186"/>
              <a:gd name="connsiteX3385" fmla="*/ 6330896 w 9312201"/>
              <a:gd name="connsiteY3385" fmla="*/ 2693686 h 4927186"/>
              <a:gd name="connsiteX3386" fmla="*/ 6352716 w 9312201"/>
              <a:gd name="connsiteY3386" fmla="*/ 2716167 h 4927186"/>
              <a:gd name="connsiteX3387" fmla="*/ 6330896 w 9312201"/>
              <a:gd name="connsiteY3387" fmla="*/ 2738648 h 4927186"/>
              <a:gd name="connsiteX3388" fmla="*/ 6309076 w 9312201"/>
              <a:gd name="connsiteY3388" fmla="*/ 2716167 h 4927186"/>
              <a:gd name="connsiteX3389" fmla="*/ 6330896 w 9312201"/>
              <a:gd name="connsiteY3389" fmla="*/ 2693686 h 4927186"/>
              <a:gd name="connsiteX3390" fmla="*/ 5239931 w 9312201"/>
              <a:gd name="connsiteY3390" fmla="*/ 2693686 h 4927186"/>
              <a:gd name="connsiteX3391" fmla="*/ 5261751 w 9312201"/>
              <a:gd name="connsiteY3391" fmla="*/ 2716167 h 4927186"/>
              <a:gd name="connsiteX3392" fmla="*/ 5239931 w 9312201"/>
              <a:gd name="connsiteY3392" fmla="*/ 2738648 h 4927186"/>
              <a:gd name="connsiteX3393" fmla="*/ 5218111 w 9312201"/>
              <a:gd name="connsiteY3393" fmla="*/ 2716167 h 4927186"/>
              <a:gd name="connsiteX3394" fmla="*/ 5239931 w 9312201"/>
              <a:gd name="connsiteY3394" fmla="*/ 2693686 h 4927186"/>
              <a:gd name="connsiteX3395" fmla="*/ 5162572 w 9312201"/>
              <a:gd name="connsiteY3395" fmla="*/ 2693686 h 4927186"/>
              <a:gd name="connsiteX3396" fmla="*/ 5185053 w 9312201"/>
              <a:gd name="connsiteY3396" fmla="*/ 2716167 h 4927186"/>
              <a:gd name="connsiteX3397" fmla="*/ 5162572 w 9312201"/>
              <a:gd name="connsiteY3397" fmla="*/ 2738648 h 4927186"/>
              <a:gd name="connsiteX3398" fmla="*/ 5140091 w 9312201"/>
              <a:gd name="connsiteY3398" fmla="*/ 2716167 h 4927186"/>
              <a:gd name="connsiteX3399" fmla="*/ 5162572 w 9312201"/>
              <a:gd name="connsiteY3399" fmla="*/ 2693686 h 4927186"/>
              <a:gd name="connsiteX3400" fmla="*/ 5085212 w 9312201"/>
              <a:gd name="connsiteY3400" fmla="*/ 2693686 h 4927186"/>
              <a:gd name="connsiteX3401" fmla="*/ 5107032 w 9312201"/>
              <a:gd name="connsiteY3401" fmla="*/ 2716167 h 4927186"/>
              <a:gd name="connsiteX3402" fmla="*/ 5085212 w 9312201"/>
              <a:gd name="connsiteY3402" fmla="*/ 2738648 h 4927186"/>
              <a:gd name="connsiteX3403" fmla="*/ 5063392 w 9312201"/>
              <a:gd name="connsiteY3403" fmla="*/ 2716167 h 4927186"/>
              <a:gd name="connsiteX3404" fmla="*/ 5085212 w 9312201"/>
              <a:gd name="connsiteY3404" fmla="*/ 2693686 h 4927186"/>
              <a:gd name="connsiteX3405" fmla="*/ 5007193 w 9312201"/>
              <a:gd name="connsiteY3405" fmla="*/ 2693686 h 4927186"/>
              <a:gd name="connsiteX3406" fmla="*/ 5029013 w 9312201"/>
              <a:gd name="connsiteY3406" fmla="*/ 2716167 h 4927186"/>
              <a:gd name="connsiteX3407" fmla="*/ 5007193 w 9312201"/>
              <a:gd name="connsiteY3407" fmla="*/ 2738648 h 4927186"/>
              <a:gd name="connsiteX3408" fmla="*/ 4985373 w 9312201"/>
              <a:gd name="connsiteY3408" fmla="*/ 2716167 h 4927186"/>
              <a:gd name="connsiteX3409" fmla="*/ 5007193 w 9312201"/>
              <a:gd name="connsiteY3409" fmla="*/ 2693686 h 4927186"/>
              <a:gd name="connsiteX3410" fmla="*/ 4928511 w 9312201"/>
              <a:gd name="connsiteY3410" fmla="*/ 2693686 h 4927186"/>
              <a:gd name="connsiteX3411" fmla="*/ 4950992 w 9312201"/>
              <a:gd name="connsiteY3411" fmla="*/ 2716167 h 4927186"/>
              <a:gd name="connsiteX3412" fmla="*/ 4928511 w 9312201"/>
              <a:gd name="connsiteY3412" fmla="*/ 2738648 h 4927186"/>
              <a:gd name="connsiteX3413" fmla="*/ 4906030 w 9312201"/>
              <a:gd name="connsiteY3413" fmla="*/ 2716167 h 4927186"/>
              <a:gd name="connsiteX3414" fmla="*/ 4928511 w 9312201"/>
              <a:gd name="connsiteY3414" fmla="*/ 2693686 h 4927186"/>
              <a:gd name="connsiteX3415" fmla="*/ 4149629 w 9312201"/>
              <a:gd name="connsiteY3415" fmla="*/ 2693686 h 4927186"/>
              <a:gd name="connsiteX3416" fmla="*/ 4172110 w 9312201"/>
              <a:gd name="connsiteY3416" fmla="*/ 2716167 h 4927186"/>
              <a:gd name="connsiteX3417" fmla="*/ 4149629 w 9312201"/>
              <a:gd name="connsiteY3417" fmla="*/ 2738648 h 4927186"/>
              <a:gd name="connsiteX3418" fmla="*/ 4127148 w 9312201"/>
              <a:gd name="connsiteY3418" fmla="*/ 2716167 h 4927186"/>
              <a:gd name="connsiteX3419" fmla="*/ 4149629 w 9312201"/>
              <a:gd name="connsiteY3419" fmla="*/ 2693686 h 4927186"/>
              <a:gd name="connsiteX3420" fmla="*/ 4072270 w 9312201"/>
              <a:gd name="connsiteY3420" fmla="*/ 2693686 h 4927186"/>
              <a:gd name="connsiteX3421" fmla="*/ 4094090 w 9312201"/>
              <a:gd name="connsiteY3421" fmla="*/ 2716167 h 4927186"/>
              <a:gd name="connsiteX3422" fmla="*/ 4072270 w 9312201"/>
              <a:gd name="connsiteY3422" fmla="*/ 2738648 h 4927186"/>
              <a:gd name="connsiteX3423" fmla="*/ 4050450 w 9312201"/>
              <a:gd name="connsiteY3423" fmla="*/ 2716167 h 4927186"/>
              <a:gd name="connsiteX3424" fmla="*/ 4072270 w 9312201"/>
              <a:gd name="connsiteY3424" fmla="*/ 2693686 h 4927186"/>
              <a:gd name="connsiteX3425" fmla="*/ 3994250 w 9312201"/>
              <a:gd name="connsiteY3425" fmla="*/ 2693686 h 4927186"/>
              <a:gd name="connsiteX3426" fmla="*/ 4016070 w 9312201"/>
              <a:gd name="connsiteY3426" fmla="*/ 2716167 h 4927186"/>
              <a:gd name="connsiteX3427" fmla="*/ 3994250 w 9312201"/>
              <a:gd name="connsiteY3427" fmla="*/ 2738648 h 4927186"/>
              <a:gd name="connsiteX3428" fmla="*/ 3972430 w 9312201"/>
              <a:gd name="connsiteY3428" fmla="*/ 2716167 h 4927186"/>
              <a:gd name="connsiteX3429" fmla="*/ 3994250 w 9312201"/>
              <a:gd name="connsiteY3429" fmla="*/ 2693686 h 4927186"/>
              <a:gd name="connsiteX3430" fmla="*/ 2047706 w 9312201"/>
              <a:gd name="connsiteY3430" fmla="*/ 2693686 h 4927186"/>
              <a:gd name="connsiteX3431" fmla="*/ 2069526 w 9312201"/>
              <a:gd name="connsiteY3431" fmla="*/ 2716167 h 4927186"/>
              <a:gd name="connsiteX3432" fmla="*/ 2047706 w 9312201"/>
              <a:gd name="connsiteY3432" fmla="*/ 2738648 h 4927186"/>
              <a:gd name="connsiteX3433" fmla="*/ 2025886 w 9312201"/>
              <a:gd name="connsiteY3433" fmla="*/ 2716167 h 4927186"/>
              <a:gd name="connsiteX3434" fmla="*/ 2047706 w 9312201"/>
              <a:gd name="connsiteY3434" fmla="*/ 2693686 h 4927186"/>
              <a:gd name="connsiteX3435" fmla="*/ 1968363 w 9312201"/>
              <a:gd name="connsiteY3435" fmla="*/ 2693686 h 4927186"/>
              <a:gd name="connsiteX3436" fmla="*/ 1990183 w 9312201"/>
              <a:gd name="connsiteY3436" fmla="*/ 2716167 h 4927186"/>
              <a:gd name="connsiteX3437" fmla="*/ 1968363 w 9312201"/>
              <a:gd name="connsiteY3437" fmla="*/ 2738648 h 4927186"/>
              <a:gd name="connsiteX3438" fmla="*/ 1946543 w 9312201"/>
              <a:gd name="connsiteY3438" fmla="*/ 2716167 h 4927186"/>
              <a:gd name="connsiteX3439" fmla="*/ 1968363 w 9312201"/>
              <a:gd name="connsiteY3439" fmla="*/ 2693686 h 4927186"/>
              <a:gd name="connsiteX3440" fmla="*/ 1891011 w 9312201"/>
              <a:gd name="connsiteY3440" fmla="*/ 2693686 h 4927186"/>
              <a:gd name="connsiteX3441" fmla="*/ 1913495 w 9312201"/>
              <a:gd name="connsiteY3441" fmla="*/ 2716167 h 4927186"/>
              <a:gd name="connsiteX3442" fmla="*/ 1891011 w 9312201"/>
              <a:gd name="connsiteY3442" fmla="*/ 2738648 h 4927186"/>
              <a:gd name="connsiteX3443" fmla="*/ 1868529 w 9312201"/>
              <a:gd name="connsiteY3443" fmla="*/ 2716167 h 4927186"/>
              <a:gd name="connsiteX3444" fmla="*/ 1891011 w 9312201"/>
              <a:gd name="connsiteY3444" fmla="*/ 2693686 h 4927186"/>
              <a:gd name="connsiteX3445" fmla="*/ 1813657 w 9312201"/>
              <a:gd name="connsiteY3445" fmla="*/ 2693686 h 4927186"/>
              <a:gd name="connsiteX3446" fmla="*/ 1835474 w 9312201"/>
              <a:gd name="connsiteY3446" fmla="*/ 2716167 h 4927186"/>
              <a:gd name="connsiteX3447" fmla="*/ 1813657 w 9312201"/>
              <a:gd name="connsiteY3447" fmla="*/ 2738648 h 4927186"/>
              <a:gd name="connsiteX3448" fmla="*/ 1791833 w 9312201"/>
              <a:gd name="connsiteY3448" fmla="*/ 2716167 h 4927186"/>
              <a:gd name="connsiteX3449" fmla="*/ 1813657 w 9312201"/>
              <a:gd name="connsiteY3449" fmla="*/ 2693686 h 4927186"/>
              <a:gd name="connsiteX3450" fmla="*/ 1735633 w 9312201"/>
              <a:gd name="connsiteY3450" fmla="*/ 2693686 h 4927186"/>
              <a:gd name="connsiteX3451" fmla="*/ 1757457 w 9312201"/>
              <a:gd name="connsiteY3451" fmla="*/ 2716167 h 4927186"/>
              <a:gd name="connsiteX3452" fmla="*/ 1735633 w 9312201"/>
              <a:gd name="connsiteY3452" fmla="*/ 2738648 h 4927186"/>
              <a:gd name="connsiteX3453" fmla="*/ 1713819 w 9312201"/>
              <a:gd name="connsiteY3453" fmla="*/ 2716167 h 4927186"/>
              <a:gd name="connsiteX3454" fmla="*/ 1735633 w 9312201"/>
              <a:gd name="connsiteY3454" fmla="*/ 2693686 h 4927186"/>
              <a:gd name="connsiteX3455" fmla="*/ 1657611 w 9312201"/>
              <a:gd name="connsiteY3455" fmla="*/ 2693686 h 4927186"/>
              <a:gd name="connsiteX3456" fmla="*/ 1679436 w 9312201"/>
              <a:gd name="connsiteY3456" fmla="*/ 2716167 h 4927186"/>
              <a:gd name="connsiteX3457" fmla="*/ 1657611 w 9312201"/>
              <a:gd name="connsiteY3457" fmla="*/ 2738648 h 4927186"/>
              <a:gd name="connsiteX3458" fmla="*/ 1635796 w 9312201"/>
              <a:gd name="connsiteY3458" fmla="*/ 2716167 h 4927186"/>
              <a:gd name="connsiteX3459" fmla="*/ 1657611 w 9312201"/>
              <a:gd name="connsiteY3459" fmla="*/ 2693686 h 4927186"/>
              <a:gd name="connsiteX3460" fmla="*/ 5785413 w 9312201"/>
              <a:gd name="connsiteY3460" fmla="*/ 2616989 h 4927186"/>
              <a:gd name="connsiteX3461" fmla="*/ 5807894 w 9312201"/>
              <a:gd name="connsiteY3461" fmla="*/ 2638809 h 4927186"/>
              <a:gd name="connsiteX3462" fmla="*/ 5785413 w 9312201"/>
              <a:gd name="connsiteY3462" fmla="*/ 2660629 h 4927186"/>
              <a:gd name="connsiteX3463" fmla="*/ 5762932 w 9312201"/>
              <a:gd name="connsiteY3463" fmla="*/ 2638809 h 4927186"/>
              <a:gd name="connsiteX3464" fmla="*/ 5785413 w 9312201"/>
              <a:gd name="connsiteY3464" fmla="*/ 2616989 h 4927186"/>
              <a:gd name="connsiteX3465" fmla="*/ 5708054 w 9312201"/>
              <a:gd name="connsiteY3465" fmla="*/ 2616989 h 4927186"/>
              <a:gd name="connsiteX3466" fmla="*/ 5729874 w 9312201"/>
              <a:gd name="connsiteY3466" fmla="*/ 2638809 h 4927186"/>
              <a:gd name="connsiteX3467" fmla="*/ 5708054 w 9312201"/>
              <a:gd name="connsiteY3467" fmla="*/ 2660629 h 4927186"/>
              <a:gd name="connsiteX3468" fmla="*/ 5686234 w 9312201"/>
              <a:gd name="connsiteY3468" fmla="*/ 2638809 h 4927186"/>
              <a:gd name="connsiteX3469" fmla="*/ 5708054 w 9312201"/>
              <a:gd name="connsiteY3469" fmla="*/ 2616989 h 4927186"/>
              <a:gd name="connsiteX3470" fmla="*/ 5630034 w 9312201"/>
              <a:gd name="connsiteY3470" fmla="*/ 2616989 h 4927186"/>
              <a:gd name="connsiteX3471" fmla="*/ 5651854 w 9312201"/>
              <a:gd name="connsiteY3471" fmla="*/ 2638809 h 4927186"/>
              <a:gd name="connsiteX3472" fmla="*/ 5630034 w 9312201"/>
              <a:gd name="connsiteY3472" fmla="*/ 2660629 h 4927186"/>
              <a:gd name="connsiteX3473" fmla="*/ 5608214 w 9312201"/>
              <a:gd name="connsiteY3473" fmla="*/ 2638809 h 4927186"/>
              <a:gd name="connsiteX3474" fmla="*/ 5630034 w 9312201"/>
              <a:gd name="connsiteY3474" fmla="*/ 2616989 h 4927186"/>
              <a:gd name="connsiteX3475" fmla="*/ 5552013 w 9312201"/>
              <a:gd name="connsiteY3475" fmla="*/ 2616989 h 4927186"/>
              <a:gd name="connsiteX3476" fmla="*/ 5573833 w 9312201"/>
              <a:gd name="connsiteY3476" fmla="*/ 2638809 h 4927186"/>
              <a:gd name="connsiteX3477" fmla="*/ 5552013 w 9312201"/>
              <a:gd name="connsiteY3477" fmla="*/ 2660629 h 4927186"/>
              <a:gd name="connsiteX3478" fmla="*/ 5530193 w 9312201"/>
              <a:gd name="connsiteY3478" fmla="*/ 2638809 h 4927186"/>
              <a:gd name="connsiteX3479" fmla="*/ 5552013 w 9312201"/>
              <a:gd name="connsiteY3479" fmla="*/ 2616989 h 4927186"/>
              <a:gd name="connsiteX3480" fmla="*/ 5473331 w 9312201"/>
              <a:gd name="connsiteY3480" fmla="*/ 2616989 h 4927186"/>
              <a:gd name="connsiteX3481" fmla="*/ 5495812 w 9312201"/>
              <a:gd name="connsiteY3481" fmla="*/ 2638809 h 4927186"/>
              <a:gd name="connsiteX3482" fmla="*/ 5473331 w 9312201"/>
              <a:gd name="connsiteY3482" fmla="*/ 2660629 h 4927186"/>
              <a:gd name="connsiteX3483" fmla="*/ 5450850 w 9312201"/>
              <a:gd name="connsiteY3483" fmla="*/ 2638809 h 4927186"/>
              <a:gd name="connsiteX3484" fmla="*/ 5473331 w 9312201"/>
              <a:gd name="connsiteY3484" fmla="*/ 2616989 h 4927186"/>
              <a:gd name="connsiteX3485" fmla="*/ 5395972 w 9312201"/>
              <a:gd name="connsiteY3485" fmla="*/ 2616989 h 4927186"/>
              <a:gd name="connsiteX3486" fmla="*/ 5417792 w 9312201"/>
              <a:gd name="connsiteY3486" fmla="*/ 2638809 h 4927186"/>
              <a:gd name="connsiteX3487" fmla="*/ 5395972 w 9312201"/>
              <a:gd name="connsiteY3487" fmla="*/ 2660629 h 4927186"/>
              <a:gd name="connsiteX3488" fmla="*/ 5374152 w 9312201"/>
              <a:gd name="connsiteY3488" fmla="*/ 2638809 h 4927186"/>
              <a:gd name="connsiteX3489" fmla="*/ 5395972 w 9312201"/>
              <a:gd name="connsiteY3489" fmla="*/ 2616989 h 4927186"/>
              <a:gd name="connsiteX3490" fmla="*/ 5317953 w 9312201"/>
              <a:gd name="connsiteY3490" fmla="*/ 2616989 h 4927186"/>
              <a:gd name="connsiteX3491" fmla="*/ 5339773 w 9312201"/>
              <a:gd name="connsiteY3491" fmla="*/ 2638809 h 4927186"/>
              <a:gd name="connsiteX3492" fmla="*/ 5317953 w 9312201"/>
              <a:gd name="connsiteY3492" fmla="*/ 2660629 h 4927186"/>
              <a:gd name="connsiteX3493" fmla="*/ 5296133 w 9312201"/>
              <a:gd name="connsiteY3493" fmla="*/ 2638809 h 4927186"/>
              <a:gd name="connsiteX3494" fmla="*/ 5317953 w 9312201"/>
              <a:gd name="connsiteY3494" fmla="*/ 2616989 h 4927186"/>
              <a:gd name="connsiteX3495" fmla="*/ 7264495 w 9312201"/>
              <a:gd name="connsiteY3495" fmla="*/ 2616988 h 4927186"/>
              <a:gd name="connsiteX3496" fmla="*/ 7286315 w 9312201"/>
              <a:gd name="connsiteY3496" fmla="*/ 2638808 h 4927186"/>
              <a:gd name="connsiteX3497" fmla="*/ 7264495 w 9312201"/>
              <a:gd name="connsiteY3497" fmla="*/ 2660628 h 4927186"/>
              <a:gd name="connsiteX3498" fmla="*/ 7242675 w 9312201"/>
              <a:gd name="connsiteY3498" fmla="*/ 2638808 h 4927186"/>
              <a:gd name="connsiteX3499" fmla="*/ 7264495 w 9312201"/>
              <a:gd name="connsiteY3499" fmla="*/ 2616988 h 4927186"/>
              <a:gd name="connsiteX3500" fmla="*/ 7186475 w 9312201"/>
              <a:gd name="connsiteY3500" fmla="*/ 2616988 h 4927186"/>
              <a:gd name="connsiteX3501" fmla="*/ 7208295 w 9312201"/>
              <a:gd name="connsiteY3501" fmla="*/ 2638808 h 4927186"/>
              <a:gd name="connsiteX3502" fmla="*/ 7186475 w 9312201"/>
              <a:gd name="connsiteY3502" fmla="*/ 2660628 h 4927186"/>
              <a:gd name="connsiteX3503" fmla="*/ 7164655 w 9312201"/>
              <a:gd name="connsiteY3503" fmla="*/ 2638808 h 4927186"/>
              <a:gd name="connsiteX3504" fmla="*/ 7186475 w 9312201"/>
              <a:gd name="connsiteY3504" fmla="*/ 2616988 h 4927186"/>
              <a:gd name="connsiteX3505" fmla="*/ 7109116 w 9312201"/>
              <a:gd name="connsiteY3505" fmla="*/ 2616988 h 4927186"/>
              <a:gd name="connsiteX3506" fmla="*/ 7131597 w 9312201"/>
              <a:gd name="connsiteY3506" fmla="*/ 2638808 h 4927186"/>
              <a:gd name="connsiteX3507" fmla="*/ 7109116 w 9312201"/>
              <a:gd name="connsiteY3507" fmla="*/ 2660628 h 4927186"/>
              <a:gd name="connsiteX3508" fmla="*/ 7086635 w 9312201"/>
              <a:gd name="connsiteY3508" fmla="*/ 2638808 h 4927186"/>
              <a:gd name="connsiteX3509" fmla="*/ 7109116 w 9312201"/>
              <a:gd name="connsiteY3509" fmla="*/ 2616988 h 4927186"/>
              <a:gd name="connsiteX3510" fmla="*/ 7031757 w 9312201"/>
              <a:gd name="connsiteY3510" fmla="*/ 2616988 h 4927186"/>
              <a:gd name="connsiteX3511" fmla="*/ 7053577 w 9312201"/>
              <a:gd name="connsiteY3511" fmla="*/ 2638808 h 4927186"/>
              <a:gd name="connsiteX3512" fmla="*/ 7031757 w 9312201"/>
              <a:gd name="connsiteY3512" fmla="*/ 2660628 h 4927186"/>
              <a:gd name="connsiteX3513" fmla="*/ 7009937 w 9312201"/>
              <a:gd name="connsiteY3513" fmla="*/ 2638808 h 4927186"/>
              <a:gd name="connsiteX3514" fmla="*/ 7031757 w 9312201"/>
              <a:gd name="connsiteY3514" fmla="*/ 2616988 h 4927186"/>
              <a:gd name="connsiteX3515" fmla="*/ 6953736 w 9312201"/>
              <a:gd name="connsiteY3515" fmla="*/ 2616988 h 4927186"/>
              <a:gd name="connsiteX3516" fmla="*/ 6975556 w 9312201"/>
              <a:gd name="connsiteY3516" fmla="*/ 2638808 h 4927186"/>
              <a:gd name="connsiteX3517" fmla="*/ 6953736 w 9312201"/>
              <a:gd name="connsiteY3517" fmla="*/ 2660628 h 4927186"/>
              <a:gd name="connsiteX3518" fmla="*/ 6931916 w 9312201"/>
              <a:gd name="connsiteY3518" fmla="*/ 2638808 h 4927186"/>
              <a:gd name="connsiteX3519" fmla="*/ 6953736 w 9312201"/>
              <a:gd name="connsiteY3519" fmla="*/ 2616988 h 4927186"/>
              <a:gd name="connsiteX3520" fmla="*/ 6875716 w 9312201"/>
              <a:gd name="connsiteY3520" fmla="*/ 2616988 h 4927186"/>
              <a:gd name="connsiteX3521" fmla="*/ 6897536 w 9312201"/>
              <a:gd name="connsiteY3521" fmla="*/ 2638808 h 4927186"/>
              <a:gd name="connsiteX3522" fmla="*/ 6875716 w 9312201"/>
              <a:gd name="connsiteY3522" fmla="*/ 2660628 h 4927186"/>
              <a:gd name="connsiteX3523" fmla="*/ 6853896 w 9312201"/>
              <a:gd name="connsiteY3523" fmla="*/ 2638808 h 4927186"/>
              <a:gd name="connsiteX3524" fmla="*/ 6875716 w 9312201"/>
              <a:gd name="connsiteY3524" fmla="*/ 2616988 h 4927186"/>
              <a:gd name="connsiteX3525" fmla="*/ 6798356 w 9312201"/>
              <a:gd name="connsiteY3525" fmla="*/ 2616988 h 4927186"/>
              <a:gd name="connsiteX3526" fmla="*/ 6820837 w 9312201"/>
              <a:gd name="connsiteY3526" fmla="*/ 2638808 h 4927186"/>
              <a:gd name="connsiteX3527" fmla="*/ 6798356 w 9312201"/>
              <a:gd name="connsiteY3527" fmla="*/ 2660628 h 4927186"/>
              <a:gd name="connsiteX3528" fmla="*/ 6775875 w 9312201"/>
              <a:gd name="connsiteY3528" fmla="*/ 2638808 h 4927186"/>
              <a:gd name="connsiteX3529" fmla="*/ 6798356 w 9312201"/>
              <a:gd name="connsiteY3529" fmla="*/ 2616988 h 4927186"/>
              <a:gd name="connsiteX3530" fmla="*/ 6719675 w 9312201"/>
              <a:gd name="connsiteY3530" fmla="*/ 2616988 h 4927186"/>
              <a:gd name="connsiteX3531" fmla="*/ 6741495 w 9312201"/>
              <a:gd name="connsiteY3531" fmla="*/ 2638808 h 4927186"/>
              <a:gd name="connsiteX3532" fmla="*/ 6719675 w 9312201"/>
              <a:gd name="connsiteY3532" fmla="*/ 2660628 h 4927186"/>
              <a:gd name="connsiteX3533" fmla="*/ 6697855 w 9312201"/>
              <a:gd name="connsiteY3533" fmla="*/ 2638808 h 4927186"/>
              <a:gd name="connsiteX3534" fmla="*/ 6719675 w 9312201"/>
              <a:gd name="connsiteY3534" fmla="*/ 2616988 h 4927186"/>
              <a:gd name="connsiteX3535" fmla="*/ 6641655 w 9312201"/>
              <a:gd name="connsiteY3535" fmla="*/ 2616988 h 4927186"/>
              <a:gd name="connsiteX3536" fmla="*/ 6663475 w 9312201"/>
              <a:gd name="connsiteY3536" fmla="*/ 2638808 h 4927186"/>
              <a:gd name="connsiteX3537" fmla="*/ 6641655 w 9312201"/>
              <a:gd name="connsiteY3537" fmla="*/ 2660628 h 4927186"/>
              <a:gd name="connsiteX3538" fmla="*/ 6619835 w 9312201"/>
              <a:gd name="connsiteY3538" fmla="*/ 2638808 h 4927186"/>
              <a:gd name="connsiteX3539" fmla="*/ 6641655 w 9312201"/>
              <a:gd name="connsiteY3539" fmla="*/ 2616988 h 4927186"/>
              <a:gd name="connsiteX3540" fmla="*/ 6563634 w 9312201"/>
              <a:gd name="connsiteY3540" fmla="*/ 2616988 h 4927186"/>
              <a:gd name="connsiteX3541" fmla="*/ 6585454 w 9312201"/>
              <a:gd name="connsiteY3541" fmla="*/ 2638808 h 4927186"/>
              <a:gd name="connsiteX3542" fmla="*/ 6563634 w 9312201"/>
              <a:gd name="connsiteY3542" fmla="*/ 2660628 h 4927186"/>
              <a:gd name="connsiteX3543" fmla="*/ 6541814 w 9312201"/>
              <a:gd name="connsiteY3543" fmla="*/ 2638808 h 4927186"/>
              <a:gd name="connsiteX3544" fmla="*/ 6563634 w 9312201"/>
              <a:gd name="connsiteY3544" fmla="*/ 2616988 h 4927186"/>
              <a:gd name="connsiteX3545" fmla="*/ 6485613 w 9312201"/>
              <a:gd name="connsiteY3545" fmla="*/ 2616988 h 4927186"/>
              <a:gd name="connsiteX3546" fmla="*/ 6507433 w 9312201"/>
              <a:gd name="connsiteY3546" fmla="*/ 2638808 h 4927186"/>
              <a:gd name="connsiteX3547" fmla="*/ 6485613 w 9312201"/>
              <a:gd name="connsiteY3547" fmla="*/ 2660628 h 4927186"/>
              <a:gd name="connsiteX3548" fmla="*/ 6463793 w 9312201"/>
              <a:gd name="connsiteY3548" fmla="*/ 2638808 h 4927186"/>
              <a:gd name="connsiteX3549" fmla="*/ 6485613 w 9312201"/>
              <a:gd name="connsiteY3549" fmla="*/ 2616988 h 4927186"/>
              <a:gd name="connsiteX3550" fmla="*/ 6408916 w 9312201"/>
              <a:gd name="connsiteY3550" fmla="*/ 2616988 h 4927186"/>
              <a:gd name="connsiteX3551" fmla="*/ 6430736 w 9312201"/>
              <a:gd name="connsiteY3551" fmla="*/ 2638808 h 4927186"/>
              <a:gd name="connsiteX3552" fmla="*/ 6408916 w 9312201"/>
              <a:gd name="connsiteY3552" fmla="*/ 2660628 h 4927186"/>
              <a:gd name="connsiteX3553" fmla="*/ 6387096 w 9312201"/>
              <a:gd name="connsiteY3553" fmla="*/ 2638808 h 4927186"/>
              <a:gd name="connsiteX3554" fmla="*/ 6408916 w 9312201"/>
              <a:gd name="connsiteY3554" fmla="*/ 2616988 h 4927186"/>
              <a:gd name="connsiteX3555" fmla="*/ 6330896 w 9312201"/>
              <a:gd name="connsiteY3555" fmla="*/ 2616988 h 4927186"/>
              <a:gd name="connsiteX3556" fmla="*/ 6352716 w 9312201"/>
              <a:gd name="connsiteY3556" fmla="*/ 2638808 h 4927186"/>
              <a:gd name="connsiteX3557" fmla="*/ 6330896 w 9312201"/>
              <a:gd name="connsiteY3557" fmla="*/ 2660628 h 4927186"/>
              <a:gd name="connsiteX3558" fmla="*/ 6309076 w 9312201"/>
              <a:gd name="connsiteY3558" fmla="*/ 2638808 h 4927186"/>
              <a:gd name="connsiteX3559" fmla="*/ 6330896 w 9312201"/>
              <a:gd name="connsiteY3559" fmla="*/ 2616988 h 4927186"/>
              <a:gd name="connsiteX3560" fmla="*/ 6252875 w 9312201"/>
              <a:gd name="connsiteY3560" fmla="*/ 2616988 h 4927186"/>
              <a:gd name="connsiteX3561" fmla="*/ 6274695 w 9312201"/>
              <a:gd name="connsiteY3561" fmla="*/ 2638808 h 4927186"/>
              <a:gd name="connsiteX3562" fmla="*/ 6252875 w 9312201"/>
              <a:gd name="connsiteY3562" fmla="*/ 2660628 h 4927186"/>
              <a:gd name="connsiteX3563" fmla="*/ 6231055 w 9312201"/>
              <a:gd name="connsiteY3563" fmla="*/ 2638808 h 4927186"/>
              <a:gd name="connsiteX3564" fmla="*/ 6252875 w 9312201"/>
              <a:gd name="connsiteY3564" fmla="*/ 2616988 h 4927186"/>
              <a:gd name="connsiteX3565" fmla="*/ 6174854 w 9312201"/>
              <a:gd name="connsiteY3565" fmla="*/ 2616988 h 4927186"/>
              <a:gd name="connsiteX3566" fmla="*/ 6196674 w 9312201"/>
              <a:gd name="connsiteY3566" fmla="*/ 2638808 h 4927186"/>
              <a:gd name="connsiteX3567" fmla="*/ 6174854 w 9312201"/>
              <a:gd name="connsiteY3567" fmla="*/ 2660628 h 4927186"/>
              <a:gd name="connsiteX3568" fmla="*/ 6153034 w 9312201"/>
              <a:gd name="connsiteY3568" fmla="*/ 2638808 h 4927186"/>
              <a:gd name="connsiteX3569" fmla="*/ 6174854 w 9312201"/>
              <a:gd name="connsiteY3569" fmla="*/ 2616988 h 4927186"/>
              <a:gd name="connsiteX3570" fmla="*/ 5862773 w 9312201"/>
              <a:gd name="connsiteY3570" fmla="*/ 2616988 h 4927186"/>
              <a:gd name="connsiteX3571" fmla="*/ 5884593 w 9312201"/>
              <a:gd name="connsiteY3571" fmla="*/ 2638808 h 4927186"/>
              <a:gd name="connsiteX3572" fmla="*/ 5862773 w 9312201"/>
              <a:gd name="connsiteY3572" fmla="*/ 2660628 h 4927186"/>
              <a:gd name="connsiteX3573" fmla="*/ 5840953 w 9312201"/>
              <a:gd name="connsiteY3573" fmla="*/ 2638808 h 4927186"/>
              <a:gd name="connsiteX3574" fmla="*/ 5862773 w 9312201"/>
              <a:gd name="connsiteY3574" fmla="*/ 2616988 h 4927186"/>
              <a:gd name="connsiteX3575" fmla="*/ 5239931 w 9312201"/>
              <a:gd name="connsiteY3575" fmla="*/ 2616988 h 4927186"/>
              <a:gd name="connsiteX3576" fmla="*/ 5261751 w 9312201"/>
              <a:gd name="connsiteY3576" fmla="*/ 2638808 h 4927186"/>
              <a:gd name="connsiteX3577" fmla="*/ 5239931 w 9312201"/>
              <a:gd name="connsiteY3577" fmla="*/ 2660628 h 4927186"/>
              <a:gd name="connsiteX3578" fmla="*/ 5218111 w 9312201"/>
              <a:gd name="connsiteY3578" fmla="*/ 2638808 h 4927186"/>
              <a:gd name="connsiteX3579" fmla="*/ 5239931 w 9312201"/>
              <a:gd name="connsiteY3579" fmla="*/ 2616988 h 4927186"/>
              <a:gd name="connsiteX3580" fmla="*/ 5162572 w 9312201"/>
              <a:gd name="connsiteY3580" fmla="*/ 2616988 h 4927186"/>
              <a:gd name="connsiteX3581" fmla="*/ 5185053 w 9312201"/>
              <a:gd name="connsiteY3581" fmla="*/ 2638808 h 4927186"/>
              <a:gd name="connsiteX3582" fmla="*/ 5162572 w 9312201"/>
              <a:gd name="connsiteY3582" fmla="*/ 2660628 h 4927186"/>
              <a:gd name="connsiteX3583" fmla="*/ 5140091 w 9312201"/>
              <a:gd name="connsiteY3583" fmla="*/ 2638808 h 4927186"/>
              <a:gd name="connsiteX3584" fmla="*/ 5162572 w 9312201"/>
              <a:gd name="connsiteY3584" fmla="*/ 2616988 h 4927186"/>
              <a:gd name="connsiteX3585" fmla="*/ 5085212 w 9312201"/>
              <a:gd name="connsiteY3585" fmla="*/ 2616988 h 4927186"/>
              <a:gd name="connsiteX3586" fmla="*/ 5107032 w 9312201"/>
              <a:gd name="connsiteY3586" fmla="*/ 2638808 h 4927186"/>
              <a:gd name="connsiteX3587" fmla="*/ 5085212 w 9312201"/>
              <a:gd name="connsiteY3587" fmla="*/ 2660628 h 4927186"/>
              <a:gd name="connsiteX3588" fmla="*/ 5063392 w 9312201"/>
              <a:gd name="connsiteY3588" fmla="*/ 2638808 h 4927186"/>
              <a:gd name="connsiteX3589" fmla="*/ 5085212 w 9312201"/>
              <a:gd name="connsiteY3589" fmla="*/ 2616988 h 4927186"/>
              <a:gd name="connsiteX3590" fmla="*/ 5007193 w 9312201"/>
              <a:gd name="connsiteY3590" fmla="*/ 2616988 h 4927186"/>
              <a:gd name="connsiteX3591" fmla="*/ 5029013 w 9312201"/>
              <a:gd name="connsiteY3591" fmla="*/ 2638808 h 4927186"/>
              <a:gd name="connsiteX3592" fmla="*/ 5007193 w 9312201"/>
              <a:gd name="connsiteY3592" fmla="*/ 2660628 h 4927186"/>
              <a:gd name="connsiteX3593" fmla="*/ 4985373 w 9312201"/>
              <a:gd name="connsiteY3593" fmla="*/ 2638808 h 4927186"/>
              <a:gd name="connsiteX3594" fmla="*/ 5007193 w 9312201"/>
              <a:gd name="connsiteY3594" fmla="*/ 2616988 h 4927186"/>
              <a:gd name="connsiteX3595" fmla="*/ 4928511 w 9312201"/>
              <a:gd name="connsiteY3595" fmla="*/ 2616988 h 4927186"/>
              <a:gd name="connsiteX3596" fmla="*/ 4950992 w 9312201"/>
              <a:gd name="connsiteY3596" fmla="*/ 2638808 h 4927186"/>
              <a:gd name="connsiteX3597" fmla="*/ 4928511 w 9312201"/>
              <a:gd name="connsiteY3597" fmla="*/ 2660628 h 4927186"/>
              <a:gd name="connsiteX3598" fmla="*/ 4906030 w 9312201"/>
              <a:gd name="connsiteY3598" fmla="*/ 2638808 h 4927186"/>
              <a:gd name="connsiteX3599" fmla="*/ 4928511 w 9312201"/>
              <a:gd name="connsiteY3599" fmla="*/ 2616988 h 4927186"/>
              <a:gd name="connsiteX3600" fmla="*/ 4850491 w 9312201"/>
              <a:gd name="connsiteY3600" fmla="*/ 2616988 h 4927186"/>
              <a:gd name="connsiteX3601" fmla="*/ 4872972 w 9312201"/>
              <a:gd name="connsiteY3601" fmla="*/ 2638808 h 4927186"/>
              <a:gd name="connsiteX3602" fmla="*/ 4850491 w 9312201"/>
              <a:gd name="connsiteY3602" fmla="*/ 2660628 h 4927186"/>
              <a:gd name="connsiteX3603" fmla="*/ 4828010 w 9312201"/>
              <a:gd name="connsiteY3603" fmla="*/ 2638808 h 4927186"/>
              <a:gd name="connsiteX3604" fmla="*/ 4850491 w 9312201"/>
              <a:gd name="connsiteY3604" fmla="*/ 2616988 h 4927186"/>
              <a:gd name="connsiteX3605" fmla="*/ 4773132 w 9312201"/>
              <a:gd name="connsiteY3605" fmla="*/ 2616988 h 4927186"/>
              <a:gd name="connsiteX3606" fmla="*/ 4794952 w 9312201"/>
              <a:gd name="connsiteY3606" fmla="*/ 2638808 h 4927186"/>
              <a:gd name="connsiteX3607" fmla="*/ 4773132 w 9312201"/>
              <a:gd name="connsiteY3607" fmla="*/ 2660628 h 4927186"/>
              <a:gd name="connsiteX3608" fmla="*/ 4751312 w 9312201"/>
              <a:gd name="connsiteY3608" fmla="*/ 2638808 h 4927186"/>
              <a:gd name="connsiteX3609" fmla="*/ 4773132 w 9312201"/>
              <a:gd name="connsiteY3609" fmla="*/ 2616988 h 4927186"/>
              <a:gd name="connsiteX3610" fmla="*/ 4695111 w 9312201"/>
              <a:gd name="connsiteY3610" fmla="*/ 2616988 h 4927186"/>
              <a:gd name="connsiteX3611" fmla="*/ 4716931 w 9312201"/>
              <a:gd name="connsiteY3611" fmla="*/ 2638808 h 4927186"/>
              <a:gd name="connsiteX3612" fmla="*/ 4695111 w 9312201"/>
              <a:gd name="connsiteY3612" fmla="*/ 2660628 h 4927186"/>
              <a:gd name="connsiteX3613" fmla="*/ 4673291 w 9312201"/>
              <a:gd name="connsiteY3613" fmla="*/ 2638808 h 4927186"/>
              <a:gd name="connsiteX3614" fmla="*/ 4695111 w 9312201"/>
              <a:gd name="connsiteY3614" fmla="*/ 2616988 h 4927186"/>
              <a:gd name="connsiteX3615" fmla="*/ 4617091 w 9312201"/>
              <a:gd name="connsiteY3615" fmla="*/ 2616988 h 4927186"/>
              <a:gd name="connsiteX3616" fmla="*/ 4638911 w 9312201"/>
              <a:gd name="connsiteY3616" fmla="*/ 2638808 h 4927186"/>
              <a:gd name="connsiteX3617" fmla="*/ 4617091 w 9312201"/>
              <a:gd name="connsiteY3617" fmla="*/ 2660628 h 4927186"/>
              <a:gd name="connsiteX3618" fmla="*/ 4595271 w 9312201"/>
              <a:gd name="connsiteY3618" fmla="*/ 2638808 h 4927186"/>
              <a:gd name="connsiteX3619" fmla="*/ 4617091 w 9312201"/>
              <a:gd name="connsiteY3619" fmla="*/ 2616988 h 4927186"/>
              <a:gd name="connsiteX3620" fmla="*/ 4539070 w 9312201"/>
              <a:gd name="connsiteY3620" fmla="*/ 2616988 h 4927186"/>
              <a:gd name="connsiteX3621" fmla="*/ 4560890 w 9312201"/>
              <a:gd name="connsiteY3621" fmla="*/ 2638808 h 4927186"/>
              <a:gd name="connsiteX3622" fmla="*/ 4539070 w 9312201"/>
              <a:gd name="connsiteY3622" fmla="*/ 2660628 h 4927186"/>
              <a:gd name="connsiteX3623" fmla="*/ 4517250 w 9312201"/>
              <a:gd name="connsiteY3623" fmla="*/ 2638808 h 4927186"/>
              <a:gd name="connsiteX3624" fmla="*/ 4539070 w 9312201"/>
              <a:gd name="connsiteY3624" fmla="*/ 2616988 h 4927186"/>
              <a:gd name="connsiteX3625" fmla="*/ 4461711 w 9312201"/>
              <a:gd name="connsiteY3625" fmla="*/ 2616988 h 4927186"/>
              <a:gd name="connsiteX3626" fmla="*/ 4484192 w 9312201"/>
              <a:gd name="connsiteY3626" fmla="*/ 2638808 h 4927186"/>
              <a:gd name="connsiteX3627" fmla="*/ 4461711 w 9312201"/>
              <a:gd name="connsiteY3627" fmla="*/ 2660628 h 4927186"/>
              <a:gd name="connsiteX3628" fmla="*/ 4439230 w 9312201"/>
              <a:gd name="connsiteY3628" fmla="*/ 2638808 h 4927186"/>
              <a:gd name="connsiteX3629" fmla="*/ 4461711 w 9312201"/>
              <a:gd name="connsiteY3629" fmla="*/ 2616988 h 4927186"/>
              <a:gd name="connsiteX3630" fmla="*/ 4384351 w 9312201"/>
              <a:gd name="connsiteY3630" fmla="*/ 2616988 h 4927186"/>
              <a:gd name="connsiteX3631" fmla="*/ 4406171 w 9312201"/>
              <a:gd name="connsiteY3631" fmla="*/ 2638808 h 4927186"/>
              <a:gd name="connsiteX3632" fmla="*/ 4384351 w 9312201"/>
              <a:gd name="connsiteY3632" fmla="*/ 2660628 h 4927186"/>
              <a:gd name="connsiteX3633" fmla="*/ 4362531 w 9312201"/>
              <a:gd name="connsiteY3633" fmla="*/ 2638808 h 4927186"/>
              <a:gd name="connsiteX3634" fmla="*/ 4384351 w 9312201"/>
              <a:gd name="connsiteY3634" fmla="*/ 2616988 h 4927186"/>
              <a:gd name="connsiteX3635" fmla="*/ 4305009 w 9312201"/>
              <a:gd name="connsiteY3635" fmla="*/ 2616988 h 4927186"/>
              <a:gd name="connsiteX3636" fmla="*/ 4326829 w 9312201"/>
              <a:gd name="connsiteY3636" fmla="*/ 2638808 h 4927186"/>
              <a:gd name="connsiteX3637" fmla="*/ 4305009 w 9312201"/>
              <a:gd name="connsiteY3637" fmla="*/ 2660628 h 4927186"/>
              <a:gd name="connsiteX3638" fmla="*/ 4283189 w 9312201"/>
              <a:gd name="connsiteY3638" fmla="*/ 2638808 h 4927186"/>
              <a:gd name="connsiteX3639" fmla="*/ 4305009 w 9312201"/>
              <a:gd name="connsiteY3639" fmla="*/ 2616988 h 4927186"/>
              <a:gd name="connsiteX3640" fmla="*/ 4226989 w 9312201"/>
              <a:gd name="connsiteY3640" fmla="*/ 2616988 h 4927186"/>
              <a:gd name="connsiteX3641" fmla="*/ 4248809 w 9312201"/>
              <a:gd name="connsiteY3641" fmla="*/ 2638808 h 4927186"/>
              <a:gd name="connsiteX3642" fmla="*/ 4226989 w 9312201"/>
              <a:gd name="connsiteY3642" fmla="*/ 2660628 h 4927186"/>
              <a:gd name="connsiteX3643" fmla="*/ 4205169 w 9312201"/>
              <a:gd name="connsiteY3643" fmla="*/ 2638808 h 4927186"/>
              <a:gd name="connsiteX3644" fmla="*/ 4226989 w 9312201"/>
              <a:gd name="connsiteY3644" fmla="*/ 2616988 h 4927186"/>
              <a:gd name="connsiteX3645" fmla="*/ 4149629 w 9312201"/>
              <a:gd name="connsiteY3645" fmla="*/ 2616988 h 4927186"/>
              <a:gd name="connsiteX3646" fmla="*/ 4172110 w 9312201"/>
              <a:gd name="connsiteY3646" fmla="*/ 2638808 h 4927186"/>
              <a:gd name="connsiteX3647" fmla="*/ 4149629 w 9312201"/>
              <a:gd name="connsiteY3647" fmla="*/ 2660628 h 4927186"/>
              <a:gd name="connsiteX3648" fmla="*/ 4127148 w 9312201"/>
              <a:gd name="connsiteY3648" fmla="*/ 2638808 h 4927186"/>
              <a:gd name="connsiteX3649" fmla="*/ 4149629 w 9312201"/>
              <a:gd name="connsiteY3649" fmla="*/ 2616988 h 4927186"/>
              <a:gd name="connsiteX3650" fmla="*/ 4072270 w 9312201"/>
              <a:gd name="connsiteY3650" fmla="*/ 2616988 h 4927186"/>
              <a:gd name="connsiteX3651" fmla="*/ 4094090 w 9312201"/>
              <a:gd name="connsiteY3651" fmla="*/ 2638808 h 4927186"/>
              <a:gd name="connsiteX3652" fmla="*/ 4072270 w 9312201"/>
              <a:gd name="connsiteY3652" fmla="*/ 2660628 h 4927186"/>
              <a:gd name="connsiteX3653" fmla="*/ 4050450 w 9312201"/>
              <a:gd name="connsiteY3653" fmla="*/ 2638808 h 4927186"/>
              <a:gd name="connsiteX3654" fmla="*/ 4072270 w 9312201"/>
              <a:gd name="connsiteY3654" fmla="*/ 2616988 h 4927186"/>
              <a:gd name="connsiteX3655" fmla="*/ 3994250 w 9312201"/>
              <a:gd name="connsiteY3655" fmla="*/ 2616988 h 4927186"/>
              <a:gd name="connsiteX3656" fmla="*/ 4016070 w 9312201"/>
              <a:gd name="connsiteY3656" fmla="*/ 2638808 h 4927186"/>
              <a:gd name="connsiteX3657" fmla="*/ 3994250 w 9312201"/>
              <a:gd name="connsiteY3657" fmla="*/ 2660628 h 4927186"/>
              <a:gd name="connsiteX3658" fmla="*/ 3972430 w 9312201"/>
              <a:gd name="connsiteY3658" fmla="*/ 2638808 h 4927186"/>
              <a:gd name="connsiteX3659" fmla="*/ 3994250 w 9312201"/>
              <a:gd name="connsiteY3659" fmla="*/ 2616988 h 4927186"/>
              <a:gd name="connsiteX3660" fmla="*/ 3916229 w 9312201"/>
              <a:gd name="connsiteY3660" fmla="*/ 2616988 h 4927186"/>
              <a:gd name="connsiteX3661" fmla="*/ 3938049 w 9312201"/>
              <a:gd name="connsiteY3661" fmla="*/ 2638808 h 4927186"/>
              <a:gd name="connsiteX3662" fmla="*/ 3916229 w 9312201"/>
              <a:gd name="connsiteY3662" fmla="*/ 2660628 h 4927186"/>
              <a:gd name="connsiteX3663" fmla="*/ 3894409 w 9312201"/>
              <a:gd name="connsiteY3663" fmla="*/ 2638808 h 4927186"/>
              <a:gd name="connsiteX3664" fmla="*/ 3916229 w 9312201"/>
              <a:gd name="connsiteY3664" fmla="*/ 2616988 h 4927186"/>
              <a:gd name="connsiteX3665" fmla="*/ 2513845 w 9312201"/>
              <a:gd name="connsiteY3665" fmla="*/ 2616988 h 4927186"/>
              <a:gd name="connsiteX3666" fmla="*/ 2536326 w 9312201"/>
              <a:gd name="connsiteY3666" fmla="*/ 2638808 h 4927186"/>
              <a:gd name="connsiteX3667" fmla="*/ 2513845 w 9312201"/>
              <a:gd name="connsiteY3667" fmla="*/ 2660628 h 4927186"/>
              <a:gd name="connsiteX3668" fmla="*/ 2491364 w 9312201"/>
              <a:gd name="connsiteY3668" fmla="*/ 2638808 h 4927186"/>
              <a:gd name="connsiteX3669" fmla="*/ 2513845 w 9312201"/>
              <a:gd name="connsiteY3669" fmla="*/ 2616988 h 4927186"/>
              <a:gd name="connsiteX3670" fmla="*/ 2436486 w 9312201"/>
              <a:gd name="connsiteY3670" fmla="*/ 2616988 h 4927186"/>
              <a:gd name="connsiteX3671" fmla="*/ 2458306 w 9312201"/>
              <a:gd name="connsiteY3671" fmla="*/ 2638808 h 4927186"/>
              <a:gd name="connsiteX3672" fmla="*/ 2436486 w 9312201"/>
              <a:gd name="connsiteY3672" fmla="*/ 2660628 h 4927186"/>
              <a:gd name="connsiteX3673" fmla="*/ 2414666 w 9312201"/>
              <a:gd name="connsiteY3673" fmla="*/ 2638808 h 4927186"/>
              <a:gd name="connsiteX3674" fmla="*/ 2436486 w 9312201"/>
              <a:gd name="connsiteY3674" fmla="*/ 2616988 h 4927186"/>
              <a:gd name="connsiteX3675" fmla="*/ 2358465 w 9312201"/>
              <a:gd name="connsiteY3675" fmla="*/ 2616988 h 4927186"/>
              <a:gd name="connsiteX3676" fmla="*/ 2380285 w 9312201"/>
              <a:gd name="connsiteY3676" fmla="*/ 2638808 h 4927186"/>
              <a:gd name="connsiteX3677" fmla="*/ 2358465 w 9312201"/>
              <a:gd name="connsiteY3677" fmla="*/ 2660628 h 4927186"/>
              <a:gd name="connsiteX3678" fmla="*/ 2336645 w 9312201"/>
              <a:gd name="connsiteY3678" fmla="*/ 2638808 h 4927186"/>
              <a:gd name="connsiteX3679" fmla="*/ 2358465 w 9312201"/>
              <a:gd name="connsiteY3679" fmla="*/ 2616988 h 4927186"/>
              <a:gd name="connsiteX3680" fmla="*/ 2280445 w 9312201"/>
              <a:gd name="connsiteY3680" fmla="*/ 2616988 h 4927186"/>
              <a:gd name="connsiteX3681" fmla="*/ 2302265 w 9312201"/>
              <a:gd name="connsiteY3681" fmla="*/ 2638808 h 4927186"/>
              <a:gd name="connsiteX3682" fmla="*/ 2280445 w 9312201"/>
              <a:gd name="connsiteY3682" fmla="*/ 2660628 h 4927186"/>
              <a:gd name="connsiteX3683" fmla="*/ 2258625 w 9312201"/>
              <a:gd name="connsiteY3683" fmla="*/ 2638808 h 4927186"/>
              <a:gd name="connsiteX3684" fmla="*/ 2280445 w 9312201"/>
              <a:gd name="connsiteY3684" fmla="*/ 2616988 h 4927186"/>
              <a:gd name="connsiteX3685" fmla="*/ 2125727 w 9312201"/>
              <a:gd name="connsiteY3685" fmla="*/ 2616988 h 4927186"/>
              <a:gd name="connsiteX3686" fmla="*/ 2147547 w 9312201"/>
              <a:gd name="connsiteY3686" fmla="*/ 2638808 h 4927186"/>
              <a:gd name="connsiteX3687" fmla="*/ 2125727 w 9312201"/>
              <a:gd name="connsiteY3687" fmla="*/ 2660628 h 4927186"/>
              <a:gd name="connsiteX3688" fmla="*/ 2103907 w 9312201"/>
              <a:gd name="connsiteY3688" fmla="*/ 2638808 h 4927186"/>
              <a:gd name="connsiteX3689" fmla="*/ 2125727 w 9312201"/>
              <a:gd name="connsiteY3689" fmla="*/ 2616988 h 4927186"/>
              <a:gd name="connsiteX3690" fmla="*/ 2047706 w 9312201"/>
              <a:gd name="connsiteY3690" fmla="*/ 2616988 h 4927186"/>
              <a:gd name="connsiteX3691" fmla="*/ 2069526 w 9312201"/>
              <a:gd name="connsiteY3691" fmla="*/ 2638808 h 4927186"/>
              <a:gd name="connsiteX3692" fmla="*/ 2047706 w 9312201"/>
              <a:gd name="connsiteY3692" fmla="*/ 2660628 h 4927186"/>
              <a:gd name="connsiteX3693" fmla="*/ 2025886 w 9312201"/>
              <a:gd name="connsiteY3693" fmla="*/ 2638808 h 4927186"/>
              <a:gd name="connsiteX3694" fmla="*/ 2047706 w 9312201"/>
              <a:gd name="connsiteY3694" fmla="*/ 2616988 h 4927186"/>
              <a:gd name="connsiteX3695" fmla="*/ 1813657 w 9312201"/>
              <a:gd name="connsiteY3695" fmla="*/ 2616988 h 4927186"/>
              <a:gd name="connsiteX3696" fmla="*/ 1835474 w 9312201"/>
              <a:gd name="connsiteY3696" fmla="*/ 2638808 h 4927186"/>
              <a:gd name="connsiteX3697" fmla="*/ 1813657 w 9312201"/>
              <a:gd name="connsiteY3697" fmla="*/ 2660628 h 4927186"/>
              <a:gd name="connsiteX3698" fmla="*/ 1791833 w 9312201"/>
              <a:gd name="connsiteY3698" fmla="*/ 2638808 h 4927186"/>
              <a:gd name="connsiteX3699" fmla="*/ 1813657 w 9312201"/>
              <a:gd name="connsiteY3699" fmla="*/ 2616988 h 4927186"/>
              <a:gd name="connsiteX3700" fmla="*/ 1735633 w 9312201"/>
              <a:gd name="connsiteY3700" fmla="*/ 2616988 h 4927186"/>
              <a:gd name="connsiteX3701" fmla="*/ 1757457 w 9312201"/>
              <a:gd name="connsiteY3701" fmla="*/ 2638808 h 4927186"/>
              <a:gd name="connsiteX3702" fmla="*/ 1735633 w 9312201"/>
              <a:gd name="connsiteY3702" fmla="*/ 2660628 h 4927186"/>
              <a:gd name="connsiteX3703" fmla="*/ 1713819 w 9312201"/>
              <a:gd name="connsiteY3703" fmla="*/ 2638808 h 4927186"/>
              <a:gd name="connsiteX3704" fmla="*/ 1735633 w 9312201"/>
              <a:gd name="connsiteY3704" fmla="*/ 2616988 h 4927186"/>
              <a:gd name="connsiteX3705" fmla="*/ 1657611 w 9312201"/>
              <a:gd name="connsiteY3705" fmla="*/ 2616988 h 4927186"/>
              <a:gd name="connsiteX3706" fmla="*/ 1679436 w 9312201"/>
              <a:gd name="connsiteY3706" fmla="*/ 2638808 h 4927186"/>
              <a:gd name="connsiteX3707" fmla="*/ 1657611 w 9312201"/>
              <a:gd name="connsiteY3707" fmla="*/ 2660628 h 4927186"/>
              <a:gd name="connsiteX3708" fmla="*/ 1635796 w 9312201"/>
              <a:gd name="connsiteY3708" fmla="*/ 2638808 h 4927186"/>
              <a:gd name="connsiteX3709" fmla="*/ 1657611 w 9312201"/>
              <a:gd name="connsiteY3709" fmla="*/ 2616988 h 4927186"/>
              <a:gd name="connsiteX3710" fmla="*/ 7421198 w 9312201"/>
              <a:gd name="connsiteY3710" fmla="*/ 2538968 h 4927186"/>
              <a:gd name="connsiteX3711" fmla="*/ 7443679 w 9312201"/>
              <a:gd name="connsiteY3711" fmla="*/ 2560788 h 4927186"/>
              <a:gd name="connsiteX3712" fmla="*/ 7421198 w 9312201"/>
              <a:gd name="connsiteY3712" fmla="*/ 2582608 h 4927186"/>
              <a:gd name="connsiteX3713" fmla="*/ 7398717 w 9312201"/>
              <a:gd name="connsiteY3713" fmla="*/ 2560788 h 4927186"/>
              <a:gd name="connsiteX3714" fmla="*/ 7421198 w 9312201"/>
              <a:gd name="connsiteY3714" fmla="*/ 2538968 h 4927186"/>
              <a:gd name="connsiteX3715" fmla="*/ 7343838 w 9312201"/>
              <a:gd name="connsiteY3715" fmla="*/ 2538968 h 4927186"/>
              <a:gd name="connsiteX3716" fmla="*/ 7365658 w 9312201"/>
              <a:gd name="connsiteY3716" fmla="*/ 2560788 h 4927186"/>
              <a:gd name="connsiteX3717" fmla="*/ 7343838 w 9312201"/>
              <a:gd name="connsiteY3717" fmla="*/ 2582608 h 4927186"/>
              <a:gd name="connsiteX3718" fmla="*/ 7322018 w 9312201"/>
              <a:gd name="connsiteY3718" fmla="*/ 2560788 h 4927186"/>
              <a:gd name="connsiteX3719" fmla="*/ 7343838 w 9312201"/>
              <a:gd name="connsiteY3719" fmla="*/ 2538968 h 4927186"/>
              <a:gd name="connsiteX3720" fmla="*/ 7264495 w 9312201"/>
              <a:gd name="connsiteY3720" fmla="*/ 2538968 h 4927186"/>
              <a:gd name="connsiteX3721" fmla="*/ 7286315 w 9312201"/>
              <a:gd name="connsiteY3721" fmla="*/ 2560788 h 4927186"/>
              <a:gd name="connsiteX3722" fmla="*/ 7264495 w 9312201"/>
              <a:gd name="connsiteY3722" fmla="*/ 2582608 h 4927186"/>
              <a:gd name="connsiteX3723" fmla="*/ 7242675 w 9312201"/>
              <a:gd name="connsiteY3723" fmla="*/ 2560788 h 4927186"/>
              <a:gd name="connsiteX3724" fmla="*/ 7264495 w 9312201"/>
              <a:gd name="connsiteY3724" fmla="*/ 2538968 h 4927186"/>
              <a:gd name="connsiteX3725" fmla="*/ 7186475 w 9312201"/>
              <a:gd name="connsiteY3725" fmla="*/ 2538968 h 4927186"/>
              <a:gd name="connsiteX3726" fmla="*/ 7208295 w 9312201"/>
              <a:gd name="connsiteY3726" fmla="*/ 2560788 h 4927186"/>
              <a:gd name="connsiteX3727" fmla="*/ 7186475 w 9312201"/>
              <a:gd name="connsiteY3727" fmla="*/ 2582608 h 4927186"/>
              <a:gd name="connsiteX3728" fmla="*/ 7164655 w 9312201"/>
              <a:gd name="connsiteY3728" fmla="*/ 2560788 h 4927186"/>
              <a:gd name="connsiteX3729" fmla="*/ 7186475 w 9312201"/>
              <a:gd name="connsiteY3729" fmla="*/ 2538968 h 4927186"/>
              <a:gd name="connsiteX3730" fmla="*/ 7109116 w 9312201"/>
              <a:gd name="connsiteY3730" fmla="*/ 2538968 h 4927186"/>
              <a:gd name="connsiteX3731" fmla="*/ 7131597 w 9312201"/>
              <a:gd name="connsiteY3731" fmla="*/ 2560788 h 4927186"/>
              <a:gd name="connsiteX3732" fmla="*/ 7109116 w 9312201"/>
              <a:gd name="connsiteY3732" fmla="*/ 2582608 h 4927186"/>
              <a:gd name="connsiteX3733" fmla="*/ 7086635 w 9312201"/>
              <a:gd name="connsiteY3733" fmla="*/ 2560788 h 4927186"/>
              <a:gd name="connsiteX3734" fmla="*/ 7109116 w 9312201"/>
              <a:gd name="connsiteY3734" fmla="*/ 2538968 h 4927186"/>
              <a:gd name="connsiteX3735" fmla="*/ 7031757 w 9312201"/>
              <a:gd name="connsiteY3735" fmla="*/ 2538968 h 4927186"/>
              <a:gd name="connsiteX3736" fmla="*/ 7053577 w 9312201"/>
              <a:gd name="connsiteY3736" fmla="*/ 2560788 h 4927186"/>
              <a:gd name="connsiteX3737" fmla="*/ 7031757 w 9312201"/>
              <a:gd name="connsiteY3737" fmla="*/ 2582608 h 4927186"/>
              <a:gd name="connsiteX3738" fmla="*/ 7009937 w 9312201"/>
              <a:gd name="connsiteY3738" fmla="*/ 2560788 h 4927186"/>
              <a:gd name="connsiteX3739" fmla="*/ 7031757 w 9312201"/>
              <a:gd name="connsiteY3739" fmla="*/ 2538968 h 4927186"/>
              <a:gd name="connsiteX3740" fmla="*/ 6953736 w 9312201"/>
              <a:gd name="connsiteY3740" fmla="*/ 2538968 h 4927186"/>
              <a:gd name="connsiteX3741" fmla="*/ 6975556 w 9312201"/>
              <a:gd name="connsiteY3741" fmla="*/ 2560788 h 4927186"/>
              <a:gd name="connsiteX3742" fmla="*/ 6953736 w 9312201"/>
              <a:gd name="connsiteY3742" fmla="*/ 2582608 h 4927186"/>
              <a:gd name="connsiteX3743" fmla="*/ 6931916 w 9312201"/>
              <a:gd name="connsiteY3743" fmla="*/ 2560788 h 4927186"/>
              <a:gd name="connsiteX3744" fmla="*/ 6953736 w 9312201"/>
              <a:gd name="connsiteY3744" fmla="*/ 2538968 h 4927186"/>
              <a:gd name="connsiteX3745" fmla="*/ 6875716 w 9312201"/>
              <a:gd name="connsiteY3745" fmla="*/ 2538968 h 4927186"/>
              <a:gd name="connsiteX3746" fmla="*/ 6897536 w 9312201"/>
              <a:gd name="connsiteY3746" fmla="*/ 2560788 h 4927186"/>
              <a:gd name="connsiteX3747" fmla="*/ 6875716 w 9312201"/>
              <a:gd name="connsiteY3747" fmla="*/ 2582608 h 4927186"/>
              <a:gd name="connsiteX3748" fmla="*/ 6853896 w 9312201"/>
              <a:gd name="connsiteY3748" fmla="*/ 2560788 h 4927186"/>
              <a:gd name="connsiteX3749" fmla="*/ 6875716 w 9312201"/>
              <a:gd name="connsiteY3749" fmla="*/ 2538968 h 4927186"/>
              <a:gd name="connsiteX3750" fmla="*/ 6798356 w 9312201"/>
              <a:gd name="connsiteY3750" fmla="*/ 2538968 h 4927186"/>
              <a:gd name="connsiteX3751" fmla="*/ 6820837 w 9312201"/>
              <a:gd name="connsiteY3751" fmla="*/ 2560788 h 4927186"/>
              <a:gd name="connsiteX3752" fmla="*/ 6798356 w 9312201"/>
              <a:gd name="connsiteY3752" fmla="*/ 2582608 h 4927186"/>
              <a:gd name="connsiteX3753" fmla="*/ 6775875 w 9312201"/>
              <a:gd name="connsiteY3753" fmla="*/ 2560788 h 4927186"/>
              <a:gd name="connsiteX3754" fmla="*/ 6798356 w 9312201"/>
              <a:gd name="connsiteY3754" fmla="*/ 2538968 h 4927186"/>
              <a:gd name="connsiteX3755" fmla="*/ 6719675 w 9312201"/>
              <a:gd name="connsiteY3755" fmla="*/ 2538968 h 4927186"/>
              <a:gd name="connsiteX3756" fmla="*/ 6741495 w 9312201"/>
              <a:gd name="connsiteY3756" fmla="*/ 2560788 h 4927186"/>
              <a:gd name="connsiteX3757" fmla="*/ 6719675 w 9312201"/>
              <a:gd name="connsiteY3757" fmla="*/ 2582608 h 4927186"/>
              <a:gd name="connsiteX3758" fmla="*/ 6697855 w 9312201"/>
              <a:gd name="connsiteY3758" fmla="*/ 2560788 h 4927186"/>
              <a:gd name="connsiteX3759" fmla="*/ 6719675 w 9312201"/>
              <a:gd name="connsiteY3759" fmla="*/ 2538968 h 4927186"/>
              <a:gd name="connsiteX3760" fmla="*/ 6641655 w 9312201"/>
              <a:gd name="connsiteY3760" fmla="*/ 2538968 h 4927186"/>
              <a:gd name="connsiteX3761" fmla="*/ 6663475 w 9312201"/>
              <a:gd name="connsiteY3761" fmla="*/ 2560788 h 4927186"/>
              <a:gd name="connsiteX3762" fmla="*/ 6641655 w 9312201"/>
              <a:gd name="connsiteY3762" fmla="*/ 2582608 h 4927186"/>
              <a:gd name="connsiteX3763" fmla="*/ 6619835 w 9312201"/>
              <a:gd name="connsiteY3763" fmla="*/ 2560788 h 4927186"/>
              <a:gd name="connsiteX3764" fmla="*/ 6641655 w 9312201"/>
              <a:gd name="connsiteY3764" fmla="*/ 2538968 h 4927186"/>
              <a:gd name="connsiteX3765" fmla="*/ 6563634 w 9312201"/>
              <a:gd name="connsiteY3765" fmla="*/ 2538968 h 4927186"/>
              <a:gd name="connsiteX3766" fmla="*/ 6585454 w 9312201"/>
              <a:gd name="connsiteY3766" fmla="*/ 2560788 h 4927186"/>
              <a:gd name="connsiteX3767" fmla="*/ 6563634 w 9312201"/>
              <a:gd name="connsiteY3767" fmla="*/ 2582608 h 4927186"/>
              <a:gd name="connsiteX3768" fmla="*/ 6541814 w 9312201"/>
              <a:gd name="connsiteY3768" fmla="*/ 2560788 h 4927186"/>
              <a:gd name="connsiteX3769" fmla="*/ 6563634 w 9312201"/>
              <a:gd name="connsiteY3769" fmla="*/ 2538968 h 4927186"/>
              <a:gd name="connsiteX3770" fmla="*/ 6485613 w 9312201"/>
              <a:gd name="connsiteY3770" fmla="*/ 2538968 h 4927186"/>
              <a:gd name="connsiteX3771" fmla="*/ 6507433 w 9312201"/>
              <a:gd name="connsiteY3771" fmla="*/ 2560788 h 4927186"/>
              <a:gd name="connsiteX3772" fmla="*/ 6485613 w 9312201"/>
              <a:gd name="connsiteY3772" fmla="*/ 2582608 h 4927186"/>
              <a:gd name="connsiteX3773" fmla="*/ 6463793 w 9312201"/>
              <a:gd name="connsiteY3773" fmla="*/ 2560788 h 4927186"/>
              <a:gd name="connsiteX3774" fmla="*/ 6485613 w 9312201"/>
              <a:gd name="connsiteY3774" fmla="*/ 2538968 h 4927186"/>
              <a:gd name="connsiteX3775" fmla="*/ 6408916 w 9312201"/>
              <a:gd name="connsiteY3775" fmla="*/ 2538968 h 4927186"/>
              <a:gd name="connsiteX3776" fmla="*/ 6430736 w 9312201"/>
              <a:gd name="connsiteY3776" fmla="*/ 2560788 h 4927186"/>
              <a:gd name="connsiteX3777" fmla="*/ 6408916 w 9312201"/>
              <a:gd name="connsiteY3777" fmla="*/ 2582608 h 4927186"/>
              <a:gd name="connsiteX3778" fmla="*/ 6387096 w 9312201"/>
              <a:gd name="connsiteY3778" fmla="*/ 2560788 h 4927186"/>
              <a:gd name="connsiteX3779" fmla="*/ 6408916 w 9312201"/>
              <a:gd name="connsiteY3779" fmla="*/ 2538968 h 4927186"/>
              <a:gd name="connsiteX3780" fmla="*/ 6330896 w 9312201"/>
              <a:gd name="connsiteY3780" fmla="*/ 2538968 h 4927186"/>
              <a:gd name="connsiteX3781" fmla="*/ 6352716 w 9312201"/>
              <a:gd name="connsiteY3781" fmla="*/ 2560788 h 4927186"/>
              <a:gd name="connsiteX3782" fmla="*/ 6330896 w 9312201"/>
              <a:gd name="connsiteY3782" fmla="*/ 2582608 h 4927186"/>
              <a:gd name="connsiteX3783" fmla="*/ 6309076 w 9312201"/>
              <a:gd name="connsiteY3783" fmla="*/ 2560788 h 4927186"/>
              <a:gd name="connsiteX3784" fmla="*/ 6330896 w 9312201"/>
              <a:gd name="connsiteY3784" fmla="*/ 2538968 h 4927186"/>
              <a:gd name="connsiteX3785" fmla="*/ 6252875 w 9312201"/>
              <a:gd name="connsiteY3785" fmla="*/ 2538968 h 4927186"/>
              <a:gd name="connsiteX3786" fmla="*/ 6274695 w 9312201"/>
              <a:gd name="connsiteY3786" fmla="*/ 2560788 h 4927186"/>
              <a:gd name="connsiteX3787" fmla="*/ 6252875 w 9312201"/>
              <a:gd name="connsiteY3787" fmla="*/ 2582608 h 4927186"/>
              <a:gd name="connsiteX3788" fmla="*/ 6231055 w 9312201"/>
              <a:gd name="connsiteY3788" fmla="*/ 2560788 h 4927186"/>
              <a:gd name="connsiteX3789" fmla="*/ 6252875 w 9312201"/>
              <a:gd name="connsiteY3789" fmla="*/ 2538968 h 4927186"/>
              <a:gd name="connsiteX3790" fmla="*/ 6174854 w 9312201"/>
              <a:gd name="connsiteY3790" fmla="*/ 2538968 h 4927186"/>
              <a:gd name="connsiteX3791" fmla="*/ 6196674 w 9312201"/>
              <a:gd name="connsiteY3791" fmla="*/ 2560788 h 4927186"/>
              <a:gd name="connsiteX3792" fmla="*/ 6174854 w 9312201"/>
              <a:gd name="connsiteY3792" fmla="*/ 2582608 h 4927186"/>
              <a:gd name="connsiteX3793" fmla="*/ 6153034 w 9312201"/>
              <a:gd name="connsiteY3793" fmla="*/ 2560788 h 4927186"/>
              <a:gd name="connsiteX3794" fmla="*/ 6174854 w 9312201"/>
              <a:gd name="connsiteY3794" fmla="*/ 2538968 h 4927186"/>
              <a:gd name="connsiteX3795" fmla="*/ 5708054 w 9312201"/>
              <a:gd name="connsiteY3795" fmla="*/ 2538968 h 4927186"/>
              <a:gd name="connsiteX3796" fmla="*/ 5729874 w 9312201"/>
              <a:gd name="connsiteY3796" fmla="*/ 2560788 h 4927186"/>
              <a:gd name="connsiteX3797" fmla="*/ 5708054 w 9312201"/>
              <a:gd name="connsiteY3797" fmla="*/ 2582608 h 4927186"/>
              <a:gd name="connsiteX3798" fmla="*/ 5686234 w 9312201"/>
              <a:gd name="connsiteY3798" fmla="*/ 2560788 h 4927186"/>
              <a:gd name="connsiteX3799" fmla="*/ 5708054 w 9312201"/>
              <a:gd name="connsiteY3799" fmla="*/ 2538968 h 4927186"/>
              <a:gd name="connsiteX3800" fmla="*/ 5630034 w 9312201"/>
              <a:gd name="connsiteY3800" fmla="*/ 2538968 h 4927186"/>
              <a:gd name="connsiteX3801" fmla="*/ 5651854 w 9312201"/>
              <a:gd name="connsiteY3801" fmla="*/ 2560788 h 4927186"/>
              <a:gd name="connsiteX3802" fmla="*/ 5630034 w 9312201"/>
              <a:gd name="connsiteY3802" fmla="*/ 2582608 h 4927186"/>
              <a:gd name="connsiteX3803" fmla="*/ 5608214 w 9312201"/>
              <a:gd name="connsiteY3803" fmla="*/ 2560788 h 4927186"/>
              <a:gd name="connsiteX3804" fmla="*/ 5630034 w 9312201"/>
              <a:gd name="connsiteY3804" fmla="*/ 2538968 h 4927186"/>
              <a:gd name="connsiteX3805" fmla="*/ 5552013 w 9312201"/>
              <a:gd name="connsiteY3805" fmla="*/ 2538968 h 4927186"/>
              <a:gd name="connsiteX3806" fmla="*/ 5573833 w 9312201"/>
              <a:gd name="connsiteY3806" fmla="*/ 2560788 h 4927186"/>
              <a:gd name="connsiteX3807" fmla="*/ 5552013 w 9312201"/>
              <a:gd name="connsiteY3807" fmla="*/ 2582608 h 4927186"/>
              <a:gd name="connsiteX3808" fmla="*/ 5530193 w 9312201"/>
              <a:gd name="connsiteY3808" fmla="*/ 2560788 h 4927186"/>
              <a:gd name="connsiteX3809" fmla="*/ 5552013 w 9312201"/>
              <a:gd name="connsiteY3809" fmla="*/ 2538968 h 4927186"/>
              <a:gd name="connsiteX3810" fmla="*/ 5473331 w 9312201"/>
              <a:gd name="connsiteY3810" fmla="*/ 2538968 h 4927186"/>
              <a:gd name="connsiteX3811" fmla="*/ 5495812 w 9312201"/>
              <a:gd name="connsiteY3811" fmla="*/ 2560788 h 4927186"/>
              <a:gd name="connsiteX3812" fmla="*/ 5473331 w 9312201"/>
              <a:gd name="connsiteY3812" fmla="*/ 2582608 h 4927186"/>
              <a:gd name="connsiteX3813" fmla="*/ 5450850 w 9312201"/>
              <a:gd name="connsiteY3813" fmla="*/ 2560788 h 4927186"/>
              <a:gd name="connsiteX3814" fmla="*/ 5473331 w 9312201"/>
              <a:gd name="connsiteY3814" fmla="*/ 2538968 h 4927186"/>
              <a:gd name="connsiteX3815" fmla="*/ 5395972 w 9312201"/>
              <a:gd name="connsiteY3815" fmla="*/ 2538968 h 4927186"/>
              <a:gd name="connsiteX3816" fmla="*/ 5417792 w 9312201"/>
              <a:gd name="connsiteY3816" fmla="*/ 2560788 h 4927186"/>
              <a:gd name="connsiteX3817" fmla="*/ 5395972 w 9312201"/>
              <a:gd name="connsiteY3817" fmla="*/ 2582608 h 4927186"/>
              <a:gd name="connsiteX3818" fmla="*/ 5374152 w 9312201"/>
              <a:gd name="connsiteY3818" fmla="*/ 2560788 h 4927186"/>
              <a:gd name="connsiteX3819" fmla="*/ 5395972 w 9312201"/>
              <a:gd name="connsiteY3819" fmla="*/ 2538968 h 4927186"/>
              <a:gd name="connsiteX3820" fmla="*/ 4850491 w 9312201"/>
              <a:gd name="connsiteY3820" fmla="*/ 2538968 h 4927186"/>
              <a:gd name="connsiteX3821" fmla="*/ 4872972 w 9312201"/>
              <a:gd name="connsiteY3821" fmla="*/ 2560788 h 4927186"/>
              <a:gd name="connsiteX3822" fmla="*/ 4850491 w 9312201"/>
              <a:gd name="connsiteY3822" fmla="*/ 2582608 h 4927186"/>
              <a:gd name="connsiteX3823" fmla="*/ 4828010 w 9312201"/>
              <a:gd name="connsiteY3823" fmla="*/ 2560788 h 4927186"/>
              <a:gd name="connsiteX3824" fmla="*/ 4850491 w 9312201"/>
              <a:gd name="connsiteY3824" fmla="*/ 2538968 h 4927186"/>
              <a:gd name="connsiteX3825" fmla="*/ 4773132 w 9312201"/>
              <a:gd name="connsiteY3825" fmla="*/ 2538968 h 4927186"/>
              <a:gd name="connsiteX3826" fmla="*/ 4794952 w 9312201"/>
              <a:gd name="connsiteY3826" fmla="*/ 2560788 h 4927186"/>
              <a:gd name="connsiteX3827" fmla="*/ 4773132 w 9312201"/>
              <a:gd name="connsiteY3827" fmla="*/ 2582608 h 4927186"/>
              <a:gd name="connsiteX3828" fmla="*/ 4751312 w 9312201"/>
              <a:gd name="connsiteY3828" fmla="*/ 2560788 h 4927186"/>
              <a:gd name="connsiteX3829" fmla="*/ 4773132 w 9312201"/>
              <a:gd name="connsiteY3829" fmla="*/ 2538968 h 4927186"/>
              <a:gd name="connsiteX3830" fmla="*/ 4695111 w 9312201"/>
              <a:gd name="connsiteY3830" fmla="*/ 2538968 h 4927186"/>
              <a:gd name="connsiteX3831" fmla="*/ 4716931 w 9312201"/>
              <a:gd name="connsiteY3831" fmla="*/ 2560788 h 4927186"/>
              <a:gd name="connsiteX3832" fmla="*/ 4695111 w 9312201"/>
              <a:gd name="connsiteY3832" fmla="*/ 2582608 h 4927186"/>
              <a:gd name="connsiteX3833" fmla="*/ 4673291 w 9312201"/>
              <a:gd name="connsiteY3833" fmla="*/ 2560788 h 4927186"/>
              <a:gd name="connsiteX3834" fmla="*/ 4695111 w 9312201"/>
              <a:gd name="connsiteY3834" fmla="*/ 2538968 h 4927186"/>
              <a:gd name="connsiteX3835" fmla="*/ 4617091 w 9312201"/>
              <a:gd name="connsiteY3835" fmla="*/ 2538968 h 4927186"/>
              <a:gd name="connsiteX3836" fmla="*/ 4638911 w 9312201"/>
              <a:gd name="connsiteY3836" fmla="*/ 2560788 h 4927186"/>
              <a:gd name="connsiteX3837" fmla="*/ 4617091 w 9312201"/>
              <a:gd name="connsiteY3837" fmla="*/ 2582608 h 4927186"/>
              <a:gd name="connsiteX3838" fmla="*/ 4595271 w 9312201"/>
              <a:gd name="connsiteY3838" fmla="*/ 2560788 h 4927186"/>
              <a:gd name="connsiteX3839" fmla="*/ 4617091 w 9312201"/>
              <a:gd name="connsiteY3839" fmla="*/ 2538968 h 4927186"/>
              <a:gd name="connsiteX3840" fmla="*/ 4539070 w 9312201"/>
              <a:gd name="connsiteY3840" fmla="*/ 2538968 h 4927186"/>
              <a:gd name="connsiteX3841" fmla="*/ 4560890 w 9312201"/>
              <a:gd name="connsiteY3841" fmla="*/ 2560788 h 4927186"/>
              <a:gd name="connsiteX3842" fmla="*/ 4539070 w 9312201"/>
              <a:gd name="connsiteY3842" fmla="*/ 2582608 h 4927186"/>
              <a:gd name="connsiteX3843" fmla="*/ 4517250 w 9312201"/>
              <a:gd name="connsiteY3843" fmla="*/ 2560788 h 4927186"/>
              <a:gd name="connsiteX3844" fmla="*/ 4539070 w 9312201"/>
              <a:gd name="connsiteY3844" fmla="*/ 2538968 h 4927186"/>
              <a:gd name="connsiteX3845" fmla="*/ 4461711 w 9312201"/>
              <a:gd name="connsiteY3845" fmla="*/ 2538968 h 4927186"/>
              <a:gd name="connsiteX3846" fmla="*/ 4484192 w 9312201"/>
              <a:gd name="connsiteY3846" fmla="*/ 2560788 h 4927186"/>
              <a:gd name="connsiteX3847" fmla="*/ 4461711 w 9312201"/>
              <a:gd name="connsiteY3847" fmla="*/ 2582608 h 4927186"/>
              <a:gd name="connsiteX3848" fmla="*/ 4439230 w 9312201"/>
              <a:gd name="connsiteY3848" fmla="*/ 2560788 h 4927186"/>
              <a:gd name="connsiteX3849" fmla="*/ 4461711 w 9312201"/>
              <a:gd name="connsiteY3849" fmla="*/ 2538968 h 4927186"/>
              <a:gd name="connsiteX3850" fmla="*/ 4384351 w 9312201"/>
              <a:gd name="connsiteY3850" fmla="*/ 2538968 h 4927186"/>
              <a:gd name="connsiteX3851" fmla="*/ 4406171 w 9312201"/>
              <a:gd name="connsiteY3851" fmla="*/ 2560788 h 4927186"/>
              <a:gd name="connsiteX3852" fmla="*/ 4384351 w 9312201"/>
              <a:gd name="connsiteY3852" fmla="*/ 2582608 h 4927186"/>
              <a:gd name="connsiteX3853" fmla="*/ 4362531 w 9312201"/>
              <a:gd name="connsiteY3853" fmla="*/ 2560788 h 4927186"/>
              <a:gd name="connsiteX3854" fmla="*/ 4384351 w 9312201"/>
              <a:gd name="connsiteY3854" fmla="*/ 2538968 h 4927186"/>
              <a:gd name="connsiteX3855" fmla="*/ 4305009 w 9312201"/>
              <a:gd name="connsiteY3855" fmla="*/ 2538968 h 4927186"/>
              <a:gd name="connsiteX3856" fmla="*/ 4326829 w 9312201"/>
              <a:gd name="connsiteY3856" fmla="*/ 2560788 h 4927186"/>
              <a:gd name="connsiteX3857" fmla="*/ 4305009 w 9312201"/>
              <a:gd name="connsiteY3857" fmla="*/ 2582608 h 4927186"/>
              <a:gd name="connsiteX3858" fmla="*/ 4283189 w 9312201"/>
              <a:gd name="connsiteY3858" fmla="*/ 2560788 h 4927186"/>
              <a:gd name="connsiteX3859" fmla="*/ 4305009 w 9312201"/>
              <a:gd name="connsiteY3859" fmla="*/ 2538968 h 4927186"/>
              <a:gd name="connsiteX3860" fmla="*/ 4226989 w 9312201"/>
              <a:gd name="connsiteY3860" fmla="*/ 2538968 h 4927186"/>
              <a:gd name="connsiteX3861" fmla="*/ 4248809 w 9312201"/>
              <a:gd name="connsiteY3861" fmla="*/ 2560788 h 4927186"/>
              <a:gd name="connsiteX3862" fmla="*/ 4226989 w 9312201"/>
              <a:gd name="connsiteY3862" fmla="*/ 2582608 h 4927186"/>
              <a:gd name="connsiteX3863" fmla="*/ 4205169 w 9312201"/>
              <a:gd name="connsiteY3863" fmla="*/ 2560788 h 4927186"/>
              <a:gd name="connsiteX3864" fmla="*/ 4226989 w 9312201"/>
              <a:gd name="connsiteY3864" fmla="*/ 2538968 h 4927186"/>
              <a:gd name="connsiteX3865" fmla="*/ 7498556 w 9312201"/>
              <a:gd name="connsiteY3865" fmla="*/ 2538967 h 4927186"/>
              <a:gd name="connsiteX3866" fmla="*/ 7520376 w 9312201"/>
              <a:gd name="connsiteY3866" fmla="*/ 2560787 h 4927186"/>
              <a:gd name="connsiteX3867" fmla="*/ 7498556 w 9312201"/>
              <a:gd name="connsiteY3867" fmla="*/ 2582607 h 4927186"/>
              <a:gd name="connsiteX3868" fmla="*/ 7476736 w 9312201"/>
              <a:gd name="connsiteY3868" fmla="*/ 2560787 h 4927186"/>
              <a:gd name="connsiteX3869" fmla="*/ 7498556 w 9312201"/>
              <a:gd name="connsiteY3869" fmla="*/ 2538967 h 4927186"/>
              <a:gd name="connsiteX3870" fmla="*/ 5239931 w 9312201"/>
              <a:gd name="connsiteY3870" fmla="*/ 2538967 h 4927186"/>
              <a:gd name="connsiteX3871" fmla="*/ 5261751 w 9312201"/>
              <a:gd name="connsiteY3871" fmla="*/ 2560787 h 4927186"/>
              <a:gd name="connsiteX3872" fmla="*/ 5239931 w 9312201"/>
              <a:gd name="connsiteY3872" fmla="*/ 2582607 h 4927186"/>
              <a:gd name="connsiteX3873" fmla="*/ 5218111 w 9312201"/>
              <a:gd name="connsiteY3873" fmla="*/ 2560787 h 4927186"/>
              <a:gd name="connsiteX3874" fmla="*/ 5239931 w 9312201"/>
              <a:gd name="connsiteY3874" fmla="*/ 2538967 h 4927186"/>
              <a:gd name="connsiteX3875" fmla="*/ 5162572 w 9312201"/>
              <a:gd name="connsiteY3875" fmla="*/ 2538967 h 4927186"/>
              <a:gd name="connsiteX3876" fmla="*/ 5185053 w 9312201"/>
              <a:gd name="connsiteY3876" fmla="*/ 2560787 h 4927186"/>
              <a:gd name="connsiteX3877" fmla="*/ 5162572 w 9312201"/>
              <a:gd name="connsiteY3877" fmla="*/ 2582607 h 4927186"/>
              <a:gd name="connsiteX3878" fmla="*/ 5140091 w 9312201"/>
              <a:gd name="connsiteY3878" fmla="*/ 2560787 h 4927186"/>
              <a:gd name="connsiteX3879" fmla="*/ 5162572 w 9312201"/>
              <a:gd name="connsiteY3879" fmla="*/ 2538967 h 4927186"/>
              <a:gd name="connsiteX3880" fmla="*/ 5085212 w 9312201"/>
              <a:gd name="connsiteY3880" fmla="*/ 2538967 h 4927186"/>
              <a:gd name="connsiteX3881" fmla="*/ 5107032 w 9312201"/>
              <a:gd name="connsiteY3881" fmla="*/ 2560787 h 4927186"/>
              <a:gd name="connsiteX3882" fmla="*/ 5085212 w 9312201"/>
              <a:gd name="connsiteY3882" fmla="*/ 2582607 h 4927186"/>
              <a:gd name="connsiteX3883" fmla="*/ 5063392 w 9312201"/>
              <a:gd name="connsiteY3883" fmla="*/ 2560787 h 4927186"/>
              <a:gd name="connsiteX3884" fmla="*/ 5085212 w 9312201"/>
              <a:gd name="connsiteY3884" fmla="*/ 2538967 h 4927186"/>
              <a:gd name="connsiteX3885" fmla="*/ 5007193 w 9312201"/>
              <a:gd name="connsiteY3885" fmla="*/ 2538967 h 4927186"/>
              <a:gd name="connsiteX3886" fmla="*/ 5029013 w 9312201"/>
              <a:gd name="connsiteY3886" fmla="*/ 2560787 h 4927186"/>
              <a:gd name="connsiteX3887" fmla="*/ 5007193 w 9312201"/>
              <a:gd name="connsiteY3887" fmla="*/ 2582607 h 4927186"/>
              <a:gd name="connsiteX3888" fmla="*/ 4985373 w 9312201"/>
              <a:gd name="connsiteY3888" fmla="*/ 2560787 h 4927186"/>
              <a:gd name="connsiteX3889" fmla="*/ 5007193 w 9312201"/>
              <a:gd name="connsiteY3889" fmla="*/ 2538967 h 4927186"/>
              <a:gd name="connsiteX3890" fmla="*/ 4928511 w 9312201"/>
              <a:gd name="connsiteY3890" fmla="*/ 2538967 h 4927186"/>
              <a:gd name="connsiteX3891" fmla="*/ 4950992 w 9312201"/>
              <a:gd name="connsiteY3891" fmla="*/ 2560787 h 4927186"/>
              <a:gd name="connsiteX3892" fmla="*/ 4928511 w 9312201"/>
              <a:gd name="connsiteY3892" fmla="*/ 2582607 h 4927186"/>
              <a:gd name="connsiteX3893" fmla="*/ 4906030 w 9312201"/>
              <a:gd name="connsiteY3893" fmla="*/ 2560787 h 4927186"/>
              <a:gd name="connsiteX3894" fmla="*/ 4928511 w 9312201"/>
              <a:gd name="connsiteY3894" fmla="*/ 2538967 h 4927186"/>
              <a:gd name="connsiteX3895" fmla="*/ 4149629 w 9312201"/>
              <a:gd name="connsiteY3895" fmla="*/ 2538967 h 4927186"/>
              <a:gd name="connsiteX3896" fmla="*/ 4172110 w 9312201"/>
              <a:gd name="connsiteY3896" fmla="*/ 2560787 h 4927186"/>
              <a:gd name="connsiteX3897" fmla="*/ 4149629 w 9312201"/>
              <a:gd name="connsiteY3897" fmla="*/ 2582607 h 4927186"/>
              <a:gd name="connsiteX3898" fmla="*/ 4127148 w 9312201"/>
              <a:gd name="connsiteY3898" fmla="*/ 2560787 h 4927186"/>
              <a:gd name="connsiteX3899" fmla="*/ 4149629 w 9312201"/>
              <a:gd name="connsiteY3899" fmla="*/ 2538967 h 4927186"/>
              <a:gd name="connsiteX3900" fmla="*/ 4072270 w 9312201"/>
              <a:gd name="connsiteY3900" fmla="*/ 2538967 h 4927186"/>
              <a:gd name="connsiteX3901" fmla="*/ 4094090 w 9312201"/>
              <a:gd name="connsiteY3901" fmla="*/ 2560787 h 4927186"/>
              <a:gd name="connsiteX3902" fmla="*/ 4072270 w 9312201"/>
              <a:gd name="connsiteY3902" fmla="*/ 2582607 h 4927186"/>
              <a:gd name="connsiteX3903" fmla="*/ 4050450 w 9312201"/>
              <a:gd name="connsiteY3903" fmla="*/ 2560787 h 4927186"/>
              <a:gd name="connsiteX3904" fmla="*/ 4072270 w 9312201"/>
              <a:gd name="connsiteY3904" fmla="*/ 2538967 h 4927186"/>
              <a:gd name="connsiteX3905" fmla="*/ 3994250 w 9312201"/>
              <a:gd name="connsiteY3905" fmla="*/ 2538967 h 4927186"/>
              <a:gd name="connsiteX3906" fmla="*/ 4016070 w 9312201"/>
              <a:gd name="connsiteY3906" fmla="*/ 2560787 h 4927186"/>
              <a:gd name="connsiteX3907" fmla="*/ 3994250 w 9312201"/>
              <a:gd name="connsiteY3907" fmla="*/ 2582607 h 4927186"/>
              <a:gd name="connsiteX3908" fmla="*/ 3972430 w 9312201"/>
              <a:gd name="connsiteY3908" fmla="*/ 2560787 h 4927186"/>
              <a:gd name="connsiteX3909" fmla="*/ 3994250 w 9312201"/>
              <a:gd name="connsiteY3909" fmla="*/ 2538967 h 4927186"/>
              <a:gd name="connsiteX3910" fmla="*/ 1813657 w 9312201"/>
              <a:gd name="connsiteY3910" fmla="*/ 2538967 h 4927186"/>
              <a:gd name="connsiteX3911" fmla="*/ 1835474 w 9312201"/>
              <a:gd name="connsiteY3911" fmla="*/ 2560787 h 4927186"/>
              <a:gd name="connsiteX3912" fmla="*/ 1813657 w 9312201"/>
              <a:gd name="connsiteY3912" fmla="*/ 2582607 h 4927186"/>
              <a:gd name="connsiteX3913" fmla="*/ 1791833 w 9312201"/>
              <a:gd name="connsiteY3913" fmla="*/ 2560787 h 4927186"/>
              <a:gd name="connsiteX3914" fmla="*/ 1813657 w 9312201"/>
              <a:gd name="connsiteY3914" fmla="*/ 2538967 h 4927186"/>
              <a:gd name="connsiteX3915" fmla="*/ 1735633 w 9312201"/>
              <a:gd name="connsiteY3915" fmla="*/ 2538967 h 4927186"/>
              <a:gd name="connsiteX3916" fmla="*/ 1757457 w 9312201"/>
              <a:gd name="connsiteY3916" fmla="*/ 2560787 h 4927186"/>
              <a:gd name="connsiteX3917" fmla="*/ 1735633 w 9312201"/>
              <a:gd name="connsiteY3917" fmla="*/ 2582607 h 4927186"/>
              <a:gd name="connsiteX3918" fmla="*/ 1713819 w 9312201"/>
              <a:gd name="connsiteY3918" fmla="*/ 2560787 h 4927186"/>
              <a:gd name="connsiteX3919" fmla="*/ 1735633 w 9312201"/>
              <a:gd name="connsiteY3919" fmla="*/ 2538967 h 4927186"/>
              <a:gd name="connsiteX3920" fmla="*/ 1657611 w 9312201"/>
              <a:gd name="connsiteY3920" fmla="*/ 2538967 h 4927186"/>
              <a:gd name="connsiteX3921" fmla="*/ 1679436 w 9312201"/>
              <a:gd name="connsiteY3921" fmla="*/ 2560787 h 4927186"/>
              <a:gd name="connsiteX3922" fmla="*/ 1657611 w 9312201"/>
              <a:gd name="connsiteY3922" fmla="*/ 2582607 h 4927186"/>
              <a:gd name="connsiteX3923" fmla="*/ 1635796 w 9312201"/>
              <a:gd name="connsiteY3923" fmla="*/ 2560787 h 4927186"/>
              <a:gd name="connsiteX3924" fmla="*/ 1657611 w 9312201"/>
              <a:gd name="connsiteY3924" fmla="*/ 2538967 h 4927186"/>
              <a:gd name="connsiteX3925" fmla="*/ 1580257 w 9312201"/>
              <a:gd name="connsiteY3925" fmla="*/ 2538967 h 4927186"/>
              <a:gd name="connsiteX3926" fmla="*/ 1602734 w 9312201"/>
              <a:gd name="connsiteY3926" fmla="*/ 2560787 h 4927186"/>
              <a:gd name="connsiteX3927" fmla="*/ 1580257 w 9312201"/>
              <a:gd name="connsiteY3927" fmla="*/ 2582607 h 4927186"/>
              <a:gd name="connsiteX3928" fmla="*/ 1557771 w 9312201"/>
              <a:gd name="connsiteY3928" fmla="*/ 2560787 h 4927186"/>
              <a:gd name="connsiteX3929" fmla="*/ 1580257 w 9312201"/>
              <a:gd name="connsiteY3929" fmla="*/ 2538967 h 4927186"/>
              <a:gd name="connsiteX3930" fmla="*/ 1502899 w 9312201"/>
              <a:gd name="connsiteY3930" fmla="*/ 2538967 h 4927186"/>
              <a:gd name="connsiteX3931" fmla="*/ 1524717 w 9312201"/>
              <a:gd name="connsiteY3931" fmla="*/ 2560787 h 4927186"/>
              <a:gd name="connsiteX3932" fmla="*/ 1502899 w 9312201"/>
              <a:gd name="connsiteY3932" fmla="*/ 2582607 h 4927186"/>
              <a:gd name="connsiteX3933" fmla="*/ 1481077 w 9312201"/>
              <a:gd name="connsiteY3933" fmla="*/ 2560787 h 4927186"/>
              <a:gd name="connsiteX3934" fmla="*/ 1502899 w 9312201"/>
              <a:gd name="connsiteY3934" fmla="*/ 2538967 h 4927186"/>
              <a:gd name="connsiteX3935" fmla="*/ 6953736 w 9312201"/>
              <a:gd name="connsiteY3935" fmla="*/ 2459626 h 4927186"/>
              <a:gd name="connsiteX3936" fmla="*/ 6975556 w 9312201"/>
              <a:gd name="connsiteY3936" fmla="*/ 2481446 h 4927186"/>
              <a:gd name="connsiteX3937" fmla="*/ 6953736 w 9312201"/>
              <a:gd name="connsiteY3937" fmla="*/ 2503266 h 4927186"/>
              <a:gd name="connsiteX3938" fmla="*/ 6931916 w 9312201"/>
              <a:gd name="connsiteY3938" fmla="*/ 2481446 h 4927186"/>
              <a:gd name="connsiteX3939" fmla="*/ 6953736 w 9312201"/>
              <a:gd name="connsiteY3939" fmla="*/ 2459626 h 4927186"/>
              <a:gd name="connsiteX3940" fmla="*/ 6875716 w 9312201"/>
              <a:gd name="connsiteY3940" fmla="*/ 2459626 h 4927186"/>
              <a:gd name="connsiteX3941" fmla="*/ 6897536 w 9312201"/>
              <a:gd name="connsiteY3941" fmla="*/ 2481446 h 4927186"/>
              <a:gd name="connsiteX3942" fmla="*/ 6875716 w 9312201"/>
              <a:gd name="connsiteY3942" fmla="*/ 2503266 h 4927186"/>
              <a:gd name="connsiteX3943" fmla="*/ 6853896 w 9312201"/>
              <a:gd name="connsiteY3943" fmla="*/ 2481446 h 4927186"/>
              <a:gd name="connsiteX3944" fmla="*/ 6875716 w 9312201"/>
              <a:gd name="connsiteY3944" fmla="*/ 2459626 h 4927186"/>
              <a:gd name="connsiteX3945" fmla="*/ 6798356 w 9312201"/>
              <a:gd name="connsiteY3945" fmla="*/ 2459626 h 4927186"/>
              <a:gd name="connsiteX3946" fmla="*/ 6820837 w 9312201"/>
              <a:gd name="connsiteY3946" fmla="*/ 2481446 h 4927186"/>
              <a:gd name="connsiteX3947" fmla="*/ 6798356 w 9312201"/>
              <a:gd name="connsiteY3947" fmla="*/ 2503266 h 4927186"/>
              <a:gd name="connsiteX3948" fmla="*/ 6775875 w 9312201"/>
              <a:gd name="connsiteY3948" fmla="*/ 2481446 h 4927186"/>
              <a:gd name="connsiteX3949" fmla="*/ 6798356 w 9312201"/>
              <a:gd name="connsiteY3949" fmla="*/ 2459626 h 4927186"/>
              <a:gd name="connsiteX3950" fmla="*/ 6719675 w 9312201"/>
              <a:gd name="connsiteY3950" fmla="*/ 2459626 h 4927186"/>
              <a:gd name="connsiteX3951" fmla="*/ 6741495 w 9312201"/>
              <a:gd name="connsiteY3951" fmla="*/ 2481446 h 4927186"/>
              <a:gd name="connsiteX3952" fmla="*/ 6719675 w 9312201"/>
              <a:gd name="connsiteY3952" fmla="*/ 2503266 h 4927186"/>
              <a:gd name="connsiteX3953" fmla="*/ 6697855 w 9312201"/>
              <a:gd name="connsiteY3953" fmla="*/ 2481446 h 4927186"/>
              <a:gd name="connsiteX3954" fmla="*/ 6719675 w 9312201"/>
              <a:gd name="connsiteY3954" fmla="*/ 2459626 h 4927186"/>
              <a:gd name="connsiteX3955" fmla="*/ 6641655 w 9312201"/>
              <a:gd name="connsiteY3955" fmla="*/ 2459626 h 4927186"/>
              <a:gd name="connsiteX3956" fmla="*/ 6663475 w 9312201"/>
              <a:gd name="connsiteY3956" fmla="*/ 2481446 h 4927186"/>
              <a:gd name="connsiteX3957" fmla="*/ 6641655 w 9312201"/>
              <a:gd name="connsiteY3957" fmla="*/ 2503266 h 4927186"/>
              <a:gd name="connsiteX3958" fmla="*/ 6619835 w 9312201"/>
              <a:gd name="connsiteY3958" fmla="*/ 2481446 h 4927186"/>
              <a:gd name="connsiteX3959" fmla="*/ 6641655 w 9312201"/>
              <a:gd name="connsiteY3959" fmla="*/ 2459626 h 4927186"/>
              <a:gd name="connsiteX3960" fmla="*/ 6563634 w 9312201"/>
              <a:gd name="connsiteY3960" fmla="*/ 2459626 h 4927186"/>
              <a:gd name="connsiteX3961" fmla="*/ 6585454 w 9312201"/>
              <a:gd name="connsiteY3961" fmla="*/ 2481446 h 4927186"/>
              <a:gd name="connsiteX3962" fmla="*/ 6563634 w 9312201"/>
              <a:gd name="connsiteY3962" fmla="*/ 2503266 h 4927186"/>
              <a:gd name="connsiteX3963" fmla="*/ 6541814 w 9312201"/>
              <a:gd name="connsiteY3963" fmla="*/ 2481446 h 4927186"/>
              <a:gd name="connsiteX3964" fmla="*/ 6563634 w 9312201"/>
              <a:gd name="connsiteY3964" fmla="*/ 2459626 h 4927186"/>
              <a:gd name="connsiteX3965" fmla="*/ 6485613 w 9312201"/>
              <a:gd name="connsiteY3965" fmla="*/ 2459626 h 4927186"/>
              <a:gd name="connsiteX3966" fmla="*/ 6507433 w 9312201"/>
              <a:gd name="connsiteY3966" fmla="*/ 2481446 h 4927186"/>
              <a:gd name="connsiteX3967" fmla="*/ 6485613 w 9312201"/>
              <a:gd name="connsiteY3967" fmla="*/ 2503266 h 4927186"/>
              <a:gd name="connsiteX3968" fmla="*/ 6463793 w 9312201"/>
              <a:gd name="connsiteY3968" fmla="*/ 2481446 h 4927186"/>
              <a:gd name="connsiteX3969" fmla="*/ 6485613 w 9312201"/>
              <a:gd name="connsiteY3969" fmla="*/ 2459626 h 4927186"/>
              <a:gd name="connsiteX3970" fmla="*/ 5785413 w 9312201"/>
              <a:gd name="connsiteY3970" fmla="*/ 2459626 h 4927186"/>
              <a:gd name="connsiteX3971" fmla="*/ 5807894 w 9312201"/>
              <a:gd name="connsiteY3971" fmla="*/ 2481446 h 4927186"/>
              <a:gd name="connsiteX3972" fmla="*/ 5785413 w 9312201"/>
              <a:gd name="connsiteY3972" fmla="*/ 2503266 h 4927186"/>
              <a:gd name="connsiteX3973" fmla="*/ 5762932 w 9312201"/>
              <a:gd name="connsiteY3973" fmla="*/ 2481446 h 4927186"/>
              <a:gd name="connsiteX3974" fmla="*/ 5785413 w 9312201"/>
              <a:gd name="connsiteY3974" fmla="*/ 2459626 h 4927186"/>
              <a:gd name="connsiteX3975" fmla="*/ 5630034 w 9312201"/>
              <a:gd name="connsiteY3975" fmla="*/ 2459626 h 4927186"/>
              <a:gd name="connsiteX3976" fmla="*/ 5651854 w 9312201"/>
              <a:gd name="connsiteY3976" fmla="*/ 2481446 h 4927186"/>
              <a:gd name="connsiteX3977" fmla="*/ 5630034 w 9312201"/>
              <a:gd name="connsiteY3977" fmla="*/ 2503266 h 4927186"/>
              <a:gd name="connsiteX3978" fmla="*/ 5608214 w 9312201"/>
              <a:gd name="connsiteY3978" fmla="*/ 2481446 h 4927186"/>
              <a:gd name="connsiteX3979" fmla="*/ 5630034 w 9312201"/>
              <a:gd name="connsiteY3979" fmla="*/ 2459626 h 4927186"/>
              <a:gd name="connsiteX3980" fmla="*/ 5552013 w 9312201"/>
              <a:gd name="connsiteY3980" fmla="*/ 2459626 h 4927186"/>
              <a:gd name="connsiteX3981" fmla="*/ 5573833 w 9312201"/>
              <a:gd name="connsiteY3981" fmla="*/ 2481446 h 4927186"/>
              <a:gd name="connsiteX3982" fmla="*/ 5552013 w 9312201"/>
              <a:gd name="connsiteY3982" fmla="*/ 2503266 h 4927186"/>
              <a:gd name="connsiteX3983" fmla="*/ 5530193 w 9312201"/>
              <a:gd name="connsiteY3983" fmla="*/ 2481446 h 4927186"/>
              <a:gd name="connsiteX3984" fmla="*/ 5552013 w 9312201"/>
              <a:gd name="connsiteY3984" fmla="*/ 2459626 h 4927186"/>
              <a:gd name="connsiteX3985" fmla="*/ 5473331 w 9312201"/>
              <a:gd name="connsiteY3985" fmla="*/ 2459626 h 4927186"/>
              <a:gd name="connsiteX3986" fmla="*/ 5495812 w 9312201"/>
              <a:gd name="connsiteY3986" fmla="*/ 2481446 h 4927186"/>
              <a:gd name="connsiteX3987" fmla="*/ 5473331 w 9312201"/>
              <a:gd name="connsiteY3987" fmla="*/ 2503266 h 4927186"/>
              <a:gd name="connsiteX3988" fmla="*/ 5450850 w 9312201"/>
              <a:gd name="connsiteY3988" fmla="*/ 2481446 h 4927186"/>
              <a:gd name="connsiteX3989" fmla="*/ 5473331 w 9312201"/>
              <a:gd name="connsiteY3989" fmla="*/ 2459626 h 4927186"/>
              <a:gd name="connsiteX3990" fmla="*/ 5395972 w 9312201"/>
              <a:gd name="connsiteY3990" fmla="*/ 2459626 h 4927186"/>
              <a:gd name="connsiteX3991" fmla="*/ 5417792 w 9312201"/>
              <a:gd name="connsiteY3991" fmla="*/ 2481446 h 4927186"/>
              <a:gd name="connsiteX3992" fmla="*/ 5395972 w 9312201"/>
              <a:gd name="connsiteY3992" fmla="*/ 2503266 h 4927186"/>
              <a:gd name="connsiteX3993" fmla="*/ 5374152 w 9312201"/>
              <a:gd name="connsiteY3993" fmla="*/ 2481446 h 4927186"/>
              <a:gd name="connsiteX3994" fmla="*/ 5395972 w 9312201"/>
              <a:gd name="connsiteY3994" fmla="*/ 2459626 h 4927186"/>
              <a:gd name="connsiteX3995" fmla="*/ 5317953 w 9312201"/>
              <a:gd name="connsiteY3995" fmla="*/ 2459626 h 4927186"/>
              <a:gd name="connsiteX3996" fmla="*/ 5339773 w 9312201"/>
              <a:gd name="connsiteY3996" fmla="*/ 2481446 h 4927186"/>
              <a:gd name="connsiteX3997" fmla="*/ 5317953 w 9312201"/>
              <a:gd name="connsiteY3997" fmla="*/ 2503266 h 4927186"/>
              <a:gd name="connsiteX3998" fmla="*/ 5296133 w 9312201"/>
              <a:gd name="connsiteY3998" fmla="*/ 2481446 h 4927186"/>
              <a:gd name="connsiteX3999" fmla="*/ 5317953 w 9312201"/>
              <a:gd name="connsiteY3999" fmla="*/ 2459626 h 4927186"/>
              <a:gd name="connsiteX4000" fmla="*/ 4850491 w 9312201"/>
              <a:gd name="connsiteY4000" fmla="*/ 2459626 h 4927186"/>
              <a:gd name="connsiteX4001" fmla="*/ 4872972 w 9312201"/>
              <a:gd name="connsiteY4001" fmla="*/ 2481446 h 4927186"/>
              <a:gd name="connsiteX4002" fmla="*/ 4850491 w 9312201"/>
              <a:gd name="connsiteY4002" fmla="*/ 2503266 h 4927186"/>
              <a:gd name="connsiteX4003" fmla="*/ 4828010 w 9312201"/>
              <a:gd name="connsiteY4003" fmla="*/ 2481446 h 4927186"/>
              <a:gd name="connsiteX4004" fmla="*/ 4850491 w 9312201"/>
              <a:gd name="connsiteY4004" fmla="*/ 2459626 h 4927186"/>
              <a:gd name="connsiteX4005" fmla="*/ 4773132 w 9312201"/>
              <a:gd name="connsiteY4005" fmla="*/ 2459626 h 4927186"/>
              <a:gd name="connsiteX4006" fmla="*/ 4794952 w 9312201"/>
              <a:gd name="connsiteY4006" fmla="*/ 2481446 h 4927186"/>
              <a:gd name="connsiteX4007" fmla="*/ 4773132 w 9312201"/>
              <a:gd name="connsiteY4007" fmla="*/ 2503266 h 4927186"/>
              <a:gd name="connsiteX4008" fmla="*/ 4751312 w 9312201"/>
              <a:gd name="connsiteY4008" fmla="*/ 2481446 h 4927186"/>
              <a:gd name="connsiteX4009" fmla="*/ 4773132 w 9312201"/>
              <a:gd name="connsiteY4009" fmla="*/ 2459626 h 4927186"/>
              <a:gd name="connsiteX4010" fmla="*/ 4695111 w 9312201"/>
              <a:gd name="connsiteY4010" fmla="*/ 2459626 h 4927186"/>
              <a:gd name="connsiteX4011" fmla="*/ 4716931 w 9312201"/>
              <a:gd name="connsiteY4011" fmla="*/ 2481446 h 4927186"/>
              <a:gd name="connsiteX4012" fmla="*/ 4695111 w 9312201"/>
              <a:gd name="connsiteY4012" fmla="*/ 2503266 h 4927186"/>
              <a:gd name="connsiteX4013" fmla="*/ 4673291 w 9312201"/>
              <a:gd name="connsiteY4013" fmla="*/ 2481446 h 4927186"/>
              <a:gd name="connsiteX4014" fmla="*/ 4695111 w 9312201"/>
              <a:gd name="connsiteY4014" fmla="*/ 2459626 h 4927186"/>
              <a:gd name="connsiteX4015" fmla="*/ 4617091 w 9312201"/>
              <a:gd name="connsiteY4015" fmla="*/ 2459626 h 4927186"/>
              <a:gd name="connsiteX4016" fmla="*/ 4638911 w 9312201"/>
              <a:gd name="connsiteY4016" fmla="*/ 2481446 h 4927186"/>
              <a:gd name="connsiteX4017" fmla="*/ 4617091 w 9312201"/>
              <a:gd name="connsiteY4017" fmla="*/ 2503266 h 4927186"/>
              <a:gd name="connsiteX4018" fmla="*/ 4595271 w 9312201"/>
              <a:gd name="connsiteY4018" fmla="*/ 2481446 h 4927186"/>
              <a:gd name="connsiteX4019" fmla="*/ 4617091 w 9312201"/>
              <a:gd name="connsiteY4019" fmla="*/ 2459626 h 4927186"/>
              <a:gd name="connsiteX4020" fmla="*/ 4539070 w 9312201"/>
              <a:gd name="connsiteY4020" fmla="*/ 2459626 h 4927186"/>
              <a:gd name="connsiteX4021" fmla="*/ 4560890 w 9312201"/>
              <a:gd name="connsiteY4021" fmla="*/ 2481446 h 4927186"/>
              <a:gd name="connsiteX4022" fmla="*/ 4539070 w 9312201"/>
              <a:gd name="connsiteY4022" fmla="*/ 2503266 h 4927186"/>
              <a:gd name="connsiteX4023" fmla="*/ 4517250 w 9312201"/>
              <a:gd name="connsiteY4023" fmla="*/ 2481446 h 4927186"/>
              <a:gd name="connsiteX4024" fmla="*/ 4539070 w 9312201"/>
              <a:gd name="connsiteY4024" fmla="*/ 2459626 h 4927186"/>
              <a:gd name="connsiteX4025" fmla="*/ 4461711 w 9312201"/>
              <a:gd name="connsiteY4025" fmla="*/ 2459626 h 4927186"/>
              <a:gd name="connsiteX4026" fmla="*/ 4484192 w 9312201"/>
              <a:gd name="connsiteY4026" fmla="*/ 2481446 h 4927186"/>
              <a:gd name="connsiteX4027" fmla="*/ 4461711 w 9312201"/>
              <a:gd name="connsiteY4027" fmla="*/ 2503266 h 4927186"/>
              <a:gd name="connsiteX4028" fmla="*/ 4439230 w 9312201"/>
              <a:gd name="connsiteY4028" fmla="*/ 2481446 h 4927186"/>
              <a:gd name="connsiteX4029" fmla="*/ 4461711 w 9312201"/>
              <a:gd name="connsiteY4029" fmla="*/ 2459626 h 4927186"/>
              <a:gd name="connsiteX4030" fmla="*/ 4384351 w 9312201"/>
              <a:gd name="connsiteY4030" fmla="*/ 2459626 h 4927186"/>
              <a:gd name="connsiteX4031" fmla="*/ 4406171 w 9312201"/>
              <a:gd name="connsiteY4031" fmla="*/ 2481446 h 4927186"/>
              <a:gd name="connsiteX4032" fmla="*/ 4384351 w 9312201"/>
              <a:gd name="connsiteY4032" fmla="*/ 2503266 h 4927186"/>
              <a:gd name="connsiteX4033" fmla="*/ 4362531 w 9312201"/>
              <a:gd name="connsiteY4033" fmla="*/ 2481446 h 4927186"/>
              <a:gd name="connsiteX4034" fmla="*/ 4384351 w 9312201"/>
              <a:gd name="connsiteY4034" fmla="*/ 2459626 h 4927186"/>
              <a:gd name="connsiteX4035" fmla="*/ 4305009 w 9312201"/>
              <a:gd name="connsiteY4035" fmla="*/ 2459626 h 4927186"/>
              <a:gd name="connsiteX4036" fmla="*/ 4326829 w 9312201"/>
              <a:gd name="connsiteY4036" fmla="*/ 2481446 h 4927186"/>
              <a:gd name="connsiteX4037" fmla="*/ 4305009 w 9312201"/>
              <a:gd name="connsiteY4037" fmla="*/ 2503266 h 4927186"/>
              <a:gd name="connsiteX4038" fmla="*/ 4283189 w 9312201"/>
              <a:gd name="connsiteY4038" fmla="*/ 2481446 h 4927186"/>
              <a:gd name="connsiteX4039" fmla="*/ 4305009 w 9312201"/>
              <a:gd name="connsiteY4039" fmla="*/ 2459626 h 4927186"/>
              <a:gd name="connsiteX4040" fmla="*/ 4226989 w 9312201"/>
              <a:gd name="connsiteY4040" fmla="*/ 2459626 h 4927186"/>
              <a:gd name="connsiteX4041" fmla="*/ 4248809 w 9312201"/>
              <a:gd name="connsiteY4041" fmla="*/ 2481446 h 4927186"/>
              <a:gd name="connsiteX4042" fmla="*/ 4226989 w 9312201"/>
              <a:gd name="connsiteY4042" fmla="*/ 2503266 h 4927186"/>
              <a:gd name="connsiteX4043" fmla="*/ 4205169 w 9312201"/>
              <a:gd name="connsiteY4043" fmla="*/ 2481446 h 4927186"/>
              <a:gd name="connsiteX4044" fmla="*/ 4226989 w 9312201"/>
              <a:gd name="connsiteY4044" fmla="*/ 2459626 h 4927186"/>
              <a:gd name="connsiteX4045" fmla="*/ 2280445 w 9312201"/>
              <a:gd name="connsiteY4045" fmla="*/ 2459626 h 4927186"/>
              <a:gd name="connsiteX4046" fmla="*/ 2302265 w 9312201"/>
              <a:gd name="connsiteY4046" fmla="*/ 2481446 h 4927186"/>
              <a:gd name="connsiteX4047" fmla="*/ 2280445 w 9312201"/>
              <a:gd name="connsiteY4047" fmla="*/ 2503266 h 4927186"/>
              <a:gd name="connsiteX4048" fmla="*/ 2258625 w 9312201"/>
              <a:gd name="connsiteY4048" fmla="*/ 2481446 h 4927186"/>
              <a:gd name="connsiteX4049" fmla="*/ 2280445 w 9312201"/>
              <a:gd name="connsiteY4049" fmla="*/ 2459626 h 4927186"/>
              <a:gd name="connsiteX4050" fmla="*/ 7731957 w 9312201"/>
              <a:gd name="connsiteY4050" fmla="*/ 2459625 h 4927186"/>
              <a:gd name="connsiteX4051" fmla="*/ 7754438 w 9312201"/>
              <a:gd name="connsiteY4051" fmla="*/ 2481445 h 4927186"/>
              <a:gd name="connsiteX4052" fmla="*/ 7731957 w 9312201"/>
              <a:gd name="connsiteY4052" fmla="*/ 2503265 h 4927186"/>
              <a:gd name="connsiteX4053" fmla="*/ 7709476 w 9312201"/>
              <a:gd name="connsiteY4053" fmla="*/ 2481445 h 4927186"/>
              <a:gd name="connsiteX4054" fmla="*/ 7731957 w 9312201"/>
              <a:gd name="connsiteY4054" fmla="*/ 2459625 h 4927186"/>
              <a:gd name="connsiteX4055" fmla="*/ 7498556 w 9312201"/>
              <a:gd name="connsiteY4055" fmla="*/ 2459625 h 4927186"/>
              <a:gd name="connsiteX4056" fmla="*/ 7520376 w 9312201"/>
              <a:gd name="connsiteY4056" fmla="*/ 2481445 h 4927186"/>
              <a:gd name="connsiteX4057" fmla="*/ 7498556 w 9312201"/>
              <a:gd name="connsiteY4057" fmla="*/ 2503265 h 4927186"/>
              <a:gd name="connsiteX4058" fmla="*/ 7476736 w 9312201"/>
              <a:gd name="connsiteY4058" fmla="*/ 2481445 h 4927186"/>
              <a:gd name="connsiteX4059" fmla="*/ 7498556 w 9312201"/>
              <a:gd name="connsiteY4059" fmla="*/ 2459625 h 4927186"/>
              <a:gd name="connsiteX4060" fmla="*/ 7421198 w 9312201"/>
              <a:gd name="connsiteY4060" fmla="*/ 2459625 h 4927186"/>
              <a:gd name="connsiteX4061" fmla="*/ 7443679 w 9312201"/>
              <a:gd name="connsiteY4061" fmla="*/ 2481445 h 4927186"/>
              <a:gd name="connsiteX4062" fmla="*/ 7421198 w 9312201"/>
              <a:gd name="connsiteY4062" fmla="*/ 2503265 h 4927186"/>
              <a:gd name="connsiteX4063" fmla="*/ 7398717 w 9312201"/>
              <a:gd name="connsiteY4063" fmla="*/ 2481445 h 4927186"/>
              <a:gd name="connsiteX4064" fmla="*/ 7421198 w 9312201"/>
              <a:gd name="connsiteY4064" fmla="*/ 2459625 h 4927186"/>
              <a:gd name="connsiteX4065" fmla="*/ 7343838 w 9312201"/>
              <a:gd name="connsiteY4065" fmla="*/ 2459625 h 4927186"/>
              <a:gd name="connsiteX4066" fmla="*/ 7365658 w 9312201"/>
              <a:gd name="connsiteY4066" fmla="*/ 2481445 h 4927186"/>
              <a:gd name="connsiteX4067" fmla="*/ 7343838 w 9312201"/>
              <a:gd name="connsiteY4067" fmla="*/ 2503265 h 4927186"/>
              <a:gd name="connsiteX4068" fmla="*/ 7322018 w 9312201"/>
              <a:gd name="connsiteY4068" fmla="*/ 2481445 h 4927186"/>
              <a:gd name="connsiteX4069" fmla="*/ 7343838 w 9312201"/>
              <a:gd name="connsiteY4069" fmla="*/ 2459625 h 4927186"/>
              <a:gd name="connsiteX4070" fmla="*/ 7264495 w 9312201"/>
              <a:gd name="connsiteY4070" fmla="*/ 2459625 h 4927186"/>
              <a:gd name="connsiteX4071" fmla="*/ 7286315 w 9312201"/>
              <a:gd name="connsiteY4071" fmla="*/ 2481445 h 4927186"/>
              <a:gd name="connsiteX4072" fmla="*/ 7264495 w 9312201"/>
              <a:gd name="connsiteY4072" fmla="*/ 2503265 h 4927186"/>
              <a:gd name="connsiteX4073" fmla="*/ 7242675 w 9312201"/>
              <a:gd name="connsiteY4073" fmla="*/ 2481445 h 4927186"/>
              <a:gd name="connsiteX4074" fmla="*/ 7264495 w 9312201"/>
              <a:gd name="connsiteY4074" fmla="*/ 2459625 h 4927186"/>
              <a:gd name="connsiteX4075" fmla="*/ 7186475 w 9312201"/>
              <a:gd name="connsiteY4075" fmla="*/ 2459625 h 4927186"/>
              <a:gd name="connsiteX4076" fmla="*/ 7208295 w 9312201"/>
              <a:gd name="connsiteY4076" fmla="*/ 2481445 h 4927186"/>
              <a:gd name="connsiteX4077" fmla="*/ 7186475 w 9312201"/>
              <a:gd name="connsiteY4077" fmla="*/ 2503265 h 4927186"/>
              <a:gd name="connsiteX4078" fmla="*/ 7164655 w 9312201"/>
              <a:gd name="connsiteY4078" fmla="*/ 2481445 h 4927186"/>
              <a:gd name="connsiteX4079" fmla="*/ 7186475 w 9312201"/>
              <a:gd name="connsiteY4079" fmla="*/ 2459625 h 4927186"/>
              <a:gd name="connsiteX4080" fmla="*/ 7109116 w 9312201"/>
              <a:gd name="connsiteY4080" fmla="*/ 2459625 h 4927186"/>
              <a:gd name="connsiteX4081" fmla="*/ 7131597 w 9312201"/>
              <a:gd name="connsiteY4081" fmla="*/ 2481445 h 4927186"/>
              <a:gd name="connsiteX4082" fmla="*/ 7109116 w 9312201"/>
              <a:gd name="connsiteY4082" fmla="*/ 2503265 h 4927186"/>
              <a:gd name="connsiteX4083" fmla="*/ 7086635 w 9312201"/>
              <a:gd name="connsiteY4083" fmla="*/ 2481445 h 4927186"/>
              <a:gd name="connsiteX4084" fmla="*/ 7109116 w 9312201"/>
              <a:gd name="connsiteY4084" fmla="*/ 2459625 h 4927186"/>
              <a:gd name="connsiteX4085" fmla="*/ 7031757 w 9312201"/>
              <a:gd name="connsiteY4085" fmla="*/ 2459625 h 4927186"/>
              <a:gd name="connsiteX4086" fmla="*/ 7053577 w 9312201"/>
              <a:gd name="connsiteY4086" fmla="*/ 2481445 h 4927186"/>
              <a:gd name="connsiteX4087" fmla="*/ 7031757 w 9312201"/>
              <a:gd name="connsiteY4087" fmla="*/ 2503265 h 4927186"/>
              <a:gd name="connsiteX4088" fmla="*/ 7009937 w 9312201"/>
              <a:gd name="connsiteY4088" fmla="*/ 2481445 h 4927186"/>
              <a:gd name="connsiteX4089" fmla="*/ 7031757 w 9312201"/>
              <a:gd name="connsiteY4089" fmla="*/ 2459625 h 4927186"/>
              <a:gd name="connsiteX4090" fmla="*/ 6408916 w 9312201"/>
              <a:gd name="connsiteY4090" fmla="*/ 2459625 h 4927186"/>
              <a:gd name="connsiteX4091" fmla="*/ 6430736 w 9312201"/>
              <a:gd name="connsiteY4091" fmla="*/ 2481445 h 4927186"/>
              <a:gd name="connsiteX4092" fmla="*/ 6408916 w 9312201"/>
              <a:gd name="connsiteY4092" fmla="*/ 2503265 h 4927186"/>
              <a:gd name="connsiteX4093" fmla="*/ 6387096 w 9312201"/>
              <a:gd name="connsiteY4093" fmla="*/ 2481445 h 4927186"/>
              <a:gd name="connsiteX4094" fmla="*/ 6408916 w 9312201"/>
              <a:gd name="connsiteY4094" fmla="*/ 2459625 h 4927186"/>
              <a:gd name="connsiteX4095" fmla="*/ 6330896 w 9312201"/>
              <a:gd name="connsiteY4095" fmla="*/ 2459625 h 4927186"/>
              <a:gd name="connsiteX4096" fmla="*/ 6352716 w 9312201"/>
              <a:gd name="connsiteY4096" fmla="*/ 2481445 h 4927186"/>
              <a:gd name="connsiteX4097" fmla="*/ 6330896 w 9312201"/>
              <a:gd name="connsiteY4097" fmla="*/ 2503265 h 4927186"/>
              <a:gd name="connsiteX4098" fmla="*/ 6309076 w 9312201"/>
              <a:gd name="connsiteY4098" fmla="*/ 2481445 h 4927186"/>
              <a:gd name="connsiteX4099" fmla="*/ 6330896 w 9312201"/>
              <a:gd name="connsiteY4099" fmla="*/ 2459625 h 4927186"/>
              <a:gd name="connsiteX4100" fmla="*/ 6252875 w 9312201"/>
              <a:gd name="connsiteY4100" fmla="*/ 2459625 h 4927186"/>
              <a:gd name="connsiteX4101" fmla="*/ 6274695 w 9312201"/>
              <a:gd name="connsiteY4101" fmla="*/ 2481445 h 4927186"/>
              <a:gd name="connsiteX4102" fmla="*/ 6252875 w 9312201"/>
              <a:gd name="connsiteY4102" fmla="*/ 2503265 h 4927186"/>
              <a:gd name="connsiteX4103" fmla="*/ 6231055 w 9312201"/>
              <a:gd name="connsiteY4103" fmla="*/ 2481445 h 4927186"/>
              <a:gd name="connsiteX4104" fmla="*/ 6252875 w 9312201"/>
              <a:gd name="connsiteY4104" fmla="*/ 2459625 h 4927186"/>
              <a:gd name="connsiteX4105" fmla="*/ 6174854 w 9312201"/>
              <a:gd name="connsiteY4105" fmla="*/ 2459625 h 4927186"/>
              <a:gd name="connsiteX4106" fmla="*/ 6196674 w 9312201"/>
              <a:gd name="connsiteY4106" fmla="*/ 2481445 h 4927186"/>
              <a:gd name="connsiteX4107" fmla="*/ 6174854 w 9312201"/>
              <a:gd name="connsiteY4107" fmla="*/ 2503265 h 4927186"/>
              <a:gd name="connsiteX4108" fmla="*/ 6153034 w 9312201"/>
              <a:gd name="connsiteY4108" fmla="*/ 2481445 h 4927186"/>
              <a:gd name="connsiteX4109" fmla="*/ 6174854 w 9312201"/>
              <a:gd name="connsiteY4109" fmla="*/ 2459625 h 4927186"/>
              <a:gd name="connsiteX4110" fmla="*/ 6096834 w 9312201"/>
              <a:gd name="connsiteY4110" fmla="*/ 2459625 h 4927186"/>
              <a:gd name="connsiteX4111" fmla="*/ 6118654 w 9312201"/>
              <a:gd name="connsiteY4111" fmla="*/ 2481445 h 4927186"/>
              <a:gd name="connsiteX4112" fmla="*/ 6096834 w 9312201"/>
              <a:gd name="connsiteY4112" fmla="*/ 2503265 h 4927186"/>
              <a:gd name="connsiteX4113" fmla="*/ 6075014 w 9312201"/>
              <a:gd name="connsiteY4113" fmla="*/ 2481445 h 4927186"/>
              <a:gd name="connsiteX4114" fmla="*/ 6096834 w 9312201"/>
              <a:gd name="connsiteY4114" fmla="*/ 2459625 h 4927186"/>
              <a:gd name="connsiteX4115" fmla="*/ 6018814 w 9312201"/>
              <a:gd name="connsiteY4115" fmla="*/ 2459625 h 4927186"/>
              <a:gd name="connsiteX4116" fmla="*/ 6040634 w 9312201"/>
              <a:gd name="connsiteY4116" fmla="*/ 2481445 h 4927186"/>
              <a:gd name="connsiteX4117" fmla="*/ 6018814 w 9312201"/>
              <a:gd name="connsiteY4117" fmla="*/ 2503265 h 4927186"/>
              <a:gd name="connsiteX4118" fmla="*/ 5996994 w 9312201"/>
              <a:gd name="connsiteY4118" fmla="*/ 2481445 h 4927186"/>
              <a:gd name="connsiteX4119" fmla="*/ 6018814 w 9312201"/>
              <a:gd name="connsiteY4119" fmla="*/ 2459625 h 4927186"/>
              <a:gd name="connsiteX4120" fmla="*/ 5940793 w 9312201"/>
              <a:gd name="connsiteY4120" fmla="*/ 2459625 h 4927186"/>
              <a:gd name="connsiteX4121" fmla="*/ 5962613 w 9312201"/>
              <a:gd name="connsiteY4121" fmla="*/ 2481445 h 4927186"/>
              <a:gd name="connsiteX4122" fmla="*/ 5940793 w 9312201"/>
              <a:gd name="connsiteY4122" fmla="*/ 2503265 h 4927186"/>
              <a:gd name="connsiteX4123" fmla="*/ 5918973 w 9312201"/>
              <a:gd name="connsiteY4123" fmla="*/ 2481445 h 4927186"/>
              <a:gd name="connsiteX4124" fmla="*/ 5940793 w 9312201"/>
              <a:gd name="connsiteY4124" fmla="*/ 2459625 h 4927186"/>
              <a:gd name="connsiteX4125" fmla="*/ 5862773 w 9312201"/>
              <a:gd name="connsiteY4125" fmla="*/ 2459625 h 4927186"/>
              <a:gd name="connsiteX4126" fmla="*/ 5884593 w 9312201"/>
              <a:gd name="connsiteY4126" fmla="*/ 2481445 h 4927186"/>
              <a:gd name="connsiteX4127" fmla="*/ 5862773 w 9312201"/>
              <a:gd name="connsiteY4127" fmla="*/ 2503265 h 4927186"/>
              <a:gd name="connsiteX4128" fmla="*/ 5840953 w 9312201"/>
              <a:gd name="connsiteY4128" fmla="*/ 2481445 h 4927186"/>
              <a:gd name="connsiteX4129" fmla="*/ 5862773 w 9312201"/>
              <a:gd name="connsiteY4129" fmla="*/ 2459625 h 4927186"/>
              <a:gd name="connsiteX4130" fmla="*/ 5239931 w 9312201"/>
              <a:gd name="connsiteY4130" fmla="*/ 2459625 h 4927186"/>
              <a:gd name="connsiteX4131" fmla="*/ 5261751 w 9312201"/>
              <a:gd name="connsiteY4131" fmla="*/ 2481445 h 4927186"/>
              <a:gd name="connsiteX4132" fmla="*/ 5239931 w 9312201"/>
              <a:gd name="connsiteY4132" fmla="*/ 2503265 h 4927186"/>
              <a:gd name="connsiteX4133" fmla="*/ 5218111 w 9312201"/>
              <a:gd name="connsiteY4133" fmla="*/ 2481445 h 4927186"/>
              <a:gd name="connsiteX4134" fmla="*/ 5239931 w 9312201"/>
              <a:gd name="connsiteY4134" fmla="*/ 2459625 h 4927186"/>
              <a:gd name="connsiteX4135" fmla="*/ 5162572 w 9312201"/>
              <a:gd name="connsiteY4135" fmla="*/ 2459625 h 4927186"/>
              <a:gd name="connsiteX4136" fmla="*/ 5185053 w 9312201"/>
              <a:gd name="connsiteY4136" fmla="*/ 2481445 h 4927186"/>
              <a:gd name="connsiteX4137" fmla="*/ 5162572 w 9312201"/>
              <a:gd name="connsiteY4137" fmla="*/ 2503265 h 4927186"/>
              <a:gd name="connsiteX4138" fmla="*/ 5140091 w 9312201"/>
              <a:gd name="connsiteY4138" fmla="*/ 2481445 h 4927186"/>
              <a:gd name="connsiteX4139" fmla="*/ 5162572 w 9312201"/>
              <a:gd name="connsiteY4139" fmla="*/ 2459625 h 4927186"/>
              <a:gd name="connsiteX4140" fmla="*/ 5085212 w 9312201"/>
              <a:gd name="connsiteY4140" fmla="*/ 2459625 h 4927186"/>
              <a:gd name="connsiteX4141" fmla="*/ 5107032 w 9312201"/>
              <a:gd name="connsiteY4141" fmla="*/ 2481445 h 4927186"/>
              <a:gd name="connsiteX4142" fmla="*/ 5085212 w 9312201"/>
              <a:gd name="connsiteY4142" fmla="*/ 2503265 h 4927186"/>
              <a:gd name="connsiteX4143" fmla="*/ 5063392 w 9312201"/>
              <a:gd name="connsiteY4143" fmla="*/ 2481445 h 4927186"/>
              <a:gd name="connsiteX4144" fmla="*/ 5085212 w 9312201"/>
              <a:gd name="connsiteY4144" fmla="*/ 2459625 h 4927186"/>
              <a:gd name="connsiteX4145" fmla="*/ 5007193 w 9312201"/>
              <a:gd name="connsiteY4145" fmla="*/ 2459625 h 4927186"/>
              <a:gd name="connsiteX4146" fmla="*/ 5029013 w 9312201"/>
              <a:gd name="connsiteY4146" fmla="*/ 2481445 h 4927186"/>
              <a:gd name="connsiteX4147" fmla="*/ 5007193 w 9312201"/>
              <a:gd name="connsiteY4147" fmla="*/ 2503265 h 4927186"/>
              <a:gd name="connsiteX4148" fmla="*/ 4985373 w 9312201"/>
              <a:gd name="connsiteY4148" fmla="*/ 2481445 h 4927186"/>
              <a:gd name="connsiteX4149" fmla="*/ 5007193 w 9312201"/>
              <a:gd name="connsiteY4149" fmla="*/ 2459625 h 4927186"/>
              <a:gd name="connsiteX4150" fmla="*/ 4928511 w 9312201"/>
              <a:gd name="connsiteY4150" fmla="*/ 2459625 h 4927186"/>
              <a:gd name="connsiteX4151" fmla="*/ 4950992 w 9312201"/>
              <a:gd name="connsiteY4151" fmla="*/ 2481445 h 4927186"/>
              <a:gd name="connsiteX4152" fmla="*/ 4928511 w 9312201"/>
              <a:gd name="connsiteY4152" fmla="*/ 2503265 h 4927186"/>
              <a:gd name="connsiteX4153" fmla="*/ 4906030 w 9312201"/>
              <a:gd name="connsiteY4153" fmla="*/ 2481445 h 4927186"/>
              <a:gd name="connsiteX4154" fmla="*/ 4928511 w 9312201"/>
              <a:gd name="connsiteY4154" fmla="*/ 2459625 h 4927186"/>
              <a:gd name="connsiteX4155" fmla="*/ 4149629 w 9312201"/>
              <a:gd name="connsiteY4155" fmla="*/ 2459625 h 4927186"/>
              <a:gd name="connsiteX4156" fmla="*/ 4172110 w 9312201"/>
              <a:gd name="connsiteY4156" fmla="*/ 2481445 h 4927186"/>
              <a:gd name="connsiteX4157" fmla="*/ 4149629 w 9312201"/>
              <a:gd name="connsiteY4157" fmla="*/ 2503265 h 4927186"/>
              <a:gd name="connsiteX4158" fmla="*/ 4127148 w 9312201"/>
              <a:gd name="connsiteY4158" fmla="*/ 2481445 h 4927186"/>
              <a:gd name="connsiteX4159" fmla="*/ 4149629 w 9312201"/>
              <a:gd name="connsiteY4159" fmla="*/ 2459625 h 4927186"/>
              <a:gd name="connsiteX4160" fmla="*/ 4072270 w 9312201"/>
              <a:gd name="connsiteY4160" fmla="*/ 2459625 h 4927186"/>
              <a:gd name="connsiteX4161" fmla="*/ 4094090 w 9312201"/>
              <a:gd name="connsiteY4161" fmla="*/ 2481445 h 4927186"/>
              <a:gd name="connsiteX4162" fmla="*/ 4072270 w 9312201"/>
              <a:gd name="connsiteY4162" fmla="*/ 2503265 h 4927186"/>
              <a:gd name="connsiteX4163" fmla="*/ 4050450 w 9312201"/>
              <a:gd name="connsiteY4163" fmla="*/ 2481445 h 4927186"/>
              <a:gd name="connsiteX4164" fmla="*/ 4072270 w 9312201"/>
              <a:gd name="connsiteY4164" fmla="*/ 2459625 h 4927186"/>
              <a:gd name="connsiteX4165" fmla="*/ 1813657 w 9312201"/>
              <a:gd name="connsiteY4165" fmla="*/ 2459625 h 4927186"/>
              <a:gd name="connsiteX4166" fmla="*/ 1835474 w 9312201"/>
              <a:gd name="connsiteY4166" fmla="*/ 2481445 h 4927186"/>
              <a:gd name="connsiteX4167" fmla="*/ 1813657 w 9312201"/>
              <a:gd name="connsiteY4167" fmla="*/ 2503265 h 4927186"/>
              <a:gd name="connsiteX4168" fmla="*/ 1791833 w 9312201"/>
              <a:gd name="connsiteY4168" fmla="*/ 2481445 h 4927186"/>
              <a:gd name="connsiteX4169" fmla="*/ 1813657 w 9312201"/>
              <a:gd name="connsiteY4169" fmla="*/ 2459625 h 4927186"/>
              <a:gd name="connsiteX4170" fmla="*/ 1735633 w 9312201"/>
              <a:gd name="connsiteY4170" fmla="*/ 2459625 h 4927186"/>
              <a:gd name="connsiteX4171" fmla="*/ 1757457 w 9312201"/>
              <a:gd name="connsiteY4171" fmla="*/ 2481445 h 4927186"/>
              <a:gd name="connsiteX4172" fmla="*/ 1735633 w 9312201"/>
              <a:gd name="connsiteY4172" fmla="*/ 2503265 h 4927186"/>
              <a:gd name="connsiteX4173" fmla="*/ 1713819 w 9312201"/>
              <a:gd name="connsiteY4173" fmla="*/ 2481445 h 4927186"/>
              <a:gd name="connsiteX4174" fmla="*/ 1735633 w 9312201"/>
              <a:gd name="connsiteY4174" fmla="*/ 2459625 h 4927186"/>
              <a:gd name="connsiteX4175" fmla="*/ 1657611 w 9312201"/>
              <a:gd name="connsiteY4175" fmla="*/ 2459625 h 4927186"/>
              <a:gd name="connsiteX4176" fmla="*/ 1679436 w 9312201"/>
              <a:gd name="connsiteY4176" fmla="*/ 2481445 h 4927186"/>
              <a:gd name="connsiteX4177" fmla="*/ 1657611 w 9312201"/>
              <a:gd name="connsiteY4177" fmla="*/ 2503265 h 4927186"/>
              <a:gd name="connsiteX4178" fmla="*/ 1635796 w 9312201"/>
              <a:gd name="connsiteY4178" fmla="*/ 2481445 h 4927186"/>
              <a:gd name="connsiteX4179" fmla="*/ 1657611 w 9312201"/>
              <a:gd name="connsiteY4179" fmla="*/ 2459625 h 4927186"/>
              <a:gd name="connsiteX4180" fmla="*/ 1580257 w 9312201"/>
              <a:gd name="connsiteY4180" fmla="*/ 2459625 h 4927186"/>
              <a:gd name="connsiteX4181" fmla="*/ 1602734 w 9312201"/>
              <a:gd name="connsiteY4181" fmla="*/ 2481445 h 4927186"/>
              <a:gd name="connsiteX4182" fmla="*/ 1580257 w 9312201"/>
              <a:gd name="connsiteY4182" fmla="*/ 2503265 h 4927186"/>
              <a:gd name="connsiteX4183" fmla="*/ 1557771 w 9312201"/>
              <a:gd name="connsiteY4183" fmla="*/ 2481445 h 4927186"/>
              <a:gd name="connsiteX4184" fmla="*/ 1580257 w 9312201"/>
              <a:gd name="connsiteY4184" fmla="*/ 2459625 h 4927186"/>
              <a:gd name="connsiteX4185" fmla="*/ 1502899 w 9312201"/>
              <a:gd name="connsiteY4185" fmla="*/ 2459625 h 4927186"/>
              <a:gd name="connsiteX4186" fmla="*/ 1524717 w 9312201"/>
              <a:gd name="connsiteY4186" fmla="*/ 2481445 h 4927186"/>
              <a:gd name="connsiteX4187" fmla="*/ 1502899 w 9312201"/>
              <a:gd name="connsiteY4187" fmla="*/ 2503265 h 4927186"/>
              <a:gd name="connsiteX4188" fmla="*/ 1481077 w 9312201"/>
              <a:gd name="connsiteY4188" fmla="*/ 2481445 h 4927186"/>
              <a:gd name="connsiteX4189" fmla="*/ 1502899 w 9312201"/>
              <a:gd name="connsiteY4189" fmla="*/ 2459625 h 4927186"/>
              <a:gd name="connsiteX4190" fmla="*/ 1424212 w 9312201"/>
              <a:gd name="connsiteY4190" fmla="*/ 2459625 h 4927186"/>
              <a:gd name="connsiteX4191" fmla="*/ 1446695 w 9312201"/>
              <a:gd name="connsiteY4191" fmla="*/ 2481445 h 4927186"/>
              <a:gd name="connsiteX4192" fmla="*/ 1424212 w 9312201"/>
              <a:gd name="connsiteY4192" fmla="*/ 2503265 h 4927186"/>
              <a:gd name="connsiteX4193" fmla="*/ 1401732 w 9312201"/>
              <a:gd name="connsiteY4193" fmla="*/ 2481445 h 4927186"/>
              <a:gd name="connsiteX4194" fmla="*/ 1424212 w 9312201"/>
              <a:gd name="connsiteY4194" fmla="*/ 2459625 h 4927186"/>
              <a:gd name="connsiteX4195" fmla="*/ 7809316 w 9312201"/>
              <a:gd name="connsiteY4195" fmla="*/ 2381605 h 4927186"/>
              <a:gd name="connsiteX4196" fmla="*/ 7831136 w 9312201"/>
              <a:gd name="connsiteY4196" fmla="*/ 2404086 h 4927186"/>
              <a:gd name="connsiteX4197" fmla="*/ 7809316 w 9312201"/>
              <a:gd name="connsiteY4197" fmla="*/ 2426567 h 4927186"/>
              <a:gd name="connsiteX4198" fmla="*/ 7787496 w 9312201"/>
              <a:gd name="connsiteY4198" fmla="*/ 2404086 h 4927186"/>
              <a:gd name="connsiteX4199" fmla="*/ 7809316 w 9312201"/>
              <a:gd name="connsiteY4199" fmla="*/ 2381605 h 4927186"/>
              <a:gd name="connsiteX4200" fmla="*/ 7498556 w 9312201"/>
              <a:gd name="connsiteY4200" fmla="*/ 2381605 h 4927186"/>
              <a:gd name="connsiteX4201" fmla="*/ 7520376 w 9312201"/>
              <a:gd name="connsiteY4201" fmla="*/ 2404086 h 4927186"/>
              <a:gd name="connsiteX4202" fmla="*/ 7498556 w 9312201"/>
              <a:gd name="connsiteY4202" fmla="*/ 2426567 h 4927186"/>
              <a:gd name="connsiteX4203" fmla="*/ 7476736 w 9312201"/>
              <a:gd name="connsiteY4203" fmla="*/ 2404086 h 4927186"/>
              <a:gd name="connsiteX4204" fmla="*/ 7498556 w 9312201"/>
              <a:gd name="connsiteY4204" fmla="*/ 2381605 h 4927186"/>
              <a:gd name="connsiteX4205" fmla="*/ 7421198 w 9312201"/>
              <a:gd name="connsiteY4205" fmla="*/ 2381605 h 4927186"/>
              <a:gd name="connsiteX4206" fmla="*/ 7443679 w 9312201"/>
              <a:gd name="connsiteY4206" fmla="*/ 2404086 h 4927186"/>
              <a:gd name="connsiteX4207" fmla="*/ 7421198 w 9312201"/>
              <a:gd name="connsiteY4207" fmla="*/ 2426567 h 4927186"/>
              <a:gd name="connsiteX4208" fmla="*/ 7398717 w 9312201"/>
              <a:gd name="connsiteY4208" fmla="*/ 2404086 h 4927186"/>
              <a:gd name="connsiteX4209" fmla="*/ 7421198 w 9312201"/>
              <a:gd name="connsiteY4209" fmla="*/ 2381605 h 4927186"/>
              <a:gd name="connsiteX4210" fmla="*/ 7343838 w 9312201"/>
              <a:gd name="connsiteY4210" fmla="*/ 2381605 h 4927186"/>
              <a:gd name="connsiteX4211" fmla="*/ 7365658 w 9312201"/>
              <a:gd name="connsiteY4211" fmla="*/ 2404086 h 4927186"/>
              <a:gd name="connsiteX4212" fmla="*/ 7343838 w 9312201"/>
              <a:gd name="connsiteY4212" fmla="*/ 2426567 h 4927186"/>
              <a:gd name="connsiteX4213" fmla="*/ 7322018 w 9312201"/>
              <a:gd name="connsiteY4213" fmla="*/ 2404086 h 4927186"/>
              <a:gd name="connsiteX4214" fmla="*/ 7343838 w 9312201"/>
              <a:gd name="connsiteY4214" fmla="*/ 2381605 h 4927186"/>
              <a:gd name="connsiteX4215" fmla="*/ 7264495 w 9312201"/>
              <a:gd name="connsiteY4215" fmla="*/ 2381605 h 4927186"/>
              <a:gd name="connsiteX4216" fmla="*/ 7286315 w 9312201"/>
              <a:gd name="connsiteY4216" fmla="*/ 2404086 h 4927186"/>
              <a:gd name="connsiteX4217" fmla="*/ 7264495 w 9312201"/>
              <a:gd name="connsiteY4217" fmla="*/ 2426567 h 4927186"/>
              <a:gd name="connsiteX4218" fmla="*/ 7242675 w 9312201"/>
              <a:gd name="connsiteY4218" fmla="*/ 2404086 h 4927186"/>
              <a:gd name="connsiteX4219" fmla="*/ 7264495 w 9312201"/>
              <a:gd name="connsiteY4219" fmla="*/ 2381605 h 4927186"/>
              <a:gd name="connsiteX4220" fmla="*/ 7186475 w 9312201"/>
              <a:gd name="connsiteY4220" fmla="*/ 2381605 h 4927186"/>
              <a:gd name="connsiteX4221" fmla="*/ 7208295 w 9312201"/>
              <a:gd name="connsiteY4221" fmla="*/ 2404086 h 4927186"/>
              <a:gd name="connsiteX4222" fmla="*/ 7186475 w 9312201"/>
              <a:gd name="connsiteY4222" fmla="*/ 2426567 h 4927186"/>
              <a:gd name="connsiteX4223" fmla="*/ 7164655 w 9312201"/>
              <a:gd name="connsiteY4223" fmla="*/ 2404086 h 4927186"/>
              <a:gd name="connsiteX4224" fmla="*/ 7186475 w 9312201"/>
              <a:gd name="connsiteY4224" fmla="*/ 2381605 h 4927186"/>
              <a:gd name="connsiteX4225" fmla="*/ 7109116 w 9312201"/>
              <a:gd name="connsiteY4225" fmla="*/ 2381605 h 4927186"/>
              <a:gd name="connsiteX4226" fmla="*/ 7131597 w 9312201"/>
              <a:gd name="connsiteY4226" fmla="*/ 2404086 h 4927186"/>
              <a:gd name="connsiteX4227" fmla="*/ 7109116 w 9312201"/>
              <a:gd name="connsiteY4227" fmla="*/ 2426567 h 4927186"/>
              <a:gd name="connsiteX4228" fmla="*/ 7086635 w 9312201"/>
              <a:gd name="connsiteY4228" fmla="*/ 2404086 h 4927186"/>
              <a:gd name="connsiteX4229" fmla="*/ 7109116 w 9312201"/>
              <a:gd name="connsiteY4229" fmla="*/ 2381605 h 4927186"/>
              <a:gd name="connsiteX4230" fmla="*/ 7031757 w 9312201"/>
              <a:gd name="connsiteY4230" fmla="*/ 2381605 h 4927186"/>
              <a:gd name="connsiteX4231" fmla="*/ 7053577 w 9312201"/>
              <a:gd name="connsiteY4231" fmla="*/ 2404086 h 4927186"/>
              <a:gd name="connsiteX4232" fmla="*/ 7031757 w 9312201"/>
              <a:gd name="connsiteY4232" fmla="*/ 2426567 h 4927186"/>
              <a:gd name="connsiteX4233" fmla="*/ 7009937 w 9312201"/>
              <a:gd name="connsiteY4233" fmla="*/ 2404086 h 4927186"/>
              <a:gd name="connsiteX4234" fmla="*/ 7031757 w 9312201"/>
              <a:gd name="connsiteY4234" fmla="*/ 2381605 h 4927186"/>
              <a:gd name="connsiteX4235" fmla="*/ 6953736 w 9312201"/>
              <a:gd name="connsiteY4235" fmla="*/ 2381605 h 4927186"/>
              <a:gd name="connsiteX4236" fmla="*/ 6975556 w 9312201"/>
              <a:gd name="connsiteY4236" fmla="*/ 2404086 h 4927186"/>
              <a:gd name="connsiteX4237" fmla="*/ 6953736 w 9312201"/>
              <a:gd name="connsiteY4237" fmla="*/ 2426567 h 4927186"/>
              <a:gd name="connsiteX4238" fmla="*/ 6931916 w 9312201"/>
              <a:gd name="connsiteY4238" fmla="*/ 2404086 h 4927186"/>
              <a:gd name="connsiteX4239" fmla="*/ 6953736 w 9312201"/>
              <a:gd name="connsiteY4239" fmla="*/ 2381605 h 4927186"/>
              <a:gd name="connsiteX4240" fmla="*/ 6875716 w 9312201"/>
              <a:gd name="connsiteY4240" fmla="*/ 2381605 h 4927186"/>
              <a:gd name="connsiteX4241" fmla="*/ 6897536 w 9312201"/>
              <a:gd name="connsiteY4241" fmla="*/ 2404086 h 4927186"/>
              <a:gd name="connsiteX4242" fmla="*/ 6875716 w 9312201"/>
              <a:gd name="connsiteY4242" fmla="*/ 2426567 h 4927186"/>
              <a:gd name="connsiteX4243" fmla="*/ 6853896 w 9312201"/>
              <a:gd name="connsiteY4243" fmla="*/ 2404086 h 4927186"/>
              <a:gd name="connsiteX4244" fmla="*/ 6875716 w 9312201"/>
              <a:gd name="connsiteY4244" fmla="*/ 2381605 h 4927186"/>
              <a:gd name="connsiteX4245" fmla="*/ 6798356 w 9312201"/>
              <a:gd name="connsiteY4245" fmla="*/ 2381605 h 4927186"/>
              <a:gd name="connsiteX4246" fmla="*/ 6820837 w 9312201"/>
              <a:gd name="connsiteY4246" fmla="*/ 2404086 h 4927186"/>
              <a:gd name="connsiteX4247" fmla="*/ 6798356 w 9312201"/>
              <a:gd name="connsiteY4247" fmla="*/ 2426567 h 4927186"/>
              <a:gd name="connsiteX4248" fmla="*/ 6775875 w 9312201"/>
              <a:gd name="connsiteY4248" fmla="*/ 2404086 h 4927186"/>
              <a:gd name="connsiteX4249" fmla="*/ 6798356 w 9312201"/>
              <a:gd name="connsiteY4249" fmla="*/ 2381605 h 4927186"/>
              <a:gd name="connsiteX4250" fmla="*/ 6719675 w 9312201"/>
              <a:gd name="connsiteY4250" fmla="*/ 2381605 h 4927186"/>
              <a:gd name="connsiteX4251" fmla="*/ 6741495 w 9312201"/>
              <a:gd name="connsiteY4251" fmla="*/ 2404086 h 4927186"/>
              <a:gd name="connsiteX4252" fmla="*/ 6719675 w 9312201"/>
              <a:gd name="connsiteY4252" fmla="*/ 2426567 h 4927186"/>
              <a:gd name="connsiteX4253" fmla="*/ 6697855 w 9312201"/>
              <a:gd name="connsiteY4253" fmla="*/ 2404086 h 4927186"/>
              <a:gd name="connsiteX4254" fmla="*/ 6719675 w 9312201"/>
              <a:gd name="connsiteY4254" fmla="*/ 2381605 h 4927186"/>
              <a:gd name="connsiteX4255" fmla="*/ 6641655 w 9312201"/>
              <a:gd name="connsiteY4255" fmla="*/ 2381605 h 4927186"/>
              <a:gd name="connsiteX4256" fmla="*/ 6663475 w 9312201"/>
              <a:gd name="connsiteY4256" fmla="*/ 2404086 h 4927186"/>
              <a:gd name="connsiteX4257" fmla="*/ 6641655 w 9312201"/>
              <a:gd name="connsiteY4257" fmla="*/ 2426567 h 4927186"/>
              <a:gd name="connsiteX4258" fmla="*/ 6619835 w 9312201"/>
              <a:gd name="connsiteY4258" fmla="*/ 2404086 h 4927186"/>
              <a:gd name="connsiteX4259" fmla="*/ 6641655 w 9312201"/>
              <a:gd name="connsiteY4259" fmla="*/ 2381605 h 4927186"/>
              <a:gd name="connsiteX4260" fmla="*/ 6563634 w 9312201"/>
              <a:gd name="connsiteY4260" fmla="*/ 2381605 h 4927186"/>
              <a:gd name="connsiteX4261" fmla="*/ 6585454 w 9312201"/>
              <a:gd name="connsiteY4261" fmla="*/ 2404086 h 4927186"/>
              <a:gd name="connsiteX4262" fmla="*/ 6563634 w 9312201"/>
              <a:gd name="connsiteY4262" fmla="*/ 2426567 h 4927186"/>
              <a:gd name="connsiteX4263" fmla="*/ 6541814 w 9312201"/>
              <a:gd name="connsiteY4263" fmla="*/ 2404086 h 4927186"/>
              <a:gd name="connsiteX4264" fmla="*/ 6563634 w 9312201"/>
              <a:gd name="connsiteY4264" fmla="*/ 2381605 h 4927186"/>
              <a:gd name="connsiteX4265" fmla="*/ 6485613 w 9312201"/>
              <a:gd name="connsiteY4265" fmla="*/ 2381605 h 4927186"/>
              <a:gd name="connsiteX4266" fmla="*/ 6507433 w 9312201"/>
              <a:gd name="connsiteY4266" fmla="*/ 2404086 h 4927186"/>
              <a:gd name="connsiteX4267" fmla="*/ 6485613 w 9312201"/>
              <a:gd name="connsiteY4267" fmla="*/ 2426567 h 4927186"/>
              <a:gd name="connsiteX4268" fmla="*/ 6463793 w 9312201"/>
              <a:gd name="connsiteY4268" fmla="*/ 2404086 h 4927186"/>
              <a:gd name="connsiteX4269" fmla="*/ 6485613 w 9312201"/>
              <a:gd name="connsiteY4269" fmla="*/ 2381605 h 4927186"/>
              <a:gd name="connsiteX4270" fmla="*/ 6408916 w 9312201"/>
              <a:gd name="connsiteY4270" fmla="*/ 2381605 h 4927186"/>
              <a:gd name="connsiteX4271" fmla="*/ 6430736 w 9312201"/>
              <a:gd name="connsiteY4271" fmla="*/ 2404086 h 4927186"/>
              <a:gd name="connsiteX4272" fmla="*/ 6408916 w 9312201"/>
              <a:gd name="connsiteY4272" fmla="*/ 2426567 h 4927186"/>
              <a:gd name="connsiteX4273" fmla="*/ 6387096 w 9312201"/>
              <a:gd name="connsiteY4273" fmla="*/ 2404086 h 4927186"/>
              <a:gd name="connsiteX4274" fmla="*/ 6408916 w 9312201"/>
              <a:gd name="connsiteY4274" fmla="*/ 2381605 h 4927186"/>
              <a:gd name="connsiteX4275" fmla="*/ 6330896 w 9312201"/>
              <a:gd name="connsiteY4275" fmla="*/ 2381605 h 4927186"/>
              <a:gd name="connsiteX4276" fmla="*/ 6352716 w 9312201"/>
              <a:gd name="connsiteY4276" fmla="*/ 2404086 h 4927186"/>
              <a:gd name="connsiteX4277" fmla="*/ 6330896 w 9312201"/>
              <a:gd name="connsiteY4277" fmla="*/ 2426567 h 4927186"/>
              <a:gd name="connsiteX4278" fmla="*/ 6309076 w 9312201"/>
              <a:gd name="connsiteY4278" fmla="*/ 2404086 h 4927186"/>
              <a:gd name="connsiteX4279" fmla="*/ 6330896 w 9312201"/>
              <a:gd name="connsiteY4279" fmla="*/ 2381605 h 4927186"/>
              <a:gd name="connsiteX4280" fmla="*/ 6252875 w 9312201"/>
              <a:gd name="connsiteY4280" fmla="*/ 2381605 h 4927186"/>
              <a:gd name="connsiteX4281" fmla="*/ 6274695 w 9312201"/>
              <a:gd name="connsiteY4281" fmla="*/ 2404086 h 4927186"/>
              <a:gd name="connsiteX4282" fmla="*/ 6252875 w 9312201"/>
              <a:gd name="connsiteY4282" fmla="*/ 2426567 h 4927186"/>
              <a:gd name="connsiteX4283" fmla="*/ 6231055 w 9312201"/>
              <a:gd name="connsiteY4283" fmla="*/ 2404086 h 4927186"/>
              <a:gd name="connsiteX4284" fmla="*/ 6252875 w 9312201"/>
              <a:gd name="connsiteY4284" fmla="*/ 2381605 h 4927186"/>
              <a:gd name="connsiteX4285" fmla="*/ 6174854 w 9312201"/>
              <a:gd name="connsiteY4285" fmla="*/ 2381605 h 4927186"/>
              <a:gd name="connsiteX4286" fmla="*/ 6196674 w 9312201"/>
              <a:gd name="connsiteY4286" fmla="*/ 2404086 h 4927186"/>
              <a:gd name="connsiteX4287" fmla="*/ 6174854 w 9312201"/>
              <a:gd name="connsiteY4287" fmla="*/ 2426567 h 4927186"/>
              <a:gd name="connsiteX4288" fmla="*/ 6153034 w 9312201"/>
              <a:gd name="connsiteY4288" fmla="*/ 2404086 h 4927186"/>
              <a:gd name="connsiteX4289" fmla="*/ 6174854 w 9312201"/>
              <a:gd name="connsiteY4289" fmla="*/ 2381605 h 4927186"/>
              <a:gd name="connsiteX4290" fmla="*/ 6096834 w 9312201"/>
              <a:gd name="connsiteY4290" fmla="*/ 2381605 h 4927186"/>
              <a:gd name="connsiteX4291" fmla="*/ 6118654 w 9312201"/>
              <a:gd name="connsiteY4291" fmla="*/ 2404086 h 4927186"/>
              <a:gd name="connsiteX4292" fmla="*/ 6096834 w 9312201"/>
              <a:gd name="connsiteY4292" fmla="*/ 2426567 h 4927186"/>
              <a:gd name="connsiteX4293" fmla="*/ 6075014 w 9312201"/>
              <a:gd name="connsiteY4293" fmla="*/ 2404086 h 4927186"/>
              <a:gd name="connsiteX4294" fmla="*/ 6096834 w 9312201"/>
              <a:gd name="connsiteY4294" fmla="*/ 2381605 h 4927186"/>
              <a:gd name="connsiteX4295" fmla="*/ 6018814 w 9312201"/>
              <a:gd name="connsiteY4295" fmla="*/ 2381605 h 4927186"/>
              <a:gd name="connsiteX4296" fmla="*/ 6040634 w 9312201"/>
              <a:gd name="connsiteY4296" fmla="*/ 2404086 h 4927186"/>
              <a:gd name="connsiteX4297" fmla="*/ 6018814 w 9312201"/>
              <a:gd name="connsiteY4297" fmla="*/ 2426567 h 4927186"/>
              <a:gd name="connsiteX4298" fmla="*/ 5996994 w 9312201"/>
              <a:gd name="connsiteY4298" fmla="*/ 2404086 h 4927186"/>
              <a:gd name="connsiteX4299" fmla="*/ 6018814 w 9312201"/>
              <a:gd name="connsiteY4299" fmla="*/ 2381605 h 4927186"/>
              <a:gd name="connsiteX4300" fmla="*/ 5940793 w 9312201"/>
              <a:gd name="connsiteY4300" fmla="*/ 2381605 h 4927186"/>
              <a:gd name="connsiteX4301" fmla="*/ 5962613 w 9312201"/>
              <a:gd name="connsiteY4301" fmla="*/ 2404086 h 4927186"/>
              <a:gd name="connsiteX4302" fmla="*/ 5940793 w 9312201"/>
              <a:gd name="connsiteY4302" fmla="*/ 2426567 h 4927186"/>
              <a:gd name="connsiteX4303" fmla="*/ 5918973 w 9312201"/>
              <a:gd name="connsiteY4303" fmla="*/ 2404086 h 4927186"/>
              <a:gd name="connsiteX4304" fmla="*/ 5940793 w 9312201"/>
              <a:gd name="connsiteY4304" fmla="*/ 2381605 h 4927186"/>
              <a:gd name="connsiteX4305" fmla="*/ 5862773 w 9312201"/>
              <a:gd name="connsiteY4305" fmla="*/ 2381605 h 4927186"/>
              <a:gd name="connsiteX4306" fmla="*/ 5884593 w 9312201"/>
              <a:gd name="connsiteY4306" fmla="*/ 2404086 h 4927186"/>
              <a:gd name="connsiteX4307" fmla="*/ 5862773 w 9312201"/>
              <a:gd name="connsiteY4307" fmla="*/ 2426567 h 4927186"/>
              <a:gd name="connsiteX4308" fmla="*/ 5840953 w 9312201"/>
              <a:gd name="connsiteY4308" fmla="*/ 2404086 h 4927186"/>
              <a:gd name="connsiteX4309" fmla="*/ 5862773 w 9312201"/>
              <a:gd name="connsiteY4309" fmla="*/ 2381605 h 4927186"/>
              <a:gd name="connsiteX4310" fmla="*/ 5785413 w 9312201"/>
              <a:gd name="connsiteY4310" fmla="*/ 2381605 h 4927186"/>
              <a:gd name="connsiteX4311" fmla="*/ 5807894 w 9312201"/>
              <a:gd name="connsiteY4311" fmla="*/ 2404086 h 4927186"/>
              <a:gd name="connsiteX4312" fmla="*/ 5785413 w 9312201"/>
              <a:gd name="connsiteY4312" fmla="*/ 2426567 h 4927186"/>
              <a:gd name="connsiteX4313" fmla="*/ 5762932 w 9312201"/>
              <a:gd name="connsiteY4313" fmla="*/ 2404086 h 4927186"/>
              <a:gd name="connsiteX4314" fmla="*/ 5785413 w 9312201"/>
              <a:gd name="connsiteY4314" fmla="*/ 2381605 h 4927186"/>
              <a:gd name="connsiteX4315" fmla="*/ 5708054 w 9312201"/>
              <a:gd name="connsiteY4315" fmla="*/ 2381605 h 4927186"/>
              <a:gd name="connsiteX4316" fmla="*/ 5729874 w 9312201"/>
              <a:gd name="connsiteY4316" fmla="*/ 2404086 h 4927186"/>
              <a:gd name="connsiteX4317" fmla="*/ 5708054 w 9312201"/>
              <a:gd name="connsiteY4317" fmla="*/ 2426567 h 4927186"/>
              <a:gd name="connsiteX4318" fmla="*/ 5686234 w 9312201"/>
              <a:gd name="connsiteY4318" fmla="*/ 2404086 h 4927186"/>
              <a:gd name="connsiteX4319" fmla="*/ 5708054 w 9312201"/>
              <a:gd name="connsiteY4319" fmla="*/ 2381605 h 4927186"/>
              <a:gd name="connsiteX4320" fmla="*/ 5630034 w 9312201"/>
              <a:gd name="connsiteY4320" fmla="*/ 2381605 h 4927186"/>
              <a:gd name="connsiteX4321" fmla="*/ 5651854 w 9312201"/>
              <a:gd name="connsiteY4321" fmla="*/ 2404086 h 4927186"/>
              <a:gd name="connsiteX4322" fmla="*/ 5630034 w 9312201"/>
              <a:gd name="connsiteY4322" fmla="*/ 2426567 h 4927186"/>
              <a:gd name="connsiteX4323" fmla="*/ 5608214 w 9312201"/>
              <a:gd name="connsiteY4323" fmla="*/ 2404086 h 4927186"/>
              <a:gd name="connsiteX4324" fmla="*/ 5630034 w 9312201"/>
              <a:gd name="connsiteY4324" fmla="*/ 2381605 h 4927186"/>
              <a:gd name="connsiteX4325" fmla="*/ 5552013 w 9312201"/>
              <a:gd name="connsiteY4325" fmla="*/ 2381605 h 4927186"/>
              <a:gd name="connsiteX4326" fmla="*/ 5573833 w 9312201"/>
              <a:gd name="connsiteY4326" fmla="*/ 2404086 h 4927186"/>
              <a:gd name="connsiteX4327" fmla="*/ 5552013 w 9312201"/>
              <a:gd name="connsiteY4327" fmla="*/ 2426567 h 4927186"/>
              <a:gd name="connsiteX4328" fmla="*/ 5530193 w 9312201"/>
              <a:gd name="connsiteY4328" fmla="*/ 2404086 h 4927186"/>
              <a:gd name="connsiteX4329" fmla="*/ 5552013 w 9312201"/>
              <a:gd name="connsiteY4329" fmla="*/ 2381605 h 4927186"/>
              <a:gd name="connsiteX4330" fmla="*/ 5473331 w 9312201"/>
              <a:gd name="connsiteY4330" fmla="*/ 2381605 h 4927186"/>
              <a:gd name="connsiteX4331" fmla="*/ 5495812 w 9312201"/>
              <a:gd name="connsiteY4331" fmla="*/ 2404086 h 4927186"/>
              <a:gd name="connsiteX4332" fmla="*/ 5473331 w 9312201"/>
              <a:gd name="connsiteY4332" fmla="*/ 2426567 h 4927186"/>
              <a:gd name="connsiteX4333" fmla="*/ 5450850 w 9312201"/>
              <a:gd name="connsiteY4333" fmla="*/ 2404086 h 4927186"/>
              <a:gd name="connsiteX4334" fmla="*/ 5473331 w 9312201"/>
              <a:gd name="connsiteY4334" fmla="*/ 2381605 h 4927186"/>
              <a:gd name="connsiteX4335" fmla="*/ 5395972 w 9312201"/>
              <a:gd name="connsiteY4335" fmla="*/ 2381605 h 4927186"/>
              <a:gd name="connsiteX4336" fmla="*/ 5417792 w 9312201"/>
              <a:gd name="connsiteY4336" fmla="*/ 2404086 h 4927186"/>
              <a:gd name="connsiteX4337" fmla="*/ 5395972 w 9312201"/>
              <a:gd name="connsiteY4337" fmla="*/ 2426567 h 4927186"/>
              <a:gd name="connsiteX4338" fmla="*/ 5374152 w 9312201"/>
              <a:gd name="connsiteY4338" fmla="*/ 2404086 h 4927186"/>
              <a:gd name="connsiteX4339" fmla="*/ 5395972 w 9312201"/>
              <a:gd name="connsiteY4339" fmla="*/ 2381605 h 4927186"/>
              <a:gd name="connsiteX4340" fmla="*/ 5317953 w 9312201"/>
              <a:gd name="connsiteY4340" fmla="*/ 2381605 h 4927186"/>
              <a:gd name="connsiteX4341" fmla="*/ 5339773 w 9312201"/>
              <a:gd name="connsiteY4341" fmla="*/ 2404086 h 4927186"/>
              <a:gd name="connsiteX4342" fmla="*/ 5317953 w 9312201"/>
              <a:gd name="connsiteY4342" fmla="*/ 2426567 h 4927186"/>
              <a:gd name="connsiteX4343" fmla="*/ 5296133 w 9312201"/>
              <a:gd name="connsiteY4343" fmla="*/ 2404086 h 4927186"/>
              <a:gd name="connsiteX4344" fmla="*/ 5317953 w 9312201"/>
              <a:gd name="connsiteY4344" fmla="*/ 2381605 h 4927186"/>
              <a:gd name="connsiteX4345" fmla="*/ 5239931 w 9312201"/>
              <a:gd name="connsiteY4345" fmla="*/ 2381605 h 4927186"/>
              <a:gd name="connsiteX4346" fmla="*/ 5261751 w 9312201"/>
              <a:gd name="connsiteY4346" fmla="*/ 2404086 h 4927186"/>
              <a:gd name="connsiteX4347" fmla="*/ 5239931 w 9312201"/>
              <a:gd name="connsiteY4347" fmla="*/ 2426567 h 4927186"/>
              <a:gd name="connsiteX4348" fmla="*/ 5218111 w 9312201"/>
              <a:gd name="connsiteY4348" fmla="*/ 2404086 h 4927186"/>
              <a:gd name="connsiteX4349" fmla="*/ 5239931 w 9312201"/>
              <a:gd name="connsiteY4349" fmla="*/ 2381605 h 4927186"/>
              <a:gd name="connsiteX4350" fmla="*/ 5162572 w 9312201"/>
              <a:gd name="connsiteY4350" fmla="*/ 2381605 h 4927186"/>
              <a:gd name="connsiteX4351" fmla="*/ 5185053 w 9312201"/>
              <a:gd name="connsiteY4351" fmla="*/ 2404086 h 4927186"/>
              <a:gd name="connsiteX4352" fmla="*/ 5162572 w 9312201"/>
              <a:gd name="connsiteY4352" fmla="*/ 2426567 h 4927186"/>
              <a:gd name="connsiteX4353" fmla="*/ 5140091 w 9312201"/>
              <a:gd name="connsiteY4353" fmla="*/ 2404086 h 4927186"/>
              <a:gd name="connsiteX4354" fmla="*/ 5162572 w 9312201"/>
              <a:gd name="connsiteY4354" fmla="*/ 2381605 h 4927186"/>
              <a:gd name="connsiteX4355" fmla="*/ 5085212 w 9312201"/>
              <a:gd name="connsiteY4355" fmla="*/ 2381605 h 4927186"/>
              <a:gd name="connsiteX4356" fmla="*/ 5107032 w 9312201"/>
              <a:gd name="connsiteY4356" fmla="*/ 2404086 h 4927186"/>
              <a:gd name="connsiteX4357" fmla="*/ 5085212 w 9312201"/>
              <a:gd name="connsiteY4357" fmla="*/ 2426567 h 4927186"/>
              <a:gd name="connsiteX4358" fmla="*/ 5063392 w 9312201"/>
              <a:gd name="connsiteY4358" fmla="*/ 2404086 h 4927186"/>
              <a:gd name="connsiteX4359" fmla="*/ 5085212 w 9312201"/>
              <a:gd name="connsiteY4359" fmla="*/ 2381605 h 4927186"/>
              <a:gd name="connsiteX4360" fmla="*/ 5007193 w 9312201"/>
              <a:gd name="connsiteY4360" fmla="*/ 2381605 h 4927186"/>
              <a:gd name="connsiteX4361" fmla="*/ 5029013 w 9312201"/>
              <a:gd name="connsiteY4361" fmla="*/ 2404086 h 4927186"/>
              <a:gd name="connsiteX4362" fmla="*/ 5007193 w 9312201"/>
              <a:gd name="connsiteY4362" fmla="*/ 2426567 h 4927186"/>
              <a:gd name="connsiteX4363" fmla="*/ 4985373 w 9312201"/>
              <a:gd name="connsiteY4363" fmla="*/ 2404086 h 4927186"/>
              <a:gd name="connsiteX4364" fmla="*/ 5007193 w 9312201"/>
              <a:gd name="connsiteY4364" fmla="*/ 2381605 h 4927186"/>
              <a:gd name="connsiteX4365" fmla="*/ 4928511 w 9312201"/>
              <a:gd name="connsiteY4365" fmla="*/ 2381605 h 4927186"/>
              <a:gd name="connsiteX4366" fmla="*/ 4950992 w 9312201"/>
              <a:gd name="connsiteY4366" fmla="*/ 2404086 h 4927186"/>
              <a:gd name="connsiteX4367" fmla="*/ 4928511 w 9312201"/>
              <a:gd name="connsiteY4367" fmla="*/ 2426567 h 4927186"/>
              <a:gd name="connsiteX4368" fmla="*/ 4906030 w 9312201"/>
              <a:gd name="connsiteY4368" fmla="*/ 2404086 h 4927186"/>
              <a:gd name="connsiteX4369" fmla="*/ 4928511 w 9312201"/>
              <a:gd name="connsiteY4369" fmla="*/ 2381605 h 4927186"/>
              <a:gd name="connsiteX4370" fmla="*/ 4850491 w 9312201"/>
              <a:gd name="connsiteY4370" fmla="*/ 2381605 h 4927186"/>
              <a:gd name="connsiteX4371" fmla="*/ 4872972 w 9312201"/>
              <a:gd name="connsiteY4371" fmla="*/ 2404086 h 4927186"/>
              <a:gd name="connsiteX4372" fmla="*/ 4850491 w 9312201"/>
              <a:gd name="connsiteY4372" fmla="*/ 2426567 h 4927186"/>
              <a:gd name="connsiteX4373" fmla="*/ 4828010 w 9312201"/>
              <a:gd name="connsiteY4373" fmla="*/ 2404086 h 4927186"/>
              <a:gd name="connsiteX4374" fmla="*/ 4850491 w 9312201"/>
              <a:gd name="connsiteY4374" fmla="*/ 2381605 h 4927186"/>
              <a:gd name="connsiteX4375" fmla="*/ 4773132 w 9312201"/>
              <a:gd name="connsiteY4375" fmla="*/ 2381605 h 4927186"/>
              <a:gd name="connsiteX4376" fmla="*/ 4794952 w 9312201"/>
              <a:gd name="connsiteY4376" fmla="*/ 2404086 h 4927186"/>
              <a:gd name="connsiteX4377" fmla="*/ 4773132 w 9312201"/>
              <a:gd name="connsiteY4377" fmla="*/ 2426567 h 4927186"/>
              <a:gd name="connsiteX4378" fmla="*/ 4751312 w 9312201"/>
              <a:gd name="connsiteY4378" fmla="*/ 2404086 h 4927186"/>
              <a:gd name="connsiteX4379" fmla="*/ 4773132 w 9312201"/>
              <a:gd name="connsiteY4379" fmla="*/ 2381605 h 4927186"/>
              <a:gd name="connsiteX4380" fmla="*/ 4695111 w 9312201"/>
              <a:gd name="connsiteY4380" fmla="*/ 2381605 h 4927186"/>
              <a:gd name="connsiteX4381" fmla="*/ 4716931 w 9312201"/>
              <a:gd name="connsiteY4381" fmla="*/ 2404086 h 4927186"/>
              <a:gd name="connsiteX4382" fmla="*/ 4695111 w 9312201"/>
              <a:gd name="connsiteY4382" fmla="*/ 2426567 h 4927186"/>
              <a:gd name="connsiteX4383" fmla="*/ 4673291 w 9312201"/>
              <a:gd name="connsiteY4383" fmla="*/ 2404086 h 4927186"/>
              <a:gd name="connsiteX4384" fmla="*/ 4695111 w 9312201"/>
              <a:gd name="connsiteY4384" fmla="*/ 2381605 h 4927186"/>
              <a:gd name="connsiteX4385" fmla="*/ 4617091 w 9312201"/>
              <a:gd name="connsiteY4385" fmla="*/ 2381605 h 4927186"/>
              <a:gd name="connsiteX4386" fmla="*/ 4638911 w 9312201"/>
              <a:gd name="connsiteY4386" fmla="*/ 2404086 h 4927186"/>
              <a:gd name="connsiteX4387" fmla="*/ 4617091 w 9312201"/>
              <a:gd name="connsiteY4387" fmla="*/ 2426567 h 4927186"/>
              <a:gd name="connsiteX4388" fmla="*/ 4595271 w 9312201"/>
              <a:gd name="connsiteY4388" fmla="*/ 2404086 h 4927186"/>
              <a:gd name="connsiteX4389" fmla="*/ 4617091 w 9312201"/>
              <a:gd name="connsiteY4389" fmla="*/ 2381605 h 4927186"/>
              <a:gd name="connsiteX4390" fmla="*/ 4539070 w 9312201"/>
              <a:gd name="connsiteY4390" fmla="*/ 2381605 h 4927186"/>
              <a:gd name="connsiteX4391" fmla="*/ 4560890 w 9312201"/>
              <a:gd name="connsiteY4391" fmla="*/ 2404086 h 4927186"/>
              <a:gd name="connsiteX4392" fmla="*/ 4539070 w 9312201"/>
              <a:gd name="connsiteY4392" fmla="*/ 2426567 h 4927186"/>
              <a:gd name="connsiteX4393" fmla="*/ 4517250 w 9312201"/>
              <a:gd name="connsiteY4393" fmla="*/ 2404086 h 4927186"/>
              <a:gd name="connsiteX4394" fmla="*/ 4539070 w 9312201"/>
              <a:gd name="connsiteY4394" fmla="*/ 2381605 h 4927186"/>
              <a:gd name="connsiteX4395" fmla="*/ 4461711 w 9312201"/>
              <a:gd name="connsiteY4395" fmla="*/ 2381605 h 4927186"/>
              <a:gd name="connsiteX4396" fmla="*/ 4484192 w 9312201"/>
              <a:gd name="connsiteY4396" fmla="*/ 2404086 h 4927186"/>
              <a:gd name="connsiteX4397" fmla="*/ 4461711 w 9312201"/>
              <a:gd name="connsiteY4397" fmla="*/ 2426567 h 4927186"/>
              <a:gd name="connsiteX4398" fmla="*/ 4439230 w 9312201"/>
              <a:gd name="connsiteY4398" fmla="*/ 2404086 h 4927186"/>
              <a:gd name="connsiteX4399" fmla="*/ 4461711 w 9312201"/>
              <a:gd name="connsiteY4399" fmla="*/ 2381605 h 4927186"/>
              <a:gd name="connsiteX4400" fmla="*/ 4384351 w 9312201"/>
              <a:gd name="connsiteY4400" fmla="*/ 2381605 h 4927186"/>
              <a:gd name="connsiteX4401" fmla="*/ 4406171 w 9312201"/>
              <a:gd name="connsiteY4401" fmla="*/ 2404086 h 4927186"/>
              <a:gd name="connsiteX4402" fmla="*/ 4384351 w 9312201"/>
              <a:gd name="connsiteY4402" fmla="*/ 2426567 h 4927186"/>
              <a:gd name="connsiteX4403" fmla="*/ 4362531 w 9312201"/>
              <a:gd name="connsiteY4403" fmla="*/ 2404086 h 4927186"/>
              <a:gd name="connsiteX4404" fmla="*/ 4384351 w 9312201"/>
              <a:gd name="connsiteY4404" fmla="*/ 2381605 h 4927186"/>
              <a:gd name="connsiteX4405" fmla="*/ 4305009 w 9312201"/>
              <a:gd name="connsiteY4405" fmla="*/ 2381605 h 4927186"/>
              <a:gd name="connsiteX4406" fmla="*/ 4326829 w 9312201"/>
              <a:gd name="connsiteY4406" fmla="*/ 2404086 h 4927186"/>
              <a:gd name="connsiteX4407" fmla="*/ 4305009 w 9312201"/>
              <a:gd name="connsiteY4407" fmla="*/ 2426567 h 4927186"/>
              <a:gd name="connsiteX4408" fmla="*/ 4283189 w 9312201"/>
              <a:gd name="connsiteY4408" fmla="*/ 2404086 h 4927186"/>
              <a:gd name="connsiteX4409" fmla="*/ 4305009 w 9312201"/>
              <a:gd name="connsiteY4409" fmla="*/ 2381605 h 4927186"/>
              <a:gd name="connsiteX4410" fmla="*/ 4226989 w 9312201"/>
              <a:gd name="connsiteY4410" fmla="*/ 2381605 h 4927186"/>
              <a:gd name="connsiteX4411" fmla="*/ 4248809 w 9312201"/>
              <a:gd name="connsiteY4411" fmla="*/ 2404086 h 4927186"/>
              <a:gd name="connsiteX4412" fmla="*/ 4226989 w 9312201"/>
              <a:gd name="connsiteY4412" fmla="*/ 2426567 h 4927186"/>
              <a:gd name="connsiteX4413" fmla="*/ 4205169 w 9312201"/>
              <a:gd name="connsiteY4413" fmla="*/ 2404086 h 4927186"/>
              <a:gd name="connsiteX4414" fmla="*/ 4226989 w 9312201"/>
              <a:gd name="connsiteY4414" fmla="*/ 2381605 h 4927186"/>
              <a:gd name="connsiteX4415" fmla="*/ 2280445 w 9312201"/>
              <a:gd name="connsiteY4415" fmla="*/ 2381605 h 4927186"/>
              <a:gd name="connsiteX4416" fmla="*/ 2302265 w 9312201"/>
              <a:gd name="connsiteY4416" fmla="*/ 2404086 h 4927186"/>
              <a:gd name="connsiteX4417" fmla="*/ 2280445 w 9312201"/>
              <a:gd name="connsiteY4417" fmla="*/ 2426567 h 4927186"/>
              <a:gd name="connsiteX4418" fmla="*/ 2258625 w 9312201"/>
              <a:gd name="connsiteY4418" fmla="*/ 2404086 h 4927186"/>
              <a:gd name="connsiteX4419" fmla="*/ 2280445 w 9312201"/>
              <a:gd name="connsiteY4419" fmla="*/ 2381605 h 4927186"/>
              <a:gd name="connsiteX4420" fmla="*/ 2203086 w 9312201"/>
              <a:gd name="connsiteY4420" fmla="*/ 2381605 h 4927186"/>
              <a:gd name="connsiteX4421" fmla="*/ 2225567 w 9312201"/>
              <a:gd name="connsiteY4421" fmla="*/ 2404086 h 4927186"/>
              <a:gd name="connsiteX4422" fmla="*/ 2203086 w 9312201"/>
              <a:gd name="connsiteY4422" fmla="*/ 2426567 h 4927186"/>
              <a:gd name="connsiteX4423" fmla="*/ 2180605 w 9312201"/>
              <a:gd name="connsiteY4423" fmla="*/ 2404086 h 4927186"/>
              <a:gd name="connsiteX4424" fmla="*/ 2203086 w 9312201"/>
              <a:gd name="connsiteY4424" fmla="*/ 2381605 h 4927186"/>
              <a:gd name="connsiteX4425" fmla="*/ 2125727 w 9312201"/>
              <a:gd name="connsiteY4425" fmla="*/ 2381605 h 4927186"/>
              <a:gd name="connsiteX4426" fmla="*/ 2147547 w 9312201"/>
              <a:gd name="connsiteY4426" fmla="*/ 2404086 h 4927186"/>
              <a:gd name="connsiteX4427" fmla="*/ 2125727 w 9312201"/>
              <a:gd name="connsiteY4427" fmla="*/ 2426567 h 4927186"/>
              <a:gd name="connsiteX4428" fmla="*/ 2103907 w 9312201"/>
              <a:gd name="connsiteY4428" fmla="*/ 2404086 h 4927186"/>
              <a:gd name="connsiteX4429" fmla="*/ 2125727 w 9312201"/>
              <a:gd name="connsiteY4429" fmla="*/ 2381605 h 4927186"/>
              <a:gd name="connsiteX4430" fmla="*/ 1424212 w 9312201"/>
              <a:gd name="connsiteY4430" fmla="*/ 2381605 h 4927186"/>
              <a:gd name="connsiteX4431" fmla="*/ 1446695 w 9312201"/>
              <a:gd name="connsiteY4431" fmla="*/ 2404086 h 4927186"/>
              <a:gd name="connsiteX4432" fmla="*/ 1424212 w 9312201"/>
              <a:gd name="connsiteY4432" fmla="*/ 2426567 h 4927186"/>
              <a:gd name="connsiteX4433" fmla="*/ 1401732 w 9312201"/>
              <a:gd name="connsiteY4433" fmla="*/ 2404086 h 4927186"/>
              <a:gd name="connsiteX4434" fmla="*/ 1424212 w 9312201"/>
              <a:gd name="connsiteY4434" fmla="*/ 2381605 h 4927186"/>
              <a:gd name="connsiteX4435" fmla="*/ 4149629 w 9312201"/>
              <a:gd name="connsiteY4435" fmla="*/ 2381604 h 4927186"/>
              <a:gd name="connsiteX4436" fmla="*/ 4172110 w 9312201"/>
              <a:gd name="connsiteY4436" fmla="*/ 2404085 h 4927186"/>
              <a:gd name="connsiteX4437" fmla="*/ 4149629 w 9312201"/>
              <a:gd name="connsiteY4437" fmla="*/ 2426566 h 4927186"/>
              <a:gd name="connsiteX4438" fmla="*/ 4127148 w 9312201"/>
              <a:gd name="connsiteY4438" fmla="*/ 2404085 h 4927186"/>
              <a:gd name="connsiteX4439" fmla="*/ 4149629 w 9312201"/>
              <a:gd name="connsiteY4439" fmla="*/ 2381604 h 4927186"/>
              <a:gd name="connsiteX4440" fmla="*/ 2047706 w 9312201"/>
              <a:gd name="connsiteY4440" fmla="*/ 2381604 h 4927186"/>
              <a:gd name="connsiteX4441" fmla="*/ 2069526 w 9312201"/>
              <a:gd name="connsiteY4441" fmla="*/ 2404085 h 4927186"/>
              <a:gd name="connsiteX4442" fmla="*/ 2047706 w 9312201"/>
              <a:gd name="connsiteY4442" fmla="*/ 2426566 h 4927186"/>
              <a:gd name="connsiteX4443" fmla="*/ 2025886 w 9312201"/>
              <a:gd name="connsiteY4443" fmla="*/ 2404085 h 4927186"/>
              <a:gd name="connsiteX4444" fmla="*/ 2047706 w 9312201"/>
              <a:gd name="connsiteY4444" fmla="*/ 2381604 h 4927186"/>
              <a:gd name="connsiteX4445" fmla="*/ 1968363 w 9312201"/>
              <a:gd name="connsiteY4445" fmla="*/ 2381604 h 4927186"/>
              <a:gd name="connsiteX4446" fmla="*/ 1990183 w 9312201"/>
              <a:gd name="connsiteY4446" fmla="*/ 2404085 h 4927186"/>
              <a:gd name="connsiteX4447" fmla="*/ 1968363 w 9312201"/>
              <a:gd name="connsiteY4447" fmla="*/ 2426566 h 4927186"/>
              <a:gd name="connsiteX4448" fmla="*/ 1946543 w 9312201"/>
              <a:gd name="connsiteY4448" fmla="*/ 2404085 h 4927186"/>
              <a:gd name="connsiteX4449" fmla="*/ 1968363 w 9312201"/>
              <a:gd name="connsiteY4449" fmla="*/ 2381604 h 4927186"/>
              <a:gd name="connsiteX4450" fmla="*/ 1891011 w 9312201"/>
              <a:gd name="connsiteY4450" fmla="*/ 2381604 h 4927186"/>
              <a:gd name="connsiteX4451" fmla="*/ 1913495 w 9312201"/>
              <a:gd name="connsiteY4451" fmla="*/ 2404085 h 4927186"/>
              <a:gd name="connsiteX4452" fmla="*/ 1891011 w 9312201"/>
              <a:gd name="connsiteY4452" fmla="*/ 2426566 h 4927186"/>
              <a:gd name="connsiteX4453" fmla="*/ 1868529 w 9312201"/>
              <a:gd name="connsiteY4453" fmla="*/ 2404085 h 4927186"/>
              <a:gd name="connsiteX4454" fmla="*/ 1891011 w 9312201"/>
              <a:gd name="connsiteY4454" fmla="*/ 2381604 h 4927186"/>
              <a:gd name="connsiteX4455" fmla="*/ 1813657 w 9312201"/>
              <a:gd name="connsiteY4455" fmla="*/ 2381604 h 4927186"/>
              <a:gd name="connsiteX4456" fmla="*/ 1835474 w 9312201"/>
              <a:gd name="connsiteY4456" fmla="*/ 2404085 h 4927186"/>
              <a:gd name="connsiteX4457" fmla="*/ 1813657 w 9312201"/>
              <a:gd name="connsiteY4457" fmla="*/ 2426566 h 4927186"/>
              <a:gd name="connsiteX4458" fmla="*/ 1791833 w 9312201"/>
              <a:gd name="connsiteY4458" fmla="*/ 2404085 h 4927186"/>
              <a:gd name="connsiteX4459" fmla="*/ 1813657 w 9312201"/>
              <a:gd name="connsiteY4459" fmla="*/ 2381604 h 4927186"/>
              <a:gd name="connsiteX4460" fmla="*/ 1735633 w 9312201"/>
              <a:gd name="connsiteY4460" fmla="*/ 2381604 h 4927186"/>
              <a:gd name="connsiteX4461" fmla="*/ 1757457 w 9312201"/>
              <a:gd name="connsiteY4461" fmla="*/ 2404085 h 4927186"/>
              <a:gd name="connsiteX4462" fmla="*/ 1735633 w 9312201"/>
              <a:gd name="connsiteY4462" fmla="*/ 2426566 h 4927186"/>
              <a:gd name="connsiteX4463" fmla="*/ 1713819 w 9312201"/>
              <a:gd name="connsiteY4463" fmla="*/ 2404085 h 4927186"/>
              <a:gd name="connsiteX4464" fmla="*/ 1735633 w 9312201"/>
              <a:gd name="connsiteY4464" fmla="*/ 2381604 h 4927186"/>
              <a:gd name="connsiteX4465" fmla="*/ 1657611 w 9312201"/>
              <a:gd name="connsiteY4465" fmla="*/ 2381604 h 4927186"/>
              <a:gd name="connsiteX4466" fmla="*/ 1679436 w 9312201"/>
              <a:gd name="connsiteY4466" fmla="*/ 2404085 h 4927186"/>
              <a:gd name="connsiteX4467" fmla="*/ 1657611 w 9312201"/>
              <a:gd name="connsiteY4467" fmla="*/ 2426566 h 4927186"/>
              <a:gd name="connsiteX4468" fmla="*/ 1635796 w 9312201"/>
              <a:gd name="connsiteY4468" fmla="*/ 2404085 h 4927186"/>
              <a:gd name="connsiteX4469" fmla="*/ 1657611 w 9312201"/>
              <a:gd name="connsiteY4469" fmla="*/ 2381604 h 4927186"/>
              <a:gd name="connsiteX4470" fmla="*/ 1580257 w 9312201"/>
              <a:gd name="connsiteY4470" fmla="*/ 2381604 h 4927186"/>
              <a:gd name="connsiteX4471" fmla="*/ 1602734 w 9312201"/>
              <a:gd name="connsiteY4471" fmla="*/ 2404085 h 4927186"/>
              <a:gd name="connsiteX4472" fmla="*/ 1580257 w 9312201"/>
              <a:gd name="connsiteY4472" fmla="*/ 2426566 h 4927186"/>
              <a:gd name="connsiteX4473" fmla="*/ 1557771 w 9312201"/>
              <a:gd name="connsiteY4473" fmla="*/ 2404085 h 4927186"/>
              <a:gd name="connsiteX4474" fmla="*/ 1580257 w 9312201"/>
              <a:gd name="connsiteY4474" fmla="*/ 2381604 h 4927186"/>
              <a:gd name="connsiteX4475" fmla="*/ 1502899 w 9312201"/>
              <a:gd name="connsiteY4475" fmla="*/ 2381604 h 4927186"/>
              <a:gd name="connsiteX4476" fmla="*/ 1524717 w 9312201"/>
              <a:gd name="connsiteY4476" fmla="*/ 2404085 h 4927186"/>
              <a:gd name="connsiteX4477" fmla="*/ 1502899 w 9312201"/>
              <a:gd name="connsiteY4477" fmla="*/ 2426566 h 4927186"/>
              <a:gd name="connsiteX4478" fmla="*/ 1481077 w 9312201"/>
              <a:gd name="connsiteY4478" fmla="*/ 2404085 h 4927186"/>
              <a:gd name="connsiteX4479" fmla="*/ 1502899 w 9312201"/>
              <a:gd name="connsiteY4479" fmla="*/ 2381604 h 4927186"/>
              <a:gd name="connsiteX4480" fmla="*/ 7809316 w 9312201"/>
              <a:gd name="connsiteY4480" fmla="*/ 2304907 h 4927186"/>
              <a:gd name="connsiteX4481" fmla="*/ 7831136 w 9312201"/>
              <a:gd name="connsiteY4481" fmla="*/ 2326727 h 4927186"/>
              <a:gd name="connsiteX4482" fmla="*/ 7809316 w 9312201"/>
              <a:gd name="connsiteY4482" fmla="*/ 2348547 h 4927186"/>
              <a:gd name="connsiteX4483" fmla="*/ 7787496 w 9312201"/>
              <a:gd name="connsiteY4483" fmla="*/ 2326727 h 4927186"/>
              <a:gd name="connsiteX4484" fmla="*/ 7809316 w 9312201"/>
              <a:gd name="connsiteY4484" fmla="*/ 2304907 h 4927186"/>
              <a:gd name="connsiteX4485" fmla="*/ 7498556 w 9312201"/>
              <a:gd name="connsiteY4485" fmla="*/ 2304907 h 4927186"/>
              <a:gd name="connsiteX4486" fmla="*/ 7520376 w 9312201"/>
              <a:gd name="connsiteY4486" fmla="*/ 2326727 h 4927186"/>
              <a:gd name="connsiteX4487" fmla="*/ 7498556 w 9312201"/>
              <a:gd name="connsiteY4487" fmla="*/ 2348547 h 4927186"/>
              <a:gd name="connsiteX4488" fmla="*/ 7476736 w 9312201"/>
              <a:gd name="connsiteY4488" fmla="*/ 2326727 h 4927186"/>
              <a:gd name="connsiteX4489" fmla="*/ 7498556 w 9312201"/>
              <a:gd name="connsiteY4489" fmla="*/ 2304907 h 4927186"/>
              <a:gd name="connsiteX4490" fmla="*/ 7421198 w 9312201"/>
              <a:gd name="connsiteY4490" fmla="*/ 2304907 h 4927186"/>
              <a:gd name="connsiteX4491" fmla="*/ 7443679 w 9312201"/>
              <a:gd name="connsiteY4491" fmla="*/ 2326727 h 4927186"/>
              <a:gd name="connsiteX4492" fmla="*/ 7421198 w 9312201"/>
              <a:gd name="connsiteY4492" fmla="*/ 2348547 h 4927186"/>
              <a:gd name="connsiteX4493" fmla="*/ 7398717 w 9312201"/>
              <a:gd name="connsiteY4493" fmla="*/ 2326727 h 4927186"/>
              <a:gd name="connsiteX4494" fmla="*/ 7421198 w 9312201"/>
              <a:gd name="connsiteY4494" fmla="*/ 2304907 h 4927186"/>
              <a:gd name="connsiteX4495" fmla="*/ 7343838 w 9312201"/>
              <a:gd name="connsiteY4495" fmla="*/ 2304907 h 4927186"/>
              <a:gd name="connsiteX4496" fmla="*/ 7365658 w 9312201"/>
              <a:gd name="connsiteY4496" fmla="*/ 2326727 h 4927186"/>
              <a:gd name="connsiteX4497" fmla="*/ 7343838 w 9312201"/>
              <a:gd name="connsiteY4497" fmla="*/ 2348547 h 4927186"/>
              <a:gd name="connsiteX4498" fmla="*/ 7322018 w 9312201"/>
              <a:gd name="connsiteY4498" fmla="*/ 2326727 h 4927186"/>
              <a:gd name="connsiteX4499" fmla="*/ 7343838 w 9312201"/>
              <a:gd name="connsiteY4499" fmla="*/ 2304907 h 4927186"/>
              <a:gd name="connsiteX4500" fmla="*/ 7264495 w 9312201"/>
              <a:gd name="connsiteY4500" fmla="*/ 2304907 h 4927186"/>
              <a:gd name="connsiteX4501" fmla="*/ 7286315 w 9312201"/>
              <a:gd name="connsiteY4501" fmla="*/ 2326727 h 4927186"/>
              <a:gd name="connsiteX4502" fmla="*/ 7264495 w 9312201"/>
              <a:gd name="connsiteY4502" fmla="*/ 2348547 h 4927186"/>
              <a:gd name="connsiteX4503" fmla="*/ 7242675 w 9312201"/>
              <a:gd name="connsiteY4503" fmla="*/ 2326727 h 4927186"/>
              <a:gd name="connsiteX4504" fmla="*/ 7264495 w 9312201"/>
              <a:gd name="connsiteY4504" fmla="*/ 2304907 h 4927186"/>
              <a:gd name="connsiteX4505" fmla="*/ 7186475 w 9312201"/>
              <a:gd name="connsiteY4505" fmla="*/ 2304907 h 4927186"/>
              <a:gd name="connsiteX4506" fmla="*/ 7208295 w 9312201"/>
              <a:gd name="connsiteY4506" fmla="*/ 2326727 h 4927186"/>
              <a:gd name="connsiteX4507" fmla="*/ 7186475 w 9312201"/>
              <a:gd name="connsiteY4507" fmla="*/ 2348547 h 4927186"/>
              <a:gd name="connsiteX4508" fmla="*/ 7164655 w 9312201"/>
              <a:gd name="connsiteY4508" fmla="*/ 2326727 h 4927186"/>
              <a:gd name="connsiteX4509" fmla="*/ 7186475 w 9312201"/>
              <a:gd name="connsiteY4509" fmla="*/ 2304907 h 4927186"/>
              <a:gd name="connsiteX4510" fmla="*/ 7109116 w 9312201"/>
              <a:gd name="connsiteY4510" fmla="*/ 2304907 h 4927186"/>
              <a:gd name="connsiteX4511" fmla="*/ 7131597 w 9312201"/>
              <a:gd name="connsiteY4511" fmla="*/ 2326727 h 4927186"/>
              <a:gd name="connsiteX4512" fmla="*/ 7109116 w 9312201"/>
              <a:gd name="connsiteY4512" fmla="*/ 2348547 h 4927186"/>
              <a:gd name="connsiteX4513" fmla="*/ 7086635 w 9312201"/>
              <a:gd name="connsiteY4513" fmla="*/ 2326727 h 4927186"/>
              <a:gd name="connsiteX4514" fmla="*/ 7109116 w 9312201"/>
              <a:gd name="connsiteY4514" fmla="*/ 2304907 h 4927186"/>
              <a:gd name="connsiteX4515" fmla="*/ 7031757 w 9312201"/>
              <a:gd name="connsiteY4515" fmla="*/ 2304907 h 4927186"/>
              <a:gd name="connsiteX4516" fmla="*/ 7053577 w 9312201"/>
              <a:gd name="connsiteY4516" fmla="*/ 2326727 h 4927186"/>
              <a:gd name="connsiteX4517" fmla="*/ 7031757 w 9312201"/>
              <a:gd name="connsiteY4517" fmla="*/ 2348547 h 4927186"/>
              <a:gd name="connsiteX4518" fmla="*/ 7009937 w 9312201"/>
              <a:gd name="connsiteY4518" fmla="*/ 2326727 h 4927186"/>
              <a:gd name="connsiteX4519" fmla="*/ 7031757 w 9312201"/>
              <a:gd name="connsiteY4519" fmla="*/ 2304907 h 4927186"/>
              <a:gd name="connsiteX4520" fmla="*/ 6953736 w 9312201"/>
              <a:gd name="connsiteY4520" fmla="*/ 2304907 h 4927186"/>
              <a:gd name="connsiteX4521" fmla="*/ 6975556 w 9312201"/>
              <a:gd name="connsiteY4521" fmla="*/ 2326727 h 4927186"/>
              <a:gd name="connsiteX4522" fmla="*/ 6953736 w 9312201"/>
              <a:gd name="connsiteY4522" fmla="*/ 2348547 h 4927186"/>
              <a:gd name="connsiteX4523" fmla="*/ 6931916 w 9312201"/>
              <a:gd name="connsiteY4523" fmla="*/ 2326727 h 4927186"/>
              <a:gd name="connsiteX4524" fmla="*/ 6953736 w 9312201"/>
              <a:gd name="connsiteY4524" fmla="*/ 2304907 h 4927186"/>
              <a:gd name="connsiteX4525" fmla="*/ 6875716 w 9312201"/>
              <a:gd name="connsiteY4525" fmla="*/ 2304907 h 4927186"/>
              <a:gd name="connsiteX4526" fmla="*/ 6897536 w 9312201"/>
              <a:gd name="connsiteY4526" fmla="*/ 2326727 h 4927186"/>
              <a:gd name="connsiteX4527" fmla="*/ 6875716 w 9312201"/>
              <a:gd name="connsiteY4527" fmla="*/ 2348547 h 4927186"/>
              <a:gd name="connsiteX4528" fmla="*/ 6853896 w 9312201"/>
              <a:gd name="connsiteY4528" fmla="*/ 2326727 h 4927186"/>
              <a:gd name="connsiteX4529" fmla="*/ 6875716 w 9312201"/>
              <a:gd name="connsiteY4529" fmla="*/ 2304907 h 4927186"/>
              <a:gd name="connsiteX4530" fmla="*/ 6798356 w 9312201"/>
              <a:gd name="connsiteY4530" fmla="*/ 2304907 h 4927186"/>
              <a:gd name="connsiteX4531" fmla="*/ 6820837 w 9312201"/>
              <a:gd name="connsiteY4531" fmla="*/ 2326727 h 4927186"/>
              <a:gd name="connsiteX4532" fmla="*/ 6798356 w 9312201"/>
              <a:gd name="connsiteY4532" fmla="*/ 2348547 h 4927186"/>
              <a:gd name="connsiteX4533" fmla="*/ 6775875 w 9312201"/>
              <a:gd name="connsiteY4533" fmla="*/ 2326727 h 4927186"/>
              <a:gd name="connsiteX4534" fmla="*/ 6798356 w 9312201"/>
              <a:gd name="connsiteY4534" fmla="*/ 2304907 h 4927186"/>
              <a:gd name="connsiteX4535" fmla="*/ 6719675 w 9312201"/>
              <a:gd name="connsiteY4535" fmla="*/ 2304907 h 4927186"/>
              <a:gd name="connsiteX4536" fmla="*/ 6741495 w 9312201"/>
              <a:gd name="connsiteY4536" fmla="*/ 2326727 h 4927186"/>
              <a:gd name="connsiteX4537" fmla="*/ 6719675 w 9312201"/>
              <a:gd name="connsiteY4537" fmla="*/ 2348547 h 4927186"/>
              <a:gd name="connsiteX4538" fmla="*/ 6697855 w 9312201"/>
              <a:gd name="connsiteY4538" fmla="*/ 2326727 h 4927186"/>
              <a:gd name="connsiteX4539" fmla="*/ 6719675 w 9312201"/>
              <a:gd name="connsiteY4539" fmla="*/ 2304907 h 4927186"/>
              <a:gd name="connsiteX4540" fmla="*/ 6641655 w 9312201"/>
              <a:gd name="connsiteY4540" fmla="*/ 2304907 h 4927186"/>
              <a:gd name="connsiteX4541" fmla="*/ 6663475 w 9312201"/>
              <a:gd name="connsiteY4541" fmla="*/ 2326727 h 4927186"/>
              <a:gd name="connsiteX4542" fmla="*/ 6641655 w 9312201"/>
              <a:gd name="connsiteY4542" fmla="*/ 2348547 h 4927186"/>
              <a:gd name="connsiteX4543" fmla="*/ 6619835 w 9312201"/>
              <a:gd name="connsiteY4543" fmla="*/ 2326727 h 4927186"/>
              <a:gd name="connsiteX4544" fmla="*/ 6641655 w 9312201"/>
              <a:gd name="connsiteY4544" fmla="*/ 2304907 h 4927186"/>
              <a:gd name="connsiteX4545" fmla="*/ 6563634 w 9312201"/>
              <a:gd name="connsiteY4545" fmla="*/ 2304907 h 4927186"/>
              <a:gd name="connsiteX4546" fmla="*/ 6585454 w 9312201"/>
              <a:gd name="connsiteY4546" fmla="*/ 2326727 h 4927186"/>
              <a:gd name="connsiteX4547" fmla="*/ 6563634 w 9312201"/>
              <a:gd name="connsiteY4547" fmla="*/ 2348547 h 4927186"/>
              <a:gd name="connsiteX4548" fmla="*/ 6541814 w 9312201"/>
              <a:gd name="connsiteY4548" fmla="*/ 2326727 h 4927186"/>
              <a:gd name="connsiteX4549" fmla="*/ 6563634 w 9312201"/>
              <a:gd name="connsiteY4549" fmla="*/ 2304907 h 4927186"/>
              <a:gd name="connsiteX4550" fmla="*/ 6485613 w 9312201"/>
              <a:gd name="connsiteY4550" fmla="*/ 2304907 h 4927186"/>
              <a:gd name="connsiteX4551" fmla="*/ 6507433 w 9312201"/>
              <a:gd name="connsiteY4551" fmla="*/ 2326727 h 4927186"/>
              <a:gd name="connsiteX4552" fmla="*/ 6485613 w 9312201"/>
              <a:gd name="connsiteY4552" fmla="*/ 2348547 h 4927186"/>
              <a:gd name="connsiteX4553" fmla="*/ 6463793 w 9312201"/>
              <a:gd name="connsiteY4553" fmla="*/ 2326727 h 4927186"/>
              <a:gd name="connsiteX4554" fmla="*/ 6485613 w 9312201"/>
              <a:gd name="connsiteY4554" fmla="*/ 2304907 h 4927186"/>
              <a:gd name="connsiteX4555" fmla="*/ 6408916 w 9312201"/>
              <a:gd name="connsiteY4555" fmla="*/ 2304907 h 4927186"/>
              <a:gd name="connsiteX4556" fmla="*/ 6430736 w 9312201"/>
              <a:gd name="connsiteY4556" fmla="*/ 2326727 h 4927186"/>
              <a:gd name="connsiteX4557" fmla="*/ 6408916 w 9312201"/>
              <a:gd name="connsiteY4557" fmla="*/ 2348547 h 4927186"/>
              <a:gd name="connsiteX4558" fmla="*/ 6387096 w 9312201"/>
              <a:gd name="connsiteY4558" fmla="*/ 2326727 h 4927186"/>
              <a:gd name="connsiteX4559" fmla="*/ 6408916 w 9312201"/>
              <a:gd name="connsiteY4559" fmla="*/ 2304907 h 4927186"/>
              <a:gd name="connsiteX4560" fmla="*/ 6330896 w 9312201"/>
              <a:gd name="connsiteY4560" fmla="*/ 2304907 h 4927186"/>
              <a:gd name="connsiteX4561" fmla="*/ 6352716 w 9312201"/>
              <a:gd name="connsiteY4561" fmla="*/ 2326727 h 4927186"/>
              <a:gd name="connsiteX4562" fmla="*/ 6330896 w 9312201"/>
              <a:gd name="connsiteY4562" fmla="*/ 2348547 h 4927186"/>
              <a:gd name="connsiteX4563" fmla="*/ 6309076 w 9312201"/>
              <a:gd name="connsiteY4563" fmla="*/ 2326727 h 4927186"/>
              <a:gd name="connsiteX4564" fmla="*/ 6330896 w 9312201"/>
              <a:gd name="connsiteY4564" fmla="*/ 2304907 h 4927186"/>
              <a:gd name="connsiteX4565" fmla="*/ 6252875 w 9312201"/>
              <a:gd name="connsiteY4565" fmla="*/ 2304907 h 4927186"/>
              <a:gd name="connsiteX4566" fmla="*/ 6274695 w 9312201"/>
              <a:gd name="connsiteY4566" fmla="*/ 2326727 h 4927186"/>
              <a:gd name="connsiteX4567" fmla="*/ 6252875 w 9312201"/>
              <a:gd name="connsiteY4567" fmla="*/ 2348547 h 4927186"/>
              <a:gd name="connsiteX4568" fmla="*/ 6231055 w 9312201"/>
              <a:gd name="connsiteY4568" fmla="*/ 2326727 h 4927186"/>
              <a:gd name="connsiteX4569" fmla="*/ 6252875 w 9312201"/>
              <a:gd name="connsiteY4569" fmla="*/ 2304907 h 4927186"/>
              <a:gd name="connsiteX4570" fmla="*/ 6174854 w 9312201"/>
              <a:gd name="connsiteY4570" fmla="*/ 2304907 h 4927186"/>
              <a:gd name="connsiteX4571" fmla="*/ 6196674 w 9312201"/>
              <a:gd name="connsiteY4571" fmla="*/ 2326727 h 4927186"/>
              <a:gd name="connsiteX4572" fmla="*/ 6174854 w 9312201"/>
              <a:gd name="connsiteY4572" fmla="*/ 2348547 h 4927186"/>
              <a:gd name="connsiteX4573" fmla="*/ 6153034 w 9312201"/>
              <a:gd name="connsiteY4573" fmla="*/ 2326727 h 4927186"/>
              <a:gd name="connsiteX4574" fmla="*/ 6174854 w 9312201"/>
              <a:gd name="connsiteY4574" fmla="*/ 2304907 h 4927186"/>
              <a:gd name="connsiteX4575" fmla="*/ 6096834 w 9312201"/>
              <a:gd name="connsiteY4575" fmla="*/ 2304907 h 4927186"/>
              <a:gd name="connsiteX4576" fmla="*/ 6118654 w 9312201"/>
              <a:gd name="connsiteY4576" fmla="*/ 2326727 h 4927186"/>
              <a:gd name="connsiteX4577" fmla="*/ 6096834 w 9312201"/>
              <a:gd name="connsiteY4577" fmla="*/ 2348547 h 4927186"/>
              <a:gd name="connsiteX4578" fmla="*/ 6075014 w 9312201"/>
              <a:gd name="connsiteY4578" fmla="*/ 2326727 h 4927186"/>
              <a:gd name="connsiteX4579" fmla="*/ 6096834 w 9312201"/>
              <a:gd name="connsiteY4579" fmla="*/ 2304907 h 4927186"/>
              <a:gd name="connsiteX4580" fmla="*/ 6018814 w 9312201"/>
              <a:gd name="connsiteY4580" fmla="*/ 2304907 h 4927186"/>
              <a:gd name="connsiteX4581" fmla="*/ 6040634 w 9312201"/>
              <a:gd name="connsiteY4581" fmla="*/ 2326727 h 4927186"/>
              <a:gd name="connsiteX4582" fmla="*/ 6018814 w 9312201"/>
              <a:gd name="connsiteY4582" fmla="*/ 2348547 h 4927186"/>
              <a:gd name="connsiteX4583" fmla="*/ 5996994 w 9312201"/>
              <a:gd name="connsiteY4583" fmla="*/ 2326727 h 4927186"/>
              <a:gd name="connsiteX4584" fmla="*/ 6018814 w 9312201"/>
              <a:gd name="connsiteY4584" fmla="*/ 2304907 h 4927186"/>
              <a:gd name="connsiteX4585" fmla="*/ 5940793 w 9312201"/>
              <a:gd name="connsiteY4585" fmla="*/ 2304907 h 4927186"/>
              <a:gd name="connsiteX4586" fmla="*/ 5962613 w 9312201"/>
              <a:gd name="connsiteY4586" fmla="*/ 2326727 h 4927186"/>
              <a:gd name="connsiteX4587" fmla="*/ 5940793 w 9312201"/>
              <a:gd name="connsiteY4587" fmla="*/ 2348547 h 4927186"/>
              <a:gd name="connsiteX4588" fmla="*/ 5918973 w 9312201"/>
              <a:gd name="connsiteY4588" fmla="*/ 2326727 h 4927186"/>
              <a:gd name="connsiteX4589" fmla="*/ 5940793 w 9312201"/>
              <a:gd name="connsiteY4589" fmla="*/ 2304907 h 4927186"/>
              <a:gd name="connsiteX4590" fmla="*/ 5862773 w 9312201"/>
              <a:gd name="connsiteY4590" fmla="*/ 2304907 h 4927186"/>
              <a:gd name="connsiteX4591" fmla="*/ 5884593 w 9312201"/>
              <a:gd name="connsiteY4591" fmla="*/ 2326727 h 4927186"/>
              <a:gd name="connsiteX4592" fmla="*/ 5862773 w 9312201"/>
              <a:gd name="connsiteY4592" fmla="*/ 2348547 h 4927186"/>
              <a:gd name="connsiteX4593" fmla="*/ 5840953 w 9312201"/>
              <a:gd name="connsiteY4593" fmla="*/ 2326727 h 4927186"/>
              <a:gd name="connsiteX4594" fmla="*/ 5862773 w 9312201"/>
              <a:gd name="connsiteY4594" fmla="*/ 2304907 h 4927186"/>
              <a:gd name="connsiteX4595" fmla="*/ 5785413 w 9312201"/>
              <a:gd name="connsiteY4595" fmla="*/ 2304907 h 4927186"/>
              <a:gd name="connsiteX4596" fmla="*/ 5807894 w 9312201"/>
              <a:gd name="connsiteY4596" fmla="*/ 2326727 h 4927186"/>
              <a:gd name="connsiteX4597" fmla="*/ 5785413 w 9312201"/>
              <a:gd name="connsiteY4597" fmla="*/ 2348547 h 4927186"/>
              <a:gd name="connsiteX4598" fmla="*/ 5762932 w 9312201"/>
              <a:gd name="connsiteY4598" fmla="*/ 2326727 h 4927186"/>
              <a:gd name="connsiteX4599" fmla="*/ 5785413 w 9312201"/>
              <a:gd name="connsiteY4599" fmla="*/ 2304907 h 4927186"/>
              <a:gd name="connsiteX4600" fmla="*/ 5708054 w 9312201"/>
              <a:gd name="connsiteY4600" fmla="*/ 2304907 h 4927186"/>
              <a:gd name="connsiteX4601" fmla="*/ 5729874 w 9312201"/>
              <a:gd name="connsiteY4601" fmla="*/ 2326727 h 4927186"/>
              <a:gd name="connsiteX4602" fmla="*/ 5708054 w 9312201"/>
              <a:gd name="connsiteY4602" fmla="*/ 2348547 h 4927186"/>
              <a:gd name="connsiteX4603" fmla="*/ 5686234 w 9312201"/>
              <a:gd name="connsiteY4603" fmla="*/ 2326727 h 4927186"/>
              <a:gd name="connsiteX4604" fmla="*/ 5708054 w 9312201"/>
              <a:gd name="connsiteY4604" fmla="*/ 2304907 h 4927186"/>
              <a:gd name="connsiteX4605" fmla="*/ 5630034 w 9312201"/>
              <a:gd name="connsiteY4605" fmla="*/ 2304907 h 4927186"/>
              <a:gd name="connsiteX4606" fmla="*/ 5651854 w 9312201"/>
              <a:gd name="connsiteY4606" fmla="*/ 2326727 h 4927186"/>
              <a:gd name="connsiteX4607" fmla="*/ 5630034 w 9312201"/>
              <a:gd name="connsiteY4607" fmla="*/ 2348547 h 4927186"/>
              <a:gd name="connsiteX4608" fmla="*/ 5608214 w 9312201"/>
              <a:gd name="connsiteY4608" fmla="*/ 2326727 h 4927186"/>
              <a:gd name="connsiteX4609" fmla="*/ 5630034 w 9312201"/>
              <a:gd name="connsiteY4609" fmla="*/ 2304907 h 4927186"/>
              <a:gd name="connsiteX4610" fmla="*/ 5552013 w 9312201"/>
              <a:gd name="connsiteY4610" fmla="*/ 2304907 h 4927186"/>
              <a:gd name="connsiteX4611" fmla="*/ 5573833 w 9312201"/>
              <a:gd name="connsiteY4611" fmla="*/ 2326727 h 4927186"/>
              <a:gd name="connsiteX4612" fmla="*/ 5552013 w 9312201"/>
              <a:gd name="connsiteY4612" fmla="*/ 2348547 h 4927186"/>
              <a:gd name="connsiteX4613" fmla="*/ 5530193 w 9312201"/>
              <a:gd name="connsiteY4613" fmla="*/ 2326727 h 4927186"/>
              <a:gd name="connsiteX4614" fmla="*/ 5552013 w 9312201"/>
              <a:gd name="connsiteY4614" fmla="*/ 2304907 h 4927186"/>
              <a:gd name="connsiteX4615" fmla="*/ 5473331 w 9312201"/>
              <a:gd name="connsiteY4615" fmla="*/ 2304907 h 4927186"/>
              <a:gd name="connsiteX4616" fmla="*/ 5495812 w 9312201"/>
              <a:gd name="connsiteY4616" fmla="*/ 2326727 h 4927186"/>
              <a:gd name="connsiteX4617" fmla="*/ 5473331 w 9312201"/>
              <a:gd name="connsiteY4617" fmla="*/ 2348547 h 4927186"/>
              <a:gd name="connsiteX4618" fmla="*/ 5450850 w 9312201"/>
              <a:gd name="connsiteY4618" fmla="*/ 2326727 h 4927186"/>
              <a:gd name="connsiteX4619" fmla="*/ 5473331 w 9312201"/>
              <a:gd name="connsiteY4619" fmla="*/ 2304907 h 4927186"/>
              <a:gd name="connsiteX4620" fmla="*/ 5395972 w 9312201"/>
              <a:gd name="connsiteY4620" fmla="*/ 2304907 h 4927186"/>
              <a:gd name="connsiteX4621" fmla="*/ 5417792 w 9312201"/>
              <a:gd name="connsiteY4621" fmla="*/ 2326727 h 4927186"/>
              <a:gd name="connsiteX4622" fmla="*/ 5395972 w 9312201"/>
              <a:gd name="connsiteY4622" fmla="*/ 2348547 h 4927186"/>
              <a:gd name="connsiteX4623" fmla="*/ 5374152 w 9312201"/>
              <a:gd name="connsiteY4623" fmla="*/ 2326727 h 4927186"/>
              <a:gd name="connsiteX4624" fmla="*/ 5395972 w 9312201"/>
              <a:gd name="connsiteY4624" fmla="*/ 2304907 h 4927186"/>
              <a:gd name="connsiteX4625" fmla="*/ 5317953 w 9312201"/>
              <a:gd name="connsiteY4625" fmla="*/ 2304907 h 4927186"/>
              <a:gd name="connsiteX4626" fmla="*/ 5339773 w 9312201"/>
              <a:gd name="connsiteY4626" fmla="*/ 2326727 h 4927186"/>
              <a:gd name="connsiteX4627" fmla="*/ 5317953 w 9312201"/>
              <a:gd name="connsiteY4627" fmla="*/ 2348547 h 4927186"/>
              <a:gd name="connsiteX4628" fmla="*/ 5296133 w 9312201"/>
              <a:gd name="connsiteY4628" fmla="*/ 2326727 h 4927186"/>
              <a:gd name="connsiteX4629" fmla="*/ 5317953 w 9312201"/>
              <a:gd name="connsiteY4629" fmla="*/ 2304907 h 4927186"/>
              <a:gd name="connsiteX4630" fmla="*/ 5007193 w 9312201"/>
              <a:gd name="connsiteY4630" fmla="*/ 2304907 h 4927186"/>
              <a:gd name="connsiteX4631" fmla="*/ 5029013 w 9312201"/>
              <a:gd name="connsiteY4631" fmla="*/ 2326727 h 4927186"/>
              <a:gd name="connsiteX4632" fmla="*/ 5007193 w 9312201"/>
              <a:gd name="connsiteY4632" fmla="*/ 2348547 h 4927186"/>
              <a:gd name="connsiteX4633" fmla="*/ 4985373 w 9312201"/>
              <a:gd name="connsiteY4633" fmla="*/ 2326727 h 4927186"/>
              <a:gd name="connsiteX4634" fmla="*/ 5007193 w 9312201"/>
              <a:gd name="connsiteY4634" fmla="*/ 2304907 h 4927186"/>
              <a:gd name="connsiteX4635" fmla="*/ 4928511 w 9312201"/>
              <a:gd name="connsiteY4635" fmla="*/ 2304907 h 4927186"/>
              <a:gd name="connsiteX4636" fmla="*/ 4950992 w 9312201"/>
              <a:gd name="connsiteY4636" fmla="*/ 2326727 h 4927186"/>
              <a:gd name="connsiteX4637" fmla="*/ 4928511 w 9312201"/>
              <a:gd name="connsiteY4637" fmla="*/ 2348547 h 4927186"/>
              <a:gd name="connsiteX4638" fmla="*/ 4906030 w 9312201"/>
              <a:gd name="connsiteY4638" fmla="*/ 2326727 h 4927186"/>
              <a:gd name="connsiteX4639" fmla="*/ 4928511 w 9312201"/>
              <a:gd name="connsiteY4639" fmla="*/ 2304907 h 4927186"/>
              <a:gd name="connsiteX4640" fmla="*/ 4695111 w 9312201"/>
              <a:gd name="connsiteY4640" fmla="*/ 2304907 h 4927186"/>
              <a:gd name="connsiteX4641" fmla="*/ 4716931 w 9312201"/>
              <a:gd name="connsiteY4641" fmla="*/ 2326727 h 4927186"/>
              <a:gd name="connsiteX4642" fmla="*/ 4695111 w 9312201"/>
              <a:gd name="connsiteY4642" fmla="*/ 2348547 h 4927186"/>
              <a:gd name="connsiteX4643" fmla="*/ 4673291 w 9312201"/>
              <a:gd name="connsiteY4643" fmla="*/ 2326727 h 4927186"/>
              <a:gd name="connsiteX4644" fmla="*/ 4695111 w 9312201"/>
              <a:gd name="connsiteY4644" fmla="*/ 2304907 h 4927186"/>
              <a:gd name="connsiteX4645" fmla="*/ 4617091 w 9312201"/>
              <a:gd name="connsiteY4645" fmla="*/ 2304907 h 4927186"/>
              <a:gd name="connsiteX4646" fmla="*/ 4638911 w 9312201"/>
              <a:gd name="connsiteY4646" fmla="*/ 2326727 h 4927186"/>
              <a:gd name="connsiteX4647" fmla="*/ 4617091 w 9312201"/>
              <a:gd name="connsiteY4647" fmla="*/ 2348547 h 4927186"/>
              <a:gd name="connsiteX4648" fmla="*/ 4595271 w 9312201"/>
              <a:gd name="connsiteY4648" fmla="*/ 2326727 h 4927186"/>
              <a:gd name="connsiteX4649" fmla="*/ 4617091 w 9312201"/>
              <a:gd name="connsiteY4649" fmla="*/ 2304907 h 4927186"/>
              <a:gd name="connsiteX4650" fmla="*/ 4539070 w 9312201"/>
              <a:gd name="connsiteY4650" fmla="*/ 2304907 h 4927186"/>
              <a:gd name="connsiteX4651" fmla="*/ 4560890 w 9312201"/>
              <a:gd name="connsiteY4651" fmla="*/ 2326727 h 4927186"/>
              <a:gd name="connsiteX4652" fmla="*/ 4539070 w 9312201"/>
              <a:gd name="connsiteY4652" fmla="*/ 2348547 h 4927186"/>
              <a:gd name="connsiteX4653" fmla="*/ 4517250 w 9312201"/>
              <a:gd name="connsiteY4653" fmla="*/ 2326727 h 4927186"/>
              <a:gd name="connsiteX4654" fmla="*/ 4539070 w 9312201"/>
              <a:gd name="connsiteY4654" fmla="*/ 2304907 h 4927186"/>
              <a:gd name="connsiteX4655" fmla="*/ 4461711 w 9312201"/>
              <a:gd name="connsiteY4655" fmla="*/ 2304907 h 4927186"/>
              <a:gd name="connsiteX4656" fmla="*/ 4484192 w 9312201"/>
              <a:gd name="connsiteY4656" fmla="*/ 2326727 h 4927186"/>
              <a:gd name="connsiteX4657" fmla="*/ 4461711 w 9312201"/>
              <a:gd name="connsiteY4657" fmla="*/ 2348547 h 4927186"/>
              <a:gd name="connsiteX4658" fmla="*/ 4439230 w 9312201"/>
              <a:gd name="connsiteY4658" fmla="*/ 2326727 h 4927186"/>
              <a:gd name="connsiteX4659" fmla="*/ 4461711 w 9312201"/>
              <a:gd name="connsiteY4659" fmla="*/ 2304907 h 4927186"/>
              <a:gd name="connsiteX4660" fmla="*/ 4384351 w 9312201"/>
              <a:gd name="connsiteY4660" fmla="*/ 2304907 h 4927186"/>
              <a:gd name="connsiteX4661" fmla="*/ 4406171 w 9312201"/>
              <a:gd name="connsiteY4661" fmla="*/ 2326727 h 4927186"/>
              <a:gd name="connsiteX4662" fmla="*/ 4384351 w 9312201"/>
              <a:gd name="connsiteY4662" fmla="*/ 2348547 h 4927186"/>
              <a:gd name="connsiteX4663" fmla="*/ 4362531 w 9312201"/>
              <a:gd name="connsiteY4663" fmla="*/ 2326727 h 4927186"/>
              <a:gd name="connsiteX4664" fmla="*/ 4384351 w 9312201"/>
              <a:gd name="connsiteY4664" fmla="*/ 2304907 h 4927186"/>
              <a:gd name="connsiteX4665" fmla="*/ 4305009 w 9312201"/>
              <a:gd name="connsiteY4665" fmla="*/ 2304907 h 4927186"/>
              <a:gd name="connsiteX4666" fmla="*/ 4326829 w 9312201"/>
              <a:gd name="connsiteY4666" fmla="*/ 2326727 h 4927186"/>
              <a:gd name="connsiteX4667" fmla="*/ 4305009 w 9312201"/>
              <a:gd name="connsiteY4667" fmla="*/ 2348547 h 4927186"/>
              <a:gd name="connsiteX4668" fmla="*/ 4283189 w 9312201"/>
              <a:gd name="connsiteY4668" fmla="*/ 2326727 h 4927186"/>
              <a:gd name="connsiteX4669" fmla="*/ 4305009 w 9312201"/>
              <a:gd name="connsiteY4669" fmla="*/ 2304907 h 4927186"/>
              <a:gd name="connsiteX4670" fmla="*/ 4226989 w 9312201"/>
              <a:gd name="connsiteY4670" fmla="*/ 2304907 h 4927186"/>
              <a:gd name="connsiteX4671" fmla="*/ 4248809 w 9312201"/>
              <a:gd name="connsiteY4671" fmla="*/ 2326727 h 4927186"/>
              <a:gd name="connsiteX4672" fmla="*/ 4226989 w 9312201"/>
              <a:gd name="connsiteY4672" fmla="*/ 2348547 h 4927186"/>
              <a:gd name="connsiteX4673" fmla="*/ 4205169 w 9312201"/>
              <a:gd name="connsiteY4673" fmla="*/ 2326727 h 4927186"/>
              <a:gd name="connsiteX4674" fmla="*/ 4226989 w 9312201"/>
              <a:gd name="connsiteY4674" fmla="*/ 2304907 h 4927186"/>
              <a:gd name="connsiteX4675" fmla="*/ 4149629 w 9312201"/>
              <a:gd name="connsiteY4675" fmla="*/ 2304907 h 4927186"/>
              <a:gd name="connsiteX4676" fmla="*/ 4172110 w 9312201"/>
              <a:gd name="connsiteY4676" fmla="*/ 2326727 h 4927186"/>
              <a:gd name="connsiteX4677" fmla="*/ 4149629 w 9312201"/>
              <a:gd name="connsiteY4677" fmla="*/ 2348547 h 4927186"/>
              <a:gd name="connsiteX4678" fmla="*/ 4127148 w 9312201"/>
              <a:gd name="connsiteY4678" fmla="*/ 2326727 h 4927186"/>
              <a:gd name="connsiteX4679" fmla="*/ 4149629 w 9312201"/>
              <a:gd name="connsiteY4679" fmla="*/ 2304907 h 4927186"/>
              <a:gd name="connsiteX4680" fmla="*/ 2280445 w 9312201"/>
              <a:gd name="connsiteY4680" fmla="*/ 2304907 h 4927186"/>
              <a:gd name="connsiteX4681" fmla="*/ 2302265 w 9312201"/>
              <a:gd name="connsiteY4681" fmla="*/ 2326727 h 4927186"/>
              <a:gd name="connsiteX4682" fmla="*/ 2280445 w 9312201"/>
              <a:gd name="connsiteY4682" fmla="*/ 2348547 h 4927186"/>
              <a:gd name="connsiteX4683" fmla="*/ 2258625 w 9312201"/>
              <a:gd name="connsiteY4683" fmla="*/ 2326727 h 4927186"/>
              <a:gd name="connsiteX4684" fmla="*/ 2280445 w 9312201"/>
              <a:gd name="connsiteY4684" fmla="*/ 2304907 h 4927186"/>
              <a:gd name="connsiteX4685" fmla="*/ 2203086 w 9312201"/>
              <a:gd name="connsiteY4685" fmla="*/ 2304907 h 4927186"/>
              <a:gd name="connsiteX4686" fmla="*/ 2225567 w 9312201"/>
              <a:gd name="connsiteY4686" fmla="*/ 2326727 h 4927186"/>
              <a:gd name="connsiteX4687" fmla="*/ 2203086 w 9312201"/>
              <a:gd name="connsiteY4687" fmla="*/ 2348547 h 4927186"/>
              <a:gd name="connsiteX4688" fmla="*/ 2180605 w 9312201"/>
              <a:gd name="connsiteY4688" fmla="*/ 2326727 h 4927186"/>
              <a:gd name="connsiteX4689" fmla="*/ 2203086 w 9312201"/>
              <a:gd name="connsiteY4689" fmla="*/ 2304907 h 4927186"/>
              <a:gd name="connsiteX4690" fmla="*/ 2125727 w 9312201"/>
              <a:gd name="connsiteY4690" fmla="*/ 2304907 h 4927186"/>
              <a:gd name="connsiteX4691" fmla="*/ 2147547 w 9312201"/>
              <a:gd name="connsiteY4691" fmla="*/ 2326727 h 4927186"/>
              <a:gd name="connsiteX4692" fmla="*/ 2125727 w 9312201"/>
              <a:gd name="connsiteY4692" fmla="*/ 2348547 h 4927186"/>
              <a:gd name="connsiteX4693" fmla="*/ 2103907 w 9312201"/>
              <a:gd name="connsiteY4693" fmla="*/ 2326727 h 4927186"/>
              <a:gd name="connsiteX4694" fmla="*/ 2125727 w 9312201"/>
              <a:gd name="connsiteY4694" fmla="*/ 2304907 h 4927186"/>
              <a:gd name="connsiteX4695" fmla="*/ 2047706 w 9312201"/>
              <a:gd name="connsiteY4695" fmla="*/ 2304907 h 4927186"/>
              <a:gd name="connsiteX4696" fmla="*/ 2069526 w 9312201"/>
              <a:gd name="connsiteY4696" fmla="*/ 2326727 h 4927186"/>
              <a:gd name="connsiteX4697" fmla="*/ 2047706 w 9312201"/>
              <a:gd name="connsiteY4697" fmla="*/ 2348547 h 4927186"/>
              <a:gd name="connsiteX4698" fmla="*/ 2025886 w 9312201"/>
              <a:gd name="connsiteY4698" fmla="*/ 2326727 h 4927186"/>
              <a:gd name="connsiteX4699" fmla="*/ 2047706 w 9312201"/>
              <a:gd name="connsiteY4699" fmla="*/ 2304907 h 4927186"/>
              <a:gd name="connsiteX4700" fmla="*/ 1968363 w 9312201"/>
              <a:gd name="connsiteY4700" fmla="*/ 2304906 h 4927186"/>
              <a:gd name="connsiteX4701" fmla="*/ 1990183 w 9312201"/>
              <a:gd name="connsiteY4701" fmla="*/ 2326726 h 4927186"/>
              <a:gd name="connsiteX4702" fmla="*/ 1968363 w 9312201"/>
              <a:gd name="connsiteY4702" fmla="*/ 2348546 h 4927186"/>
              <a:gd name="connsiteX4703" fmla="*/ 1946543 w 9312201"/>
              <a:gd name="connsiteY4703" fmla="*/ 2326726 h 4927186"/>
              <a:gd name="connsiteX4704" fmla="*/ 1968363 w 9312201"/>
              <a:gd name="connsiteY4704" fmla="*/ 2304906 h 4927186"/>
              <a:gd name="connsiteX4705" fmla="*/ 1891011 w 9312201"/>
              <a:gd name="connsiteY4705" fmla="*/ 2304906 h 4927186"/>
              <a:gd name="connsiteX4706" fmla="*/ 1913495 w 9312201"/>
              <a:gd name="connsiteY4706" fmla="*/ 2326726 h 4927186"/>
              <a:gd name="connsiteX4707" fmla="*/ 1891011 w 9312201"/>
              <a:gd name="connsiteY4707" fmla="*/ 2348546 h 4927186"/>
              <a:gd name="connsiteX4708" fmla="*/ 1868529 w 9312201"/>
              <a:gd name="connsiteY4708" fmla="*/ 2326726 h 4927186"/>
              <a:gd name="connsiteX4709" fmla="*/ 1891011 w 9312201"/>
              <a:gd name="connsiteY4709" fmla="*/ 2304906 h 4927186"/>
              <a:gd name="connsiteX4710" fmla="*/ 1813657 w 9312201"/>
              <a:gd name="connsiteY4710" fmla="*/ 2304906 h 4927186"/>
              <a:gd name="connsiteX4711" fmla="*/ 1835474 w 9312201"/>
              <a:gd name="connsiteY4711" fmla="*/ 2326726 h 4927186"/>
              <a:gd name="connsiteX4712" fmla="*/ 1813657 w 9312201"/>
              <a:gd name="connsiteY4712" fmla="*/ 2348546 h 4927186"/>
              <a:gd name="connsiteX4713" fmla="*/ 1791833 w 9312201"/>
              <a:gd name="connsiteY4713" fmla="*/ 2326726 h 4927186"/>
              <a:gd name="connsiteX4714" fmla="*/ 1813657 w 9312201"/>
              <a:gd name="connsiteY4714" fmla="*/ 2304906 h 4927186"/>
              <a:gd name="connsiteX4715" fmla="*/ 1735633 w 9312201"/>
              <a:gd name="connsiteY4715" fmla="*/ 2304906 h 4927186"/>
              <a:gd name="connsiteX4716" fmla="*/ 1757457 w 9312201"/>
              <a:gd name="connsiteY4716" fmla="*/ 2326726 h 4927186"/>
              <a:gd name="connsiteX4717" fmla="*/ 1735633 w 9312201"/>
              <a:gd name="connsiteY4717" fmla="*/ 2348546 h 4927186"/>
              <a:gd name="connsiteX4718" fmla="*/ 1713819 w 9312201"/>
              <a:gd name="connsiteY4718" fmla="*/ 2326726 h 4927186"/>
              <a:gd name="connsiteX4719" fmla="*/ 1735633 w 9312201"/>
              <a:gd name="connsiteY4719" fmla="*/ 2304906 h 4927186"/>
              <a:gd name="connsiteX4720" fmla="*/ 1657611 w 9312201"/>
              <a:gd name="connsiteY4720" fmla="*/ 2304906 h 4927186"/>
              <a:gd name="connsiteX4721" fmla="*/ 1679436 w 9312201"/>
              <a:gd name="connsiteY4721" fmla="*/ 2326726 h 4927186"/>
              <a:gd name="connsiteX4722" fmla="*/ 1657611 w 9312201"/>
              <a:gd name="connsiteY4722" fmla="*/ 2348546 h 4927186"/>
              <a:gd name="connsiteX4723" fmla="*/ 1635796 w 9312201"/>
              <a:gd name="connsiteY4723" fmla="*/ 2326726 h 4927186"/>
              <a:gd name="connsiteX4724" fmla="*/ 1657611 w 9312201"/>
              <a:gd name="connsiteY4724" fmla="*/ 2304906 h 4927186"/>
              <a:gd name="connsiteX4725" fmla="*/ 1580257 w 9312201"/>
              <a:gd name="connsiteY4725" fmla="*/ 2304906 h 4927186"/>
              <a:gd name="connsiteX4726" fmla="*/ 1602734 w 9312201"/>
              <a:gd name="connsiteY4726" fmla="*/ 2326726 h 4927186"/>
              <a:gd name="connsiteX4727" fmla="*/ 1580257 w 9312201"/>
              <a:gd name="connsiteY4727" fmla="*/ 2348546 h 4927186"/>
              <a:gd name="connsiteX4728" fmla="*/ 1557771 w 9312201"/>
              <a:gd name="connsiteY4728" fmla="*/ 2326726 h 4927186"/>
              <a:gd name="connsiteX4729" fmla="*/ 1580257 w 9312201"/>
              <a:gd name="connsiteY4729" fmla="*/ 2304906 h 4927186"/>
              <a:gd name="connsiteX4730" fmla="*/ 1502899 w 9312201"/>
              <a:gd name="connsiteY4730" fmla="*/ 2304906 h 4927186"/>
              <a:gd name="connsiteX4731" fmla="*/ 1524717 w 9312201"/>
              <a:gd name="connsiteY4731" fmla="*/ 2326726 h 4927186"/>
              <a:gd name="connsiteX4732" fmla="*/ 1502899 w 9312201"/>
              <a:gd name="connsiteY4732" fmla="*/ 2348546 h 4927186"/>
              <a:gd name="connsiteX4733" fmla="*/ 1481077 w 9312201"/>
              <a:gd name="connsiteY4733" fmla="*/ 2326726 h 4927186"/>
              <a:gd name="connsiteX4734" fmla="*/ 1502899 w 9312201"/>
              <a:gd name="connsiteY4734" fmla="*/ 2304906 h 4927186"/>
              <a:gd name="connsiteX4735" fmla="*/ 1424212 w 9312201"/>
              <a:gd name="connsiteY4735" fmla="*/ 2304906 h 4927186"/>
              <a:gd name="connsiteX4736" fmla="*/ 1446695 w 9312201"/>
              <a:gd name="connsiteY4736" fmla="*/ 2326726 h 4927186"/>
              <a:gd name="connsiteX4737" fmla="*/ 1424212 w 9312201"/>
              <a:gd name="connsiteY4737" fmla="*/ 2348546 h 4927186"/>
              <a:gd name="connsiteX4738" fmla="*/ 1401732 w 9312201"/>
              <a:gd name="connsiteY4738" fmla="*/ 2326726 h 4927186"/>
              <a:gd name="connsiteX4739" fmla="*/ 1424212 w 9312201"/>
              <a:gd name="connsiteY4739" fmla="*/ 2304906 h 4927186"/>
              <a:gd name="connsiteX4740" fmla="*/ 1345532 w 9312201"/>
              <a:gd name="connsiteY4740" fmla="*/ 2304906 h 4927186"/>
              <a:gd name="connsiteX4741" fmla="*/ 1367350 w 9312201"/>
              <a:gd name="connsiteY4741" fmla="*/ 2326726 h 4927186"/>
              <a:gd name="connsiteX4742" fmla="*/ 1345532 w 9312201"/>
              <a:gd name="connsiteY4742" fmla="*/ 2348546 h 4927186"/>
              <a:gd name="connsiteX4743" fmla="*/ 1323709 w 9312201"/>
              <a:gd name="connsiteY4743" fmla="*/ 2326726 h 4927186"/>
              <a:gd name="connsiteX4744" fmla="*/ 1345532 w 9312201"/>
              <a:gd name="connsiteY4744" fmla="*/ 2304906 h 4927186"/>
              <a:gd name="connsiteX4745" fmla="*/ 8044700 w 9312201"/>
              <a:gd name="connsiteY4745" fmla="*/ 2226886 h 4927186"/>
              <a:gd name="connsiteX4746" fmla="*/ 8066520 w 9312201"/>
              <a:gd name="connsiteY4746" fmla="*/ 2248706 h 4927186"/>
              <a:gd name="connsiteX4747" fmla="*/ 8044700 w 9312201"/>
              <a:gd name="connsiteY4747" fmla="*/ 2270526 h 4927186"/>
              <a:gd name="connsiteX4748" fmla="*/ 8022880 w 9312201"/>
              <a:gd name="connsiteY4748" fmla="*/ 2248706 h 4927186"/>
              <a:gd name="connsiteX4749" fmla="*/ 8044700 w 9312201"/>
              <a:gd name="connsiteY4749" fmla="*/ 2226886 h 4927186"/>
              <a:gd name="connsiteX4750" fmla="*/ 7966679 w 9312201"/>
              <a:gd name="connsiteY4750" fmla="*/ 2226886 h 4927186"/>
              <a:gd name="connsiteX4751" fmla="*/ 7988499 w 9312201"/>
              <a:gd name="connsiteY4751" fmla="*/ 2248706 h 4927186"/>
              <a:gd name="connsiteX4752" fmla="*/ 7966679 w 9312201"/>
              <a:gd name="connsiteY4752" fmla="*/ 2270526 h 4927186"/>
              <a:gd name="connsiteX4753" fmla="*/ 7944859 w 9312201"/>
              <a:gd name="connsiteY4753" fmla="*/ 2248706 h 4927186"/>
              <a:gd name="connsiteX4754" fmla="*/ 7966679 w 9312201"/>
              <a:gd name="connsiteY4754" fmla="*/ 2226886 h 4927186"/>
              <a:gd name="connsiteX4755" fmla="*/ 7888658 w 9312201"/>
              <a:gd name="connsiteY4755" fmla="*/ 2226886 h 4927186"/>
              <a:gd name="connsiteX4756" fmla="*/ 7910478 w 9312201"/>
              <a:gd name="connsiteY4756" fmla="*/ 2248706 h 4927186"/>
              <a:gd name="connsiteX4757" fmla="*/ 7888658 w 9312201"/>
              <a:gd name="connsiteY4757" fmla="*/ 2270526 h 4927186"/>
              <a:gd name="connsiteX4758" fmla="*/ 7866838 w 9312201"/>
              <a:gd name="connsiteY4758" fmla="*/ 2248706 h 4927186"/>
              <a:gd name="connsiteX4759" fmla="*/ 7888658 w 9312201"/>
              <a:gd name="connsiteY4759" fmla="*/ 2226886 h 4927186"/>
              <a:gd name="connsiteX4760" fmla="*/ 7809316 w 9312201"/>
              <a:gd name="connsiteY4760" fmla="*/ 2226886 h 4927186"/>
              <a:gd name="connsiteX4761" fmla="*/ 7831136 w 9312201"/>
              <a:gd name="connsiteY4761" fmla="*/ 2248706 h 4927186"/>
              <a:gd name="connsiteX4762" fmla="*/ 7809316 w 9312201"/>
              <a:gd name="connsiteY4762" fmla="*/ 2270526 h 4927186"/>
              <a:gd name="connsiteX4763" fmla="*/ 7787496 w 9312201"/>
              <a:gd name="connsiteY4763" fmla="*/ 2248706 h 4927186"/>
              <a:gd name="connsiteX4764" fmla="*/ 7809316 w 9312201"/>
              <a:gd name="connsiteY4764" fmla="*/ 2226886 h 4927186"/>
              <a:gd name="connsiteX4765" fmla="*/ 7731957 w 9312201"/>
              <a:gd name="connsiteY4765" fmla="*/ 2226886 h 4927186"/>
              <a:gd name="connsiteX4766" fmla="*/ 7754438 w 9312201"/>
              <a:gd name="connsiteY4766" fmla="*/ 2248706 h 4927186"/>
              <a:gd name="connsiteX4767" fmla="*/ 7731957 w 9312201"/>
              <a:gd name="connsiteY4767" fmla="*/ 2270526 h 4927186"/>
              <a:gd name="connsiteX4768" fmla="*/ 7709476 w 9312201"/>
              <a:gd name="connsiteY4768" fmla="*/ 2248706 h 4927186"/>
              <a:gd name="connsiteX4769" fmla="*/ 7731957 w 9312201"/>
              <a:gd name="connsiteY4769" fmla="*/ 2226886 h 4927186"/>
              <a:gd name="connsiteX4770" fmla="*/ 7498556 w 9312201"/>
              <a:gd name="connsiteY4770" fmla="*/ 2226886 h 4927186"/>
              <a:gd name="connsiteX4771" fmla="*/ 7520376 w 9312201"/>
              <a:gd name="connsiteY4771" fmla="*/ 2248706 h 4927186"/>
              <a:gd name="connsiteX4772" fmla="*/ 7498556 w 9312201"/>
              <a:gd name="connsiteY4772" fmla="*/ 2270526 h 4927186"/>
              <a:gd name="connsiteX4773" fmla="*/ 7476736 w 9312201"/>
              <a:gd name="connsiteY4773" fmla="*/ 2248706 h 4927186"/>
              <a:gd name="connsiteX4774" fmla="*/ 7498556 w 9312201"/>
              <a:gd name="connsiteY4774" fmla="*/ 2226886 h 4927186"/>
              <a:gd name="connsiteX4775" fmla="*/ 7421198 w 9312201"/>
              <a:gd name="connsiteY4775" fmla="*/ 2226886 h 4927186"/>
              <a:gd name="connsiteX4776" fmla="*/ 7443679 w 9312201"/>
              <a:gd name="connsiteY4776" fmla="*/ 2248706 h 4927186"/>
              <a:gd name="connsiteX4777" fmla="*/ 7421198 w 9312201"/>
              <a:gd name="connsiteY4777" fmla="*/ 2270526 h 4927186"/>
              <a:gd name="connsiteX4778" fmla="*/ 7398717 w 9312201"/>
              <a:gd name="connsiteY4778" fmla="*/ 2248706 h 4927186"/>
              <a:gd name="connsiteX4779" fmla="*/ 7421198 w 9312201"/>
              <a:gd name="connsiteY4779" fmla="*/ 2226886 h 4927186"/>
              <a:gd name="connsiteX4780" fmla="*/ 7343838 w 9312201"/>
              <a:gd name="connsiteY4780" fmla="*/ 2226886 h 4927186"/>
              <a:gd name="connsiteX4781" fmla="*/ 7365658 w 9312201"/>
              <a:gd name="connsiteY4781" fmla="*/ 2248706 h 4927186"/>
              <a:gd name="connsiteX4782" fmla="*/ 7343838 w 9312201"/>
              <a:gd name="connsiteY4782" fmla="*/ 2270526 h 4927186"/>
              <a:gd name="connsiteX4783" fmla="*/ 7322018 w 9312201"/>
              <a:gd name="connsiteY4783" fmla="*/ 2248706 h 4927186"/>
              <a:gd name="connsiteX4784" fmla="*/ 7343838 w 9312201"/>
              <a:gd name="connsiteY4784" fmla="*/ 2226886 h 4927186"/>
              <a:gd name="connsiteX4785" fmla="*/ 7264495 w 9312201"/>
              <a:gd name="connsiteY4785" fmla="*/ 2226886 h 4927186"/>
              <a:gd name="connsiteX4786" fmla="*/ 7286315 w 9312201"/>
              <a:gd name="connsiteY4786" fmla="*/ 2248706 h 4927186"/>
              <a:gd name="connsiteX4787" fmla="*/ 7264495 w 9312201"/>
              <a:gd name="connsiteY4787" fmla="*/ 2270526 h 4927186"/>
              <a:gd name="connsiteX4788" fmla="*/ 7242675 w 9312201"/>
              <a:gd name="connsiteY4788" fmla="*/ 2248706 h 4927186"/>
              <a:gd name="connsiteX4789" fmla="*/ 7264495 w 9312201"/>
              <a:gd name="connsiteY4789" fmla="*/ 2226886 h 4927186"/>
              <a:gd name="connsiteX4790" fmla="*/ 7186475 w 9312201"/>
              <a:gd name="connsiteY4790" fmla="*/ 2226886 h 4927186"/>
              <a:gd name="connsiteX4791" fmla="*/ 7208295 w 9312201"/>
              <a:gd name="connsiteY4791" fmla="*/ 2248706 h 4927186"/>
              <a:gd name="connsiteX4792" fmla="*/ 7186475 w 9312201"/>
              <a:gd name="connsiteY4792" fmla="*/ 2270526 h 4927186"/>
              <a:gd name="connsiteX4793" fmla="*/ 7164655 w 9312201"/>
              <a:gd name="connsiteY4793" fmla="*/ 2248706 h 4927186"/>
              <a:gd name="connsiteX4794" fmla="*/ 7186475 w 9312201"/>
              <a:gd name="connsiteY4794" fmla="*/ 2226886 h 4927186"/>
              <a:gd name="connsiteX4795" fmla="*/ 7109116 w 9312201"/>
              <a:gd name="connsiteY4795" fmla="*/ 2226886 h 4927186"/>
              <a:gd name="connsiteX4796" fmla="*/ 7131597 w 9312201"/>
              <a:gd name="connsiteY4796" fmla="*/ 2248706 h 4927186"/>
              <a:gd name="connsiteX4797" fmla="*/ 7109116 w 9312201"/>
              <a:gd name="connsiteY4797" fmla="*/ 2270526 h 4927186"/>
              <a:gd name="connsiteX4798" fmla="*/ 7086635 w 9312201"/>
              <a:gd name="connsiteY4798" fmla="*/ 2248706 h 4927186"/>
              <a:gd name="connsiteX4799" fmla="*/ 7109116 w 9312201"/>
              <a:gd name="connsiteY4799" fmla="*/ 2226886 h 4927186"/>
              <a:gd name="connsiteX4800" fmla="*/ 7031757 w 9312201"/>
              <a:gd name="connsiteY4800" fmla="*/ 2226886 h 4927186"/>
              <a:gd name="connsiteX4801" fmla="*/ 7053577 w 9312201"/>
              <a:gd name="connsiteY4801" fmla="*/ 2248706 h 4927186"/>
              <a:gd name="connsiteX4802" fmla="*/ 7031757 w 9312201"/>
              <a:gd name="connsiteY4802" fmla="*/ 2270526 h 4927186"/>
              <a:gd name="connsiteX4803" fmla="*/ 7009937 w 9312201"/>
              <a:gd name="connsiteY4803" fmla="*/ 2248706 h 4927186"/>
              <a:gd name="connsiteX4804" fmla="*/ 7031757 w 9312201"/>
              <a:gd name="connsiteY4804" fmla="*/ 2226886 h 4927186"/>
              <a:gd name="connsiteX4805" fmla="*/ 6953736 w 9312201"/>
              <a:gd name="connsiteY4805" fmla="*/ 2226886 h 4927186"/>
              <a:gd name="connsiteX4806" fmla="*/ 6975556 w 9312201"/>
              <a:gd name="connsiteY4806" fmla="*/ 2248706 h 4927186"/>
              <a:gd name="connsiteX4807" fmla="*/ 6953736 w 9312201"/>
              <a:gd name="connsiteY4807" fmla="*/ 2270526 h 4927186"/>
              <a:gd name="connsiteX4808" fmla="*/ 6931916 w 9312201"/>
              <a:gd name="connsiteY4808" fmla="*/ 2248706 h 4927186"/>
              <a:gd name="connsiteX4809" fmla="*/ 6953736 w 9312201"/>
              <a:gd name="connsiteY4809" fmla="*/ 2226886 h 4927186"/>
              <a:gd name="connsiteX4810" fmla="*/ 6875716 w 9312201"/>
              <a:gd name="connsiteY4810" fmla="*/ 2226886 h 4927186"/>
              <a:gd name="connsiteX4811" fmla="*/ 6897536 w 9312201"/>
              <a:gd name="connsiteY4811" fmla="*/ 2248706 h 4927186"/>
              <a:gd name="connsiteX4812" fmla="*/ 6875716 w 9312201"/>
              <a:gd name="connsiteY4812" fmla="*/ 2270526 h 4927186"/>
              <a:gd name="connsiteX4813" fmla="*/ 6853896 w 9312201"/>
              <a:gd name="connsiteY4813" fmla="*/ 2248706 h 4927186"/>
              <a:gd name="connsiteX4814" fmla="*/ 6875716 w 9312201"/>
              <a:gd name="connsiteY4814" fmla="*/ 2226886 h 4927186"/>
              <a:gd name="connsiteX4815" fmla="*/ 6798356 w 9312201"/>
              <a:gd name="connsiteY4815" fmla="*/ 2226886 h 4927186"/>
              <a:gd name="connsiteX4816" fmla="*/ 6820837 w 9312201"/>
              <a:gd name="connsiteY4816" fmla="*/ 2248706 h 4927186"/>
              <a:gd name="connsiteX4817" fmla="*/ 6798356 w 9312201"/>
              <a:gd name="connsiteY4817" fmla="*/ 2270526 h 4927186"/>
              <a:gd name="connsiteX4818" fmla="*/ 6775875 w 9312201"/>
              <a:gd name="connsiteY4818" fmla="*/ 2248706 h 4927186"/>
              <a:gd name="connsiteX4819" fmla="*/ 6798356 w 9312201"/>
              <a:gd name="connsiteY4819" fmla="*/ 2226886 h 4927186"/>
              <a:gd name="connsiteX4820" fmla="*/ 6719675 w 9312201"/>
              <a:gd name="connsiteY4820" fmla="*/ 2226886 h 4927186"/>
              <a:gd name="connsiteX4821" fmla="*/ 6741495 w 9312201"/>
              <a:gd name="connsiteY4821" fmla="*/ 2248706 h 4927186"/>
              <a:gd name="connsiteX4822" fmla="*/ 6719675 w 9312201"/>
              <a:gd name="connsiteY4822" fmla="*/ 2270526 h 4927186"/>
              <a:gd name="connsiteX4823" fmla="*/ 6697855 w 9312201"/>
              <a:gd name="connsiteY4823" fmla="*/ 2248706 h 4927186"/>
              <a:gd name="connsiteX4824" fmla="*/ 6719675 w 9312201"/>
              <a:gd name="connsiteY4824" fmla="*/ 2226886 h 4927186"/>
              <a:gd name="connsiteX4825" fmla="*/ 6641655 w 9312201"/>
              <a:gd name="connsiteY4825" fmla="*/ 2226886 h 4927186"/>
              <a:gd name="connsiteX4826" fmla="*/ 6663475 w 9312201"/>
              <a:gd name="connsiteY4826" fmla="*/ 2248706 h 4927186"/>
              <a:gd name="connsiteX4827" fmla="*/ 6641655 w 9312201"/>
              <a:gd name="connsiteY4827" fmla="*/ 2270526 h 4927186"/>
              <a:gd name="connsiteX4828" fmla="*/ 6619835 w 9312201"/>
              <a:gd name="connsiteY4828" fmla="*/ 2248706 h 4927186"/>
              <a:gd name="connsiteX4829" fmla="*/ 6641655 w 9312201"/>
              <a:gd name="connsiteY4829" fmla="*/ 2226886 h 4927186"/>
              <a:gd name="connsiteX4830" fmla="*/ 6563634 w 9312201"/>
              <a:gd name="connsiteY4830" fmla="*/ 2226886 h 4927186"/>
              <a:gd name="connsiteX4831" fmla="*/ 6585454 w 9312201"/>
              <a:gd name="connsiteY4831" fmla="*/ 2248706 h 4927186"/>
              <a:gd name="connsiteX4832" fmla="*/ 6563634 w 9312201"/>
              <a:gd name="connsiteY4832" fmla="*/ 2270526 h 4927186"/>
              <a:gd name="connsiteX4833" fmla="*/ 6541814 w 9312201"/>
              <a:gd name="connsiteY4833" fmla="*/ 2248706 h 4927186"/>
              <a:gd name="connsiteX4834" fmla="*/ 6563634 w 9312201"/>
              <a:gd name="connsiteY4834" fmla="*/ 2226886 h 4927186"/>
              <a:gd name="connsiteX4835" fmla="*/ 6485613 w 9312201"/>
              <a:gd name="connsiteY4835" fmla="*/ 2226886 h 4927186"/>
              <a:gd name="connsiteX4836" fmla="*/ 6507433 w 9312201"/>
              <a:gd name="connsiteY4836" fmla="*/ 2248706 h 4927186"/>
              <a:gd name="connsiteX4837" fmla="*/ 6485613 w 9312201"/>
              <a:gd name="connsiteY4837" fmla="*/ 2270526 h 4927186"/>
              <a:gd name="connsiteX4838" fmla="*/ 6463793 w 9312201"/>
              <a:gd name="connsiteY4838" fmla="*/ 2248706 h 4927186"/>
              <a:gd name="connsiteX4839" fmla="*/ 6485613 w 9312201"/>
              <a:gd name="connsiteY4839" fmla="*/ 2226886 h 4927186"/>
              <a:gd name="connsiteX4840" fmla="*/ 6408916 w 9312201"/>
              <a:gd name="connsiteY4840" fmla="*/ 2226886 h 4927186"/>
              <a:gd name="connsiteX4841" fmla="*/ 6430736 w 9312201"/>
              <a:gd name="connsiteY4841" fmla="*/ 2248706 h 4927186"/>
              <a:gd name="connsiteX4842" fmla="*/ 6408916 w 9312201"/>
              <a:gd name="connsiteY4842" fmla="*/ 2270526 h 4927186"/>
              <a:gd name="connsiteX4843" fmla="*/ 6387096 w 9312201"/>
              <a:gd name="connsiteY4843" fmla="*/ 2248706 h 4927186"/>
              <a:gd name="connsiteX4844" fmla="*/ 6408916 w 9312201"/>
              <a:gd name="connsiteY4844" fmla="*/ 2226886 h 4927186"/>
              <a:gd name="connsiteX4845" fmla="*/ 6330896 w 9312201"/>
              <a:gd name="connsiteY4845" fmla="*/ 2226886 h 4927186"/>
              <a:gd name="connsiteX4846" fmla="*/ 6352716 w 9312201"/>
              <a:gd name="connsiteY4846" fmla="*/ 2248706 h 4927186"/>
              <a:gd name="connsiteX4847" fmla="*/ 6330896 w 9312201"/>
              <a:gd name="connsiteY4847" fmla="*/ 2270526 h 4927186"/>
              <a:gd name="connsiteX4848" fmla="*/ 6309076 w 9312201"/>
              <a:gd name="connsiteY4848" fmla="*/ 2248706 h 4927186"/>
              <a:gd name="connsiteX4849" fmla="*/ 6330896 w 9312201"/>
              <a:gd name="connsiteY4849" fmla="*/ 2226886 h 4927186"/>
              <a:gd name="connsiteX4850" fmla="*/ 6252875 w 9312201"/>
              <a:gd name="connsiteY4850" fmla="*/ 2226886 h 4927186"/>
              <a:gd name="connsiteX4851" fmla="*/ 6274695 w 9312201"/>
              <a:gd name="connsiteY4851" fmla="*/ 2248706 h 4927186"/>
              <a:gd name="connsiteX4852" fmla="*/ 6252875 w 9312201"/>
              <a:gd name="connsiteY4852" fmla="*/ 2270526 h 4927186"/>
              <a:gd name="connsiteX4853" fmla="*/ 6231055 w 9312201"/>
              <a:gd name="connsiteY4853" fmla="*/ 2248706 h 4927186"/>
              <a:gd name="connsiteX4854" fmla="*/ 6252875 w 9312201"/>
              <a:gd name="connsiteY4854" fmla="*/ 2226886 h 4927186"/>
              <a:gd name="connsiteX4855" fmla="*/ 6174854 w 9312201"/>
              <a:gd name="connsiteY4855" fmla="*/ 2226886 h 4927186"/>
              <a:gd name="connsiteX4856" fmla="*/ 6196674 w 9312201"/>
              <a:gd name="connsiteY4856" fmla="*/ 2248706 h 4927186"/>
              <a:gd name="connsiteX4857" fmla="*/ 6174854 w 9312201"/>
              <a:gd name="connsiteY4857" fmla="*/ 2270526 h 4927186"/>
              <a:gd name="connsiteX4858" fmla="*/ 6153034 w 9312201"/>
              <a:gd name="connsiteY4858" fmla="*/ 2248706 h 4927186"/>
              <a:gd name="connsiteX4859" fmla="*/ 6174854 w 9312201"/>
              <a:gd name="connsiteY4859" fmla="*/ 2226886 h 4927186"/>
              <a:gd name="connsiteX4860" fmla="*/ 6096834 w 9312201"/>
              <a:gd name="connsiteY4860" fmla="*/ 2226886 h 4927186"/>
              <a:gd name="connsiteX4861" fmla="*/ 6118654 w 9312201"/>
              <a:gd name="connsiteY4861" fmla="*/ 2248706 h 4927186"/>
              <a:gd name="connsiteX4862" fmla="*/ 6096834 w 9312201"/>
              <a:gd name="connsiteY4862" fmla="*/ 2270526 h 4927186"/>
              <a:gd name="connsiteX4863" fmla="*/ 6075014 w 9312201"/>
              <a:gd name="connsiteY4863" fmla="*/ 2248706 h 4927186"/>
              <a:gd name="connsiteX4864" fmla="*/ 6096834 w 9312201"/>
              <a:gd name="connsiteY4864" fmla="*/ 2226886 h 4927186"/>
              <a:gd name="connsiteX4865" fmla="*/ 6018814 w 9312201"/>
              <a:gd name="connsiteY4865" fmla="*/ 2226886 h 4927186"/>
              <a:gd name="connsiteX4866" fmla="*/ 6040634 w 9312201"/>
              <a:gd name="connsiteY4866" fmla="*/ 2248706 h 4927186"/>
              <a:gd name="connsiteX4867" fmla="*/ 6018814 w 9312201"/>
              <a:gd name="connsiteY4867" fmla="*/ 2270526 h 4927186"/>
              <a:gd name="connsiteX4868" fmla="*/ 5996994 w 9312201"/>
              <a:gd name="connsiteY4868" fmla="*/ 2248706 h 4927186"/>
              <a:gd name="connsiteX4869" fmla="*/ 6018814 w 9312201"/>
              <a:gd name="connsiteY4869" fmla="*/ 2226886 h 4927186"/>
              <a:gd name="connsiteX4870" fmla="*/ 5940793 w 9312201"/>
              <a:gd name="connsiteY4870" fmla="*/ 2226886 h 4927186"/>
              <a:gd name="connsiteX4871" fmla="*/ 5962613 w 9312201"/>
              <a:gd name="connsiteY4871" fmla="*/ 2248706 h 4927186"/>
              <a:gd name="connsiteX4872" fmla="*/ 5940793 w 9312201"/>
              <a:gd name="connsiteY4872" fmla="*/ 2270526 h 4927186"/>
              <a:gd name="connsiteX4873" fmla="*/ 5918973 w 9312201"/>
              <a:gd name="connsiteY4873" fmla="*/ 2248706 h 4927186"/>
              <a:gd name="connsiteX4874" fmla="*/ 5940793 w 9312201"/>
              <a:gd name="connsiteY4874" fmla="*/ 2226886 h 4927186"/>
              <a:gd name="connsiteX4875" fmla="*/ 5862773 w 9312201"/>
              <a:gd name="connsiteY4875" fmla="*/ 2226886 h 4927186"/>
              <a:gd name="connsiteX4876" fmla="*/ 5884593 w 9312201"/>
              <a:gd name="connsiteY4876" fmla="*/ 2248706 h 4927186"/>
              <a:gd name="connsiteX4877" fmla="*/ 5862773 w 9312201"/>
              <a:gd name="connsiteY4877" fmla="*/ 2270526 h 4927186"/>
              <a:gd name="connsiteX4878" fmla="*/ 5840953 w 9312201"/>
              <a:gd name="connsiteY4878" fmla="*/ 2248706 h 4927186"/>
              <a:gd name="connsiteX4879" fmla="*/ 5862773 w 9312201"/>
              <a:gd name="connsiteY4879" fmla="*/ 2226886 h 4927186"/>
              <a:gd name="connsiteX4880" fmla="*/ 5785413 w 9312201"/>
              <a:gd name="connsiteY4880" fmla="*/ 2226886 h 4927186"/>
              <a:gd name="connsiteX4881" fmla="*/ 5807894 w 9312201"/>
              <a:gd name="connsiteY4881" fmla="*/ 2248706 h 4927186"/>
              <a:gd name="connsiteX4882" fmla="*/ 5785413 w 9312201"/>
              <a:gd name="connsiteY4882" fmla="*/ 2270526 h 4927186"/>
              <a:gd name="connsiteX4883" fmla="*/ 5762932 w 9312201"/>
              <a:gd name="connsiteY4883" fmla="*/ 2248706 h 4927186"/>
              <a:gd name="connsiteX4884" fmla="*/ 5785413 w 9312201"/>
              <a:gd name="connsiteY4884" fmla="*/ 2226886 h 4927186"/>
              <a:gd name="connsiteX4885" fmla="*/ 5708054 w 9312201"/>
              <a:gd name="connsiteY4885" fmla="*/ 2226886 h 4927186"/>
              <a:gd name="connsiteX4886" fmla="*/ 5729874 w 9312201"/>
              <a:gd name="connsiteY4886" fmla="*/ 2248706 h 4927186"/>
              <a:gd name="connsiteX4887" fmla="*/ 5708054 w 9312201"/>
              <a:gd name="connsiteY4887" fmla="*/ 2270526 h 4927186"/>
              <a:gd name="connsiteX4888" fmla="*/ 5686234 w 9312201"/>
              <a:gd name="connsiteY4888" fmla="*/ 2248706 h 4927186"/>
              <a:gd name="connsiteX4889" fmla="*/ 5708054 w 9312201"/>
              <a:gd name="connsiteY4889" fmla="*/ 2226886 h 4927186"/>
              <a:gd name="connsiteX4890" fmla="*/ 5630034 w 9312201"/>
              <a:gd name="connsiteY4890" fmla="*/ 2226886 h 4927186"/>
              <a:gd name="connsiteX4891" fmla="*/ 5651854 w 9312201"/>
              <a:gd name="connsiteY4891" fmla="*/ 2248706 h 4927186"/>
              <a:gd name="connsiteX4892" fmla="*/ 5630034 w 9312201"/>
              <a:gd name="connsiteY4892" fmla="*/ 2270526 h 4927186"/>
              <a:gd name="connsiteX4893" fmla="*/ 5608214 w 9312201"/>
              <a:gd name="connsiteY4893" fmla="*/ 2248706 h 4927186"/>
              <a:gd name="connsiteX4894" fmla="*/ 5630034 w 9312201"/>
              <a:gd name="connsiteY4894" fmla="*/ 2226886 h 4927186"/>
              <a:gd name="connsiteX4895" fmla="*/ 5552013 w 9312201"/>
              <a:gd name="connsiteY4895" fmla="*/ 2226886 h 4927186"/>
              <a:gd name="connsiteX4896" fmla="*/ 5573833 w 9312201"/>
              <a:gd name="connsiteY4896" fmla="*/ 2248706 h 4927186"/>
              <a:gd name="connsiteX4897" fmla="*/ 5552013 w 9312201"/>
              <a:gd name="connsiteY4897" fmla="*/ 2270526 h 4927186"/>
              <a:gd name="connsiteX4898" fmla="*/ 5530193 w 9312201"/>
              <a:gd name="connsiteY4898" fmla="*/ 2248706 h 4927186"/>
              <a:gd name="connsiteX4899" fmla="*/ 5552013 w 9312201"/>
              <a:gd name="connsiteY4899" fmla="*/ 2226886 h 4927186"/>
              <a:gd name="connsiteX4900" fmla="*/ 5473331 w 9312201"/>
              <a:gd name="connsiteY4900" fmla="*/ 2226886 h 4927186"/>
              <a:gd name="connsiteX4901" fmla="*/ 5495812 w 9312201"/>
              <a:gd name="connsiteY4901" fmla="*/ 2248706 h 4927186"/>
              <a:gd name="connsiteX4902" fmla="*/ 5473331 w 9312201"/>
              <a:gd name="connsiteY4902" fmla="*/ 2270526 h 4927186"/>
              <a:gd name="connsiteX4903" fmla="*/ 5450850 w 9312201"/>
              <a:gd name="connsiteY4903" fmla="*/ 2248706 h 4927186"/>
              <a:gd name="connsiteX4904" fmla="*/ 5473331 w 9312201"/>
              <a:gd name="connsiteY4904" fmla="*/ 2226886 h 4927186"/>
              <a:gd name="connsiteX4905" fmla="*/ 5395972 w 9312201"/>
              <a:gd name="connsiteY4905" fmla="*/ 2226886 h 4927186"/>
              <a:gd name="connsiteX4906" fmla="*/ 5417792 w 9312201"/>
              <a:gd name="connsiteY4906" fmla="*/ 2248706 h 4927186"/>
              <a:gd name="connsiteX4907" fmla="*/ 5395972 w 9312201"/>
              <a:gd name="connsiteY4907" fmla="*/ 2270526 h 4927186"/>
              <a:gd name="connsiteX4908" fmla="*/ 5374152 w 9312201"/>
              <a:gd name="connsiteY4908" fmla="*/ 2248706 h 4927186"/>
              <a:gd name="connsiteX4909" fmla="*/ 5395972 w 9312201"/>
              <a:gd name="connsiteY4909" fmla="*/ 2226886 h 4927186"/>
              <a:gd name="connsiteX4910" fmla="*/ 5317953 w 9312201"/>
              <a:gd name="connsiteY4910" fmla="*/ 2226886 h 4927186"/>
              <a:gd name="connsiteX4911" fmla="*/ 5339773 w 9312201"/>
              <a:gd name="connsiteY4911" fmla="*/ 2248706 h 4927186"/>
              <a:gd name="connsiteX4912" fmla="*/ 5317953 w 9312201"/>
              <a:gd name="connsiteY4912" fmla="*/ 2270526 h 4927186"/>
              <a:gd name="connsiteX4913" fmla="*/ 5296133 w 9312201"/>
              <a:gd name="connsiteY4913" fmla="*/ 2248706 h 4927186"/>
              <a:gd name="connsiteX4914" fmla="*/ 5317953 w 9312201"/>
              <a:gd name="connsiteY4914" fmla="*/ 2226886 h 4927186"/>
              <a:gd name="connsiteX4915" fmla="*/ 5239931 w 9312201"/>
              <a:gd name="connsiteY4915" fmla="*/ 2226886 h 4927186"/>
              <a:gd name="connsiteX4916" fmla="*/ 5261751 w 9312201"/>
              <a:gd name="connsiteY4916" fmla="*/ 2248706 h 4927186"/>
              <a:gd name="connsiteX4917" fmla="*/ 5239931 w 9312201"/>
              <a:gd name="connsiteY4917" fmla="*/ 2270526 h 4927186"/>
              <a:gd name="connsiteX4918" fmla="*/ 5218111 w 9312201"/>
              <a:gd name="connsiteY4918" fmla="*/ 2248706 h 4927186"/>
              <a:gd name="connsiteX4919" fmla="*/ 5239931 w 9312201"/>
              <a:gd name="connsiteY4919" fmla="*/ 2226886 h 4927186"/>
              <a:gd name="connsiteX4920" fmla="*/ 4617091 w 9312201"/>
              <a:gd name="connsiteY4920" fmla="*/ 2226886 h 4927186"/>
              <a:gd name="connsiteX4921" fmla="*/ 4638911 w 9312201"/>
              <a:gd name="connsiteY4921" fmla="*/ 2248706 h 4927186"/>
              <a:gd name="connsiteX4922" fmla="*/ 4617091 w 9312201"/>
              <a:gd name="connsiteY4922" fmla="*/ 2270526 h 4927186"/>
              <a:gd name="connsiteX4923" fmla="*/ 4595271 w 9312201"/>
              <a:gd name="connsiteY4923" fmla="*/ 2248706 h 4927186"/>
              <a:gd name="connsiteX4924" fmla="*/ 4617091 w 9312201"/>
              <a:gd name="connsiteY4924" fmla="*/ 2226886 h 4927186"/>
              <a:gd name="connsiteX4925" fmla="*/ 4539070 w 9312201"/>
              <a:gd name="connsiteY4925" fmla="*/ 2226886 h 4927186"/>
              <a:gd name="connsiteX4926" fmla="*/ 4560890 w 9312201"/>
              <a:gd name="connsiteY4926" fmla="*/ 2248706 h 4927186"/>
              <a:gd name="connsiteX4927" fmla="*/ 4539070 w 9312201"/>
              <a:gd name="connsiteY4927" fmla="*/ 2270526 h 4927186"/>
              <a:gd name="connsiteX4928" fmla="*/ 4517250 w 9312201"/>
              <a:gd name="connsiteY4928" fmla="*/ 2248706 h 4927186"/>
              <a:gd name="connsiteX4929" fmla="*/ 4539070 w 9312201"/>
              <a:gd name="connsiteY4929" fmla="*/ 2226886 h 4927186"/>
              <a:gd name="connsiteX4930" fmla="*/ 4461711 w 9312201"/>
              <a:gd name="connsiteY4930" fmla="*/ 2226886 h 4927186"/>
              <a:gd name="connsiteX4931" fmla="*/ 4484192 w 9312201"/>
              <a:gd name="connsiteY4931" fmla="*/ 2248706 h 4927186"/>
              <a:gd name="connsiteX4932" fmla="*/ 4461711 w 9312201"/>
              <a:gd name="connsiteY4932" fmla="*/ 2270526 h 4927186"/>
              <a:gd name="connsiteX4933" fmla="*/ 4439230 w 9312201"/>
              <a:gd name="connsiteY4933" fmla="*/ 2248706 h 4927186"/>
              <a:gd name="connsiteX4934" fmla="*/ 4461711 w 9312201"/>
              <a:gd name="connsiteY4934" fmla="*/ 2226886 h 4927186"/>
              <a:gd name="connsiteX4935" fmla="*/ 4384351 w 9312201"/>
              <a:gd name="connsiteY4935" fmla="*/ 2226886 h 4927186"/>
              <a:gd name="connsiteX4936" fmla="*/ 4406171 w 9312201"/>
              <a:gd name="connsiteY4936" fmla="*/ 2248706 h 4927186"/>
              <a:gd name="connsiteX4937" fmla="*/ 4384351 w 9312201"/>
              <a:gd name="connsiteY4937" fmla="*/ 2270526 h 4927186"/>
              <a:gd name="connsiteX4938" fmla="*/ 4362531 w 9312201"/>
              <a:gd name="connsiteY4938" fmla="*/ 2248706 h 4927186"/>
              <a:gd name="connsiteX4939" fmla="*/ 4384351 w 9312201"/>
              <a:gd name="connsiteY4939" fmla="*/ 2226886 h 4927186"/>
              <a:gd name="connsiteX4940" fmla="*/ 4305009 w 9312201"/>
              <a:gd name="connsiteY4940" fmla="*/ 2226886 h 4927186"/>
              <a:gd name="connsiteX4941" fmla="*/ 4326829 w 9312201"/>
              <a:gd name="connsiteY4941" fmla="*/ 2248706 h 4927186"/>
              <a:gd name="connsiteX4942" fmla="*/ 4305009 w 9312201"/>
              <a:gd name="connsiteY4942" fmla="*/ 2270526 h 4927186"/>
              <a:gd name="connsiteX4943" fmla="*/ 4283189 w 9312201"/>
              <a:gd name="connsiteY4943" fmla="*/ 2248706 h 4927186"/>
              <a:gd name="connsiteX4944" fmla="*/ 4305009 w 9312201"/>
              <a:gd name="connsiteY4944" fmla="*/ 2226886 h 4927186"/>
              <a:gd name="connsiteX4945" fmla="*/ 4226989 w 9312201"/>
              <a:gd name="connsiteY4945" fmla="*/ 2226886 h 4927186"/>
              <a:gd name="connsiteX4946" fmla="*/ 4248809 w 9312201"/>
              <a:gd name="connsiteY4946" fmla="*/ 2248706 h 4927186"/>
              <a:gd name="connsiteX4947" fmla="*/ 4226989 w 9312201"/>
              <a:gd name="connsiteY4947" fmla="*/ 2270526 h 4927186"/>
              <a:gd name="connsiteX4948" fmla="*/ 4205169 w 9312201"/>
              <a:gd name="connsiteY4948" fmla="*/ 2248706 h 4927186"/>
              <a:gd name="connsiteX4949" fmla="*/ 4226989 w 9312201"/>
              <a:gd name="connsiteY4949" fmla="*/ 2226886 h 4927186"/>
              <a:gd name="connsiteX4950" fmla="*/ 2358465 w 9312201"/>
              <a:gd name="connsiteY4950" fmla="*/ 2226886 h 4927186"/>
              <a:gd name="connsiteX4951" fmla="*/ 2380285 w 9312201"/>
              <a:gd name="connsiteY4951" fmla="*/ 2248706 h 4927186"/>
              <a:gd name="connsiteX4952" fmla="*/ 2358465 w 9312201"/>
              <a:gd name="connsiteY4952" fmla="*/ 2270526 h 4927186"/>
              <a:gd name="connsiteX4953" fmla="*/ 2336645 w 9312201"/>
              <a:gd name="connsiteY4953" fmla="*/ 2248706 h 4927186"/>
              <a:gd name="connsiteX4954" fmla="*/ 2358465 w 9312201"/>
              <a:gd name="connsiteY4954" fmla="*/ 2226886 h 4927186"/>
              <a:gd name="connsiteX4955" fmla="*/ 2280445 w 9312201"/>
              <a:gd name="connsiteY4955" fmla="*/ 2226886 h 4927186"/>
              <a:gd name="connsiteX4956" fmla="*/ 2302265 w 9312201"/>
              <a:gd name="connsiteY4956" fmla="*/ 2248706 h 4927186"/>
              <a:gd name="connsiteX4957" fmla="*/ 2280445 w 9312201"/>
              <a:gd name="connsiteY4957" fmla="*/ 2270526 h 4927186"/>
              <a:gd name="connsiteX4958" fmla="*/ 2258625 w 9312201"/>
              <a:gd name="connsiteY4958" fmla="*/ 2248706 h 4927186"/>
              <a:gd name="connsiteX4959" fmla="*/ 2280445 w 9312201"/>
              <a:gd name="connsiteY4959" fmla="*/ 2226886 h 4927186"/>
              <a:gd name="connsiteX4960" fmla="*/ 2203086 w 9312201"/>
              <a:gd name="connsiteY4960" fmla="*/ 2226886 h 4927186"/>
              <a:gd name="connsiteX4961" fmla="*/ 2225567 w 9312201"/>
              <a:gd name="connsiteY4961" fmla="*/ 2248706 h 4927186"/>
              <a:gd name="connsiteX4962" fmla="*/ 2203086 w 9312201"/>
              <a:gd name="connsiteY4962" fmla="*/ 2270526 h 4927186"/>
              <a:gd name="connsiteX4963" fmla="*/ 2180605 w 9312201"/>
              <a:gd name="connsiteY4963" fmla="*/ 2248706 h 4927186"/>
              <a:gd name="connsiteX4964" fmla="*/ 2203086 w 9312201"/>
              <a:gd name="connsiteY4964" fmla="*/ 2226886 h 4927186"/>
              <a:gd name="connsiteX4965" fmla="*/ 2125727 w 9312201"/>
              <a:gd name="connsiteY4965" fmla="*/ 2226886 h 4927186"/>
              <a:gd name="connsiteX4966" fmla="*/ 2147547 w 9312201"/>
              <a:gd name="connsiteY4966" fmla="*/ 2248706 h 4927186"/>
              <a:gd name="connsiteX4967" fmla="*/ 2125727 w 9312201"/>
              <a:gd name="connsiteY4967" fmla="*/ 2270526 h 4927186"/>
              <a:gd name="connsiteX4968" fmla="*/ 2103907 w 9312201"/>
              <a:gd name="connsiteY4968" fmla="*/ 2248706 h 4927186"/>
              <a:gd name="connsiteX4969" fmla="*/ 2125727 w 9312201"/>
              <a:gd name="connsiteY4969" fmla="*/ 2226886 h 4927186"/>
              <a:gd name="connsiteX4970" fmla="*/ 2047706 w 9312201"/>
              <a:gd name="connsiteY4970" fmla="*/ 2226886 h 4927186"/>
              <a:gd name="connsiteX4971" fmla="*/ 2069526 w 9312201"/>
              <a:gd name="connsiteY4971" fmla="*/ 2248706 h 4927186"/>
              <a:gd name="connsiteX4972" fmla="*/ 2047706 w 9312201"/>
              <a:gd name="connsiteY4972" fmla="*/ 2270526 h 4927186"/>
              <a:gd name="connsiteX4973" fmla="*/ 2025886 w 9312201"/>
              <a:gd name="connsiteY4973" fmla="*/ 2248706 h 4927186"/>
              <a:gd name="connsiteX4974" fmla="*/ 2047706 w 9312201"/>
              <a:gd name="connsiteY4974" fmla="*/ 2226886 h 4927186"/>
              <a:gd name="connsiteX4975" fmla="*/ 1968363 w 9312201"/>
              <a:gd name="connsiteY4975" fmla="*/ 2226886 h 4927186"/>
              <a:gd name="connsiteX4976" fmla="*/ 1990183 w 9312201"/>
              <a:gd name="connsiteY4976" fmla="*/ 2248706 h 4927186"/>
              <a:gd name="connsiteX4977" fmla="*/ 1968363 w 9312201"/>
              <a:gd name="connsiteY4977" fmla="*/ 2270526 h 4927186"/>
              <a:gd name="connsiteX4978" fmla="*/ 1946543 w 9312201"/>
              <a:gd name="connsiteY4978" fmla="*/ 2248706 h 4927186"/>
              <a:gd name="connsiteX4979" fmla="*/ 1968363 w 9312201"/>
              <a:gd name="connsiteY4979" fmla="*/ 2226886 h 4927186"/>
              <a:gd name="connsiteX4980" fmla="*/ 1891011 w 9312201"/>
              <a:gd name="connsiteY4980" fmla="*/ 2226886 h 4927186"/>
              <a:gd name="connsiteX4981" fmla="*/ 1913495 w 9312201"/>
              <a:gd name="connsiteY4981" fmla="*/ 2248706 h 4927186"/>
              <a:gd name="connsiteX4982" fmla="*/ 1891011 w 9312201"/>
              <a:gd name="connsiteY4982" fmla="*/ 2270526 h 4927186"/>
              <a:gd name="connsiteX4983" fmla="*/ 1868529 w 9312201"/>
              <a:gd name="connsiteY4983" fmla="*/ 2248706 h 4927186"/>
              <a:gd name="connsiteX4984" fmla="*/ 1891011 w 9312201"/>
              <a:gd name="connsiteY4984" fmla="*/ 2226886 h 4927186"/>
              <a:gd name="connsiteX4985" fmla="*/ 1813657 w 9312201"/>
              <a:gd name="connsiteY4985" fmla="*/ 2226886 h 4927186"/>
              <a:gd name="connsiteX4986" fmla="*/ 1835474 w 9312201"/>
              <a:gd name="connsiteY4986" fmla="*/ 2248706 h 4927186"/>
              <a:gd name="connsiteX4987" fmla="*/ 1813657 w 9312201"/>
              <a:gd name="connsiteY4987" fmla="*/ 2270526 h 4927186"/>
              <a:gd name="connsiteX4988" fmla="*/ 1791833 w 9312201"/>
              <a:gd name="connsiteY4988" fmla="*/ 2248706 h 4927186"/>
              <a:gd name="connsiteX4989" fmla="*/ 1813657 w 9312201"/>
              <a:gd name="connsiteY4989" fmla="*/ 2226886 h 4927186"/>
              <a:gd name="connsiteX4990" fmla="*/ 1735633 w 9312201"/>
              <a:gd name="connsiteY4990" fmla="*/ 2226886 h 4927186"/>
              <a:gd name="connsiteX4991" fmla="*/ 1757457 w 9312201"/>
              <a:gd name="connsiteY4991" fmla="*/ 2248706 h 4927186"/>
              <a:gd name="connsiteX4992" fmla="*/ 1735633 w 9312201"/>
              <a:gd name="connsiteY4992" fmla="*/ 2270526 h 4927186"/>
              <a:gd name="connsiteX4993" fmla="*/ 1713819 w 9312201"/>
              <a:gd name="connsiteY4993" fmla="*/ 2248706 h 4927186"/>
              <a:gd name="connsiteX4994" fmla="*/ 1735633 w 9312201"/>
              <a:gd name="connsiteY4994" fmla="*/ 2226886 h 4927186"/>
              <a:gd name="connsiteX4995" fmla="*/ 1657611 w 9312201"/>
              <a:gd name="connsiteY4995" fmla="*/ 2226886 h 4927186"/>
              <a:gd name="connsiteX4996" fmla="*/ 1679436 w 9312201"/>
              <a:gd name="connsiteY4996" fmla="*/ 2248706 h 4927186"/>
              <a:gd name="connsiteX4997" fmla="*/ 1657611 w 9312201"/>
              <a:gd name="connsiteY4997" fmla="*/ 2270526 h 4927186"/>
              <a:gd name="connsiteX4998" fmla="*/ 1635796 w 9312201"/>
              <a:gd name="connsiteY4998" fmla="*/ 2248706 h 4927186"/>
              <a:gd name="connsiteX4999" fmla="*/ 1657611 w 9312201"/>
              <a:gd name="connsiteY4999" fmla="*/ 2226886 h 4927186"/>
              <a:gd name="connsiteX5000" fmla="*/ 1580257 w 9312201"/>
              <a:gd name="connsiteY5000" fmla="*/ 2226886 h 4927186"/>
              <a:gd name="connsiteX5001" fmla="*/ 1602734 w 9312201"/>
              <a:gd name="connsiteY5001" fmla="*/ 2248706 h 4927186"/>
              <a:gd name="connsiteX5002" fmla="*/ 1580257 w 9312201"/>
              <a:gd name="connsiteY5002" fmla="*/ 2270526 h 4927186"/>
              <a:gd name="connsiteX5003" fmla="*/ 1557771 w 9312201"/>
              <a:gd name="connsiteY5003" fmla="*/ 2248706 h 4927186"/>
              <a:gd name="connsiteX5004" fmla="*/ 1580257 w 9312201"/>
              <a:gd name="connsiteY5004" fmla="*/ 2226886 h 4927186"/>
              <a:gd name="connsiteX5005" fmla="*/ 1502899 w 9312201"/>
              <a:gd name="connsiteY5005" fmla="*/ 2226886 h 4927186"/>
              <a:gd name="connsiteX5006" fmla="*/ 1524717 w 9312201"/>
              <a:gd name="connsiteY5006" fmla="*/ 2248706 h 4927186"/>
              <a:gd name="connsiteX5007" fmla="*/ 1502899 w 9312201"/>
              <a:gd name="connsiteY5007" fmla="*/ 2270526 h 4927186"/>
              <a:gd name="connsiteX5008" fmla="*/ 1481077 w 9312201"/>
              <a:gd name="connsiteY5008" fmla="*/ 2248706 h 4927186"/>
              <a:gd name="connsiteX5009" fmla="*/ 1502899 w 9312201"/>
              <a:gd name="connsiteY5009" fmla="*/ 2226886 h 4927186"/>
              <a:gd name="connsiteX5010" fmla="*/ 1424212 w 9312201"/>
              <a:gd name="connsiteY5010" fmla="*/ 2226886 h 4927186"/>
              <a:gd name="connsiteX5011" fmla="*/ 1446695 w 9312201"/>
              <a:gd name="connsiteY5011" fmla="*/ 2248706 h 4927186"/>
              <a:gd name="connsiteX5012" fmla="*/ 1424212 w 9312201"/>
              <a:gd name="connsiteY5012" fmla="*/ 2270526 h 4927186"/>
              <a:gd name="connsiteX5013" fmla="*/ 1401732 w 9312201"/>
              <a:gd name="connsiteY5013" fmla="*/ 2248706 h 4927186"/>
              <a:gd name="connsiteX5014" fmla="*/ 1424212 w 9312201"/>
              <a:gd name="connsiteY5014" fmla="*/ 2226886 h 4927186"/>
              <a:gd name="connsiteX5015" fmla="*/ 1345532 w 9312201"/>
              <a:gd name="connsiteY5015" fmla="*/ 2226886 h 4927186"/>
              <a:gd name="connsiteX5016" fmla="*/ 1367350 w 9312201"/>
              <a:gd name="connsiteY5016" fmla="*/ 2248706 h 4927186"/>
              <a:gd name="connsiteX5017" fmla="*/ 1345532 w 9312201"/>
              <a:gd name="connsiteY5017" fmla="*/ 2270526 h 4927186"/>
              <a:gd name="connsiteX5018" fmla="*/ 1323709 w 9312201"/>
              <a:gd name="connsiteY5018" fmla="*/ 2248706 h 4927186"/>
              <a:gd name="connsiteX5019" fmla="*/ 1345532 w 9312201"/>
              <a:gd name="connsiteY5019" fmla="*/ 2226886 h 4927186"/>
              <a:gd name="connsiteX5020" fmla="*/ 1268169 w 9312201"/>
              <a:gd name="connsiteY5020" fmla="*/ 2226886 h 4927186"/>
              <a:gd name="connsiteX5021" fmla="*/ 1290660 w 9312201"/>
              <a:gd name="connsiteY5021" fmla="*/ 2248706 h 4927186"/>
              <a:gd name="connsiteX5022" fmla="*/ 1268169 w 9312201"/>
              <a:gd name="connsiteY5022" fmla="*/ 2270526 h 4927186"/>
              <a:gd name="connsiteX5023" fmla="*/ 1245691 w 9312201"/>
              <a:gd name="connsiteY5023" fmla="*/ 2248706 h 4927186"/>
              <a:gd name="connsiteX5024" fmla="*/ 1268169 w 9312201"/>
              <a:gd name="connsiteY5024" fmla="*/ 2226886 h 4927186"/>
              <a:gd name="connsiteX5025" fmla="*/ 8044700 w 9312201"/>
              <a:gd name="connsiteY5025" fmla="*/ 2148866 h 4927186"/>
              <a:gd name="connsiteX5026" fmla="*/ 8066520 w 9312201"/>
              <a:gd name="connsiteY5026" fmla="*/ 2170686 h 4927186"/>
              <a:gd name="connsiteX5027" fmla="*/ 8044700 w 9312201"/>
              <a:gd name="connsiteY5027" fmla="*/ 2192506 h 4927186"/>
              <a:gd name="connsiteX5028" fmla="*/ 8022880 w 9312201"/>
              <a:gd name="connsiteY5028" fmla="*/ 2170686 h 4927186"/>
              <a:gd name="connsiteX5029" fmla="*/ 8044700 w 9312201"/>
              <a:gd name="connsiteY5029" fmla="*/ 2148866 h 4927186"/>
              <a:gd name="connsiteX5030" fmla="*/ 7966679 w 9312201"/>
              <a:gd name="connsiteY5030" fmla="*/ 2148866 h 4927186"/>
              <a:gd name="connsiteX5031" fmla="*/ 7988499 w 9312201"/>
              <a:gd name="connsiteY5031" fmla="*/ 2170686 h 4927186"/>
              <a:gd name="connsiteX5032" fmla="*/ 7966679 w 9312201"/>
              <a:gd name="connsiteY5032" fmla="*/ 2192506 h 4927186"/>
              <a:gd name="connsiteX5033" fmla="*/ 7944859 w 9312201"/>
              <a:gd name="connsiteY5033" fmla="*/ 2170686 h 4927186"/>
              <a:gd name="connsiteX5034" fmla="*/ 7966679 w 9312201"/>
              <a:gd name="connsiteY5034" fmla="*/ 2148866 h 4927186"/>
              <a:gd name="connsiteX5035" fmla="*/ 7731957 w 9312201"/>
              <a:gd name="connsiteY5035" fmla="*/ 2148866 h 4927186"/>
              <a:gd name="connsiteX5036" fmla="*/ 7754438 w 9312201"/>
              <a:gd name="connsiteY5036" fmla="*/ 2170686 h 4927186"/>
              <a:gd name="connsiteX5037" fmla="*/ 7731957 w 9312201"/>
              <a:gd name="connsiteY5037" fmla="*/ 2192506 h 4927186"/>
              <a:gd name="connsiteX5038" fmla="*/ 7709476 w 9312201"/>
              <a:gd name="connsiteY5038" fmla="*/ 2170686 h 4927186"/>
              <a:gd name="connsiteX5039" fmla="*/ 7731957 w 9312201"/>
              <a:gd name="connsiteY5039" fmla="*/ 2148866 h 4927186"/>
              <a:gd name="connsiteX5040" fmla="*/ 7654597 w 9312201"/>
              <a:gd name="connsiteY5040" fmla="*/ 2148866 h 4927186"/>
              <a:gd name="connsiteX5041" fmla="*/ 7676417 w 9312201"/>
              <a:gd name="connsiteY5041" fmla="*/ 2170686 h 4927186"/>
              <a:gd name="connsiteX5042" fmla="*/ 7654597 w 9312201"/>
              <a:gd name="connsiteY5042" fmla="*/ 2192506 h 4927186"/>
              <a:gd name="connsiteX5043" fmla="*/ 7632777 w 9312201"/>
              <a:gd name="connsiteY5043" fmla="*/ 2170686 h 4927186"/>
              <a:gd name="connsiteX5044" fmla="*/ 7654597 w 9312201"/>
              <a:gd name="connsiteY5044" fmla="*/ 2148866 h 4927186"/>
              <a:gd name="connsiteX5045" fmla="*/ 7498556 w 9312201"/>
              <a:gd name="connsiteY5045" fmla="*/ 2148866 h 4927186"/>
              <a:gd name="connsiteX5046" fmla="*/ 7520376 w 9312201"/>
              <a:gd name="connsiteY5046" fmla="*/ 2170686 h 4927186"/>
              <a:gd name="connsiteX5047" fmla="*/ 7498556 w 9312201"/>
              <a:gd name="connsiteY5047" fmla="*/ 2192506 h 4927186"/>
              <a:gd name="connsiteX5048" fmla="*/ 7476736 w 9312201"/>
              <a:gd name="connsiteY5048" fmla="*/ 2170686 h 4927186"/>
              <a:gd name="connsiteX5049" fmla="*/ 7498556 w 9312201"/>
              <a:gd name="connsiteY5049" fmla="*/ 2148866 h 4927186"/>
              <a:gd name="connsiteX5050" fmla="*/ 7421198 w 9312201"/>
              <a:gd name="connsiteY5050" fmla="*/ 2148866 h 4927186"/>
              <a:gd name="connsiteX5051" fmla="*/ 7443679 w 9312201"/>
              <a:gd name="connsiteY5051" fmla="*/ 2170686 h 4927186"/>
              <a:gd name="connsiteX5052" fmla="*/ 7421198 w 9312201"/>
              <a:gd name="connsiteY5052" fmla="*/ 2192506 h 4927186"/>
              <a:gd name="connsiteX5053" fmla="*/ 7398717 w 9312201"/>
              <a:gd name="connsiteY5053" fmla="*/ 2170686 h 4927186"/>
              <a:gd name="connsiteX5054" fmla="*/ 7421198 w 9312201"/>
              <a:gd name="connsiteY5054" fmla="*/ 2148866 h 4927186"/>
              <a:gd name="connsiteX5055" fmla="*/ 7343838 w 9312201"/>
              <a:gd name="connsiteY5055" fmla="*/ 2148866 h 4927186"/>
              <a:gd name="connsiteX5056" fmla="*/ 7365658 w 9312201"/>
              <a:gd name="connsiteY5056" fmla="*/ 2170686 h 4927186"/>
              <a:gd name="connsiteX5057" fmla="*/ 7343838 w 9312201"/>
              <a:gd name="connsiteY5057" fmla="*/ 2192506 h 4927186"/>
              <a:gd name="connsiteX5058" fmla="*/ 7322018 w 9312201"/>
              <a:gd name="connsiteY5058" fmla="*/ 2170686 h 4927186"/>
              <a:gd name="connsiteX5059" fmla="*/ 7343838 w 9312201"/>
              <a:gd name="connsiteY5059" fmla="*/ 2148866 h 4927186"/>
              <a:gd name="connsiteX5060" fmla="*/ 7264495 w 9312201"/>
              <a:gd name="connsiteY5060" fmla="*/ 2148866 h 4927186"/>
              <a:gd name="connsiteX5061" fmla="*/ 7286315 w 9312201"/>
              <a:gd name="connsiteY5061" fmla="*/ 2170686 h 4927186"/>
              <a:gd name="connsiteX5062" fmla="*/ 7264495 w 9312201"/>
              <a:gd name="connsiteY5062" fmla="*/ 2192506 h 4927186"/>
              <a:gd name="connsiteX5063" fmla="*/ 7242675 w 9312201"/>
              <a:gd name="connsiteY5063" fmla="*/ 2170686 h 4927186"/>
              <a:gd name="connsiteX5064" fmla="*/ 7264495 w 9312201"/>
              <a:gd name="connsiteY5064" fmla="*/ 2148866 h 4927186"/>
              <a:gd name="connsiteX5065" fmla="*/ 7186475 w 9312201"/>
              <a:gd name="connsiteY5065" fmla="*/ 2148866 h 4927186"/>
              <a:gd name="connsiteX5066" fmla="*/ 7208295 w 9312201"/>
              <a:gd name="connsiteY5066" fmla="*/ 2170686 h 4927186"/>
              <a:gd name="connsiteX5067" fmla="*/ 7186475 w 9312201"/>
              <a:gd name="connsiteY5067" fmla="*/ 2192506 h 4927186"/>
              <a:gd name="connsiteX5068" fmla="*/ 7164655 w 9312201"/>
              <a:gd name="connsiteY5068" fmla="*/ 2170686 h 4927186"/>
              <a:gd name="connsiteX5069" fmla="*/ 7186475 w 9312201"/>
              <a:gd name="connsiteY5069" fmla="*/ 2148866 h 4927186"/>
              <a:gd name="connsiteX5070" fmla="*/ 7109116 w 9312201"/>
              <a:gd name="connsiteY5070" fmla="*/ 2148866 h 4927186"/>
              <a:gd name="connsiteX5071" fmla="*/ 7131597 w 9312201"/>
              <a:gd name="connsiteY5071" fmla="*/ 2170686 h 4927186"/>
              <a:gd name="connsiteX5072" fmla="*/ 7109116 w 9312201"/>
              <a:gd name="connsiteY5072" fmla="*/ 2192506 h 4927186"/>
              <a:gd name="connsiteX5073" fmla="*/ 7086635 w 9312201"/>
              <a:gd name="connsiteY5073" fmla="*/ 2170686 h 4927186"/>
              <a:gd name="connsiteX5074" fmla="*/ 7109116 w 9312201"/>
              <a:gd name="connsiteY5074" fmla="*/ 2148866 h 4927186"/>
              <a:gd name="connsiteX5075" fmla="*/ 7031757 w 9312201"/>
              <a:gd name="connsiteY5075" fmla="*/ 2148866 h 4927186"/>
              <a:gd name="connsiteX5076" fmla="*/ 7053577 w 9312201"/>
              <a:gd name="connsiteY5076" fmla="*/ 2170686 h 4927186"/>
              <a:gd name="connsiteX5077" fmla="*/ 7031757 w 9312201"/>
              <a:gd name="connsiteY5077" fmla="*/ 2192506 h 4927186"/>
              <a:gd name="connsiteX5078" fmla="*/ 7009937 w 9312201"/>
              <a:gd name="connsiteY5078" fmla="*/ 2170686 h 4927186"/>
              <a:gd name="connsiteX5079" fmla="*/ 7031757 w 9312201"/>
              <a:gd name="connsiteY5079" fmla="*/ 2148866 h 4927186"/>
              <a:gd name="connsiteX5080" fmla="*/ 6953736 w 9312201"/>
              <a:gd name="connsiteY5080" fmla="*/ 2148866 h 4927186"/>
              <a:gd name="connsiteX5081" fmla="*/ 6975556 w 9312201"/>
              <a:gd name="connsiteY5081" fmla="*/ 2170686 h 4927186"/>
              <a:gd name="connsiteX5082" fmla="*/ 6953736 w 9312201"/>
              <a:gd name="connsiteY5082" fmla="*/ 2192506 h 4927186"/>
              <a:gd name="connsiteX5083" fmla="*/ 6931916 w 9312201"/>
              <a:gd name="connsiteY5083" fmla="*/ 2170686 h 4927186"/>
              <a:gd name="connsiteX5084" fmla="*/ 6953736 w 9312201"/>
              <a:gd name="connsiteY5084" fmla="*/ 2148866 h 4927186"/>
              <a:gd name="connsiteX5085" fmla="*/ 6875716 w 9312201"/>
              <a:gd name="connsiteY5085" fmla="*/ 2148866 h 4927186"/>
              <a:gd name="connsiteX5086" fmla="*/ 6897536 w 9312201"/>
              <a:gd name="connsiteY5086" fmla="*/ 2170686 h 4927186"/>
              <a:gd name="connsiteX5087" fmla="*/ 6875716 w 9312201"/>
              <a:gd name="connsiteY5087" fmla="*/ 2192506 h 4927186"/>
              <a:gd name="connsiteX5088" fmla="*/ 6853896 w 9312201"/>
              <a:gd name="connsiteY5088" fmla="*/ 2170686 h 4927186"/>
              <a:gd name="connsiteX5089" fmla="*/ 6875716 w 9312201"/>
              <a:gd name="connsiteY5089" fmla="*/ 2148866 h 4927186"/>
              <a:gd name="connsiteX5090" fmla="*/ 6798356 w 9312201"/>
              <a:gd name="connsiteY5090" fmla="*/ 2148866 h 4927186"/>
              <a:gd name="connsiteX5091" fmla="*/ 6820837 w 9312201"/>
              <a:gd name="connsiteY5091" fmla="*/ 2170686 h 4927186"/>
              <a:gd name="connsiteX5092" fmla="*/ 6798356 w 9312201"/>
              <a:gd name="connsiteY5092" fmla="*/ 2192506 h 4927186"/>
              <a:gd name="connsiteX5093" fmla="*/ 6775875 w 9312201"/>
              <a:gd name="connsiteY5093" fmla="*/ 2170686 h 4927186"/>
              <a:gd name="connsiteX5094" fmla="*/ 6798356 w 9312201"/>
              <a:gd name="connsiteY5094" fmla="*/ 2148866 h 4927186"/>
              <a:gd name="connsiteX5095" fmla="*/ 6719675 w 9312201"/>
              <a:gd name="connsiteY5095" fmla="*/ 2148866 h 4927186"/>
              <a:gd name="connsiteX5096" fmla="*/ 6741495 w 9312201"/>
              <a:gd name="connsiteY5096" fmla="*/ 2170686 h 4927186"/>
              <a:gd name="connsiteX5097" fmla="*/ 6719675 w 9312201"/>
              <a:gd name="connsiteY5097" fmla="*/ 2192506 h 4927186"/>
              <a:gd name="connsiteX5098" fmla="*/ 6697855 w 9312201"/>
              <a:gd name="connsiteY5098" fmla="*/ 2170686 h 4927186"/>
              <a:gd name="connsiteX5099" fmla="*/ 6719675 w 9312201"/>
              <a:gd name="connsiteY5099" fmla="*/ 2148866 h 4927186"/>
              <a:gd name="connsiteX5100" fmla="*/ 6641655 w 9312201"/>
              <a:gd name="connsiteY5100" fmla="*/ 2148866 h 4927186"/>
              <a:gd name="connsiteX5101" fmla="*/ 6663475 w 9312201"/>
              <a:gd name="connsiteY5101" fmla="*/ 2170686 h 4927186"/>
              <a:gd name="connsiteX5102" fmla="*/ 6641655 w 9312201"/>
              <a:gd name="connsiteY5102" fmla="*/ 2192506 h 4927186"/>
              <a:gd name="connsiteX5103" fmla="*/ 6619835 w 9312201"/>
              <a:gd name="connsiteY5103" fmla="*/ 2170686 h 4927186"/>
              <a:gd name="connsiteX5104" fmla="*/ 6641655 w 9312201"/>
              <a:gd name="connsiteY5104" fmla="*/ 2148866 h 4927186"/>
              <a:gd name="connsiteX5105" fmla="*/ 6563634 w 9312201"/>
              <a:gd name="connsiteY5105" fmla="*/ 2148866 h 4927186"/>
              <a:gd name="connsiteX5106" fmla="*/ 6585454 w 9312201"/>
              <a:gd name="connsiteY5106" fmla="*/ 2170686 h 4927186"/>
              <a:gd name="connsiteX5107" fmla="*/ 6563634 w 9312201"/>
              <a:gd name="connsiteY5107" fmla="*/ 2192506 h 4927186"/>
              <a:gd name="connsiteX5108" fmla="*/ 6541814 w 9312201"/>
              <a:gd name="connsiteY5108" fmla="*/ 2170686 h 4927186"/>
              <a:gd name="connsiteX5109" fmla="*/ 6563634 w 9312201"/>
              <a:gd name="connsiteY5109" fmla="*/ 2148866 h 4927186"/>
              <a:gd name="connsiteX5110" fmla="*/ 6485613 w 9312201"/>
              <a:gd name="connsiteY5110" fmla="*/ 2148866 h 4927186"/>
              <a:gd name="connsiteX5111" fmla="*/ 6507433 w 9312201"/>
              <a:gd name="connsiteY5111" fmla="*/ 2170686 h 4927186"/>
              <a:gd name="connsiteX5112" fmla="*/ 6485613 w 9312201"/>
              <a:gd name="connsiteY5112" fmla="*/ 2192506 h 4927186"/>
              <a:gd name="connsiteX5113" fmla="*/ 6463793 w 9312201"/>
              <a:gd name="connsiteY5113" fmla="*/ 2170686 h 4927186"/>
              <a:gd name="connsiteX5114" fmla="*/ 6485613 w 9312201"/>
              <a:gd name="connsiteY5114" fmla="*/ 2148866 h 4927186"/>
              <a:gd name="connsiteX5115" fmla="*/ 6408916 w 9312201"/>
              <a:gd name="connsiteY5115" fmla="*/ 2148866 h 4927186"/>
              <a:gd name="connsiteX5116" fmla="*/ 6430736 w 9312201"/>
              <a:gd name="connsiteY5116" fmla="*/ 2170686 h 4927186"/>
              <a:gd name="connsiteX5117" fmla="*/ 6408916 w 9312201"/>
              <a:gd name="connsiteY5117" fmla="*/ 2192506 h 4927186"/>
              <a:gd name="connsiteX5118" fmla="*/ 6387096 w 9312201"/>
              <a:gd name="connsiteY5118" fmla="*/ 2170686 h 4927186"/>
              <a:gd name="connsiteX5119" fmla="*/ 6408916 w 9312201"/>
              <a:gd name="connsiteY5119" fmla="*/ 2148866 h 4927186"/>
              <a:gd name="connsiteX5120" fmla="*/ 6330896 w 9312201"/>
              <a:gd name="connsiteY5120" fmla="*/ 2148866 h 4927186"/>
              <a:gd name="connsiteX5121" fmla="*/ 6352716 w 9312201"/>
              <a:gd name="connsiteY5121" fmla="*/ 2170686 h 4927186"/>
              <a:gd name="connsiteX5122" fmla="*/ 6330896 w 9312201"/>
              <a:gd name="connsiteY5122" fmla="*/ 2192506 h 4927186"/>
              <a:gd name="connsiteX5123" fmla="*/ 6309076 w 9312201"/>
              <a:gd name="connsiteY5123" fmla="*/ 2170686 h 4927186"/>
              <a:gd name="connsiteX5124" fmla="*/ 6330896 w 9312201"/>
              <a:gd name="connsiteY5124" fmla="*/ 2148866 h 4927186"/>
              <a:gd name="connsiteX5125" fmla="*/ 6252875 w 9312201"/>
              <a:gd name="connsiteY5125" fmla="*/ 2148866 h 4927186"/>
              <a:gd name="connsiteX5126" fmla="*/ 6274695 w 9312201"/>
              <a:gd name="connsiteY5126" fmla="*/ 2170686 h 4927186"/>
              <a:gd name="connsiteX5127" fmla="*/ 6252875 w 9312201"/>
              <a:gd name="connsiteY5127" fmla="*/ 2192506 h 4927186"/>
              <a:gd name="connsiteX5128" fmla="*/ 6231055 w 9312201"/>
              <a:gd name="connsiteY5128" fmla="*/ 2170686 h 4927186"/>
              <a:gd name="connsiteX5129" fmla="*/ 6252875 w 9312201"/>
              <a:gd name="connsiteY5129" fmla="*/ 2148866 h 4927186"/>
              <a:gd name="connsiteX5130" fmla="*/ 6174854 w 9312201"/>
              <a:gd name="connsiteY5130" fmla="*/ 2148866 h 4927186"/>
              <a:gd name="connsiteX5131" fmla="*/ 6196674 w 9312201"/>
              <a:gd name="connsiteY5131" fmla="*/ 2170686 h 4927186"/>
              <a:gd name="connsiteX5132" fmla="*/ 6174854 w 9312201"/>
              <a:gd name="connsiteY5132" fmla="*/ 2192506 h 4927186"/>
              <a:gd name="connsiteX5133" fmla="*/ 6153034 w 9312201"/>
              <a:gd name="connsiteY5133" fmla="*/ 2170686 h 4927186"/>
              <a:gd name="connsiteX5134" fmla="*/ 6174854 w 9312201"/>
              <a:gd name="connsiteY5134" fmla="*/ 2148866 h 4927186"/>
              <a:gd name="connsiteX5135" fmla="*/ 6096834 w 9312201"/>
              <a:gd name="connsiteY5135" fmla="*/ 2148866 h 4927186"/>
              <a:gd name="connsiteX5136" fmla="*/ 6118654 w 9312201"/>
              <a:gd name="connsiteY5136" fmla="*/ 2170686 h 4927186"/>
              <a:gd name="connsiteX5137" fmla="*/ 6096834 w 9312201"/>
              <a:gd name="connsiteY5137" fmla="*/ 2192506 h 4927186"/>
              <a:gd name="connsiteX5138" fmla="*/ 6075014 w 9312201"/>
              <a:gd name="connsiteY5138" fmla="*/ 2170686 h 4927186"/>
              <a:gd name="connsiteX5139" fmla="*/ 6096834 w 9312201"/>
              <a:gd name="connsiteY5139" fmla="*/ 2148866 h 4927186"/>
              <a:gd name="connsiteX5140" fmla="*/ 6018814 w 9312201"/>
              <a:gd name="connsiteY5140" fmla="*/ 2148866 h 4927186"/>
              <a:gd name="connsiteX5141" fmla="*/ 6040634 w 9312201"/>
              <a:gd name="connsiteY5141" fmla="*/ 2170686 h 4927186"/>
              <a:gd name="connsiteX5142" fmla="*/ 6018814 w 9312201"/>
              <a:gd name="connsiteY5142" fmla="*/ 2192506 h 4927186"/>
              <a:gd name="connsiteX5143" fmla="*/ 5996994 w 9312201"/>
              <a:gd name="connsiteY5143" fmla="*/ 2170686 h 4927186"/>
              <a:gd name="connsiteX5144" fmla="*/ 6018814 w 9312201"/>
              <a:gd name="connsiteY5144" fmla="*/ 2148866 h 4927186"/>
              <a:gd name="connsiteX5145" fmla="*/ 5940793 w 9312201"/>
              <a:gd name="connsiteY5145" fmla="*/ 2148866 h 4927186"/>
              <a:gd name="connsiteX5146" fmla="*/ 5962613 w 9312201"/>
              <a:gd name="connsiteY5146" fmla="*/ 2170686 h 4927186"/>
              <a:gd name="connsiteX5147" fmla="*/ 5940793 w 9312201"/>
              <a:gd name="connsiteY5147" fmla="*/ 2192506 h 4927186"/>
              <a:gd name="connsiteX5148" fmla="*/ 5918973 w 9312201"/>
              <a:gd name="connsiteY5148" fmla="*/ 2170686 h 4927186"/>
              <a:gd name="connsiteX5149" fmla="*/ 5940793 w 9312201"/>
              <a:gd name="connsiteY5149" fmla="*/ 2148866 h 4927186"/>
              <a:gd name="connsiteX5150" fmla="*/ 5862773 w 9312201"/>
              <a:gd name="connsiteY5150" fmla="*/ 2148866 h 4927186"/>
              <a:gd name="connsiteX5151" fmla="*/ 5884593 w 9312201"/>
              <a:gd name="connsiteY5151" fmla="*/ 2170686 h 4927186"/>
              <a:gd name="connsiteX5152" fmla="*/ 5862773 w 9312201"/>
              <a:gd name="connsiteY5152" fmla="*/ 2192506 h 4927186"/>
              <a:gd name="connsiteX5153" fmla="*/ 5840953 w 9312201"/>
              <a:gd name="connsiteY5153" fmla="*/ 2170686 h 4927186"/>
              <a:gd name="connsiteX5154" fmla="*/ 5862773 w 9312201"/>
              <a:gd name="connsiteY5154" fmla="*/ 2148866 h 4927186"/>
              <a:gd name="connsiteX5155" fmla="*/ 5785413 w 9312201"/>
              <a:gd name="connsiteY5155" fmla="*/ 2148866 h 4927186"/>
              <a:gd name="connsiteX5156" fmla="*/ 5807894 w 9312201"/>
              <a:gd name="connsiteY5156" fmla="*/ 2170686 h 4927186"/>
              <a:gd name="connsiteX5157" fmla="*/ 5785413 w 9312201"/>
              <a:gd name="connsiteY5157" fmla="*/ 2192506 h 4927186"/>
              <a:gd name="connsiteX5158" fmla="*/ 5762932 w 9312201"/>
              <a:gd name="connsiteY5158" fmla="*/ 2170686 h 4927186"/>
              <a:gd name="connsiteX5159" fmla="*/ 5785413 w 9312201"/>
              <a:gd name="connsiteY5159" fmla="*/ 2148866 h 4927186"/>
              <a:gd name="connsiteX5160" fmla="*/ 5708054 w 9312201"/>
              <a:gd name="connsiteY5160" fmla="*/ 2148866 h 4927186"/>
              <a:gd name="connsiteX5161" fmla="*/ 5729874 w 9312201"/>
              <a:gd name="connsiteY5161" fmla="*/ 2170686 h 4927186"/>
              <a:gd name="connsiteX5162" fmla="*/ 5708054 w 9312201"/>
              <a:gd name="connsiteY5162" fmla="*/ 2192506 h 4927186"/>
              <a:gd name="connsiteX5163" fmla="*/ 5686234 w 9312201"/>
              <a:gd name="connsiteY5163" fmla="*/ 2170686 h 4927186"/>
              <a:gd name="connsiteX5164" fmla="*/ 5708054 w 9312201"/>
              <a:gd name="connsiteY5164" fmla="*/ 2148866 h 4927186"/>
              <a:gd name="connsiteX5165" fmla="*/ 5630034 w 9312201"/>
              <a:gd name="connsiteY5165" fmla="*/ 2148866 h 4927186"/>
              <a:gd name="connsiteX5166" fmla="*/ 5651854 w 9312201"/>
              <a:gd name="connsiteY5166" fmla="*/ 2170686 h 4927186"/>
              <a:gd name="connsiteX5167" fmla="*/ 5630034 w 9312201"/>
              <a:gd name="connsiteY5167" fmla="*/ 2192506 h 4927186"/>
              <a:gd name="connsiteX5168" fmla="*/ 5608214 w 9312201"/>
              <a:gd name="connsiteY5168" fmla="*/ 2170686 h 4927186"/>
              <a:gd name="connsiteX5169" fmla="*/ 5630034 w 9312201"/>
              <a:gd name="connsiteY5169" fmla="*/ 2148866 h 4927186"/>
              <a:gd name="connsiteX5170" fmla="*/ 5552013 w 9312201"/>
              <a:gd name="connsiteY5170" fmla="*/ 2148866 h 4927186"/>
              <a:gd name="connsiteX5171" fmla="*/ 5573833 w 9312201"/>
              <a:gd name="connsiteY5171" fmla="*/ 2170686 h 4927186"/>
              <a:gd name="connsiteX5172" fmla="*/ 5552013 w 9312201"/>
              <a:gd name="connsiteY5172" fmla="*/ 2192506 h 4927186"/>
              <a:gd name="connsiteX5173" fmla="*/ 5530193 w 9312201"/>
              <a:gd name="connsiteY5173" fmla="*/ 2170686 h 4927186"/>
              <a:gd name="connsiteX5174" fmla="*/ 5552013 w 9312201"/>
              <a:gd name="connsiteY5174" fmla="*/ 2148866 h 4927186"/>
              <a:gd name="connsiteX5175" fmla="*/ 5473331 w 9312201"/>
              <a:gd name="connsiteY5175" fmla="*/ 2148866 h 4927186"/>
              <a:gd name="connsiteX5176" fmla="*/ 5495812 w 9312201"/>
              <a:gd name="connsiteY5176" fmla="*/ 2170686 h 4927186"/>
              <a:gd name="connsiteX5177" fmla="*/ 5473331 w 9312201"/>
              <a:gd name="connsiteY5177" fmla="*/ 2192506 h 4927186"/>
              <a:gd name="connsiteX5178" fmla="*/ 5450850 w 9312201"/>
              <a:gd name="connsiteY5178" fmla="*/ 2170686 h 4927186"/>
              <a:gd name="connsiteX5179" fmla="*/ 5473331 w 9312201"/>
              <a:gd name="connsiteY5179" fmla="*/ 2148866 h 4927186"/>
              <a:gd name="connsiteX5180" fmla="*/ 5395972 w 9312201"/>
              <a:gd name="connsiteY5180" fmla="*/ 2148866 h 4927186"/>
              <a:gd name="connsiteX5181" fmla="*/ 5417792 w 9312201"/>
              <a:gd name="connsiteY5181" fmla="*/ 2170686 h 4927186"/>
              <a:gd name="connsiteX5182" fmla="*/ 5395972 w 9312201"/>
              <a:gd name="connsiteY5182" fmla="*/ 2192506 h 4927186"/>
              <a:gd name="connsiteX5183" fmla="*/ 5374152 w 9312201"/>
              <a:gd name="connsiteY5183" fmla="*/ 2170686 h 4927186"/>
              <a:gd name="connsiteX5184" fmla="*/ 5395972 w 9312201"/>
              <a:gd name="connsiteY5184" fmla="*/ 2148866 h 4927186"/>
              <a:gd name="connsiteX5185" fmla="*/ 5317953 w 9312201"/>
              <a:gd name="connsiteY5185" fmla="*/ 2148866 h 4927186"/>
              <a:gd name="connsiteX5186" fmla="*/ 5339773 w 9312201"/>
              <a:gd name="connsiteY5186" fmla="*/ 2170686 h 4927186"/>
              <a:gd name="connsiteX5187" fmla="*/ 5317953 w 9312201"/>
              <a:gd name="connsiteY5187" fmla="*/ 2192506 h 4927186"/>
              <a:gd name="connsiteX5188" fmla="*/ 5296133 w 9312201"/>
              <a:gd name="connsiteY5188" fmla="*/ 2170686 h 4927186"/>
              <a:gd name="connsiteX5189" fmla="*/ 5317953 w 9312201"/>
              <a:gd name="connsiteY5189" fmla="*/ 2148866 h 4927186"/>
              <a:gd name="connsiteX5190" fmla="*/ 5239931 w 9312201"/>
              <a:gd name="connsiteY5190" fmla="*/ 2148866 h 4927186"/>
              <a:gd name="connsiteX5191" fmla="*/ 5261751 w 9312201"/>
              <a:gd name="connsiteY5191" fmla="*/ 2170686 h 4927186"/>
              <a:gd name="connsiteX5192" fmla="*/ 5239931 w 9312201"/>
              <a:gd name="connsiteY5192" fmla="*/ 2192506 h 4927186"/>
              <a:gd name="connsiteX5193" fmla="*/ 5218111 w 9312201"/>
              <a:gd name="connsiteY5193" fmla="*/ 2170686 h 4927186"/>
              <a:gd name="connsiteX5194" fmla="*/ 5239931 w 9312201"/>
              <a:gd name="connsiteY5194" fmla="*/ 2148866 h 4927186"/>
              <a:gd name="connsiteX5195" fmla="*/ 5162572 w 9312201"/>
              <a:gd name="connsiteY5195" fmla="*/ 2148866 h 4927186"/>
              <a:gd name="connsiteX5196" fmla="*/ 5185053 w 9312201"/>
              <a:gd name="connsiteY5196" fmla="*/ 2170686 h 4927186"/>
              <a:gd name="connsiteX5197" fmla="*/ 5162572 w 9312201"/>
              <a:gd name="connsiteY5197" fmla="*/ 2192506 h 4927186"/>
              <a:gd name="connsiteX5198" fmla="*/ 5140091 w 9312201"/>
              <a:gd name="connsiteY5198" fmla="*/ 2170686 h 4927186"/>
              <a:gd name="connsiteX5199" fmla="*/ 5162572 w 9312201"/>
              <a:gd name="connsiteY5199" fmla="*/ 2148866 h 4927186"/>
              <a:gd name="connsiteX5200" fmla="*/ 5085212 w 9312201"/>
              <a:gd name="connsiteY5200" fmla="*/ 2148866 h 4927186"/>
              <a:gd name="connsiteX5201" fmla="*/ 5107032 w 9312201"/>
              <a:gd name="connsiteY5201" fmla="*/ 2170686 h 4927186"/>
              <a:gd name="connsiteX5202" fmla="*/ 5085212 w 9312201"/>
              <a:gd name="connsiteY5202" fmla="*/ 2192506 h 4927186"/>
              <a:gd name="connsiteX5203" fmla="*/ 5063392 w 9312201"/>
              <a:gd name="connsiteY5203" fmla="*/ 2170686 h 4927186"/>
              <a:gd name="connsiteX5204" fmla="*/ 5085212 w 9312201"/>
              <a:gd name="connsiteY5204" fmla="*/ 2148866 h 4927186"/>
              <a:gd name="connsiteX5205" fmla="*/ 5007193 w 9312201"/>
              <a:gd name="connsiteY5205" fmla="*/ 2148866 h 4927186"/>
              <a:gd name="connsiteX5206" fmla="*/ 5029013 w 9312201"/>
              <a:gd name="connsiteY5206" fmla="*/ 2170686 h 4927186"/>
              <a:gd name="connsiteX5207" fmla="*/ 5007193 w 9312201"/>
              <a:gd name="connsiteY5207" fmla="*/ 2192506 h 4927186"/>
              <a:gd name="connsiteX5208" fmla="*/ 4985373 w 9312201"/>
              <a:gd name="connsiteY5208" fmla="*/ 2170686 h 4927186"/>
              <a:gd name="connsiteX5209" fmla="*/ 5007193 w 9312201"/>
              <a:gd name="connsiteY5209" fmla="*/ 2148866 h 4927186"/>
              <a:gd name="connsiteX5210" fmla="*/ 4928511 w 9312201"/>
              <a:gd name="connsiteY5210" fmla="*/ 2148866 h 4927186"/>
              <a:gd name="connsiteX5211" fmla="*/ 4950992 w 9312201"/>
              <a:gd name="connsiteY5211" fmla="*/ 2170686 h 4927186"/>
              <a:gd name="connsiteX5212" fmla="*/ 4928511 w 9312201"/>
              <a:gd name="connsiteY5212" fmla="*/ 2192506 h 4927186"/>
              <a:gd name="connsiteX5213" fmla="*/ 4906030 w 9312201"/>
              <a:gd name="connsiteY5213" fmla="*/ 2170686 h 4927186"/>
              <a:gd name="connsiteX5214" fmla="*/ 4928511 w 9312201"/>
              <a:gd name="connsiteY5214" fmla="*/ 2148866 h 4927186"/>
              <a:gd name="connsiteX5215" fmla="*/ 4773132 w 9312201"/>
              <a:gd name="connsiteY5215" fmla="*/ 2148866 h 4927186"/>
              <a:gd name="connsiteX5216" fmla="*/ 4794952 w 9312201"/>
              <a:gd name="connsiteY5216" fmla="*/ 2170686 h 4927186"/>
              <a:gd name="connsiteX5217" fmla="*/ 4773132 w 9312201"/>
              <a:gd name="connsiteY5217" fmla="*/ 2192506 h 4927186"/>
              <a:gd name="connsiteX5218" fmla="*/ 4751312 w 9312201"/>
              <a:gd name="connsiteY5218" fmla="*/ 2170686 h 4927186"/>
              <a:gd name="connsiteX5219" fmla="*/ 4773132 w 9312201"/>
              <a:gd name="connsiteY5219" fmla="*/ 2148866 h 4927186"/>
              <a:gd name="connsiteX5220" fmla="*/ 4695111 w 9312201"/>
              <a:gd name="connsiteY5220" fmla="*/ 2148866 h 4927186"/>
              <a:gd name="connsiteX5221" fmla="*/ 4716931 w 9312201"/>
              <a:gd name="connsiteY5221" fmla="*/ 2170686 h 4927186"/>
              <a:gd name="connsiteX5222" fmla="*/ 4695111 w 9312201"/>
              <a:gd name="connsiteY5222" fmla="*/ 2192506 h 4927186"/>
              <a:gd name="connsiteX5223" fmla="*/ 4673291 w 9312201"/>
              <a:gd name="connsiteY5223" fmla="*/ 2170686 h 4927186"/>
              <a:gd name="connsiteX5224" fmla="*/ 4695111 w 9312201"/>
              <a:gd name="connsiteY5224" fmla="*/ 2148866 h 4927186"/>
              <a:gd name="connsiteX5225" fmla="*/ 4305009 w 9312201"/>
              <a:gd name="connsiteY5225" fmla="*/ 2148866 h 4927186"/>
              <a:gd name="connsiteX5226" fmla="*/ 4326829 w 9312201"/>
              <a:gd name="connsiteY5226" fmla="*/ 2170686 h 4927186"/>
              <a:gd name="connsiteX5227" fmla="*/ 4305009 w 9312201"/>
              <a:gd name="connsiteY5227" fmla="*/ 2192506 h 4927186"/>
              <a:gd name="connsiteX5228" fmla="*/ 4283189 w 9312201"/>
              <a:gd name="connsiteY5228" fmla="*/ 2170686 h 4927186"/>
              <a:gd name="connsiteX5229" fmla="*/ 4305009 w 9312201"/>
              <a:gd name="connsiteY5229" fmla="*/ 2148866 h 4927186"/>
              <a:gd name="connsiteX5230" fmla="*/ 4226989 w 9312201"/>
              <a:gd name="connsiteY5230" fmla="*/ 2148866 h 4927186"/>
              <a:gd name="connsiteX5231" fmla="*/ 4248809 w 9312201"/>
              <a:gd name="connsiteY5231" fmla="*/ 2170686 h 4927186"/>
              <a:gd name="connsiteX5232" fmla="*/ 4226989 w 9312201"/>
              <a:gd name="connsiteY5232" fmla="*/ 2192506 h 4927186"/>
              <a:gd name="connsiteX5233" fmla="*/ 4205169 w 9312201"/>
              <a:gd name="connsiteY5233" fmla="*/ 2170686 h 4927186"/>
              <a:gd name="connsiteX5234" fmla="*/ 4226989 w 9312201"/>
              <a:gd name="connsiteY5234" fmla="*/ 2148866 h 4927186"/>
              <a:gd name="connsiteX5235" fmla="*/ 4149629 w 9312201"/>
              <a:gd name="connsiteY5235" fmla="*/ 2148866 h 4927186"/>
              <a:gd name="connsiteX5236" fmla="*/ 4172110 w 9312201"/>
              <a:gd name="connsiteY5236" fmla="*/ 2170686 h 4927186"/>
              <a:gd name="connsiteX5237" fmla="*/ 4149629 w 9312201"/>
              <a:gd name="connsiteY5237" fmla="*/ 2192506 h 4927186"/>
              <a:gd name="connsiteX5238" fmla="*/ 4127148 w 9312201"/>
              <a:gd name="connsiteY5238" fmla="*/ 2170686 h 4927186"/>
              <a:gd name="connsiteX5239" fmla="*/ 4149629 w 9312201"/>
              <a:gd name="connsiteY5239" fmla="*/ 2148866 h 4927186"/>
              <a:gd name="connsiteX5240" fmla="*/ 2358465 w 9312201"/>
              <a:gd name="connsiteY5240" fmla="*/ 2148866 h 4927186"/>
              <a:gd name="connsiteX5241" fmla="*/ 2380285 w 9312201"/>
              <a:gd name="connsiteY5241" fmla="*/ 2170686 h 4927186"/>
              <a:gd name="connsiteX5242" fmla="*/ 2358465 w 9312201"/>
              <a:gd name="connsiteY5242" fmla="*/ 2192506 h 4927186"/>
              <a:gd name="connsiteX5243" fmla="*/ 2336645 w 9312201"/>
              <a:gd name="connsiteY5243" fmla="*/ 2170686 h 4927186"/>
              <a:gd name="connsiteX5244" fmla="*/ 2358465 w 9312201"/>
              <a:gd name="connsiteY5244" fmla="*/ 2148866 h 4927186"/>
              <a:gd name="connsiteX5245" fmla="*/ 2280445 w 9312201"/>
              <a:gd name="connsiteY5245" fmla="*/ 2148866 h 4927186"/>
              <a:gd name="connsiteX5246" fmla="*/ 2302265 w 9312201"/>
              <a:gd name="connsiteY5246" fmla="*/ 2170686 h 4927186"/>
              <a:gd name="connsiteX5247" fmla="*/ 2280445 w 9312201"/>
              <a:gd name="connsiteY5247" fmla="*/ 2192506 h 4927186"/>
              <a:gd name="connsiteX5248" fmla="*/ 2258625 w 9312201"/>
              <a:gd name="connsiteY5248" fmla="*/ 2170686 h 4927186"/>
              <a:gd name="connsiteX5249" fmla="*/ 2280445 w 9312201"/>
              <a:gd name="connsiteY5249" fmla="*/ 2148866 h 4927186"/>
              <a:gd name="connsiteX5250" fmla="*/ 2203086 w 9312201"/>
              <a:gd name="connsiteY5250" fmla="*/ 2148866 h 4927186"/>
              <a:gd name="connsiteX5251" fmla="*/ 2225567 w 9312201"/>
              <a:gd name="connsiteY5251" fmla="*/ 2170686 h 4927186"/>
              <a:gd name="connsiteX5252" fmla="*/ 2203086 w 9312201"/>
              <a:gd name="connsiteY5252" fmla="*/ 2192506 h 4927186"/>
              <a:gd name="connsiteX5253" fmla="*/ 2180605 w 9312201"/>
              <a:gd name="connsiteY5253" fmla="*/ 2170686 h 4927186"/>
              <a:gd name="connsiteX5254" fmla="*/ 2203086 w 9312201"/>
              <a:gd name="connsiteY5254" fmla="*/ 2148866 h 4927186"/>
              <a:gd name="connsiteX5255" fmla="*/ 2125727 w 9312201"/>
              <a:gd name="connsiteY5255" fmla="*/ 2148866 h 4927186"/>
              <a:gd name="connsiteX5256" fmla="*/ 2147547 w 9312201"/>
              <a:gd name="connsiteY5256" fmla="*/ 2170686 h 4927186"/>
              <a:gd name="connsiteX5257" fmla="*/ 2125727 w 9312201"/>
              <a:gd name="connsiteY5257" fmla="*/ 2192506 h 4927186"/>
              <a:gd name="connsiteX5258" fmla="*/ 2103907 w 9312201"/>
              <a:gd name="connsiteY5258" fmla="*/ 2170686 h 4927186"/>
              <a:gd name="connsiteX5259" fmla="*/ 2125727 w 9312201"/>
              <a:gd name="connsiteY5259" fmla="*/ 2148866 h 4927186"/>
              <a:gd name="connsiteX5260" fmla="*/ 2047706 w 9312201"/>
              <a:gd name="connsiteY5260" fmla="*/ 2148866 h 4927186"/>
              <a:gd name="connsiteX5261" fmla="*/ 2069526 w 9312201"/>
              <a:gd name="connsiteY5261" fmla="*/ 2170686 h 4927186"/>
              <a:gd name="connsiteX5262" fmla="*/ 2047706 w 9312201"/>
              <a:gd name="connsiteY5262" fmla="*/ 2192506 h 4927186"/>
              <a:gd name="connsiteX5263" fmla="*/ 2025886 w 9312201"/>
              <a:gd name="connsiteY5263" fmla="*/ 2170686 h 4927186"/>
              <a:gd name="connsiteX5264" fmla="*/ 2047706 w 9312201"/>
              <a:gd name="connsiteY5264" fmla="*/ 2148866 h 4927186"/>
              <a:gd name="connsiteX5265" fmla="*/ 1968363 w 9312201"/>
              <a:gd name="connsiteY5265" fmla="*/ 2148866 h 4927186"/>
              <a:gd name="connsiteX5266" fmla="*/ 1990183 w 9312201"/>
              <a:gd name="connsiteY5266" fmla="*/ 2170686 h 4927186"/>
              <a:gd name="connsiteX5267" fmla="*/ 1968363 w 9312201"/>
              <a:gd name="connsiteY5267" fmla="*/ 2192506 h 4927186"/>
              <a:gd name="connsiteX5268" fmla="*/ 1946543 w 9312201"/>
              <a:gd name="connsiteY5268" fmla="*/ 2170686 h 4927186"/>
              <a:gd name="connsiteX5269" fmla="*/ 1968363 w 9312201"/>
              <a:gd name="connsiteY5269" fmla="*/ 2148866 h 4927186"/>
              <a:gd name="connsiteX5270" fmla="*/ 1891011 w 9312201"/>
              <a:gd name="connsiteY5270" fmla="*/ 2148866 h 4927186"/>
              <a:gd name="connsiteX5271" fmla="*/ 1913495 w 9312201"/>
              <a:gd name="connsiteY5271" fmla="*/ 2170686 h 4927186"/>
              <a:gd name="connsiteX5272" fmla="*/ 1891011 w 9312201"/>
              <a:gd name="connsiteY5272" fmla="*/ 2192506 h 4927186"/>
              <a:gd name="connsiteX5273" fmla="*/ 1868529 w 9312201"/>
              <a:gd name="connsiteY5273" fmla="*/ 2170686 h 4927186"/>
              <a:gd name="connsiteX5274" fmla="*/ 1891011 w 9312201"/>
              <a:gd name="connsiteY5274" fmla="*/ 2148866 h 4927186"/>
              <a:gd name="connsiteX5275" fmla="*/ 1813657 w 9312201"/>
              <a:gd name="connsiteY5275" fmla="*/ 2148866 h 4927186"/>
              <a:gd name="connsiteX5276" fmla="*/ 1835474 w 9312201"/>
              <a:gd name="connsiteY5276" fmla="*/ 2170686 h 4927186"/>
              <a:gd name="connsiteX5277" fmla="*/ 1813657 w 9312201"/>
              <a:gd name="connsiteY5277" fmla="*/ 2192506 h 4927186"/>
              <a:gd name="connsiteX5278" fmla="*/ 1791833 w 9312201"/>
              <a:gd name="connsiteY5278" fmla="*/ 2170686 h 4927186"/>
              <a:gd name="connsiteX5279" fmla="*/ 1813657 w 9312201"/>
              <a:gd name="connsiteY5279" fmla="*/ 2148866 h 4927186"/>
              <a:gd name="connsiteX5280" fmla="*/ 1735633 w 9312201"/>
              <a:gd name="connsiteY5280" fmla="*/ 2148866 h 4927186"/>
              <a:gd name="connsiteX5281" fmla="*/ 1757457 w 9312201"/>
              <a:gd name="connsiteY5281" fmla="*/ 2170686 h 4927186"/>
              <a:gd name="connsiteX5282" fmla="*/ 1735633 w 9312201"/>
              <a:gd name="connsiteY5282" fmla="*/ 2192506 h 4927186"/>
              <a:gd name="connsiteX5283" fmla="*/ 1713819 w 9312201"/>
              <a:gd name="connsiteY5283" fmla="*/ 2170686 h 4927186"/>
              <a:gd name="connsiteX5284" fmla="*/ 1735633 w 9312201"/>
              <a:gd name="connsiteY5284" fmla="*/ 2148866 h 4927186"/>
              <a:gd name="connsiteX5285" fmla="*/ 1657611 w 9312201"/>
              <a:gd name="connsiteY5285" fmla="*/ 2148866 h 4927186"/>
              <a:gd name="connsiteX5286" fmla="*/ 1679436 w 9312201"/>
              <a:gd name="connsiteY5286" fmla="*/ 2170686 h 4927186"/>
              <a:gd name="connsiteX5287" fmla="*/ 1657611 w 9312201"/>
              <a:gd name="connsiteY5287" fmla="*/ 2192506 h 4927186"/>
              <a:gd name="connsiteX5288" fmla="*/ 1635796 w 9312201"/>
              <a:gd name="connsiteY5288" fmla="*/ 2170686 h 4927186"/>
              <a:gd name="connsiteX5289" fmla="*/ 1657611 w 9312201"/>
              <a:gd name="connsiteY5289" fmla="*/ 2148866 h 4927186"/>
              <a:gd name="connsiteX5290" fmla="*/ 1580257 w 9312201"/>
              <a:gd name="connsiteY5290" fmla="*/ 2148866 h 4927186"/>
              <a:gd name="connsiteX5291" fmla="*/ 1602734 w 9312201"/>
              <a:gd name="connsiteY5291" fmla="*/ 2170686 h 4927186"/>
              <a:gd name="connsiteX5292" fmla="*/ 1580257 w 9312201"/>
              <a:gd name="connsiteY5292" fmla="*/ 2192506 h 4927186"/>
              <a:gd name="connsiteX5293" fmla="*/ 1557771 w 9312201"/>
              <a:gd name="connsiteY5293" fmla="*/ 2170686 h 4927186"/>
              <a:gd name="connsiteX5294" fmla="*/ 1580257 w 9312201"/>
              <a:gd name="connsiteY5294" fmla="*/ 2148866 h 4927186"/>
              <a:gd name="connsiteX5295" fmla="*/ 1502899 w 9312201"/>
              <a:gd name="connsiteY5295" fmla="*/ 2148866 h 4927186"/>
              <a:gd name="connsiteX5296" fmla="*/ 1524717 w 9312201"/>
              <a:gd name="connsiteY5296" fmla="*/ 2170686 h 4927186"/>
              <a:gd name="connsiteX5297" fmla="*/ 1502899 w 9312201"/>
              <a:gd name="connsiteY5297" fmla="*/ 2192506 h 4927186"/>
              <a:gd name="connsiteX5298" fmla="*/ 1481077 w 9312201"/>
              <a:gd name="connsiteY5298" fmla="*/ 2170686 h 4927186"/>
              <a:gd name="connsiteX5299" fmla="*/ 1502899 w 9312201"/>
              <a:gd name="connsiteY5299" fmla="*/ 2148866 h 4927186"/>
              <a:gd name="connsiteX5300" fmla="*/ 1424212 w 9312201"/>
              <a:gd name="connsiteY5300" fmla="*/ 2148866 h 4927186"/>
              <a:gd name="connsiteX5301" fmla="*/ 1446695 w 9312201"/>
              <a:gd name="connsiteY5301" fmla="*/ 2170686 h 4927186"/>
              <a:gd name="connsiteX5302" fmla="*/ 1424212 w 9312201"/>
              <a:gd name="connsiteY5302" fmla="*/ 2192506 h 4927186"/>
              <a:gd name="connsiteX5303" fmla="*/ 1401732 w 9312201"/>
              <a:gd name="connsiteY5303" fmla="*/ 2170686 h 4927186"/>
              <a:gd name="connsiteX5304" fmla="*/ 1424212 w 9312201"/>
              <a:gd name="connsiteY5304" fmla="*/ 2148866 h 4927186"/>
              <a:gd name="connsiteX5305" fmla="*/ 1345532 w 9312201"/>
              <a:gd name="connsiteY5305" fmla="*/ 2148866 h 4927186"/>
              <a:gd name="connsiteX5306" fmla="*/ 1367350 w 9312201"/>
              <a:gd name="connsiteY5306" fmla="*/ 2170686 h 4927186"/>
              <a:gd name="connsiteX5307" fmla="*/ 1345532 w 9312201"/>
              <a:gd name="connsiteY5307" fmla="*/ 2192506 h 4927186"/>
              <a:gd name="connsiteX5308" fmla="*/ 1323709 w 9312201"/>
              <a:gd name="connsiteY5308" fmla="*/ 2170686 h 4927186"/>
              <a:gd name="connsiteX5309" fmla="*/ 1345532 w 9312201"/>
              <a:gd name="connsiteY5309" fmla="*/ 2148866 h 4927186"/>
              <a:gd name="connsiteX5310" fmla="*/ 1268169 w 9312201"/>
              <a:gd name="connsiteY5310" fmla="*/ 2148866 h 4927186"/>
              <a:gd name="connsiteX5311" fmla="*/ 1290660 w 9312201"/>
              <a:gd name="connsiteY5311" fmla="*/ 2170686 h 4927186"/>
              <a:gd name="connsiteX5312" fmla="*/ 1268169 w 9312201"/>
              <a:gd name="connsiteY5312" fmla="*/ 2192506 h 4927186"/>
              <a:gd name="connsiteX5313" fmla="*/ 1245691 w 9312201"/>
              <a:gd name="connsiteY5313" fmla="*/ 2170686 h 4927186"/>
              <a:gd name="connsiteX5314" fmla="*/ 1268169 w 9312201"/>
              <a:gd name="connsiteY5314" fmla="*/ 2148866 h 4927186"/>
              <a:gd name="connsiteX5315" fmla="*/ 1190817 w 9312201"/>
              <a:gd name="connsiteY5315" fmla="*/ 2148866 h 4927186"/>
              <a:gd name="connsiteX5316" fmla="*/ 1212636 w 9312201"/>
              <a:gd name="connsiteY5316" fmla="*/ 2170686 h 4927186"/>
              <a:gd name="connsiteX5317" fmla="*/ 1190817 w 9312201"/>
              <a:gd name="connsiteY5317" fmla="*/ 2192506 h 4927186"/>
              <a:gd name="connsiteX5318" fmla="*/ 1168996 w 9312201"/>
              <a:gd name="connsiteY5318" fmla="*/ 2170686 h 4927186"/>
              <a:gd name="connsiteX5319" fmla="*/ 1190817 w 9312201"/>
              <a:gd name="connsiteY5319" fmla="*/ 2148866 h 4927186"/>
              <a:gd name="connsiteX5320" fmla="*/ 8044700 w 9312201"/>
              <a:gd name="connsiteY5320" fmla="*/ 2070846 h 4927186"/>
              <a:gd name="connsiteX5321" fmla="*/ 8066520 w 9312201"/>
              <a:gd name="connsiteY5321" fmla="*/ 2092666 h 4927186"/>
              <a:gd name="connsiteX5322" fmla="*/ 8044700 w 9312201"/>
              <a:gd name="connsiteY5322" fmla="*/ 2114486 h 4927186"/>
              <a:gd name="connsiteX5323" fmla="*/ 8022880 w 9312201"/>
              <a:gd name="connsiteY5323" fmla="*/ 2092666 h 4927186"/>
              <a:gd name="connsiteX5324" fmla="*/ 8044700 w 9312201"/>
              <a:gd name="connsiteY5324" fmla="*/ 2070846 h 4927186"/>
              <a:gd name="connsiteX5325" fmla="*/ 7731957 w 9312201"/>
              <a:gd name="connsiteY5325" fmla="*/ 2070846 h 4927186"/>
              <a:gd name="connsiteX5326" fmla="*/ 7754438 w 9312201"/>
              <a:gd name="connsiteY5326" fmla="*/ 2092666 h 4927186"/>
              <a:gd name="connsiteX5327" fmla="*/ 7731957 w 9312201"/>
              <a:gd name="connsiteY5327" fmla="*/ 2114486 h 4927186"/>
              <a:gd name="connsiteX5328" fmla="*/ 7709476 w 9312201"/>
              <a:gd name="connsiteY5328" fmla="*/ 2092666 h 4927186"/>
              <a:gd name="connsiteX5329" fmla="*/ 7731957 w 9312201"/>
              <a:gd name="connsiteY5329" fmla="*/ 2070846 h 4927186"/>
              <a:gd name="connsiteX5330" fmla="*/ 7654597 w 9312201"/>
              <a:gd name="connsiteY5330" fmla="*/ 2070846 h 4927186"/>
              <a:gd name="connsiteX5331" fmla="*/ 7676417 w 9312201"/>
              <a:gd name="connsiteY5331" fmla="*/ 2092666 h 4927186"/>
              <a:gd name="connsiteX5332" fmla="*/ 7654597 w 9312201"/>
              <a:gd name="connsiteY5332" fmla="*/ 2114486 h 4927186"/>
              <a:gd name="connsiteX5333" fmla="*/ 7632777 w 9312201"/>
              <a:gd name="connsiteY5333" fmla="*/ 2092666 h 4927186"/>
              <a:gd name="connsiteX5334" fmla="*/ 7654597 w 9312201"/>
              <a:gd name="connsiteY5334" fmla="*/ 2070846 h 4927186"/>
              <a:gd name="connsiteX5335" fmla="*/ 7576577 w 9312201"/>
              <a:gd name="connsiteY5335" fmla="*/ 2070846 h 4927186"/>
              <a:gd name="connsiteX5336" fmla="*/ 7598397 w 9312201"/>
              <a:gd name="connsiteY5336" fmla="*/ 2092666 h 4927186"/>
              <a:gd name="connsiteX5337" fmla="*/ 7576577 w 9312201"/>
              <a:gd name="connsiteY5337" fmla="*/ 2114486 h 4927186"/>
              <a:gd name="connsiteX5338" fmla="*/ 7554757 w 9312201"/>
              <a:gd name="connsiteY5338" fmla="*/ 2092666 h 4927186"/>
              <a:gd name="connsiteX5339" fmla="*/ 7576577 w 9312201"/>
              <a:gd name="connsiteY5339" fmla="*/ 2070846 h 4927186"/>
              <a:gd name="connsiteX5340" fmla="*/ 7498556 w 9312201"/>
              <a:gd name="connsiteY5340" fmla="*/ 2070846 h 4927186"/>
              <a:gd name="connsiteX5341" fmla="*/ 7520376 w 9312201"/>
              <a:gd name="connsiteY5341" fmla="*/ 2092666 h 4927186"/>
              <a:gd name="connsiteX5342" fmla="*/ 7498556 w 9312201"/>
              <a:gd name="connsiteY5342" fmla="*/ 2114486 h 4927186"/>
              <a:gd name="connsiteX5343" fmla="*/ 7476736 w 9312201"/>
              <a:gd name="connsiteY5343" fmla="*/ 2092666 h 4927186"/>
              <a:gd name="connsiteX5344" fmla="*/ 7498556 w 9312201"/>
              <a:gd name="connsiteY5344" fmla="*/ 2070846 h 4927186"/>
              <a:gd name="connsiteX5345" fmla="*/ 7421198 w 9312201"/>
              <a:gd name="connsiteY5345" fmla="*/ 2070846 h 4927186"/>
              <a:gd name="connsiteX5346" fmla="*/ 7443679 w 9312201"/>
              <a:gd name="connsiteY5346" fmla="*/ 2092666 h 4927186"/>
              <a:gd name="connsiteX5347" fmla="*/ 7421198 w 9312201"/>
              <a:gd name="connsiteY5347" fmla="*/ 2114486 h 4927186"/>
              <a:gd name="connsiteX5348" fmla="*/ 7398717 w 9312201"/>
              <a:gd name="connsiteY5348" fmla="*/ 2092666 h 4927186"/>
              <a:gd name="connsiteX5349" fmla="*/ 7421198 w 9312201"/>
              <a:gd name="connsiteY5349" fmla="*/ 2070846 h 4927186"/>
              <a:gd name="connsiteX5350" fmla="*/ 7343838 w 9312201"/>
              <a:gd name="connsiteY5350" fmla="*/ 2070846 h 4927186"/>
              <a:gd name="connsiteX5351" fmla="*/ 7365658 w 9312201"/>
              <a:gd name="connsiteY5351" fmla="*/ 2092666 h 4927186"/>
              <a:gd name="connsiteX5352" fmla="*/ 7343838 w 9312201"/>
              <a:gd name="connsiteY5352" fmla="*/ 2114486 h 4927186"/>
              <a:gd name="connsiteX5353" fmla="*/ 7322018 w 9312201"/>
              <a:gd name="connsiteY5353" fmla="*/ 2092666 h 4927186"/>
              <a:gd name="connsiteX5354" fmla="*/ 7343838 w 9312201"/>
              <a:gd name="connsiteY5354" fmla="*/ 2070846 h 4927186"/>
              <a:gd name="connsiteX5355" fmla="*/ 7264495 w 9312201"/>
              <a:gd name="connsiteY5355" fmla="*/ 2070846 h 4927186"/>
              <a:gd name="connsiteX5356" fmla="*/ 7286315 w 9312201"/>
              <a:gd name="connsiteY5356" fmla="*/ 2092666 h 4927186"/>
              <a:gd name="connsiteX5357" fmla="*/ 7264495 w 9312201"/>
              <a:gd name="connsiteY5357" fmla="*/ 2114486 h 4927186"/>
              <a:gd name="connsiteX5358" fmla="*/ 7242675 w 9312201"/>
              <a:gd name="connsiteY5358" fmla="*/ 2092666 h 4927186"/>
              <a:gd name="connsiteX5359" fmla="*/ 7264495 w 9312201"/>
              <a:gd name="connsiteY5359" fmla="*/ 2070846 h 4927186"/>
              <a:gd name="connsiteX5360" fmla="*/ 7186475 w 9312201"/>
              <a:gd name="connsiteY5360" fmla="*/ 2070846 h 4927186"/>
              <a:gd name="connsiteX5361" fmla="*/ 7208295 w 9312201"/>
              <a:gd name="connsiteY5361" fmla="*/ 2092666 h 4927186"/>
              <a:gd name="connsiteX5362" fmla="*/ 7186475 w 9312201"/>
              <a:gd name="connsiteY5362" fmla="*/ 2114486 h 4927186"/>
              <a:gd name="connsiteX5363" fmla="*/ 7164655 w 9312201"/>
              <a:gd name="connsiteY5363" fmla="*/ 2092666 h 4927186"/>
              <a:gd name="connsiteX5364" fmla="*/ 7186475 w 9312201"/>
              <a:gd name="connsiteY5364" fmla="*/ 2070846 h 4927186"/>
              <a:gd name="connsiteX5365" fmla="*/ 7109116 w 9312201"/>
              <a:gd name="connsiteY5365" fmla="*/ 2070846 h 4927186"/>
              <a:gd name="connsiteX5366" fmla="*/ 7131597 w 9312201"/>
              <a:gd name="connsiteY5366" fmla="*/ 2092666 h 4927186"/>
              <a:gd name="connsiteX5367" fmla="*/ 7109116 w 9312201"/>
              <a:gd name="connsiteY5367" fmla="*/ 2114486 h 4927186"/>
              <a:gd name="connsiteX5368" fmla="*/ 7086635 w 9312201"/>
              <a:gd name="connsiteY5368" fmla="*/ 2092666 h 4927186"/>
              <a:gd name="connsiteX5369" fmla="*/ 7109116 w 9312201"/>
              <a:gd name="connsiteY5369" fmla="*/ 2070846 h 4927186"/>
              <a:gd name="connsiteX5370" fmla="*/ 7031757 w 9312201"/>
              <a:gd name="connsiteY5370" fmla="*/ 2070846 h 4927186"/>
              <a:gd name="connsiteX5371" fmla="*/ 7053577 w 9312201"/>
              <a:gd name="connsiteY5371" fmla="*/ 2092666 h 4927186"/>
              <a:gd name="connsiteX5372" fmla="*/ 7031757 w 9312201"/>
              <a:gd name="connsiteY5372" fmla="*/ 2114486 h 4927186"/>
              <a:gd name="connsiteX5373" fmla="*/ 7009937 w 9312201"/>
              <a:gd name="connsiteY5373" fmla="*/ 2092666 h 4927186"/>
              <a:gd name="connsiteX5374" fmla="*/ 7031757 w 9312201"/>
              <a:gd name="connsiteY5374" fmla="*/ 2070846 h 4927186"/>
              <a:gd name="connsiteX5375" fmla="*/ 6953736 w 9312201"/>
              <a:gd name="connsiteY5375" fmla="*/ 2070846 h 4927186"/>
              <a:gd name="connsiteX5376" fmla="*/ 6975556 w 9312201"/>
              <a:gd name="connsiteY5376" fmla="*/ 2092666 h 4927186"/>
              <a:gd name="connsiteX5377" fmla="*/ 6953736 w 9312201"/>
              <a:gd name="connsiteY5377" fmla="*/ 2114486 h 4927186"/>
              <a:gd name="connsiteX5378" fmla="*/ 6931916 w 9312201"/>
              <a:gd name="connsiteY5378" fmla="*/ 2092666 h 4927186"/>
              <a:gd name="connsiteX5379" fmla="*/ 6953736 w 9312201"/>
              <a:gd name="connsiteY5379" fmla="*/ 2070846 h 4927186"/>
              <a:gd name="connsiteX5380" fmla="*/ 6875716 w 9312201"/>
              <a:gd name="connsiteY5380" fmla="*/ 2070846 h 4927186"/>
              <a:gd name="connsiteX5381" fmla="*/ 6897536 w 9312201"/>
              <a:gd name="connsiteY5381" fmla="*/ 2092666 h 4927186"/>
              <a:gd name="connsiteX5382" fmla="*/ 6875716 w 9312201"/>
              <a:gd name="connsiteY5382" fmla="*/ 2114486 h 4927186"/>
              <a:gd name="connsiteX5383" fmla="*/ 6853896 w 9312201"/>
              <a:gd name="connsiteY5383" fmla="*/ 2092666 h 4927186"/>
              <a:gd name="connsiteX5384" fmla="*/ 6875716 w 9312201"/>
              <a:gd name="connsiteY5384" fmla="*/ 2070846 h 4927186"/>
              <a:gd name="connsiteX5385" fmla="*/ 6798356 w 9312201"/>
              <a:gd name="connsiteY5385" fmla="*/ 2070846 h 4927186"/>
              <a:gd name="connsiteX5386" fmla="*/ 6820837 w 9312201"/>
              <a:gd name="connsiteY5386" fmla="*/ 2092666 h 4927186"/>
              <a:gd name="connsiteX5387" fmla="*/ 6798356 w 9312201"/>
              <a:gd name="connsiteY5387" fmla="*/ 2114486 h 4927186"/>
              <a:gd name="connsiteX5388" fmla="*/ 6775875 w 9312201"/>
              <a:gd name="connsiteY5388" fmla="*/ 2092666 h 4927186"/>
              <a:gd name="connsiteX5389" fmla="*/ 6798356 w 9312201"/>
              <a:gd name="connsiteY5389" fmla="*/ 2070846 h 4927186"/>
              <a:gd name="connsiteX5390" fmla="*/ 6719675 w 9312201"/>
              <a:gd name="connsiteY5390" fmla="*/ 2070846 h 4927186"/>
              <a:gd name="connsiteX5391" fmla="*/ 6741495 w 9312201"/>
              <a:gd name="connsiteY5391" fmla="*/ 2092666 h 4927186"/>
              <a:gd name="connsiteX5392" fmla="*/ 6719675 w 9312201"/>
              <a:gd name="connsiteY5392" fmla="*/ 2114486 h 4927186"/>
              <a:gd name="connsiteX5393" fmla="*/ 6697855 w 9312201"/>
              <a:gd name="connsiteY5393" fmla="*/ 2092666 h 4927186"/>
              <a:gd name="connsiteX5394" fmla="*/ 6719675 w 9312201"/>
              <a:gd name="connsiteY5394" fmla="*/ 2070846 h 4927186"/>
              <a:gd name="connsiteX5395" fmla="*/ 6641655 w 9312201"/>
              <a:gd name="connsiteY5395" fmla="*/ 2070846 h 4927186"/>
              <a:gd name="connsiteX5396" fmla="*/ 6663475 w 9312201"/>
              <a:gd name="connsiteY5396" fmla="*/ 2092666 h 4927186"/>
              <a:gd name="connsiteX5397" fmla="*/ 6641655 w 9312201"/>
              <a:gd name="connsiteY5397" fmla="*/ 2114486 h 4927186"/>
              <a:gd name="connsiteX5398" fmla="*/ 6619835 w 9312201"/>
              <a:gd name="connsiteY5398" fmla="*/ 2092666 h 4927186"/>
              <a:gd name="connsiteX5399" fmla="*/ 6641655 w 9312201"/>
              <a:gd name="connsiteY5399" fmla="*/ 2070846 h 4927186"/>
              <a:gd name="connsiteX5400" fmla="*/ 6563634 w 9312201"/>
              <a:gd name="connsiteY5400" fmla="*/ 2070846 h 4927186"/>
              <a:gd name="connsiteX5401" fmla="*/ 6585454 w 9312201"/>
              <a:gd name="connsiteY5401" fmla="*/ 2092666 h 4927186"/>
              <a:gd name="connsiteX5402" fmla="*/ 6563634 w 9312201"/>
              <a:gd name="connsiteY5402" fmla="*/ 2114486 h 4927186"/>
              <a:gd name="connsiteX5403" fmla="*/ 6541814 w 9312201"/>
              <a:gd name="connsiteY5403" fmla="*/ 2092666 h 4927186"/>
              <a:gd name="connsiteX5404" fmla="*/ 6563634 w 9312201"/>
              <a:gd name="connsiteY5404" fmla="*/ 2070846 h 4927186"/>
              <a:gd name="connsiteX5405" fmla="*/ 6485613 w 9312201"/>
              <a:gd name="connsiteY5405" fmla="*/ 2070846 h 4927186"/>
              <a:gd name="connsiteX5406" fmla="*/ 6507433 w 9312201"/>
              <a:gd name="connsiteY5406" fmla="*/ 2092666 h 4927186"/>
              <a:gd name="connsiteX5407" fmla="*/ 6485613 w 9312201"/>
              <a:gd name="connsiteY5407" fmla="*/ 2114486 h 4927186"/>
              <a:gd name="connsiteX5408" fmla="*/ 6463793 w 9312201"/>
              <a:gd name="connsiteY5408" fmla="*/ 2092666 h 4927186"/>
              <a:gd name="connsiteX5409" fmla="*/ 6485613 w 9312201"/>
              <a:gd name="connsiteY5409" fmla="*/ 2070846 h 4927186"/>
              <a:gd name="connsiteX5410" fmla="*/ 6408916 w 9312201"/>
              <a:gd name="connsiteY5410" fmla="*/ 2070846 h 4927186"/>
              <a:gd name="connsiteX5411" fmla="*/ 6430736 w 9312201"/>
              <a:gd name="connsiteY5411" fmla="*/ 2092666 h 4927186"/>
              <a:gd name="connsiteX5412" fmla="*/ 6408916 w 9312201"/>
              <a:gd name="connsiteY5412" fmla="*/ 2114486 h 4927186"/>
              <a:gd name="connsiteX5413" fmla="*/ 6387096 w 9312201"/>
              <a:gd name="connsiteY5413" fmla="*/ 2092666 h 4927186"/>
              <a:gd name="connsiteX5414" fmla="*/ 6408916 w 9312201"/>
              <a:gd name="connsiteY5414" fmla="*/ 2070846 h 4927186"/>
              <a:gd name="connsiteX5415" fmla="*/ 6330896 w 9312201"/>
              <a:gd name="connsiteY5415" fmla="*/ 2070846 h 4927186"/>
              <a:gd name="connsiteX5416" fmla="*/ 6352716 w 9312201"/>
              <a:gd name="connsiteY5416" fmla="*/ 2092666 h 4927186"/>
              <a:gd name="connsiteX5417" fmla="*/ 6330896 w 9312201"/>
              <a:gd name="connsiteY5417" fmla="*/ 2114486 h 4927186"/>
              <a:gd name="connsiteX5418" fmla="*/ 6309076 w 9312201"/>
              <a:gd name="connsiteY5418" fmla="*/ 2092666 h 4927186"/>
              <a:gd name="connsiteX5419" fmla="*/ 6330896 w 9312201"/>
              <a:gd name="connsiteY5419" fmla="*/ 2070846 h 4927186"/>
              <a:gd name="connsiteX5420" fmla="*/ 6252875 w 9312201"/>
              <a:gd name="connsiteY5420" fmla="*/ 2070846 h 4927186"/>
              <a:gd name="connsiteX5421" fmla="*/ 6274695 w 9312201"/>
              <a:gd name="connsiteY5421" fmla="*/ 2092666 h 4927186"/>
              <a:gd name="connsiteX5422" fmla="*/ 6252875 w 9312201"/>
              <a:gd name="connsiteY5422" fmla="*/ 2114486 h 4927186"/>
              <a:gd name="connsiteX5423" fmla="*/ 6231055 w 9312201"/>
              <a:gd name="connsiteY5423" fmla="*/ 2092666 h 4927186"/>
              <a:gd name="connsiteX5424" fmla="*/ 6252875 w 9312201"/>
              <a:gd name="connsiteY5424" fmla="*/ 2070846 h 4927186"/>
              <a:gd name="connsiteX5425" fmla="*/ 6174854 w 9312201"/>
              <a:gd name="connsiteY5425" fmla="*/ 2070846 h 4927186"/>
              <a:gd name="connsiteX5426" fmla="*/ 6196674 w 9312201"/>
              <a:gd name="connsiteY5426" fmla="*/ 2092666 h 4927186"/>
              <a:gd name="connsiteX5427" fmla="*/ 6174854 w 9312201"/>
              <a:gd name="connsiteY5427" fmla="*/ 2114486 h 4927186"/>
              <a:gd name="connsiteX5428" fmla="*/ 6153034 w 9312201"/>
              <a:gd name="connsiteY5428" fmla="*/ 2092666 h 4927186"/>
              <a:gd name="connsiteX5429" fmla="*/ 6174854 w 9312201"/>
              <a:gd name="connsiteY5429" fmla="*/ 2070846 h 4927186"/>
              <a:gd name="connsiteX5430" fmla="*/ 6096834 w 9312201"/>
              <a:gd name="connsiteY5430" fmla="*/ 2070846 h 4927186"/>
              <a:gd name="connsiteX5431" fmla="*/ 6118654 w 9312201"/>
              <a:gd name="connsiteY5431" fmla="*/ 2092666 h 4927186"/>
              <a:gd name="connsiteX5432" fmla="*/ 6096834 w 9312201"/>
              <a:gd name="connsiteY5432" fmla="*/ 2114486 h 4927186"/>
              <a:gd name="connsiteX5433" fmla="*/ 6075014 w 9312201"/>
              <a:gd name="connsiteY5433" fmla="*/ 2092666 h 4927186"/>
              <a:gd name="connsiteX5434" fmla="*/ 6096834 w 9312201"/>
              <a:gd name="connsiteY5434" fmla="*/ 2070846 h 4927186"/>
              <a:gd name="connsiteX5435" fmla="*/ 6018814 w 9312201"/>
              <a:gd name="connsiteY5435" fmla="*/ 2070846 h 4927186"/>
              <a:gd name="connsiteX5436" fmla="*/ 6040634 w 9312201"/>
              <a:gd name="connsiteY5436" fmla="*/ 2092666 h 4927186"/>
              <a:gd name="connsiteX5437" fmla="*/ 6018814 w 9312201"/>
              <a:gd name="connsiteY5437" fmla="*/ 2114486 h 4927186"/>
              <a:gd name="connsiteX5438" fmla="*/ 5996994 w 9312201"/>
              <a:gd name="connsiteY5438" fmla="*/ 2092666 h 4927186"/>
              <a:gd name="connsiteX5439" fmla="*/ 6018814 w 9312201"/>
              <a:gd name="connsiteY5439" fmla="*/ 2070846 h 4927186"/>
              <a:gd name="connsiteX5440" fmla="*/ 5940793 w 9312201"/>
              <a:gd name="connsiteY5440" fmla="*/ 2070846 h 4927186"/>
              <a:gd name="connsiteX5441" fmla="*/ 5962613 w 9312201"/>
              <a:gd name="connsiteY5441" fmla="*/ 2092666 h 4927186"/>
              <a:gd name="connsiteX5442" fmla="*/ 5940793 w 9312201"/>
              <a:gd name="connsiteY5442" fmla="*/ 2114486 h 4927186"/>
              <a:gd name="connsiteX5443" fmla="*/ 5918973 w 9312201"/>
              <a:gd name="connsiteY5443" fmla="*/ 2092666 h 4927186"/>
              <a:gd name="connsiteX5444" fmla="*/ 5940793 w 9312201"/>
              <a:gd name="connsiteY5444" fmla="*/ 2070846 h 4927186"/>
              <a:gd name="connsiteX5445" fmla="*/ 5862773 w 9312201"/>
              <a:gd name="connsiteY5445" fmla="*/ 2070846 h 4927186"/>
              <a:gd name="connsiteX5446" fmla="*/ 5884593 w 9312201"/>
              <a:gd name="connsiteY5446" fmla="*/ 2092666 h 4927186"/>
              <a:gd name="connsiteX5447" fmla="*/ 5862773 w 9312201"/>
              <a:gd name="connsiteY5447" fmla="*/ 2114486 h 4927186"/>
              <a:gd name="connsiteX5448" fmla="*/ 5840953 w 9312201"/>
              <a:gd name="connsiteY5448" fmla="*/ 2092666 h 4927186"/>
              <a:gd name="connsiteX5449" fmla="*/ 5862773 w 9312201"/>
              <a:gd name="connsiteY5449" fmla="*/ 2070846 h 4927186"/>
              <a:gd name="connsiteX5450" fmla="*/ 5785413 w 9312201"/>
              <a:gd name="connsiteY5450" fmla="*/ 2070846 h 4927186"/>
              <a:gd name="connsiteX5451" fmla="*/ 5807894 w 9312201"/>
              <a:gd name="connsiteY5451" fmla="*/ 2092666 h 4927186"/>
              <a:gd name="connsiteX5452" fmla="*/ 5785413 w 9312201"/>
              <a:gd name="connsiteY5452" fmla="*/ 2114486 h 4927186"/>
              <a:gd name="connsiteX5453" fmla="*/ 5762932 w 9312201"/>
              <a:gd name="connsiteY5453" fmla="*/ 2092666 h 4927186"/>
              <a:gd name="connsiteX5454" fmla="*/ 5785413 w 9312201"/>
              <a:gd name="connsiteY5454" fmla="*/ 2070846 h 4927186"/>
              <a:gd name="connsiteX5455" fmla="*/ 5708054 w 9312201"/>
              <a:gd name="connsiteY5455" fmla="*/ 2070846 h 4927186"/>
              <a:gd name="connsiteX5456" fmla="*/ 5729874 w 9312201"/>
              <a:gd name="connsiteY5456" fmla="*/ 2092666 h 4927186"/>
              <a:gd name="connsiteX5457" fmla="*/ 5708054 w 9312201"/>
              <a:gd name="connsiteY5457" fmla="*/ 2114486 h 4927186"/>
              <a:gd name="connsiteX5458" fmla="*/ 5686234 w 9312201"/>
              <a:gd name="connsiteY5458" fmla="*/ 2092666 h 4927186"/>
              <a:gd name="connsiteX5459" fmla="*/ 5708054 w 9312201"/>
              <a:gd name="connsiteY5459" fmla="*/ 2070846 h 4927186"/>
              <a:gd name="connsiteX5460" fmla="*/ 5630034 w 9312201"/>
              <a:gd name="connsiteY5460" fmla="*/ 2070846 h 4927186"/>
              <a:gd name="connsiteX5461" fmla="*/ 5651854 w 9312201"/>
              <a:gd name="connsiteY5461" fmla="*/ 2092666 h 4927186"/>
              <a:gd name="connsiteX5462" fmla="*/ 5630034 w 9312201"/>
              <a:gd name="connsiteY5462" fmla="*/ 2114486 h 4927186"/>
              <a:gd name="connsiteX5463" fmla="*/ 5608214 w 9312201"/>
              <a:gd name="connsiteY5463" fmla="*/ 2092666 h 4927186"/>
              <a:gd name="connsiteX5464" fmla="*/ 5630034 w 9312201"/>
              <a:gd name="connsiteY5464" fmla="*/ 2070846 h 4927186"/>
              <a:gd name="connsiteX5465" fmla="*/ 5552013 w 9312201"/>
              <a:gd name="connsiteY5465" fmla="*/ 2070846 h 4927186"/>
              <a:gd name="connsiteX5466" fmla="*/ 5573833 w 9312201"/>
              <a:gd name="connsiteY5466" fmla="*/ 2092666 h 4927186"/>
              <a:gd name="connsiteX5467" fmla="*/ 5552013 w 9312201"/>
              <a:gd name="connsiteY5467" fmla="*/ 2114486 h 4927186"/>
              <a:gd name="connsiteX5468" fmla="*/ 5530193 w 9312201"/>
              <a:gd name="connsiteY5468" fmla="*/ 2092666 h 4927186"/>
              <a:gd name="connsiteX5469" fmla="*/ 5552013 w 9312201"/>
              <a:gd name="connsiteY5469" fmla="*/ 2070846 h 4927186"/>
              <a:gd name="connsiteX5470" fmla="*/ 5473331 w 9312201"/>
              <a:gd name="connsiteY5470" fmla="*/ 2070846 h 4927186"/>
              <a:gd name="connsiteX5471" fmla="*/ 5495812 w 9312201"/>
              <a:gd name="connsiteY5471" fmla="*/ 2092666 h 4927186"/>
              <a:gd name="connsiteX5472" fmla="*/ 5473331 w 9312201"/>
              <a:gd name="connsiteY5472" fmla="*/ 2114486 h 4927186"/>
              <a:gd name="connsiteX5473" fmla="*/ 5450850 w 9312201"/>
              <a:gd name="connsiteY5473" fmla="*/ 2092666 h 4927186"/>
              <a:gd name="connsiteX5474" fmla="*/ 5473331 w 9312201"/>
              <a:gd name="connsiteY5474" fmla="*/ 2070846 h 4927186"/>
              <a:gd name="connsiteX5475" fmla="*/ 5395972 w 9312201"/>
              <a:gd name="connsiteY5475" fmla="*/ 2070846 h 4927186"/>
              <a:gd name="connsiteX5476" fmla="*/ 5417792 w 9312201"/>
              <a:gd name="connsiteY5476" fmla="*/ 2092666 h 4927186"/>
              <a:gd name="connsiteX5477" fmla="*/ 5395972 w 9312201"/>
              <a:gd name="connsiteY5477" fmla="*/ 2114486 h 4927186"/>
              <a:gd name="connsiteX5478" fmla="*/ 5374152 w 9312201"/>
              <a:gd name="connsiteY5478" fmla="*/ 2092666 h 4927186"/>
              <a:gd name="connsiteX5479" fmla="*/ 5395972 w 9312201"/>
              <a:gd name="connsiteY5479" fmla="*/ 2070846 h 4927186"/>
              <a:gd name="connsiteX5480" fmla="*/ 5317953 w 9312201"/>
              <a:gd name="connsiteY5480" fmla="*/ 2070846 h 4927186"/>
              <a:gd name="connsiteX5481" fmla="*/ 5339773 w 9312201"/>
              <a:gd name="connsiteY5481" fmla="*/ 2092666 h 4927186"/>
              <a:gd name="connsiteX5482" fmla="*/ 5317953 w 9312201"/>
              <a:gd name="connsiteY5482" fmla="*/ 2114486 h 4927186"/>
              <a:gd name="connsiteX5483" fmla="*/ 5296133 w 9312201"/>
              <a:gd name="connsiteY5483" fmla="*/ 2092666 h 4927186"/>
              <a:gd name="connsiteX5484" fmla="*/ 5317953 w 9312201"/>
              <a:gd name="connsiteY5484" fmla="*/ 2070846 h 4927186"/>
              <a:gd name="connsiteX5485" fmla="*/ 5239931 w 9312201"/>
              <a:gd name="connsiteY5485" fmla="*/ 2070846 h 4927186"/>
              <a:gd name="connsiteX5486" fmla="*/ 5261751 w 9312201"/>
              <a:gd name="connsiteY5486" fmla="*/ 2092666 h 4927186"/>
              <a:gd name="connsiteX5487" fmla="*/ 5239931 w 9312201"/>
              <a:gd name="connsiteY5487" fmla="*/ 2114486 h 4927186"/>
              <a:gd name="connsiteX5488" fmla="*/ 5218111 w 9312201"/>
              <a:gd name="connsiteY5488" fmla="*/ 2092666 h 4927186"/>
              <a:gd name="connsiteX5489" fmla="*/ 5239931 w 9312201"/>
              <a:gd name="connsiteY5489" fmla="*/ 2070846 h 4927186"/>
              <a:gd name="connsiteX5490" fmla="*/ 5162572 w 9312201"/>
              <a:gd name="connsiteY5490" fmla="*/ 2070846 h 4927186"/>
              <a:gd name="connsiteX5491" fmla="*/ 5185053 w 9312201"/>
              <a:gd name="connsiteY5491" fmla="*/ 2092666 h 4927186"/>
              <a:gd name="connsiteX5492" fmla="*/ 5162572 w 9312201"/>
              <a:gd name="connsiteY5492" fmla="*/ 2114486 h 4927186"/>
              <a:gd name="connsiteX5493" fmla="*/ 5140091 w 9312201"/>
              <a:gd name="connsiteY5493" fmla="*/ 2092666 h 4927186"/>
              <a:gd name="connsiteX5494" fmla="*/ 5162572 w 9312201"/>
              <a:gd name="connsiteY5494" fmla="*/ 2070846 h 4927186"/>
              <a:gd name="connsiteX5495" fmla="*/ 5085212 w 9312201"/>
              <a:gd name="connsiteY5495" fmla="*/ 2070846 h 4927186"/>
              <a:gd name="connsiteX5496" fmla="*/ 5107032 w 9312201"/>
              <a:gd name="connsiteY5496" fmla="*/ 2092666 h 4927186"/>
              <a:gd name="connsiteX5497" fmla="*/ 5085212 w 9312201"/>
              <a:gd name="connsiteY5497" fmla="*/ 2114486 h 4927186"/>
              <a:gd name="connsiteX5498" fmla="*/ 5063392 w 9312201"/>
              <a:gd name="connsiteY5498" fmla="*/ 2092666 h 4927186"/>
              <a:gd name="connsiteX5499" fmla="*/ 5085212 w 9312201"/>
              <a:gd name="connsiteY5499" fmla="*/ 2070846 h 4927186"/>
              <a:gd name="connsiteX5500" fmla="*/ 5007193 w 9312201"/>
              <a:gd name="connsiteY5500" fmla="*/ 2070846 h 4927186"/>
              <a:gd name="connsiteX5501" fmla="*/ 5029013 w 9312201"/>
              <a:gd name="connsiteY5501" fmla="*/ 2092666 h 4927186"/>
              <a:gd name="connsiteX5502" fmla="*/ 5007193 w 9312201"/>
              <a:gd name="connsiteY5502" fmla="*/ 2114486 h 4927186"/>
              <a:gd name="connsiteX5503" fmla="*/ 4985373 w 9312201"/>
              <a:gd name="connsiteY5503" fmla="*/ 2092666 h 4927186"/>
              <a:gd name="connsiteX5504" fmla="*/ 5007193 w 9312201"/>
              <a:gd name="connsiteY5504" fmla="*/ 2070846 h 4927186"/>
              <a:gd name="connsiteX5505" fmla="*/ 4928511 w 9312201"/>
              <a:gd name="connsiteY5505" fmla="*/ 2070846 h 4927186"/>
              <a:gd name="connsiteX5506" fmla="*/ 4950992 w 9312201"/>
              <a:gd name="connsiteY5506" fmla="*/ 2092666 h 4927186"/>
              <a:gd name="connsiteX5507" fmla="*/ 4928511 w 9312201"/>
              <a:gd name="connsiteY5507" fmla="*/ 2114486 h 4927186"/>
              <a:gd name="connsiteX5508" fmla="*/ 4906030 w 9312201"/>
              <a:gd name="connsiteY5508" fmla="*/ 2092666 h 4927186"/>
              <a:gd name="connsiteX5509" fmla="*/ 4928511 w 9312201"/>
              <a:gd name="connsiteY5509" fmla="*/ 2070846 h 4927186"/>
              <a:gd name="connsiteX5510" fmla="*/ 4773132 w 9312201"/>
              <a:gd name="connsiteY5510" fmla="*/ 2070846 h 4927186"/>
              <a:gd name="connsiteX5511" fmla="*/ 4794952 w 9312201"/>
              <a:gd name="connsiteY5511" fmla="*/ 2092666 h 4927186"/>
              <a:gd name="connsiteX5512" fmla="*/ 4773132 w 9312201"/>
              <a:gd name="connsiteY5512" fmla="*/ 2114486 h 4927186"/>
              <a:gd name="connsiteX5513" fmla="*/ 4751312 w 9312201"/>
              <a:gd name="connsiteY5513" fmla="*/ 2092666 h 4927186"/>
              <a:gd name="connsiteX5514" fmla="*/ 4773132 w 9312201"/>
              <a:gd name="connsiteY5514" fmla="*/ 2070846 h 4927186"/>
              <a:gd name="connsiteX5515" fmla="*/ 4617091 w 9312201"/>
              <a:gd name="connsiteY5515" fmla="*/ 2070846 h 4927186"/>
              <a:gd name="connsiteX5516" fmla="*/ 4638911 w 9312201"/>
              <a:gd name="connsiteY5516" fmla="*/ 2092666 h 4927186"/>
              <a:gd name="connsiteX5517" fmla="*/ 4617091 w 9312201"/>
              <a:gd name="connsiteY5517" fmla="*/ 2114486 h 4927186"/>
              <a:gd name="connsiteX5518" fmla="*/ 4595271 w 9312201"/>
              <a:gd name="connsiteY5518" fmla="*/ 2092666 h 4927186"/>
              <a:gd name="connsiteX5519" fmla="*/ 4617091 w 9312201"/>
              <a:gd name="connsiteY5519" fmla="*/ 2070846 h 4927186"/>
              <a:gd name="connsiteX5520" fmla="*/ 4384351 w 9312201"/>
              <a:gd name="connsiteY5520" fmla="*/ 2070846 h 4927186"/>
              <a:gd name="connsiteX5521" fmla="*/ 4406171 w 9312201"/>
              <a:gd name="connsiteY5521" fmla="*/ 2092666 h 4927186"/>
              <a:gd name="connsiteX5522" fmla="*/ 4384351 w 9312201"/>
              <a:gd name="connsiteY5522" fmla="*/ 2114486 h 4927186"/>
              <a:gd name="connsiteX5523" fmla="*/ 4362531 w 9312201"/>
              <a:gd name="connsiteY5523" fmla="*/ 2092666 h 4927186"/>
              <a:gd name="connsiteX5524" fmla="*/ 4384351 w 9312201"/>
              <a:gd name="connsiteY5524" fmla="*/ 2070846 h 4927186"/>
              <a:gd name="connsiteX5525" fmla="*/ 4305009 w 9312201"/>
              <a:gd name="connsiteY5525" fmla="*/ 2070846 h 4927186"/>
              <a:gd name="connsiteX5526" fmla="*/ 4326829 w 9312201"/>
              <a:gd name="connsiteY5526" fmla="*/ 2092666 h 4927186"/>
              <a:gd name="connsiteX5527" fmla="*/ 4305009 w 9312201"/>
              <a:gd name="connsiteY5527" fmla="*/ 2114486 h 4927186"/>
              <a:gd name="connsiteX5528" fmla="*/ 4283189 w 9312201"/>
              <a:gd name="connsiteY5528" fmla="*/ 2092666 h 4927186"/>
              <a:gd name="connsiteX5529" fmla="*/ 4305009 w 9312201"/>
              <a:gd name="connsiteY5529" fmla="*/ 2070846 h 4927186"/>
              <a:gd name="connsiteX5530" fmla="*/ 4226989 w 9312201"/>
              <a:gd name="connsiteY5530" fmla="*/ 2070846 h 4927186"/>
              <a:gd name="connsiteX5531" fmla="*/ 4248809 w 9312201"/>
              <a:gd name="connsiteY5531" fmla="*/ 2092666 h 4927186"/>
              <a:gd name="connsiteX5532" fmla="*/ 4226989 w 9312201"/>
              <a:gd name="connsiteY5532" fmla="*/ 2114486 h 4927186"/>
              <a:gd name="connsiteX5533" fmla="*/ 4205169 w 9312201"/>
              <a:gd name="connsiteY5533" fmla="*/ 2092666 h 4927186"/>
              <a:gd name="connsiteX5534" fmla="*/ 4226989 w 9312201"/>
              <a:gd name="connsiteY5534" fmla="*/ 2070846 h 4927186"/>
              <a:gd name="connsiteX5535" fmla="*/ 4149629 w 9312201"/>
              <a:gd name="connsiteY5535" fmla="*/ 2070846 h 4927186"/>
              <a:gd name="connsiteX5536" fmla="*/ 4172110 w 9312201"/>
              <a:gd name="connsiteY5536" fmla="*/ 2092666 h 4927186"/>
              <a:gd name="connsiteX5537" fmla="*/ 4149629 w 9312201"/>
              <a:gd name="connsiteY5537" fmla="*/ 2114486 h 4927186"/>
              <a:gd name="connsiteX5538" fmla="*/ 4127148 w 9312201"/>
              <a:gd name="connsiteY5538" fmla="*/ 2092666 h 4927186"/>
              <a:gd name="connsiteX5539" fmla="*/ 4149629 w 9312201"/>
              <a:gd name="connsiteY5539" fmla="*/ 2070846 h 4927186"/>
              <a:gd name="connsiteX5540" fmla="*/ 2436486 w 9312201"/>
              <a:gd name="connsiteY5540" fmla="*/ 2070846 h 4927186"/>
              <a:gd name="connsiteX5541" fmla="*/ 2458306 w 9312201"/>
              <a:gd name="connsiteY5541" fmla="*/ 2092666 h 4927186"/>
              <a:gd name="connsiteX5542" fmla="*/ 2436486 w 9312201"/>
              <a:gd name="connsiteY5542" fmla="*/ 2114486 h 4927186"/>
              <a:gd name="connsiteX5543" fmla="*/ 2414666 w 9312201"/>
              <a:gd name="connsiteY5543" fmla="*/ 2092666 h 4927186"/>
              <a:gd name="connsiteX5544" fmla="*/ 2436486 w 9312201"/>
              <a:gd name="connsiteY5544" fmla="*/ 2070846 h 4927186"/>
              <a:gd name="connsiteX5545" fmla="*/ 2358465 w 9312201"/>
              <a:gd name="connsiteY5545" fmla="*/ 2070846 h 4927186"/>
              <a:gd name="connsiteX5546" fmla="*/ 2380285 w 9312201"/>
              <a:gd name="connsiteY5546" fmla="*/ 2092666 h 4927186"/>
              <a:gd name="connsiteX5547" fmla="*/ 2358465 w 9312201"/>
              <a:gd name="connsiteY5547" fmla="*/ 2114486 h 4927186"/>
              <a:gd name="connsiteX5548" fmla="*/ 2336645 w 9312201"/>
              <a:gd name="connsiteY5548" fmla="*/ 2092666 h 4927186"/>
              <a:gd name="connsiteX5549" fmla="*/ 2358465 w 9312201"/>
              <a:gd name="connsiteY5549" fmla="*/ 2070846 h 4927186"/>
              <a:gd name="connsiteX5550" fmla="*/ 2280445 w 9312201"/>
              <a:gd name="connsiteY5550" fmla="*/ 2070846 h 4927186"/>
              <a:gd name="connsiteX5551" fmla="*/ 2302265 w 9312201"/>
              <a:gd name="connsiteY5551" fmla="*/ 2092666 h 4927186"/>
              <a:gd name="connsiteX5552" fmla="*/ 2280445 w 9312201"/>
              <a:gd name="connsiteY5552" fmla="*/ 2114486 h 4927186"/>
              <a:gd name="connsiteX5553" fmla="*/ 2258625 w 9312201"/>
              <a:gd name="connsiteY5553" fmla="*/ 2092666 h 4927186"/>
              <a:gd name="connsiteX5554" fmla="*/ 2280445 w 9312201"/>
              <a:gd name="connsiteY5554" fmla="*/ 2070846 h 4927186"/>
              <a:gd name="connsiteX5555" fmla="*/ 2203086 w 9312201"/>
              <a:gd name="connsiteY5555" fmla="*/ 2070846 h 4927186"/>
              <a:gd name="connsiteX5556" fmla="*/ 2225567 w 9312201"/>
              <a:gd name="connsiteY5556" fmla="*/ 2092666 h 4927186"/>
              <a:gd name="connsiteX5557" fmla="*/ 2203086 w 9312201"/>
              <a:gd name="connsiteY5557" fmla="*/ 2114486 h 4927186"/>
              <a:gd name="connsiteX5558" fmla="*/ 2180605 w 9312201"/>
              <a:gd name="connsiteY5558" fmla="*/ 2092666 h 4927186"/>
              <a:gd name="connsiteX5559" fmla="*/ 2203086 w 9312201"/>
              <a:gd name="connsiteY5559" fmla="*/ 2070846 h 4927186"/>
              <a:gd name="connsiteX5560" fmla="*/ 2125727 w 9312201"/>
              <a:gd name="connsiteY5560" fmla="*/ 2070846 h 4927186"/>
              <a:gd name="connsiteX5561" fmla="*/ 2147547 w 9312201"/>
              <a:gd name="connsiteY5561" fmla="*/ 2092666 h 4927186"/>
              <a:gd name="connsiteX5562" fmla="*/ 2125727 w 9312201"/>
              <a:gd name="connsiteY5562" fmla="*/ 2114486 h 4927186"/>
              <a:gd name="connsiteX5563" fmla="*/ 2103907 w 9312201"/>
              <a:gd name="connsiteY5563" fmla="*/ 2092666 h 4927186"/>
              <a:gd name="connsiteX5564" fmla="*/ 2125727 w 9312201"/>
              <a:gd name="connsiteY5564" fmla="*/ 2070846 h 4927186"/>
              <a:gd name="connsiteX5565" fmla="*/ 1424212 w 9312201"/>
              <a:gd name="connsiteY5565" fmla="*/ 2070846 h 4927186"/>
              <a:gd name="connsiteX5566" fmla="*/ 1446695 w 9312201"/>
              <a:gd name="connsiteY5566" fmla="*/ 2092666 h 4927186"/>
              <a:gd name="connsiteX5567" fmla="*/ 1424212 w 9312201"/>
              <a:gd name="connsiteY5567" fmla="*/ 2114486 h 4927186"/>
              <a:gd name="connsiteX5568" fmla="*/ 1401732 w 9312201"/>
              <a:gd name="connsiteY5568" fmla="*/ 2092666 h 4927186"/>
              <a:gd name="connsiteX5569" fmla="*/ 1424212 w 9312201"/>
              <a:gd name="connsiteY5569" fmla="*/ 2070846 h 4927186"/>
              <a:gd name="connsiteX5570" fmla="*/ 1345532 w 9312201"/>
              <a:gd name="connsiteY5570" fmla="*/ 2070846 h 4927186"/>
              <a:gd name="connsiteX5571" fmla="*/ 1367350 w 9312201"/>
              <a:gd name="connsiteY5571" fmla="*/ 2092666 h 4927186"/>
              <a:gd name="connsiteX5572" fmla="*/ 1345532 w 9312201"/>
              <a:gd name="connsiteY5572" fmla="*/ 2114486 h 4927186"/>
              <a:gd name="connsiteX5573" fmla="*/ 1323709 w 9312201"/>
              <a:gd name="connsiteY5573" fmla="*/ 2092666 h 4927186"/>
              <a:gd name="connsiteX5574" fmla="*/ 1345532 w 9312201"/>
              <a:gd name="connsiteY5574" fmla="*/ 2070846 h 4927186"/>
              <a:gd name="connsiteX5575" fmla="*/ 1268169 w 9312201"/>
              <a:gd name="connsiteY5575" fmla="*/ 2070846 h 4927186"/>
              <a:gd name="connsiteX5576" fmla="*/ 1290660 w 9312201"/>
              <a:gd name="connsiteY5576" fmla="*/ 2092666 h 4927186"/>
              <a:gd name="connsiteX5577" fmla="*/ 1268169 w 9312201"/>
              <a:gd name="connsiteY5577" fmla="*/ 2114486 h 4927186"/>
              <a:gd name="connsiteX5578" fmla="*/ 1245691 w 9312201"/>
              <a:gd name="connsiteY5578" fmla="*/ 2092666 h 4927186"/>
              <a:gd name="connsiteX5579" fmla="*/ 1268169 w 9312201"/>
              <a:gd name="connsiteY5579" fmla="*/ 2070846 h 4927186"/>
              <a:gd name="connsiteX5580" fmla="*/ 1190817 w 9312201"/>
              <a:gd name="connsiteY5580" fmla="*/ 2070846 h 4927186"/>
              <a:gd name="connsiteX5581" fmla="*/ 1212636 w 9312201"/>
              <a:gd name="connsiteY5581" fmla="*/ 2092666 h 4927186"/>
              <a:gd name="connsiteX5582" fmla="*/ 1190817 w 9312201"/>
              <a:gd name="connsiteY5582" fmla="*/ 2114486 h 4927186"/>
              <a:gd name="connsiteX5583" fmla="*/ 1168996 w 9312201"/>
              <a:gd name="connsiteY5583" fmla="*/ 2092666 h 4927186"/>
              <a:gd name="connsiteX5584" fmla="*/ 1190817 w 9312201"/>
              <a:gd name="connsiteY5584" fmla="*/ 2070846 h 4927186"/>
              <a:gd name="connsiteX5585" fmla="*/ 1968363 w 9312201"/>
              <a:gd name="connsiteY5585" fmla="*/ 2070845 h 4927186"/>
              <a:gd name="connsiteX5586" fmla="*/ 1990183 w 9312201"/>
              <a:gd name="connsiteY5586" fmla="*/ 2092665 h 4927186"/>
              <a:gd name="connsiteX5587" fmla="*/ 1968363 w 9312201"/>
              <a:gd name="connsiteY5587" fmla="*/ 2114485 h 4927186"/>
              <a:gd name="connsiteX5588" fmla="*/ 1946543 w 9312201"/>
              <a:gd name="connsiteY5588" fmla="*/ 2092665 h 4927186"/>
              <a:gd name="connsiteX5589" fmla="*/ 1968363 w 9312201"/>
              <a:gd name="connsiteY5589" fmla="*/ 2070845 h 4927186"/>
              <a:gd name="connsiteX5590" fmla="*/ 1891011 w 9312201"/>
              <a:gd name="connsiteY5590" fmla="*/ 2070845 h 4927186"/>
              <a:gd name="connsiteX5591" fmla="*/ 1913495 w 9312201"/>
              <a:gd name="connsiteY5591" fmla="*/ 2092665 h 4927186"/>
              <a:gd name="connsiteX5592" fmla="*/ 1891011 w 9312201"/>
              <a:gd name="connsiteY5592" fmla="*/ 2114485 h 4927186"/>
              <a:gd name="connsiteX5593" fmla="*/ 1868529 w 9312201"/>
              <a:gd name="connsiteY5593" fmla="*/ 2092665 h 4927186"/>
              <a:gd name="connsiteX5594" fmla="*/ 1891011 w 9312201"/>
              <a:gd name="connsiteY5594" fmla="*/ 2070845 h 4927186"/>
              <a:gd name="connsiteX5595" fmla="*/ 1813657 w 9312201"/>
              <a:gd name="connsiteY5595" fmla="*/ 2070845 h 4927186"/>
              <a:gd name="connsiteX5596" fmla="*/ 1835474 w 9312201"/>
              <a:gd name="connsiteY5596" fmla="*/ 2092665 h 4927186"/>
              <a:gd name="connsiteX5597" fmla="*/ 1813657 w 9312201"/>
              <a:gd name="connsiteY5597" fmla="*/ 2114485 h 4927186"/>
              <a:gd name="connsiteX5598" fmla="*/ 1791833 w 9312201"/>
              <a:gd name="connsiteY5598" fmla="*/ 2092665 h 4927186"/>
              <a:gd name="connsiteX5599" fmla="*/ 1813657 w 9312201"/>
              <a:gd name="connsiteY5599" fmla="*/ 2070845 h 4927186"/>
              <a:gd name="connsiteX5600" fmla="*/ 1735633 w 9312201"/>
              <a:gd name="connsiteY5600" fmla="*/ 2070845 h 4927186"/>
              <a:gd name="connsiteX5601" fmla="*/ 1757457 w 9312201"/>
              <a:gd name="connsiteY5601" fmla="*/ 2092665 h 4927186"/>
              <a:gd name="connsiteX5602" fmla="*/ 1735633 w 9312201"/>
              <a:gd name="connsiteY5602" fmla="*/ 2114485 h 4927186"/>
              <a:gd name="connsiteX5603" fmla="*/ 1713819 w 9312201"/>
              <a:gd name="connsiteY5603" fmla="*/ 2092665 h 4927186"/>
              <a:gd name="connsiteX5604" fmla="*/ 1735633 w 9312201"/>
              <a:gd name="connsiteY5604" fmla="*/ 2070845 h 4927186"/>
              <a:gd name="connsiteX5605" fmla="*/ 1657611 w 9312201"/>
              <a:gd name="connsiteY5605" fmla="*/ 2070845 h 4927186"/>
              <a:gd name="connsiteX5606" fmla="*/ 1679436 w 9312201"/>
              <a:gd name="connsiteY5606" fmla="*/ 2092665 h 4927186"/>
              <a:gd name="connsiteX5607" fmla="*/ 1657611 w 9312201"/>
              <a:gd name="connsiteY5607" fmla="*/ 2114485 h 4927186"/>
              <a:gd name="connsiteX5608" fmla="*/ 1635796 w 9312201"/>
              <a:gd name="connsiteY5608" fmla="*/ 2092665 h 4927186"/>
              <a:gd name="connsiteX5609" fmla="*/ 1657611 w 9312201"/>
              <a:gd name="connsiteY5609" fmla="*/ 2070845 h 4927186"/>
              <a:gd name="connsiteX5610" fmla="*/ 1580257 w 9312201"/>
              <a:gd name="connsiteY5610" fmla="*/ 2070845 h 4927186"/>
              <a:gd name="connsiteX5611" fmla="*/ 1602734 w 9312201"/>
              <a:gd name="connsiteY5611" fmla="*/ 2092665 h 4927186"/>
              <a:gd name="connsiteX5612" fmla="*/ 1580257 w 9312201"/>
              <a:gd name="connsiteY5612" fmla="*/ 2114485 h 4927186"/>
              <a:gd name="connsiteX5613" fmla="*/ 1557771 w 9312201"/>
              <a:gd name="connsiteY5613" fmla="*/ 2092665 h 4927186"/>
              <a:gd name="connsiteX5614" fmla="*/ 1580257 w 9312201"/>
              <a:gd name="connsiteY5614" fmla="*/ 2070845 h 4927186"/>
              <a:gd name="connsiteX5615" fmla="*/ 1502899 w 9312201"/>
              <a:gd name="connsiteY5615" fmla="*/ 2070845 h 4927186"/>
              <a:gd name="connsiteX5616" fmla="*/ 1524717 w 9312201"/>
              <a:gd name="connsiteY5616" fmla="*/ 2092665 h 4927186"/>
              <a:gd name="connsiteX5617" fmla="*/ 1502899 w 9312201"/>
              <a:gd name="connsiteY5617" fmla="*/ 2114485 h 4927186"/>
              <a:gd name="connsiteX5618" fmla="*/ 1481077 w 9312201"/>
              <a:gd name="connsiteY5618" fmla="*/ 2092665 h 4927186"/>
              <a:gd name="connsiteX5619" fmla="*/ 1502899 w 9312201"/>
              <a:gd name="connsiteY5619" fmla="*/ 2070845 h 4927186"/>
              <a:gd name="connsiteX5620" fmla="*/ 8121398 w 9312201"/>
              <a:gd name="connsiteY5620" fmla="*/ 1992825 h 4927186"/>
              <a:gd name="connsiteX5621" fmla="*/ 8143218 w 9312201"/>
              <a:gd name="connsiteY5621" fmla="*/ 2014645 h 4927186"/>
              <a:gd name="connsiteX5622" fmla="*/ 8121398 w 9312201"/>
              <a:gd name="connsiteY5622" fmla="*/ 2036465 h 4927186"/>
              <a:gd name="connsiteX5623" fmla="*/ 8099578 w 9312201"/>
              <a:gd name="connsiteY5623" fmla="*/ 2014645 h 4927186"/>
              <a:gd name="connsiteX5624" fmla="*/ 8121398 w 9312201"/>
              <a:gd name="connsiteY5624" fmla="*/ 1992825 h 4927186"/>
              <a:gd name="connsiteX5625" fmla="*/ 8044700 w 9312201"/>
              <a:gd name="connsiteY5625" fmla="*/ 1992825 h 4927186"/>
              <a:gd name="connsiteX5626" fmla="*/ 8066520 w 9312201"/>
              <a:gd name="connsiteY5626" fmla="*/ 2014645 h 4927186"/>
              <a:gd name="connsiteX5627" fmla="*/ 8044700 w 9312201"/>
              <a:gd name="connsiteY5627" fmla="*/ 2036465 h 4927186"/>
              <a:gd name="connsiteX5628" fmla="*/ 8022880 w 9312201"/>
              <a:gd name="connsiteY5628" fmla="*/ 2014645 h 4927186"/>
              <a:gd name="connsiteX5629" fmla="*/ 8044700 w 9312201"/>
              <a:gd name="connsiteY5629" fmla="*/ 1992825 h 4927186"/>
              <a:gd name="connsiteX5630" fmla="*/ 7888658 w 9312201"/>
              <a:gd name="connsiteY5630" fmla="*/ 1992825 h 4927186"/>
              <a:gd name="connsiteX5631" fmla="*/ 7910478 w 9312201"/>
              <a:gd name="connsiteY5631" fmla="*/ 2014645 h 4927186"/>
              <a:gd name="connsiteX5632" fmla="*/ 7888658 w 9312201"/>
              <a:gd name="connsiteY5632" fmla="*/ 2036465 h 4927186"/>
              <a:gd name="connsiteX5633" fmla="*/ 7866838 w 9312201"/>
              <a:gd name="connsiteY5633" fmla="*/ 2014645 h 4927186"/>
              <a:gd name="connsiteX5634" fmla="*/ 7888658 w 9312201"/>
              <a:gd name="connsiteY5634" fmla="*/ 1992825 h 4927186"/>
              <a:gd name="connsiteX5635" fmla="*/ 7809316 w 9312201"/>
              <a:gd name="connsiteY5635" fmla="*/ 1992825 h 4927186"/>
              <a:gd name="connsiteX5636" fmla="*/ 7831136 w 9312201"/>
              <a:gd name="connsiteY5636" fmla="*/ 2014645 h 4927186"/>
              <a:gd name="connsiteX5637" fmla="*/ 7809316 w 9312201"/>
              <a:gd name="connsiteY5637" fmla="*/ 2036465 h 4927186"/>
              <a:gd name="connsiteX5638" fmla="*/ 7787496 w 9312201"/>
              <a:gd name="connsiteY5638" fmla="*/ 2014645 h 4927186"/>
              <a:gd name="connsiteX5639" fmla="*/ 7809316 w 9312201"/>
              <a:gd name="connsiteY5639" fmla="*/ 1992825 h 4927186"/>
              <a:gd name="connsiteX5640" fmla="*/ 7731957 w 9312201"/>
              <a:gd name="connsiteY5640" fmla="*/ 1992825 h 4927186"/>
              <a:gd name="connsiteX5641" fmla="*/ 7754438 w 9312201"/>
              <a:gd name="connsiteY5641" fmla="*/ 2014645 h 4927186"/>
              <a:gd name="connsiteX5642" fmla="*/ 7731957 w 9312201"/>
              <a:gd name="connsiteY5642" fmla="*/ 2036465 h 4927186"/>
              <a:gd name="connsiteX5643" fmla="*/ 7709476 w 9312201"/>
              <a:gd name="connsiteY5643" fmla="*/ 2014645 h 4927186"/>
              <a:gd name="connsiteX5644" fmla="*/ 7731957 w 9312201"/>
              <a:gd name="connsiteY5644" fmla="*/ 1992825 h 4927186"/>
              <a:gd name="connsiteX5645" fmla="*/ 7654597 w 9312201"/>
              <a:gd name="connsiteY5645" fmla="*/ 1992825 h 4927186"/>
              <a:gd name="connsiteX5646" fmla="*/ 7676417 w 9312201"/>
              <a:gd name="connsiteY5646" fmla="*/ 2014645 h 4927186"/>
              <a:gd name="connsiteX5647" fmla="*/ 7654597 w 9312201"/>
              <a:gd name="connsiteY5647" fmla="*/ 2036465 h 4927186"/>
              <a:gd name="connsiteX5648" fmla="*/ 7632777 w 9312201"/>
              <a:gd name="connsiteY5648" fmla="*/ 2014645 h 4927186"/>
              <a:gd name="connsiteX5649" fmla="*/ 7654597 w 9312201"/>
              <a:gd name="connsiteY5649" fmla="*/ 1992825 h 4927186"/>
              <a:gd name="connsiteX5650" fmla="*/ 7576577 w 9312201"/>
              <a:gd name="connsiteY5650" fmla="*/ 1992825 h 4927186"/>
              <a:gd name="connsiteX5651" fmla="*/ 7598397 w 9312201"/>
              <a:gd name="connsiteY5651" fmla="*/ 2014645 h 4927186"/>
              <a:gd name="connsiteX5652" fmla="*/ 7576577 w 9312201"/>
              <a:gd name="connsiteY5652" fmla="*/ 2036465 h 4927186"/>
              <a:gd name="connsiteX5653" fmla="*/ 7554757 w 9312201"/>
              <a:gd name="connsiteY5653" fmla="*/ 2014645 h 4927186"/>
              <a:gd name="connsiteX5654" fmla="*/ 7576577 w 9312201"/>
              <a:gd name="connsiteY5654" fmla="*/ 1992825 h 4927186"/>
              <a:gd name="connsiteX5655" fmla="*/ 7498556 w 9312201"/>
              <a:gd name="connsiteY5655" fmla="*/ 1992825 h 4927186"/>
              <a:gd name="connsiteX5656" fmla="*/ 7520376 w 9312201"/>
              <a:gd name="connsiteY5656" fmla="*/ 2014645 h 4927186"/>
              <a:gd name="connsiteX5657" fmla="*/ 7498556 w 9312201"/>
              <a:gd name="connsiteY5657" fmla="*/ 2036465 h 4927186"/>
              <a:gd name="connsiteX5658" fmla="*/ 7476736 w 9312201"/>
              <a:gd name="connsiteY5658" fmla="*/ 2014645 h 4927186"/>
              <a:gd name="connsiteX5659" fmla="*/ 7498556 w 9312201"/>
              <a:gd name="connsiteY5659" fmla="*/ 1992825 h 4927186"/>
              <a:gd name="connsiteX5660" fmla="*/ 7421198 w 9312201"/>
              <a:gd name="connsiteY5660" fmla="*/ 1992825 h 4927186"/>
              <a:gd name="connsiteX5661" fmla="*/ 7443679 w 9312201"/>
              <a:gd name="connsiteY5661" fmla="*/ 2014645 h 4927186"/>
              <a:gd name="connsiteX5662" fmla="*/ 7421198 w 9312201"/>
              <a:gd name="connsiteY5662" fmla="*/ 2036465 h 4927186"/>
              <a:gd name="connsiteX5663" fmla="*/ 7398717 w 9312201"/>
              <a:gd name="connsiteY5663" fmla="*/ 2014645 h 4927186"/>
              <a:gd name="connsiteX5664" fmla="*/ 7421198 w 9312201"/>
              <a:gd name="connsiteY5664" fmla="*/ 1992825 h 4927186"/>
              <a:gd name="connsiteX5665" fmla="*/ 7343838 w 9312201"/>
              <a:gd name="connsiteY5665" fmla="*/ 1992825 h 4927186"/>
              <a:gd name="connsiteX5666" fmla="*/ 7365658 w 9312201"/>
              <a:gd name="connsiteY5666" fmla="*/ 2014645 h 4927186"/>
              <a:gd name="connsiteX5667" fmla="*/ 7343838 w 9312201"/>
              <a:gd name="connsiteY5667" fmla="*/ 2036465 h 4927186"/>
              <a:gd name="connsiteX5668" fmla="*/ 7322018 w 9312201"/>
              <a:gd name="connsiteY5668" fmla="*/ 2014645 h 4927186"/>
              <a:gd name="connsiteX5669" fmla="*/ 7343838 w 9312201"/>
              <a:gd name="connsiteY5669" fmla="*/ 1992825 h 4927186"/>
              <a:gd name="connsiteX5670" fmla="*/ 7264495 w 9312201"/>
              <a:gd name="connsiteY5670" fmla="*/ 1992825 h 4927186"/>
              <a:gd name="connsiteX5671" fmla="*/ 7286315 w 9312201"/>
              <a:gd name="connsiteY5671" fmla="*/ 2014645 h 4927186"/>
              <a:gd name="connsiteX5672" fmla="*/ 7264495 w 9312201"/>
              <a:gd name="connsiteY5672" fmla="*/ 2036465 h 4927186"/>
              <a:gd name="connsiteX5673" fmla="*/ 7242675 w 9312201"/>
              <a:gd name="connsiteY5673" fmla="*/ 2014645 h 4927186"/>
              <a:gd name="connsiteX5674" fmla="*/ 7264495 w 9312201"/>
              <a:gd name="connsiteY5674" fmla="*/ 1992825 h 4927186"/>
              <a:gd name="connsiteX5675" fmla="*/ 7186475 w 9312201"/>
              <a:gd name="connsiteY5675" fmla="*/ 1992825 h 4927186"/>
              <a:gd name="connsiteX5676" fmla="*/ 7208295 w 9312201"/>
              <a:gd name="connsiteY5676" fmla="*/ 2014645 h 4927186"/>
              <a:gd name="connsiteX5677" fmla="*/ 7186475 w 9312201"/>
              <a:gd name="connsiteY5677" fmla="*/ 2036465 h 4927186"/>
              <a:gd name="connsiteX5678" fmla="*/ 7164655 w 9312201"/>
              <a:gd name="connsiteY5678" fmla="*/ 2014645 h 4927186"/>
              <a:gd name="connsiteX5679" fmla="*/ 7186475 w 9312201"/>
              <a:gd name="connsiteY5679" fmla="*/ 1992825 h 4927186"/>
              <a:gd name="connsiteX5680" fmla="*/ 7109116 w 9312201"/>
              <a:gd name="connsiteY5680" fmla="*/ 1992825 h 4927186"/>
              <a:gd name="connsiteX5681" fmla="*/ 7131597 w 9312201"/>
              <a:gd name="connsiteY5681" fmla="*/ 2014645 h 4927186"/>
              <a:gd name="connsiteX5682" fmla="*/ 7109116 w 9312201"/>
              <a:gd name="connsiteY5682" fmla="*/ 2036465 h 4927186"/>
              <a:gd name="connsiteX5683" fmla="*/ 7086635 w 9312201"/>
              <a:gd name="connsiteY5683" fmla="*/ 2014645 h 4927186"/>
              <a:gd name="connsiteX5684" fmla="*/ 7109116 w 9312201"/>
              <a:gd name="connsiteY5684" fmla="*/ 1992825 h 4927186"/>
              <a:gd name="connsiteX5685" fmla="*/ 7031757 w 9312201"/>
              <a:gd name="connsiteY5685" fmla="*/ 1992825 h 4927186"/>
              <a:gd name="connsiteX5686" fmla="*/ 7053577 w 9312201"/>
              <a:gd name="connsiteY5686" fmla="*/ 2014645 h 4927186"/>
              <a:gd name="connsiteX5687" fmla="*/ 7031757 w 9312201"/>
              <a:gd name="connsiteY5687" fmla="*/ 2036465 h 4927186"/>
              <a:gd name="connsiteX5688" fmla="*/ 7009937 w 9312201"/>
              <a:gd name="connsiteY5688" fmla="*/ 2014645 h 4927186"/>
              <a:gd name="connsiteX5689" fmla="*/ 7031757 w 9312201"/>
              <a:gd name="connsiteY5689" fmla="*/ 1992825 h 4927186"/>
              <a:gd name="connsiteX5690" fmla="*/ 6953736 w 9312201"/>
              <a:gd name="connsiteY5690" fmla="*/ 1992825 h 4927186"/>
              <a:gd name="connsiteX5691" fmla="*/ 6975556 w 9312201"/>
              <a:gd name="connsiteY5691" fmla="*/ 2014645 h 4927186"/>
              <a:gd name="connsiteX5692" fmla="*/ 6953736 w 9312201"/>
              <a:gd name="connsiteY5692" fmla="*/ 2036465 h 4927186"/>
              <a:gd name="connsiteX5693" fmla="*/ 6931916 w 9312201"/>
              <a:gd name="connsiteY5693" fmla="*/ 2014645 h 4927186"/>
              <a:gd name="connsiteX5694" fmla="*/ 6953736 w 9312201"/>
              <a:gd name="connsiteY5694" fmla="*/ 1992825 h 4927186"/>
              <a:gd name="connsiteX5695" fmla="*/ 6875716 w 9312201"/>
              <a:gd name="connsiteY5695" fmla="*/ 1992825 h 4927186"/>
              <a:gd name="connsiteX5696" fmla="*/ 6897536 w 9312201"/>
              <a:gd name="connsiteY5696" fmla="*/ 2014645 h 4927186"/>
              <a:gd name="connsiteX5697" fmla="*/ 6875716 w 9312201"/>
              <a:gd name="connsiteY5697" fmla="*/ 2036465 h 4927186"/>
              <a:gd name="connsiteX5698" fmla="*/ 6853896 w 9312201"/>
              <a:gd name="connsiteY5698" fmla="*/ 2014645 h 4927186"/>
              <a:gd name="connsiteX5699" fmla="*/ 6875716 w 9312201"/>
              <a:gd name="connsiteY5699" fmla="*/ 1992825 h 4927186"/>
              <a:gd name="connsiteX5700" fmla="*/ 6798356 w 9312201"/>
              <a:gd name="connsiteY5700" fmla="*/ 1992825 h 4927186"/>
              <a:gd name="connsiteX5701" fmla="*/ 6820837 w 9312201"/>
              <a:gd name="connsiteY5701" fmla="*/ 2014645 h 4927186"/>
              <a:gd name="connsiteX5702" fmla="*/ 6798356 w 9312201"/>
              <a:gd name="connsiteY5702" fmla="*/ 2036465 h 4927186"/>
              <a:gd name="connsiteX5703" fmla="*/ 6775875 w 9312201"/>
              <a:gd name="connsiteY5703" fmla="*/ 2014645 h 4927186"/>
              <a:gd name="connsiteX5704" fmla="*/ 6798356 w 9312201"/>
              <a:gd name="connsiteY5704" fmla="*/ 1992825 h 4927186"/>
              <a:gd name="connsiteX5705" fmla="*/ 6719675 w 9312201"/>
              <a:gd name="connsiteY5705" fmla="*/ 1992825 h 4927186"/>
              <a:gd name="connsiteX5706" fmla="*/ 6741495 w 9312201"/>
              <a:gd name="connsiteY5706" fmla="*/ 2014645 h 4927186"/>
              <a:gd name="connsiteX5707" fmla="*/ 6719675 w 9312201"/>
              <a:gd name="connsiteY5707" fmla="*/ 2036465 h 4927186"/>
              <a:gd name="connsiteX5708" fmla="*/ 6697855 w 9312201"/>
              <a:gd name="connsiteY5708" fmla="*/ 2014645 h 4927186"/>
              <a:gd name="connsiteX5709" fmla="*/ 6719675 w 9312201"/>
              <a:gd name="connsiteY5709" fmla="*/ 1992825 h 4927186"/>
              <a:gd name="connsiteX5710" fmla="*/ 6641655 w 9312201"/>
              <a:gd name="connsiteY5710" fmla="*/ 1992825 h 4927186"/>
              <a:gd name="connsiteX5711" fmla="*/ 6663475 w 9312201"/>
              <a:gd name="connsiteY5711" fmla="*/ 2014645 h 4927186"/>
              <a:gd name="connsiteX5712" fmla="*/ 6641655 w 9312201"/>
              <a:gd name="connsiteY5712" fmla="*/ 2036465 h 4927186"/>
              <a:gd name="connsiteX5713" fmla="*/ 6619835 w 9312201"/>
              <a:gd name="connsiteY5713" fmla="*/ 2014645 h 4927186"/>
              <a:gd name="connsiteX5714" fmla="*/ 6641655 w 9312201"/>
              <a:gd name="connsiteY5714" fmla="*/ 1992825 h 4927186"/>
              <a:gd name="connsiteX5715" fmla="*/ 6563634 w 9312201"/>
              <a:gd name="connsiteY5715" fmla="*/ 1992825 h 4927186"/>
              <a:gd name="connsiteX5716" fmla="*/ 6585454 w 9312201"/>
              <a:gd name="connsiteY5716" fmla="*/ 2014645 h 4927186"/>
              <a:gd name="connsiteX5717" fmla="*/ 6563634 w 9312201"/>
              <a:gd name="connsiteY5717" fmla="*/ 2036465 h 4927186"/>
              <a:gd name="connsiteX5718" fmla="*/ 6541814 w 9312201"/>
              <a:gd name="connsiteY5718" fmla="*/ 2014645 h 4927186"/>
              <a:gd name="connsiteX5719" fmla="*/ 6563634 w 9312201"/>
              <a:gd name="connsiteY5719" fmla="*/ 1992825 h 4927186"/>
              <a:gd name="connsiteX5720" fmla="*/ 6485613 w 9312201"/>
              <a:gd name="connsiteY5720" fmla="*/ 1992825 h 4927186"/>
              <a:gd name="connsiteX5721" fmla="*/ 6507433 w 9312201"/>
              <a:gd name="connsiteY5721" fmla="*/ 2014645 h 4927186"/>
              <a:gd name="connsiteX5722" fmla="*/ 6485613 w 9312201"/>
              <a:gd name="connsiteY5722" fmla="*/ 2036465 h 4927186"/>
              <a:gd name="connsiteX5723" fmla="*/ 6463793 w 9312201"/>
              <a:gd name="connsiteY5723" fmla="*/ 2014645 h 4927186"/>
              <a:gd name="connsiteX5724" fmla="*/ 6485613 w 9312201"/>
              <a:gd name="connsiteY5724" fmla="*/ 1992825 h 4927186"/>
              <a:gd name="connsiteX5725" fmla="*/ 6408916 w 9312201"/>
              <a:gd name="connsiteY5725" fmla="*/ 1992825 h 4927186"/>
              <a:gd name="connsiteX5726" fmla="*/ 6430736 w 9312201"/>
              <a:gd name="connsiteY5726" fmla="*/ 2014645 h 4927186"/>
              <a:gd name="connsiteX5727" fmla="*/ 6408916 w 9312201"/>
              <a:gd name="connsiteY5727" fmla="*/ 2036465 h 4927186"/>
              <a:gd name="connsiteX5728" fmla="*/ 6387096 w 9312201"/>
              <a:gd name="connsiteY5728" fmla="*/ 2014645 h 4927186"/>
              <a:gd name="connsiteX5729" fmla="*/ 6408916 w 9312201"/>
              <a:gd name="connsiteY5729" fmla="*/ 1992825 h 4927186"/>
              <a:gd name="connsiteX5730" fmla="*/ 6330896 w 9312201"/>
              <a:gd name="connsiteY5730" fmla="*/ 1992825 h 4927186"/>
              <a:gd name="connsiteX5731" fmla="*/ 6352716 w 9312201"/>
              <a:gd name="connsiteY5731" fmla="*/ 2014645 h 4927186"/>
              <a:gd name="connsiteX5732" fmla="*/ 6330896 w 9312201"/>
              <a:gd name="connsiteY5732" fmla="*/ 2036465 h 4927186"/>
              <a:gd name="connsiteX5733" fmla="*/ 6309076 w 9312201"/>
              <a:gd name="connsiteY5733" fmla="*/ 2014645 h 4927186"/>
              <a:gd name="connsiteX5734" fmla="*/ 6330896 w 9312201"/>
              <a:gd name="connsiteY5734" fmla="*/ 1992825 h 4927186"/>
              <a:gd name="connsiteX5735" fmla="*/ 6252875 w 9312201"/>
              <a:gd name="connsiteY5735" fmla="*/ 1992825 h 4927186"/>
              <a:gd name="connsiteX5736" fmla="*/ 6274695 w 9312201"/>
              <a:gd name="connsiteY5736" fmla="*/ 2014645 h 4927186"/>
              <a:gd name="connsiteX5737" fmla="*/ 6252875 w 9312201"/>
              <a:gd name="connsiteY5737" fmla="*/ 2036465 h 4927186"/>
              <a:gd name="connsiteX5738" fmla="*/ 6231055 w 9312201"/>
              <a:gd name="connsiteY5738" fmla="*/ 2014645 h 4927186"/>
              <a:gd name="connsiteX5739" fmla="*/ 6252875 w 9312201"/>
              <a:gd name="connsiteY5739" fmla="*/ 1992825 h 4927186"/>
              <a:gd name="connsiteX5740" fmla="*/ 6174854 w 9312201"/>
              <a:gd name="connsiteY5740" fmla="*/ 1992825 h 4927186"/>
              <a:gd name="connsiteX5741" fmla="*/ 6196674 w 9312201"/>
              <a:gd name="connsiteY5741" fmla="*/ 2014645 h 4927186"/>
              <a:gd name="connsiteX5742" fmla="*/ 6174854 w 9312201"/>
              <a:gd name="connsiteY5742" fmla="*/ 2036465 h 4927186"/>
              <a:gd name="connsiteX5743" fmla="*/ 6153034 w 9312201"/>
              <a:gd name="connsiteY5743" fmla="*/ 2014645 h 4927186"/>
              <a:gd name="connsiteX5744" fmla="*/ 6174854 w 9312201"/>
              <a:gd name="connsiteY5744" fmla="*/ 1992825 h 4927186"/>
              <a:gd name="connsiteX5745" fmla="*/ 6096834 w 9312201"/>
              <a:gd name="connsiteY5745" fmla="*/ 1992825 h 4927186"/>
              <a:gd name="connsiteX5746" fmla="*/ 6118654 w 9312201"/>
              <a:gd name="connsiteY5746" fmla="*/ 2014645 h 4927186"/>
              <a:gd name="connsiteX5747" fmla="*/ 6096834 w 9312201"/>
              <a:gd name="connsiteY5747" fmla="*/ 2036465 h 4927186"/>
              <a:gd name="connsiteX5748" fmla="*/ 6075014 w 9312201"/>
              <a:gd name="connsiteY5748" fmla="*/ 2014645 h 4927186"/>
              <a:gd name="connsiteX5749" fmla="*/ 6096834 w 9312201"/>
              <a:gd name="connsiteY5749" fmla="*/ 1992825 h 4927186"/>
              <a:gd name="connsiteX5750" fmla="*/ 6018814 w 9312201"/>
              <a:gd name="connsiteY5750" fmla="*/ 1992825 h 4927186"/>
              <a:gd name="connsiteX5751" fmla="*/ 6040634 w 9312201"/>
              <a:gd name="connsiteY5751" fmla="*/ 2014645 h 4927186"/>
              <a:gd name="connsiteX5752" fmla="*/ 6018814 w 9312201"/>
              <a:gd name="connsiteY5752" fmla="*/ 2036465 h 4927186"/>
              <a:gd name="connsiteX5753" fmla="*/ 5996994 w 9312201"/>
              <a:gd name="connsiteY5753" fmla="*/ 2014645 h 4927186"/>
              <a:gd name="connsiteX5754" fmla="*/ 6018814 w 9312201"/>
              <a:gd name="connsiteY5754" fmla="*/ 1992825 h 4927186"/>
              <a:gd name="connsiteX5755" fmla="*/ 5940793 w 9312201"/>
              <a:gd name="connsiteY5755" fmla="*/ 1992825 h 4927186"/>
              <a:gd name="connsiteX5756" fmla="*/ 5962613 w 9312201"/>
              <a:gd name="connsiteY5756" fmla="*/ 2014645 h 4927186"/>
              <a:gd name="connsiteX5757" fmla="*/ 5940793 w 9312201"/>
              <a:gd name="connsiteY5757" fmla="*/ 2036465 h 4927186"/>
              <a:gd name="connsiteX5758" fmla="*/ 5918973 w 9312201"/>
              <a:gd name="connsiteY5758" fmla="*/ 2014645 h 4927186"/>
              <a:gd name="connsiteX5759" fmla="*/ 5940793 w 9312201"/>
              <a:gd name="connsiteY5759" fmla="*/ 1992825 h 4927186"/>
              <a:gd name="connsiteX5760" fmla="*/ 5862773 w 9312201"/>
              <a:gd name="connsiteY5760" fmla="*/ 1992825 h 4927186"/>
              <a:gd name="connsiteX5761" fmla="*/ 5884593 w 9312201"/>
              <a:gd name="connsiteY5761" fmla="*/ 2014645 h 4927186"/>
              <a:gd name="connsiteX5762" fmla="*/ 5862773 w 9312201"/>
              <a:gd name="connsiteY5762" fmla="*/ 2036465 h 4927186"/>
              <a:gd name="connsiteX5763" fmla="*/ 5840953 w 9312201"/>
              <a:gd name="connsiteY5763" fmla="*/ 2014645 h 4927186"/>
              <a:gd name="connsiteX5764" fmla="*/ 5862773 w 9312201"/>
              <a:gd name="connsiteY5764" fmla="*/ 1992825 h 4927186"/>
              <a:gd name="connsiteX5765" fmla="*/ 5785413 w 9312201"/>
              <a:gd name="connsiteY5765" fmla="*/ 1992825 h 4927186"/>
              <a:gd name="connsiteX5766" fmla="*/ 5807894 w 9312201"/>
              <a:gd name="connsiteY5766" fmla="*/ 2014645 h 4927186"/>
              <a:gd name="connsiteX5767" fmla="*/ 5785413 w 9312201"/>
              <a:gd name="connsiteY5767" fmla="*/ 2036465 h 4927186"/>
              <a:gd name="connsiteX5768" fmla="*/ 5762932 w 9312201"/>
              <a:gd name="connsiteY5768" fmla="*/ 2014645 h 4927186"/>
              <a:gd name="connsiteX5769" fmla="*/ 5785413 w 9312201"/>
              <a:gd name="connsiteY5769" fmla="*/ 1992825 h 4927186"/>
              <a:gd name="connsiteX5770" fmla="*/ 5708054 w 9312201"/>
              <a:gd name="connsiteY5770" fmla="*/ 1992825 h 4927186"/>
              <a:gd name="connsiteX5771" fmla="*/ 5729874 w 9312201"/>
              <a:gd name="connsiteY5771" fmla="*/ 2014645 h 4927186"/>
              <a:gd name="connsiteX5772" fmla="*/ 5708054 w 9312201"/>
              <a:gd name="connsiteY5772" fmla="*/ 2036465 h 4927186"/>
              <a:gd name="connsiteX5773" fmla="*/ 5686234 w 9312201"/>
              <a:gd name="connsiteY5773" fmla="*/ 2014645 h 4927186"/>
              <a:gd name="connsiteX5774" fmla="*/ 5708054 w 9312201"/>
              <a:gd name="connsiteY5774" fmla="*/ 1992825 h 4927186"/>
              <a:gd name="connsiteX5775" fmla="*/ 5630034 w 9312201"/>
              <a:gd name="connsiteY5775" fmla="*/ 1992825 h 4927186"/>
              <a:gd name="connsiteX5776" fmla="*/ 5651854 w 9312201"/>
              <a:gd name="connsiteY5776" fmla="*/ 2014645 h 4927186"/>
              <a:gd name="connsiteX5777" fmla="*/ 5630034 w 9312201"/>
              <a:gd name="connsiteY5777" fmla="*/ 2036465 h 4927186"/>
              <a:gd name="connsiteX5778" fmla="*/ 5608214 w 9312201"/>
              <a:gd name="connsiteY5778" fmla="*/ 2014645 h 4927186"/>
              <a:gd name="connsiteX5779" fmla="*/ 5630034 w 9312201"/>
              <a:gd name="connsiteY5779" fmla="*/ 1992825 h 4927186"/>
              <a:gd name="connsiteX5780" fmla="*/ 5552013 w 9312201"/>
              <a:gd name="connsiteY5780" fmla="*/ 1992825 h 4927186"/>
              <a:gd name="connsiteX5781" fmla="*/ 5573833 w 9312201"/>
              <a:gd name="connsiteY5781" fmla="*/ 2014645 h 4927186"/>
              <a:gd name="connsiteX5782" fmla="*/ 5552013 w 9312201"/>
              <a:gd name="connsiteY5782" fmla="*/ 2036465 h 4927186"/>
              <a:gd name="connsiteX5783" fmla="*/ 5530193 w 9312201"/>
              <a:gd name="connsiteY5783" fmla="*/ 2014645 h 4927186"/>
              <a:gd name="connsiteX5784" fmla="*/ 5552013 w 9312201"/>
              <a:gd name="connsiteY5784" fmla="*/ 1992825 h 4927186"/>
              <a:gd name="connsiteX5785" fmla="*/ 5473331 w 9312201"/>
              <a:gd name="connsiteY5785" fmla="*/ 1992825 h 4927186"/>
              <a:gd name="connsiteX5786" fmla="*/ 5495812 w 9312201"/>
              <a:gd name="connsiteY5786" fmla="*/ 2014645 h 4927186"/>
              <a:gd name="connsiteX5787" fmla="*/ 5473331 w 9312201"/>
              <a:gd name="connsiteY5787" fmla="*/ 2036465 h 4927186"/>
              <a:gd name="connsiteX5788" fmla="*/ 5450850 w 9312201"/>
              <a:gd name="connsiteY5788" fmla="*/ 2014645 h 4927186"/>
              <a:gd name="connsiteX5789" fmla="*/ 5473331 w 9312201"/>
              <a:gd name="connsiteY5789" fmla="*/ 1992825 h 4927186"/>
              <a:gd name="connsiteX5790" fmla="*/ 5085212 w 9312201"/>
              <a:gd name="connsiteY5790" fmla="*/ 1992825 h 4927186"/>
              <a:gd name="connsiteX5791" fmla="*/ 5107032 w 9312201"/>
              <a:gd name="connsiteY5791" fmla="*/ 2014645 h 4927186"/>
              <a:gd name="connsiteX5792" fmla="*/ 5085212 w 9312201"/>
              <a:gd name="connsiteY5792" fmla="*/ 2036465 h 4927186"/>
              <a:gd name="connsiteX5793" fmla="*/ 5063392 w 9312201"/>
              <a:gd name="connsiteY5793" fmla="*/ 2014645 h 4927186"/>
              <a:gd name="connsiteX5794" fmla="*/ 5085212 w 9312201"/>
              <a:gd name="connsiteY5794" fmla="*/ 1992825 h 4927186"/>
              <a:gd name="connsiteX5795" fmla="*/ 5007193 w 9312201"/>
              <a:gd name="connsiteY5795" fmla="*/ 1992825 h 4927186"/>
              <a:gd name="connsiteX5796" fmla="*/ 5029013 w 9312201"/>
              <a:gd name="connsiteY5796" fmla="*/ 2014645 h 4927186"/>
              <a:gd name="connsiteX5797" fmla="*/ 5007193 w 9312201"/>
              <a:gd name="connsiteY5797" fmla="*/ 2036465 h 4927186"/>
              <a:gd name="connsiteX5798" fmla="*/ 4985373 w 9312201"/>
              <a:gd name="connsiteY5798" fmla="*/ 2014645 h 4927186"/>
              <a:gd name="connsiteX5799" fmla="*/ 5007193 w 9312201"/>
              <a:gd name="connsiteY5799" fmla="*/ 1992825 h 4927186"/>
              <a:gd name="connsiteX5800" fmla="*/ 4928511 w 9312201"/>
              <a:gd name="connsiteY5800" fmla="*/ 1992825 h 4927186"/>
              <a:gd name="connsiteX5801" fmla="*/ 4950992 w 9312201"/>
              <a:gd name="connsiteY5801" fmla="*/ 2014645 h 4927186"/>
              <a:gd name="connsiteX5802" fmla="*/ 4928511 w 9312201"/>
              <a:gd name="connsiteY5802" fmla="*/ 2036465 h 4927186"/>
              <a:gd name="connsiteX5803" fmla="*/ 4906030 w 9312201"/>
              <a:gd name="connsiteY5803" fmla="*/ 2014645 h 4927186"/>
              <a:gd name="connsiteX5804" fmla="*/ 4928511 w 9312201"/>
              <a:gd name="connsiteY5804" fmla="*/ 1992825 h 4927186"/>
              <a:gd name="connsiteX5805" fmla="*/ 4850491 w 9312201"/>
              <a:gd name="connsiteY5805" fmla="*/ 1992825 h 4927186"/>
              <a:gd name="connsiteX5806" fmla="*/ 4872972 w 9312201"/>
              <a:gd name="connsiteY5806" fmla="*/ 2014645 h 4927186"/>
              <a:gd name="connsiteX5807" fmla="*/ 4850491 w 9312201"/>
              <a:gd name="connsiteY5807" fmla="*/ 2036465 h 4927186"/>
              <a:gd name="connsiteX5808" fmla="*/ 4828010 w 9312201"/>
              <a:gd name="connsiteY5808" fmla="*/ 2014645 h 4927186"/>
              <a:gd name="connsiteX5809" fmla="*/ 4850491 w 9312201"/>
              <a:gd name="connsiteY5809" fmla="*/ 1992825 h 4927186"/>
              <a:gd name="connsiteX5810" fmla="*/ 4695111 w 9312201"/>
              <a:gd name="connsiteY5810" fmla="*/ 1992825 h 4927186"/>
              <a:gd name="connsiteX5811" fmla="*/ 4716931 w 9312201"/>
              <a:gd name="connsiteY5811" fmla="*/ 2014645 h 4927186"/>
              <a:gd name="connsiteX5812" fmla="*/ 4695111 w 9312201"/>
              <a:gd name="connsiteY5812" fmla="*/ 2036465 h 4927186"/>
              <a:gd name="connsiteX5813" fmla="*/ 4673291 w 9312201"/>
              <a:gd name="connsiteY5813" fmla="*/ 2014645 h 4927186"/>
              <a:gd name="connsiteX5814" fmla="*/ 4695111 w 9312201"/>
              <a:gd name="connsiteY5814" fmla="*/ 1992825 h 4927186"/>
              <a:gd name="connsiteX5815" fmla="*/ 4617091 w 9312201"/>
              <a:gd name="connsiteY5815" fmla="*/ 1992825 h 4927186"/>
              <a:gd name="connsiteX5816" fmla="*/ 4638911 w 9312201"/>
              <a:gd name="connsiteY5816" fmla="*/ 2014645 h 4927186"/>
              <a:gd name="connsiteX5817" fmla="*/ 4617091 w 9312201"/>
              <a:gd name="connsiteY5817" fmla="*/ 2036465 h 4927186"/>
              <a:gd name="connsiteX5818" fmla="*/ 4595271 w 9312201"/>
              <a:gd name="connsiteY5818" fmla="*/ 2014645 h 4927186"/>
              <a:gd name="connsiteX5819" fmla="*/ 4617091 w 9312201"/>
              <a:gd name="connsiteY5819" fmla="*/ 1992825 h 4927186"/>
              <a:gd name="connsiteX5820" fmla="*/ 4539070 w 9312201"/>
              <a:gd name="connsiteY5820" fmla="*/ 1992825 h 4927186"/>
              <a:gd name="connsiteX5821" fmla="*/ 4560890 w 9312201"/>
              <a:gd name="connsiteY5821" fmla="*/ 2014645 h 4927186"/>
              <a:gd name="connsiteX5822" fmla="*/ 4539070 w 9312201"/>
              <a:gd name="connsiteY5822" fmla="*/ 2036465 h 4927186"/>
              <a:gd name="connsiteX5823" fmla="*/ 4517250 w 9312201"/>
              <a:gd name="connsiteY5823" fmla="*/ 2014645 h 4927186"/>
              <a:gd name="connsiteX5824" fmla="*/ 4539070 w 9312201"/>
              <a:gd name="connsiteY5824" fmla="*/ 1992825 h 4927186"/>
              <a:gd name="connsiteX5825" fmla="*/ 4461711 w 9312201"/>
              <a:gd name="connsiteY5825" fmla="*/ 1992825 h 4927186"/>
              <a:gd name="connsiteX5826" fmla="*/ 4484192 w 9312201"/>
              <a:gd name="connsiteY5826" fmla="*/ 2014645 h 4927186"/>
              <a:gd name="connsiteX5827" fmla="*/ 4461711 w 9312201"/>
              <a:gd name="connsiteY5827" fmla="*/ 2036465 h 4927186"/>
              <a:gd name="connsiteX5828" fmla="*/ 4439230 w 9312201"/>
              <a:gd name="connsiteY5828" fmla="*/ 2014645 h 4927186"/>
              <a:gd name="connsiteX5829" fmla="*/ 4461711 w 9312201"/>
              <a:gd name="connsiteY5829" fmla="*/ 1992825 h 4927186"/>
              <a:gd name="connsiteX5830" fmla="*/ 4384351 w 9312201"/>
              <a:gd name="connsiteY5830" fmla="*/ 1992825 h 4927186"/>
              <a:gd name="connsiteX5831" fmla="*/ 4406171 w 9312201"/>
              <a:gd name="connsiteY5831" fmla="*/ 2014645 h 4927186"/>
              <a:gd name="connsiteX5832" fmla="*/ 4384351 w 9312201"/>
              <a:gd name="connsiteY5832" fmla="*/ 2036465 h 4927186"/>
              <a:gd name="connsiteX5833" fmla="*/ 4362531 w 9312201"/>
              <a:gd name="connsiteY5833" fmla="*/ 2014645 h 4927186"/>
              <a:gd name="connsiteX5834" fmla="*/ 4384351 w 9312201"/>
              <a:gd name="connsiteY5834" fmla="*/ 1992825 h 4927186"/>
              <a:gd name="connsiteX5835" fmla="*/ 4305009 w 9312201"/>
              <a:gd name="connsiteY5835" fmla="*/ 1992825 h 4927186"/>
              <a:gd name="connsiteX5836" fmla="*/ 4326829 w 9312201"/>
              <a:gd name="connsiteY5836" fmla="*/ 2014645 h 4927186"/>
              <a:gd name="connsiteX5837" fmla="*/ 4305009 w 9312201"/>
              <a:gd name="connsiteY5837" fmla="*/ 2036465 h 4927186"/>
              <a:gd name="connsiteX5838" fmla="*/ 4283189 w 9312201"/>
              <a:gd name="connsiteY5838" fmla="*/ 2014645 h 4927186"/>
              <a:gd name="connsiteX5839" fmla="*/ 4305009 w 9312201"/>
              <a:gd name="connsiteY5839" fmla="*/ 1992825 h 4927186"/>
              <a:gd name="connsiteX5840" fmla="*/ 4226989 w 9312201"/>
              <a:gd name="connsiteY5840" fmla="*/ 1992825 h 4927186"/>
              <a:gd name="connsiteX5841" fmla="*/ 4248809 w 9312201"/>
              <a:gd name="connsiteY5841" fmla="*/ 2014645 h 4927186"/>
              <a:gd name="connsiteX5842" fmla="*/ 4226989 w 9312201"/>
              <a:gd name="connsiteY5842" fmla="*/ 2036465 h 4927186"/>
              <a:gd name="connsiteX5843" fmla="*/ 4205169 w 9312201"/>
              <a:gd name="connsiteY5843" fmla="*/ 2014645 h 4927186"/>
              <a:gd name="connsiteX5844" fmla="*/ 4226989 w 9312201"/>
              <a:gd name="connsiteY5844" fmla="*/ 1992825 h 4927186"/>
              <a:gd name="connsiteX5845" fmla="*/ 4149629 w 9312201"/>
              <a:gd name="connsiteY5845" fmla="*/ 1992825 h 4927186"/>
              <a:gd name="connsiteX5846" fmla="*/ 4172110 w 9312201"/>
              <a:gd name="connsiteY5846" fmla="*/ 2014645 h 4927186"/>
              <a:gd name="connsiteX5847" fmla="*/ 4149629 w 9312201"/>
              <a:gd name="connsiteY5847" fmla="*/ 2036465 h 4927186"/>
              <a:gd name="connsiteX5848" fmla="*/ 4127148 w 9312201"/>
              <a:gd name="connsiteY5848" fmla="*/ 2014645 h 4927186"/>
              <a:gd name="connsiteX5849" fmla="*/ 4149629 w 9312201"/>
              <a:gd name="connsiteY5849" fmla="*/ 1992825 h 4927186"/>
              <a:gd name="connsiteX5850" fmla="*/ 2513845 w 9312201"/>
              <a:gd name="connsiteY5850" fmla="*/ 1992825 h 4927186"/>
              <a:gd name="connsiteX5851" fmla="*/ 2536326 w 9312201"/>
              <a:gd name="connsiteY5851" fmla="*/ 2014645 h 4927186"/>
              <a:gd name="connsiteX5852" fmla="*/ 2513845 w 9312201"/>
              <a:gd name="connsiteY5852" fmla="*/ 2036465 h 4927186"/>
              <a:gd name="connsiteX5853" fmla="*/ 2491364 w 9312201"/>
              <a:gd name="connsiteY5853" fmla="*/ 2014645 h 4927186"/>
              <a:gd name="connsiteX5854" fmla="*/ 2513845 w 9312201"/>
              <a:gd name="connsiteY5854" fmla="*/ 1992825 h 4927186"/>
              <a:gd name="connsiteX5855" fmla="*/ 2436486 w 9312201"/>
              <a:gd name="connsiteY5855" fmla="*/ 1992825 h 4927186"/>
              <a:gd name="connsiteX5856" fmla="*/ 2458306 w 9312201"/>
              <a:gd name="connsiteY5856" fmla="*/ 2014645 h 4927186"/>
              <a:gd name="connsiteX5857" fmla="*/ 2436486 w 9312201"/>
              <a:gd name="connsiteY5857" fmla="*/ 2036465 h 4927186"/>
              <a:gd name="connsiteX5858" fmla="*/ 2414666 w 9312201"/>
              <a:gd name="connsiteY5858" fmla="*/ 2014645 h 4927186"/>
              <a:gd name="connsiteX5859" fmla="*/ 2436486 w 9312201"/>
              <a:gd name="connsiteY5859" fmla="*/ 1992825 h 4927186"/>
              <a:gd name="connsiteX5860" fmla="*/ 2358465 w 9312201"/>
              <a:gd name="connsiteY5860" fmla="*/ 1992825 h 4927186"/>
              <a:gd name="connsiteX5861" fmla="*/ 2380285 w 9312201"/>
              <a:gd name="connsiteY5861" fmla="*/ 2014645 h 4927186"/>
              <a:gd name="connsiteX5862" fmla="*/ 2358465 w 9312201"/>
              <a:gd name="connsiteY5862" fmla="*/ 2036465 h 4927186"/>
              <a:gd name="connsiteX5863" fmla="*/ 2336645 w 9312201"/>
              <a:gd name="connsiteY5863" fmla="*/ 2014645 h 4927186"/>
              <a:gd name="connsiteX5864" fmla="*/ 2358465 w 9312201"/>
              <a:gd name="connsiteY5864" fmla="*/ 1992825 h 4927186"/>
              <a:gd name="connsiteX5865" fmla="*/ 2280445 w 9312201"/>
              <a:gd name="connsiteY5865" fmla="*/ 1992825 h 4927186"/>
              <a:gd name="connsiteX5866" fmla="*/ 2302265 w 9312201"/>
              <a:gd name="connsiteY5866" fmla="*/ 2014645 h 4927186"/>
              <a:gd name="connsiteX5867" fmla="*/ 2280445 w 9312201"/>
              <a:gd name="connsiteY5867" fmla="*/ 2036465 h 4927186"/>
              <a:gd name="connsiteX5868" fmla="*/ 2258625 w 9312201"/>
              <a:gd name="connsiteY5868" fmla="*/ 2014645 h 4927186"/>
              <a:gd name="connsiteX5869" fmla="*/ 2280445 w 9312201"/>
              <a:gd name="connsiteY5869" fmla="*/ 1992825 h 4927186"/>
              <a:gd name="connsiteX5870" fmla="*/ 2203086 w 9312201"/>
              <a:gd name="connsiteY5870" fmla="*/ 1992825 h 4927186"/>
              <a:gd name="connsiteX5871" fmla="*/ 2225567 w 9312201"/>
              <a:gd name="connsiteY5871" fmla="*/ 2014645 h 4927186"/>
              <a:gd name="connsiteX5872" fmla="*/ 2203086 w 9312201"/>
              <a:gd name="connsiteY5872" fmla="*/ 2036465 h 4927186"/>
              <a:gd name="connsiteX5873" fmla="*/ 2180605 w 9312201"/>
              <a:gd name="connsiteY5873" fmla="*/ 2014645 h 4927186"/>
              <a:gd name="connsiteX5874" fmla="*/ 2203086 w 9312201"/>
              <a:gd name="connsiteY5874" fmla="*/ 1992825 h 4927186"/>
              <a:gd name="connsiteX5875" fmla="*/ 2125727 w 9312201"/>
              <a:gd name="connsiteY5875" fmla="*/ 1992825 h 4927186"/>
              <a:gd name="connsiteX5876" fmla="*/ 2147547 w 9312201"/>
              <a:gd name="connsiteY5876" fmla="*/ 2014645 h 4927186"/>
              <a:gd name="connsiteX5877" fmla="*/ 2125727 w 9312201"/>
              <a:gd name="connsiteY5877" fmla="*/ 2036465 h 4927186"/>
              <a:gd name="connsiteX5878" fmla="*/ 2103907 w 9312201"/>
              <a:gd name="connsiteY5878" fmla="*/ 2014645 h 4927186"/>
              <a:gd name="connsiteX5879" fmla="*/ 2125727 w 9312201"/>
              <a:gd name="connsiteY5879" fmla="*/ 1992825 h 4927186"/>
              <a:gd name="connsiteX5880" fmla="*/ 2047706 w 9312201"/>
              <a:gd name="connsiteY5880" fmla="*/ 1992825 h 4927186"/>
              <a:gd name="connsiteX5881" fmla="*/ 2069526 w 9312201"/>
              <a:gd name="connsiteY5881" fmla="*/ 2014645 h 4927186"/>
              <a:gd name="connsiteX5882" fmla="*/ 2047706 w 9312201"/>
              <a:gd name="connsiteY5882" fmla="*/ 2036465 h 4927186"/>
              <a:gd name="connsiteX5883" fmla="*/ 2025886 w 9312201"/>
              <a:gd name="connsiteY5883" fmla="*/ 2014645 h 4927186"/>
              <a:gd name="connsiteX5884" fmla="*/ 2047706 w 9312201"/>
              <a:gd name="connsiteY5884" fmla="*/ 1992825 h 4927186"/>
              <a:gd name="connsiteX5885" fmla="*/ 1968363 w 9312201"/>
              <a:gd name="connsiteY5885" fmla="*/ 1992825 h 4927186"/>
              <a:gd name="connsiteX5886" fmla="*/ 1990183 w 9312201"/>
              <a:gd name="connsiteY5886" fmla="*/ 2014645 h 4927186"/>
              <a:gd name="connsiteX5887" fmla="*/ 1968363 w 9312201"/>
              <a:gd name="connsiteY5887" fmla="*/ 2036465 h 4927186"/>
              <a:gd name="connsiteX5888" fmla="*/ 1946543 w 9312201"/>
              <a:gd name="connsiteY5888" fmla="*/ 2014645 h 4927186"/>
              <a:gd name="connsiteX5889" fmla="*/ 1968363 w 9312201"/>
              <a:gd name="connsiteY5889" fmla="*/ 1992825 h 4927186"/>
              <a:gd name="connsiteX5890" fmla="*/ 1891011 w 9312201"/>
              <a:gd name="connsiteY5890" fmla="*/ 1992825 h 4927186"/>
              <a:gd name="connsiteX5891" fmla="*/ 1913495 w 9312201"/>
              <a:gd name="connsiteY5891" fmla="*/ 2014645 h 4927186"/>
              <a:gd name="connsiteX5892" fmla="*/ 1891011 w 9312201"/>
              <a:gd name="connsiteY5892" fmla="*/ 2036465 h 4927186"/>
              <a:gd name="connsiteX5893" fmla="*/ 1868529 w 9312201"/>
              <a:gd name="connsiteY5893" fmla="*/ 2014645 h 4927186"/>
              <a:gd name="connsiteX5894" fmla="*/ 1891011 w 9312201"/>
              <a:gd name="connsiteY5894" fmla="*/ 1992825 h 4927186"/>
              <a:gd name="connsiteX5895" fmla="*/ 1813657 w 9312201"/>
              <a:gd name="connsiteY5895" fmla="*/ 1992825 h 4927186"/>
              <a:gd name="connsiteX5896" fmla="*/ 1835474 w 9312201"/>
              <a:gd name="connsiteY5896" fmla="*/ 2014645 h 4927186"/>
              <a:gd name="connsiteX5897" fmla="*/ 1813657 w 9312201"/>
              <a:gd name="connsiteY5897" fmla="*/ 2036465 h 4927186"/>
              <a:gd name="connsiteX5898" fmla="*/ 1791833 w 9312201"/>
              <a:gd name="connsiteY5898" fmla="*/ 2014645 h 4927186"/>
              <a:gd name="connsiteX5899" fmla="*/ 1813657 w 9312201"/>
              <a:gd name="connsiteY5899" fmla="*/ 1992825 h 4927186"/>
              <a:gd name="connsiteX5900" fmla="*/ 1735633 w 9312201"/>
              <a:gd name="connsiteY5900" fmla="*/ 1992825 h 4927186"/>
              <a:gd name="connsiteX5901" fmla="*/ 1757457 w 9312201"/>
              <a:gd name="connsiteY5901" fmla="*/ 2014645 h 4927186"/>
              <a:gd name="connsiteX5902" fmla="*/ 1735633 w 9312201"/>
              <a:gd name="connsiteY5902" fmla="*/ 2036465 h 4927186"/>
              <a:gd name="connsiteX5903" fmla="*/ 1713819 w 9312201"/>
              <a:gd name="connsiteY5903" fmla="*/ 2014645 h 4927186"/>
              <a:gd name="connsiteX5904" fmla="*/ 1735633 w 9312201"/>
              <a:gd name="connsiteY5904" fmla="*/ 1992825 h 4927186"/>
              <a:gd name="connsiteX5905" fmla="*/ 1657611 w 9312201"/>
              <a:gd name="connsiteY5905" fmla="*/ 1992825 h 4927186"/>
              <a:gd name="connsiteX5906" fmla="*/ 1679436 w 9312201"/>
              <a:gd name="connsiteY5906" fmla="*/ 2014645 h 4927186"/>
              <a:gd name="connsiteX5907" fmla="*/ 1657611 w 9312201"/>
              <a:gd name="connsiteY5907" fmla="*/ 2036465 h 4927186"/>
              <a:gd name="connsiteX5908" fmla="*/ 1635796 w 9312201"/>
              <a:gd name="connsiteY5908" fmla="*/ 2014645 h 4927186"/>
              <a:gd name="connsiteX5909" fmla="*/ 1657611 w 9312201"/>
              <a:gd name="connsiteY5909" fmla="*/ 1992825 h 4927186"/>
              <a:gd name="connsiteX5910" fmla="*/ 1580257 w 9312201"/>
              <a:gd name="connsiteY5910" fmla="*/ 1992825 h 4927186"/>
              <a:gd name="connsiteX5911" fmla="*/ 1602734 w 9312201"/>
              <a:gd name="connsiteY5911" fmla="*/ 2014645 h 4927186"/>
              <a:gd name="connsiteX5912" fmla="*/ 1580257 w 9312201"/>
              <a:gd name="connsiteY5912" fmla="*/ 2036465 h 4927186"/>
              <a:gd name="connsiteX5913" fmla="*/ 1557771 w 9312201"/>
              <a:gd name="connsiteY5913" fmla="*/ 2014645 h 4927186"/>
              <a:gd name="connsiteX5914" fmla="*/ 1580257 w 9312201"/>
              <a:gd name="connsiteY5914" fmla="*/ 1992825 h 4927186"/>
              <a:gd name="connsiteX5915" fmla="*/ 1502899 w 9312201"/>
              <a:gd name="connsiteY5915" fmla="*/ 1992825 h 4927186"/>
              <a:gd name="connsiteX5916" fmla="*/ 1524717 w 9312201"/>
              <a:gd name="connsiteY5916" fmla="*/ 2014645 h 4927186"/>
              <a:gd name="connsiteX5917" fmla="*/ 1502899 w 9312201"/>
              <a:gd name="connsiteY5917" fmla="*/ 2036465 h 4927186"/>
              <a:gd name="connsiteX5918" fmla="*/ 1481077 w 9312201"/>
              <a:gd name="connsiteY5918" fmla="*/ 2014645 h 4927186"/>
              <a:gd name="connsiteX5919" fmla="*/ 1502899 w 9312201"/>
              <a:gd name="connsiteY5919" fmla="*/ 1992825 h 4927186"/>
              <a:gd name="connsiteX5920" fmla="*/ 1424212 w 9312201"/>
              <a:gd name="connsiteY5920" fmla="*/ 1992825 h 4927186"/>
              <a:gd name="connsiteX5921" fmla="*/ 1446695 w 9312201"/>
              <a:gd name="connsiteY5921" fmla="*/ 2014645 h 4927186"/>
              <a:gd name="connsiteX5922" fmla="*/ 1424212 w 9312201"/>
              <a:gd name="connsiteY5922" fmla="*/ 2036465 h 4927186"/>
              <a:gd name="connsiteX5923" fmla="*/ 1401732 w 9312201"/>
              <a:gd name="connsiteY5923" fmla="*/ 2014645 h 4927186"/>
              <a:gd name="connsiteX5924" fmla="*/ 1424212 w 9312201"/>
              <a:gd name="connsiteY5924" fmla="*/ 1992825 h 4927186"/>
              <a:gd name="connsiteX5925" fmla="*/ 1345532 w 9312201"/>
              <a:gd name="connsiteY5925" fmla="*/ 1992825 h 4927186"/>
              <a:gd name="connsiteX5926" fmla="*/ 1367350 w 9312201"/>
              <a:gd name="connsiteY5926" fmla="*/ 2014645 h 4927186"/>
              <a:gd name="connsiteX5927" fmla="*/ 1345532 w 9312201"/>
              <a:gd name="connsiteY5927" fmla="*/ 2036465 h 4927186"/>
              <a:gd name="connsiteX5928" fmla="*/ 1323709 w 9312201"/>
              <a:gd name="connsiteY5928" fmla="*/ 2014645 h 4927186"/>
              <a:gd name="connsiteX5929" fmla="*/ 1345532 w 9312201"/>
              <a:gd name="connsiteY5929" fmla="*/ 1992825 h 4927186"/>
              <a:gd name="connsiteX5930" fmla="*/ 1268169 w 9312201"/>
              <a:gd name="connsiteY5930" fmla="*/ 1992825 h 4927186"/>
              <a:gd name="connsiteX5931" fmla="*/ 1290660 w 9312201"/>
              <a:gd name="connsiteY5931" fmla="*/ 2014645 h 4927186"/>
              <a:gd name="connsiteX5932" fmla="*/ 1268169 w 9312201"/>
              <a:gd name="connsiteY5932" fmla="*/ 2036465 h 4927186"/>
              <a:gd name="connsiteX5933" fmla="*/ 1245691 w 9312201"/>
              <a:gd name="connsiteY5933" fmla="*/ 2014645 h 4927186"/>
              <a:gd name="connsiteX5934" fmla="*/ 1268169 w 9312201"/>
              <a:gd name="connsiteY5934" fmla="*/ 1992825 h 4927186"/>
              <a:gd name="connsiteX5935" fmla="*/ 1190817 w 9312201"/>
              <a:gd name="connsiteY5935" fmla="*/ 1992825 h 4927186"/>
              <a:gd name="connsiteX5936" fmla="*/ 1212636 w 9312201"/>
              <a:gd name="connsiteY5936" fmla="*/ 2014645 h 4927186"/>
              <a:gd name="connsiteX5937" fmla="*/ 1190817 w 9312201"/>
              <a:gd name="connsiteY5937" fmla="*/ 2036465 h 4927186"/>
              <a:gd name="connsiteX5938" fmla="*/ 1168996 w 9312201"/>
              <a:gd name="connsiteY5938" fmla="*/ 2014645 h 4927186"/>
              <a:gd name="connsiteX5939" fmla="*/ 1190817 w 9312201"/>
              <a:gd name="connsiteY5939" fmla="*/ 1992825 h 4927186"/>
              <a:gd name="connsiteX5940" fmla="*/ 8121398 w 9312201"/>
              <a:gd name="connsiteY5940" fmla="*/ 1914805 h 4927186"/>
              <a:gd name="connsiteX5941" fmla="*/ 8143218 w 9312201"/>
              <a:gd name="connsiteY5941" fmla="*/ 1936625 h 4927186"/>
              <a:gd name="connsiteX5942" fmla="*/ 8121398 w 9312201"/>
              <a:gd name="connsiteY5942" fmla="*/ 1958445 h 4927186"/>
              <a:gd name="connsiteX5943" fmla="*/ 8099578 w 9312201"/>
              <a:gd name="connsiteY5943" fmla="*/ 1936625 h 4927186"/>
              <a:gd name="connsiteX5944" fmla="*/ 8121398 w 9312201"/>
              <a:gd name="connsiteY5944" fmla="*/ 1914805 h 4927186"/>
              <a:gd name="connsiteX5945" fmla="*/ 8044700 w 9312201"/>
              <a:gd name="connsiteY5945" fmla="*/ 1914805 h 4927186"/>
              <a:gd name="connsiteX5946" fmla="*/ 8066520 w 9312201"/>
              <a:gd name="connsiteY5946" fmla="*/ 1936625 h 4927186"/>
              <a:gd name="connsiteX5947" fmla="*/ 8044700 w 9312201"/>
              <a:gd name="connsiteY5947" fmla="*/ 1958445 h 4927186"/>
              <a:gd name="connsiteX5948" fmla="*/ 8022880 w 9312201"/>
              <a:gd name="connsiteY5948" fmla="*/ 1936625 h 4927186"/>
              <a:gd name="connsiteX5949" fmla="*/ 8044700 w 9312201"/>
              <a:gd name="connsiteY5949" fmla="*/ 1914805 h 4927186"/>
              <a:gd name="connsiteX5950" fmla="*/ 6953736 w 9312201"/>
              <a:gd name="connsiteY5950" fmla="*/ 1914805 h 4927186"/>
              <a:gd name="connsiteX5951" fmla="*/ 6975556 w 9312201"/>
              <a:gd name="connsiteY5951" fmla="*/ 1936625 h 4927186"/>
              <a:gd name="connsiteX5952" fmla="*/ 6953736 w 9312201"/>
              <a:gd name="connsiteY5952" fmla="*/ 1958445 h 4927186"/>
              <a:gd name="connsiteX5953" fmla="*/ 6931916 w 9312201"/>
              <a:gd name="connsiteY5953" fmla="*/ 1936625 h 4927186"/>
              <a:gd name="connsiteX5954" fmla="*/ 6953736 w 9312201"/>
              <a:gd name="connsiteY5954" fmla="*/ 1914805 h 4927186"/>
              <a:gd name="connsiteX5955" fmla="*/ 6875716 w 9312201"/>
              <a:gd name="connsiteY5955" fmla="*/ 1914805 h 4927186"/>
              <a:gd name="connsiteX5956" fmla="*/ 6897536 w 9312201"/>
              <a:gd name="connsiteY5956" fmla="*/ 1936625 h 4927186"/>
              <a:gd name="connsiteX5957" fmla="*/ 6875716 w 9312201"/>
              <a:gd name="connsiteY5957" fmla="*/ 1958445 h 4927186"/>
              <a:gd name="connsiteX5958" fmla="*/ 6853896 w 9312201"/>
              <a:gd name="connsiteY5958" fmla="*/ 1936625 h 4927186"/>
              <a:gd name="connsiteX5959" fmla="*/ 6875716 w 9312201"/>
              <a:gd name="connsiteY5959" fmla="*/ 1914805 h 4927186"/>
              <a:gd name="connsiteX5960" fmla="*/ 6798356 w 9312201"/>
              <a:gd name="connsiteY5960" fmla="*/ 1914805 h 4927186"/>
              <a:gd name="connsiteX5961" fmla="*/ 6820837 w 9312201"/>
              <a:gd name="connsiteY5961" fmla="*/ 1936625 h 4927186"/>
              <a:gd name="connsiteX5962" fmla="*/ 6798356 w 9312201"/>
              <a:gd name="connsiteY5962" fmla="*/ 1958445 h 4927186"/>
              <a:gd name="connsiteX5963" fmla="*/ 6775875 w 9312201"/>
              <a:gd name="connsiteY5963" fmla="*/ 1936625 h 4927186"/>
              <a:gd name="connsiteX5964" fmla="*/ 6798356 w 9312201"/>
              <a:gd name="connsiteY5964" fmla="*/ 1914805 h 4927186"/>
              <a:gd name="connsiteX5965" fmla="*/ 6719675 w 9312201"/>
              <a:gd name="connsiteY5965" fmla="*/ 1914805 h 4927186"/>
              <a:gd name="connsiteX5966" fmla="*/ 6741495 w 9312201"/>
              <a:gd name="connsiteY5966" fmla="*/ 1936625 h 4927186"/>
              <a:gd name="connsiteX5967" fmla="*/ 6719675 w 9312201"/>
              <a:gd name="connsiteY5967" fmla="*/ 1958445 h 4927186"/>
              <a:gd name="connsiteX5968" fmla="*/ 6697855 w 9312201"/>
              <a:gd name="connsiteY5968" fmla="*/ 1936625 h 4927186"/>
              <a:gd name="connsiteX5969" fmla="*/ 6719675 w 9312201"/>
              <a:gd name="connsiteY5969" fmla="*/ 1914805 h 4927186"/>
              <a:gd name="connsiteX5970" fmla="*/ 6641655 w 9312201"/>
              <a:gd name="connsiteY5970" fmla="*/ 1914805 h 4927186"/>
              <a:gd name="connsiteX5971" fmla="*/ 6663475 w 9312201"/>
              <a:gd name="connsiteY5971" fmla="*/ 1936625 h 4927186"/>
              <a:gd name="connsiteX5972" fmla="*/ 6641655 w 9312201"/>
              <a:gd name="connsiteY5972" fmla="*/ 1958445 h 4927186"/>
              <a:gd name="connsiteX5973" fmla="*/ 6619835 w 9312201"/>
              <a:gd name="connsiteY5973" fmla="*/ 1936625 h 4927186"/>
              <a:gd name="connsiteX5974" fmla="*/ 6641655 w 9312201"/>
              <a:gd name="connsiteY5974" fmla="*/ 1914805 h 4927186"/>
              <a:gd name="connsiteX5975" fmla="*/ 6563634 w 9312201"/>
              <a:gd name="connsiteY5975" fmla="*/ 1914805 h 4927186"/>
              <a:gd name="connsiteX5976" fmla="*/ 6585454 w 9312201"/>
              <a:gd name="connsiteY5976" fmla="*/ 1936625 h 4927186"/>
              <a:gd name="connsiteX5977" fmla="*/ 6563634 w 9312201"/>
              <a:gd name="connsiteY5977" fmla="*/ 1958445 h 4927186"/>
              <a:gd name="connsiteX5978" fmla="*/ 6541814 w 9312201"/>
              <a:gd name="connsiteY5978" fmla="*/ 1936625 h 4927186"/>
              <a:gd name="connsiteX5979" fmla="*/ 6563634 w 9312201"/>
              <a:gd name="connsiteY5979" fmla="*/ 1914805 h 4927186"/>
              <a:gd name="connsiteX5980" fmla="*/ 6485613 w 9312201"/>
              <a:gd name="connsiteY5980" fmla="*/ 1914805 h 4927186"/>
              <a:gd name="connsiteX5981" fmla="*/ 6507433 w 9312201"/>
              <a:gd name="connsiteY5981" fmla="*/ 1936625 h 4927186"/>
              <a:gd name="connsiteX5982" fmla="*/ 6485613 w 9312201"/>
              <a:gd name="connsiteY5982" fmla="*/ 1958445 h 4927186"/>
              <a:gd name="connsiteX5983" fmla="*/ 6463793 w 9312201"/>
              <a:gd name="connsiteY5983" fmla="*/ 1936625 h 4927186"/>
              <a:gd name="connsiteX5984" fmla="*/ 6485613 w 9312201"/>
              <a:gd name="connsiteY5984" fmla="*/ 1914805 h 4927186"/>
              <a:gd name="connsiteX5985" fmla="*/ 6408916 w 9312201"/>
              <a:gd name="connsiteY5985" fmla="*/ 1914805 h 4927186"/>
              <a:gd name="connsiteX5986" fmla="*/ 6430736 w 9312201"/>
              <a:gd name="connsiteY5986" fmla="*/ 1936625 h 4927186"/>
              <a:gd name="connsiteX5987" fmla="*/ 6408916 w 9312201"/>
              <a:gd name="connsiteY5987" fmla="*/ 1958445 h 4927186"/>
              <a:gd name="connsiteX5988" fmla="*/ 6387096 w 9312201"/>
              <a:gd name="connsiteY5988" fmla="*/ 1936625 h 4927186"/>
              <a:gd name="connsiteX5989" fmla="*/ 6408916 w 9312201"/>
              <a:gd name="connsiteY5989" fmla="*/ 1914805 h 4927186"/>
              <a:gd name="connsiteX5990" fmla="*/ 6330896 w 9312201"/>
              <a:gd name="connsiteY5990" fmla="*/ 1914805 h 4927186"/>
              <a:gd name="connsiteX5991" fmla="*/ 6352716 w 9312201"/>
              <a:gd name="connsiteY5991" fmla="*/ 1936625 h 4927186"/>
              <a:gd name="connsiteX5992" fmla="*/ 6330896 w 9312201"/>
              <a:gd name="connsiteY5992" fmla="*/ 1958445 h 4927186"/>
              <a:gd name="connsiteX5993" fmla="*/ 6309076 w 9312201"/>
              <a:gd name="connsiteY5993" fmla="*/ 1936625 h 4927186"/>
              <a:gd name="connsiteX5994" fmla="*/ 6330896 w 9312201"/>
              <a:gd name="connsiteY5994" fmla="*/ 1914805 h 4927186"/>
              <a:gd name="connsiteX5995" fmla="*/ 6252875 w 9312201"/>
              <a:gd name="connsiteY5995" fmla="*/ 1914805 h 4927186"/>
              <a:gd name="connsiteX5996" fmla="*/ 6274695 w 9312201"/>
              <a:gd name="connsiteY5996" fmla="*/ 1936625 h 4927186"/>
              <a:gd name="connsiteX5997" fmla="*/ 6252875 w 9312201"/>
              <a:gd name="connsiteY5997" fmla="*/ 1958445 h 4927186"/>
              <a:gd name="connsiteX5998" fmla="*/ 6231055 w 9312201"/>
              <a:gd name="connsiteY5998" fmla="*/ 1936625 h 4927186"/>
              <a:gd name="connsiteX5999" fmla="*/ 6252875 w 9312201"/>
              <a:gd name="connsiteY5999" fmla="*/ 1914805 h 4927186"/>
              <a:gd name="connsiteX6000" fmla="*/ 6174854 w 9312201"/>
              <a:gd name="connsiteY6000" fmla="*/ 1914805 h 4927186"/>
              <a:gd name="connsiteX6001" fmla="*/ 6196674 w 9312201"/>
              <a:gd name="connsiteY6001" fmla="*/ 1936625 h 4927186"/>
              <a:gd name="connsiteX6002" fmla="*/ 6174854 w 9312201"/>
              <a:gd name="connsiteY6002" fmla="*/ 1958445 h 4927186"/>
              <a:gd name="connsiteX6003" fmla="*/ 6153034 w 9312201"/>
              <a:gd name="connsiteY6003" fmla="*/ 1936625 h 4927186"/>
              <a:gd name="connsiteX6004" fmla="*/ 6174854 w 9312201"/>
              <a:gd name="connsiteY6004" fmla="*/ 1914805 h 4927186"/>
              <a:gd name="connsiteX6005" fmla="*/ 6096834 w 9312201"/>
              <a:gd name="connsiteY6005" fmla="*/ 1914805 h 4927186"/>
              <a:gd name="connsiteX6006" fmla="*/ 6118654 w 9312201"/>
              <a:gd name="connsiteY6006" fmla="*/ 1936625 h 4927186"/>
              <a:gd name="connsiteX6007" fmla="*/ 6096834 w 9312201"/>
              <a:gd name="connsiteY6007" fmla="*/ 1958445 h 4927186"/>
              <a:gd name="connsiteX6008" fmla="*/ 6075014 w 9312201"/>
              <a:gd name="connsiteY6008" fmla="*/ 1936625 h 4927186"/>
              <a:gd name="connsiteX6009" fmla="*/ 6096834 w 9312201"/>
              <a:gd name="connsiteY6009" fmla="*/ 1914805 h 4927186"/>
              <a:gd name="connsiteX6010" fmla="*/ 6018814 w 9312201"/>
              <a:gd name="connsiteY6010" fmla="*/ 1914805 h 4927186"/>
              <a:gd name="connsiteX6011" fmla="*/ 6040634 w 9312201"/>
              <a:gd name="connsiteY6011" fmla="*/ 1936625 h 4927186"/>
              <a:gd name="connsiteX6012" fmla="*/ 6018814 w 9312201"/>
              <a:gd name="connsiteY6012" fmla="*/ 1958445 h 4927186"/>
              <a:gd name="connsiteX6013" fmla="*/ 5996994 w 9312201"/>
              <a:gd name="connsiteY6013" fmla="*/ 1936625 h 4927186"/>
              <a:gd name="connsiteX6014" fmla="*/ 6018814 w 9312201"/>
              <a:gd name="connsiteY6014" fmla="*/ 1914805 h 4927186"/>
              <a:gd name="connsiteX6015" fmla="*/ 5940793 w 9312201"/>
              <a:gd name="connsiteY6015" fmla="*/ 1914805 h 4927186"/>
              <a:gd name="connsiteX6016" fmla="*/ 5962613 w 9312201"/>
              <a:gd name="connsiteY6016" fmla="*/ 1936625 h 4927186"/>
              <a:gd name="connsiteX6017" fmla="*/ 5940793 w 9312201"/>
              <a:gd name="connsiteY6017" fmla="*/ 1958445 h 4927186"/>
              <a:gd name="connsiteX6018" fmla="*/ 5918973 w 9312201"/>
              <a:gd name="connsiteY6018" fmla="*/ 1936625 h 4927186"/>
              <a:gd name="connsiteX6019" fmla="*/ 5940793 w 9312201"/>
              <a:gd name="connsiteY6019" fmla="*/ 1914805 h 4927186"/>
              <a:gd name="connsiteX6020" fmla="*/ 5862773 w 9312201"/>
              <a:gd name="connsiteY6020" fmla="*/ 1914805 h 4927186"/>
              <a:gd name="connsiteX6021" fmla="*/ 5884593 w 9312201"/>
              <a:gd name="connsiteY6021" fmla="*/ 1936625 h 4927186"/>
              <a:gd name="connsiteX6022" fmla="*/ 5862773 w 9312201"/>
              <a:gd name="connsiteY6022" fmla="*/ 1958445 h 4927186"/>
              <a:gd name="connsiteX6023" fmla="*/ 5840953 w 9312201"/>
              <a:gd name="connsiteY6023" fmla="*/ 1936625 h 4927186"/>
              <a:gd name="connsiteX6024" fmla="*/ 5862773 w 9312201"/>
              <a:gd name="connsiteY6024" fmla="*/ 1914805 h 4927186"/>
              <a:gd name="connsiteX6025" fmla="*/ 5785413 w 9312201"/>
              <a:gd name="connsiteY6025" fmla="*/ 1914805 h 4927186"/>
              <a:gd name="connsiteX6026" fmla="*/ 5807894 w 9312201"/>
              <a:gd name="connsiteY6026" fmla="*/ 1936625 h 4927186"/>
              <a:gd name="connsiteX6027" fmla="*/ 5785413 w 9312201"/>
              <a:gd name="connsiteY6027" fmla="*/ 1958445 h 4927186"/>
              <a:gd name="connsiteX6028" fmla="*/ 5762932 w 9312201"/>
              <a:gd name="connsiteY6028" fmla="*/ 1936625 h 4927186"/>
              <a:gd name="connsiteX6029" fmla="*/ 5785413 w 9312201"/>
              <a:gd name="connsiteY6029" fmla="*/ 1914805 h 4927186"/>
              <a:gd name="connsiteX6030" fmla="*/ 5708054 w 9312201"/>
              <a:gd name="connsiteY6030" fmla="*/ 1914805 h 4927186"/>
              <a:gd name="connsiteX6031" fmla="*/ 5729874 w 9312201"/>
              <a:gd name="connsiteY6031" fmla="*/ 1936625 h 4927186"/>
              <a:gd name="connsiteX6032" fmla="*/ 5708054 w 9312201"/>
              <a:gd name="connsiteY6032" fmla="*/ 1958445 h 4927186"/>
              <a:gd name="connsiteX6033" fmla="*/ 5686234 w 9312201"/>
              <a:gd name="connsiteY6033" fmla="*/ 1936625 h 4927186"/>
              <a:gd name="connsiteX6034" fmla="*/ 5708054 w 9312201"/>
              <a:gd name="connsiteY6034" fmla="*/ 1914805 h 4927186"/>
              <a:gd name="connsiteX6035" fmla="*/ 5630034 w 9312201"/>
              <a:gd name="connsiteY6035" fmla="*/ 1914805 h 4927186"/>
              <a:gd name="connsiteX6036" fmla="*/ 5651854 w 9312201"/>
              <a:gd name="connsiteY6036" fmla="*/ 1936625 h 4927186"/>
              <a:gd name="connsiteX6037" fmla="*/ 5630034 w 9312201"/>
              <a:gd name="connsiteY6037" fmla="*/ 1958445 h 4927186"/>
              <a:gd name="connsiteX6038" fmla="*/ 5608214 w 9312201"/>
              <a:gd name="connsiteY6038" fmla="*/ 1936625 h 4927186"/>
              <a:gd name="connsiteX6039" fmla="*/ 5630034 w 9312201"/>
              <a:gd name="connsiteY6039" fmla="*/ 1914805 h 4927186"/>
              <a:gd name="connsiteX6040" fmla="*/ 5552013 w 9312201"/>
              <a:gd name="connsiteY6040" fmla="*/ 1914805 h 4927186"/>
              <a:gd name="connsiteX6041" fmla="*/ 5573833 w 9312201"/>
              <a:gd name="connsiteY6041" fmla="*/ 1936625 h 4927186"/>
              <a:gd name="connsiteX6042" fmla="*/ 5552013 w 9312201"/>
              <a:gd name="connsiteY6042" fmla="*/ 1958445 h 4927186"/>
              <a:gd name="connsiteX6043" fmla="*/ 5530193 w 9312201"/>
              <a:gd name="connsiteY6043" fmla="*/ 1936625 h 4927186"/>
              <a:gd name="connsiteX6044" fmla="*/ 5552013 w 9312201"/>
              <a:gd name="connsiteY6044" fmla="*/ 1914805 h 4927186"/>
              <a:gd name="connsiteX6045" fmla="*/ 5473331 w 9312201"/>
              <a:gd name="connsiteY6045" fmla="*/ 1914805 h 4927186"/>
              <a:gd name="connsiteX6046" fmla="*/ 5495812 w 9312201"/>
              <a:gd name="connsiteY6046" fmla="*/ 1936625 h 4927186"/>
              <a:gd name="connsiteX6047" fmla="*/ 5473331 w 9312201"/>
              <a:gd name="connsiteY6047" fmla="*/ 1958445 h 4927186"/>
              <a:gd name="connsiteX6048" fmla="*/ 5450850 w 9312201"/>
              <a:gd name="connsiteY6048" fmla="*/ 1936625 h 4927186"/>
              <a:gd name="connsiteX6049" fmla="*/ 5473331 w 9312201"/>
              <a:gd name="connsiteY6049" fmla="*/ 1914805 h 4927186"/>
              <a:gd name="connsiteX6050" fmla="*/ 5395972 w 9312201"/>
              <a:gd name="connsiteY6050" fmla="*/ 1914805 h 4927186"/>
              <a:gd name="connsiteX6051" fmla="*/ 5417792 w 9312201"/>
              <a:gd name="connsiteY6051" fmla="*/ 1936625 h 4927186"/>
              <a:gd name="connsiteX6052" fmla="*/ 5395972 w 9312201"/>
              <a:gd name="connsiteY6052" fmla="*/ 1958445 h 4927186"/>
              <a:gd name="connsiteX6053" fmla="*/ 5374152 w 9312201"/>
              <a:gd name="connsiteY6053" fmla="*/ 1936625 h 4927186"/>
              <a:gd name="connsiteX6054" fmla="*/ 5395972 w 9312201"/>
              <a:gd name="connsiteY6054" fmla="*/ 1914805 h 4927186"/>
              <a:gd name="connsiteX6055" fmla="*/ 5317953 w 9312201"/>
              <a:gd name="connsiteY6055" fmla="*/ 1914805 h 4927186"/>
              <a:gd name="connsiteX6056" fmla="*/ 5339773 w 9312201"/>
              <a:gd name="connsiteY6056" fmla="*/ 1936625 h 4927186"/>
              <a:gd name="connsiteX6057" fmla="*/ 5317953 w 9312201"/>
              <a:gd name="connsiteY6057" fmla="*/ 1958445 h 4927186"/>
              <a:gd name="connsiteX6058" fmla="*/ 5296133 w 9312201"/>
              <a:gd name="connsiteY6058" fmla="*/ 1936625 h 4927186"/>
              <a:gd name="connsiteX6059" fmla="*/ 5317953 w 9312201"/>
              <a:gd name="connsiteY6059" fmla="*/ 1914805 h 4927186"/>
              <a:gd name="connsiteX6060" fmla="*/ 4850491 w 9312201"/>
              <a:gd name="connsiteY6060" fmla="*/ 1914805 h 4927186"/>
              <a:gd name="connsiteX6061" fmla="*/ 4872972 w 9312201"/>
              <a:gd name="connsiteY6061" fmla="*/ 1936625 h 4927186"/>
              <a:gd name="connsiteX6062" fmla="*/ 4850491 w 9312201"/>
              <a:gd name="connsiteY6062" fmla="*/ 1958445 h 4927186"/>
              <a:gd name="connsiteX6063" fmla="*/ 4828010 w 9312201"/>
              <a:gd name="connsiteY6063" fmla="*/ 1936625 h 4927186"/>
              <a:gd name="connsiteX6064" fmla="*/ 4850491 w 9312201"/>
              <a:gd name="connsiteY6064" fmla="*/ 1914805 h 4927186"/>
              <a:gd name="connsiteX6065" fmla="*/ 4773132 w 9312201"/>
              <a:gd name="connsiteY6065" fmla="*/ 1914805 h 4927186"/>
              <a:gd name="connsiteX6066" fmla="*/ 4794952 w 9312201"/>
              <a:gd name="connsiteY6066" fmla="*/ 1936625 h 4927186"/>
              <a:gd name="connsiteX6067" fmla="*/ 4773132 w 9312201"/>
              <a:gd name="connsiteY6067" fmla="*/ 1958445 h 4927186"/>
              <a:gd name="connsiteX6068" fmla="*/ 4751312 w 9312201"/>
              <a:gd name="connsiteY6068" fmla="*/ 1936625 h 4927186"/>
              <a:gd name="connsiteX6069" fmla="*/ 4773132 w 9312201"/>
              <a:gd name="connsiteY6069" fmla="*/ 1914805 h 4927186"/>
              <a:gd name="connsiteX6070" fmla="*/ 4695111 w 9312201"/>
              <a:gd name="connsiteY6070" fmla="*/ 1914805 h 4927186"/>
              <a:gd name="connsiteX6071" fmla="*/ 4716931 w 9312201"/>
              <a:gd name="connsiteY6071" fmla="*/ 1936625 h 4927186"/>
              <a:gd name="connsiteX6072" fmla="*/ 4695111 w 9312201"/>
              <a:gd name="connsiteY6072" fmla="*/ 1958445 h 4927186"/>
              <a:gd name="connsiteX6073" fmla="*/ 4673291 w 9312201"/>
              <a:gd name="connsiteY6073" fmla="*/ 1936625 h 4927186"/>
              <a:gd name="connsiteX6074" fmla="*/ 4695111 w 9312201"/>
              <a:gd name="connsiteY6074" fmla="*/ 1914805 h 4927186"/>
              <a:gd name="connsiteX6075" fmla="*/ 4617091 w 9312201"/>
              <a:gd name="connsiteY6075" fmla="*/ 1914805 h 4927186"/>
              <a:gd name="connsiteX6076" fmla="*/ 4638911 w 9312201"/>
              <a:gd name="connsiteY6076" fmla="*/ 1936625 h 4927186"/>
              <a:gd name="connsiteX6077" fmla="*/ 4617091 w 9312201"/>
              <a:gd name="connsiteY6077" fmla="*/ 1958445 h 4927186"/>
              <a:gd name="connsiteX6078" fmla="*/ 4595271 w 9312201"/>
              <a:gd name="connsiteY6078" fmla="*/ 1936625 h 4927186"/>
              <a:gd name="connsiteX6079" fmla="*/ 4617091 w 9312201"/>
              <a:gd name="connsiteY6079" fmla="*/ 1914805 h 4927186"/>
              <a:gd name="connsiteX6080" fmla="*/ 4539070 w 9312201"/>
              <a:gd name="connsiteY6080" fmla="*/ 1914805 h 4927186"/>
              <a:gd name="connsiteX6081" fmla="*/ 4560890 w 9312201"/>
              <a:gd name="connsiteY6081" fmla="*/ 1936625 h 4927186"/>
              <a:gd name="connsiteX6082" fmla="*/ 4539070 w 9312201"/>
              <a:gd name="connsiteY6082" fmla="*/ 1958445 h 4927186"/>
              <a:gd name="connsiteX6083" fmla="*/ 4517250 w 9312201"/>
              <a:gd name="connsiteY6083" fmla="*/ 1936625 h 4927186"/>
              <a:gd name="connsiteX6084" fmla="*/ 4539070 w 9312201"/>
              <a:gd name="connsiteY6084" fmla="*/ 1914805 h 4927186"/>
              <a:gd name="connsiteX6085" fmla="*/ 4461711 w 9312201"/>
              <a:gd name="connsiteY6085" fmla="*/ 1914805 h 4927186"/>
              <a:gd name="connsiteX6086" fmla="*/ 4484192 w 9312201"/>
              <a:gd name="connsiteY6086" fmla="*/ 1936625 h 4927186"/>
              <a:gd name="connsiteX6087" fmla="*/ 4461711 w 9312201"/>
              <a:gd name="connsiteY6087" fmla="*/ 1958445 h 4927186"/>
              <a:gd name="connsiteX6088" fmla="*/ 4439230 w 9312201"/>
              <a:gd name="connsiteY6088" fmla="*/ 1936625 h 4927186"/>
              <a:gd name="connsiteX6089" fmla="*/ 4461711 w 9312201"/>
              <a:gd name="connsiteY6089" fmla="*/ 1914805 h 4927186"/>
              <a:gd name="connsiteX6090" fmla="*/ 4384351 w 9312201"/>
              <a:gd name="connsiteY6090" fmla="*/ 1914805 h 4927186"/>
              <a:gd name="connsiteX6091" fmla="*/ 4406171 w 9312201"/>
              <a:gd name="connsiteY6091" fmla="*/ 1936625 h 4927186"/>
              <a:gd name="connsiteX6092" fmla="*/ 4384351 w 9312201"/>
              <a:gd name="connsiteY6092" fmla="*/ 1958445 h 4927186"/>
              <a:gd name="connsiteX6093" fmla="*/ 4362531 w 9312201"/>
              <a:gd name="connsiteY6093" fmla="*/ 1936625 h 4927186"/>
              <a:gd name="connsiteX6094" fmla="*/ 4384351 w 9312201"/>
              <a:gd name="connsiteY6094" fmla="*/ 1914805 h 4927186"/>
              <a:gd name="connsiteX6095" fmla="*/ 2748567 w 9312201"/>
              <a:gd name="connsiteY6095" fmla="*/ 1914805 h 4927186"/>
              <a:gd name="connsiteX6096" fmla="*/ 2770387 w 9312201"/>
              <a:gd name="connsiteY6096" fmla="*/ 1936625 h 4927186"/>
              <a:gd name="connsiteX6097" fmla="*/ 2748567 w 9312201"/>
              <a:gd name="connsiteY6097" fmla="*/ 1958445 h 4927186"/>
              <a:gd name="connsiteX6098" fmla="*/ 2726747 w 9312201"/>
              <a:gd name="connsiteY6098" fmla="*/ 1936625 h 4927186"/>
              <a:gd name="connsiteX6099" fmla="*/ 2748567 w 9312201"/>
              <a:gd name="connsiteY6099" fmla="*/ 1914805 h 4927186"/>
              <a:gd name="connsiteX6100" fmla="*/ 2670547 w 9312201"/>
              <a:gd name="connsiteY6100" fmla="*/ 1914805 h 4927186"/>
              <a:gd name="connsiteX6101" fmla="*/ 2692367 w 9312201"/>
              <a:gd name="connsiteY6101" fmla="*/ 1936625 h 4927186"/>
              <a:gd name="connsiteX6102" fmla="*/ 2670547 w 9312201"/>
              <a:gd name="connsiteY6102" fmla="*/ 1958445 h 4927186"/>
              <a:gd name="connsiteX6103" fmla="*/ 2648727 w 9312201"/>
              <a:gd name="connsiteY6103" fmla="*/ 1936625 h 4927186"/>
              <a:gd name="connsiteX6104" fmla="*/ 2670547 w 9312201"/>
              <a:gd name="connsiteY6104" fmla="*/ 1914805 h 4927186"/>
              <a:gd name="connsiteX6105" fmla="*/ 2592527 w 9312201"/>
              <a:gd name="connsiteY6105" fmla="*/ 1914805 h 4927186"/>
              <a:gd name="connsiteX6106" fmla="*/ 2614347 w 9312201"/>
              <a:gd name="connsiteY6106" fmla="*/ 1936625 h 4927186"/>
              <a:gd name="connsiteX6107" fmla="*/ 2592527 w 9312201"/>
              <a:gd name="connsiteY6107" fmla="*/ 1958445 h 4927186"/>
              <a:gd name="connsiteX6108" fmla="*/ 2570707 w 9312201"/>
              <a:gd name="connsiteY6108" fmla="*/ 1936625 h 4927186"/>
              <a:gd name="connsiteX6109" fmla="*/ 2592527 w 9312201"/>
              <a:gd name="connsiteY6109" fmla="*/ 1914805 h 4927186"/>
              <a:gd name="connsiteX6110" fmla="*/ 2513845 w 9312201"/>
              <a:gd name="connsiteY6110" fmla="*/ 1914805 h 4927186"/>
              <a:gd name="connsiteX6111" fmla="*/ 2536326 w 9312201"/>
              <a:gd name="connsiteY6111" fmla="*/ 1936625 h 4927186"/>
              <a:gd name="connsiteX6112" fmla="*/ 2513845 w 9312201"/>
              <a:gd name="connsiteY6112" fmla="*/ 1958445 h 4927186"/>
              <a:gd name="connsiteX6113" fmla="*/ 2491364 w 9312201"/>
              <a:gd name="connsiteY6113" fmla="*/ 1936625 h 4927186"/>
              <a:gd name="connsiteX6114" fmla="*/ 2513845 w 9312201"/>
              <a:gd name="connsiteY6114" fmla="*/ 1914805 h 4927186"/>
              <a:gd name="connsiteX6115" fmla="*/ 2436486 w 9312201"/>
              <a:gd name="connsiteY6115" fmla="*/ 1914805 h 4927186"/>
              <a:gd name="connsiteX6116" fmla="*/ 2458306 w 9312201"/>
              <a:gd name="connsiteY6116" fmla="*/ 1936625 h 4927186"/>
              <a:gd name="connsiteX6117" fmla="*/ 2436486 w 9312201"/>
              <a:gd name="connsiteY6117" fmla="*/ 1958445 h 4927186"/>
              <a:gd name="connsiteX6118" fmla="*/ 2414666 w 9312201"/>
              <a:gd name="connsiteY6118" fmla="*/ 1936625 h 4927186"/>
              <a:gd name="connsiteX6119" fmla="*/ 2436486 w 9312201"/>
              <a:gd name="connsiteY6119" fmla="*/ 1914805 h 4927186"/>
              <a:gd name="connsiteX6120" fmla="*/ 2358465 w 9312201"/>
              <a:gd name="connsiteY6120" fmla="*/ 1914805 h 4927186"/>
              <a:gd name="connsiteX6121" fmla="*/ 2380285 w 9312201"/>
              <a:gd name="connsiteY6121" fmla="*/ 1936625 h 4927186"/>
              <a:gd name="connsiteX6122" fmla="*/ 2358465 w 9312201"/>
              <a:gd name="connsiteY6122" fmla="*/ 1958445 h 4927186"/>
              <a:gd name="connsiteX6123" fmla="*/ 2336645 w 9312201"/>
              <a:gd name="connsiteY6123" fmla="*/ 1936625 h 4927186"/>
              <a:gd name="connsiteX6124" fmla="*/ 2358465 w 9312201"/>
              <a:gd name="connsiteY6124" fmla="*/ 1914805 h 4927186"/>
              <a:gd name="connsiteX6125" fmla="*/ 2280445 w 9312201"/>
              <a:gd name="connsiteY6125" fmla="*/ 1914805 h 4927186"/>
              <a:gd name="connsiteX6126" fmla="*/ 2302265 w 9312201"/>
              <a:gd name="connsiteY6126" fmla="*/ 1936625 h 4927186"/>
              <a:gd name="connsiteX6127" fmla="*/ 2280445 w 9312201"/>
              <a:gd name="connsiteY6127" fmla="*/ 1958445 h 4927186"/>
              <a:gd name="connsiteX6128" fmla="*/ 2258625 w 9312201"/>
              <a:gd name="connsiteY6128" fmla="*/ 1936625 h 4927186"/>
              <a:gd name="connsiteX6129" fmla="*/ 2280445 w 9312201"/>
              <a:gd name="connsiteY6129" fmla="*/ 1914805 h 4927186"/>
              <a:gd name="connsiteX6130" fmla="*/ 2203086 w 9312201"/>
              <a:gd name="connsiteY6130" fmla="*/ 1914805 h 4927186"/>
              <a:gd name="connsiteX6131" fmla="*/ 2225567 w 9312201"/>
              <a:gd name="connsiteY6131" fmla="*/ 1936625 h 4927186"/>
              <a:gd name="connsiteX6132" fmla="*/ 2203086 w 9312201"/>
              <a:gd name="connsiteY6132" fmla="*/ 1958445 h 4927186"/>
              <a:gd name="connsiteX6133" fmla="*/ 2180605 w 9312201"/>
              <a:gd name="connsiteY6133" fmla="*/ 1936625 h 4927186"/>
              <a:gd name="connsiteX6134" fmla="*/ 2203086 w 9312201"/>
              <a:gd name="connsiteY6134" fmla="*/ 1914805 h 4927186"/>
              <a:gd name="connsiteX6135" fmla="*/ 2125727 w 9312201"/>
              <a:gd name="connsiteY6135" fmla="*/ 1914805 h 4927186"/>
              <a:gd name="connsiteX6136" fmla="*/ 2147547 w 9312201"/>
              <a:gd name="connsiteY6136" fmla="*/ 1936625 h 4927186"/>
              <a:gd name="connsiteX6137" fmla="*/ 2125727 w 9312201"/>
              <a:gd name="connsiteY6137" fmla="*/ 1958445 h 4927186"/>
              <a:gd name="connsiteX6138" fmla="*/ 2103907 w 9312201"/>
              <a:gd name="connsiteY6138" fmla="*/ 1936625 h 4927186"/>
              <a:gd name="connsiteX6139" fmla="*/ 2125727 w 9312201"/>
              <a:gd name="connsiteY6139" fmla="*/ 1914805 h 4927186"/>
              <a:gd name="connsiteX6140" fmla="*/ 2047706 w 9312201"/>
              <a:gd name="connsiteY6140" fmla="*/ 1914805 h 4927186"/>
              <a:gd name="connsiteX6141" fmla="*/ 2069526 w 9312201"/>
              <a:gd name="connsiteY6141" fmla="*/ 1936625 h 4927186"/>
              <a:gd name="connsiteX6142" fmla="*/ 2047706 w 9312201"/>
              <a:gd name="connsiteY6142" fmla="*/ 1958445 h 4927186"/>
              <a:gd name="connsiteX6143" fmla="*/ 2025886 w 9312201"/>
              <a:gd name="connsiteY6143" fmla="*/ 1936625 h 4927186"/>
              <a:gd name="connsiteX6144" fmla="*/ 2047706 w 9312201"/>
              <a:gd name="connsiteY6144" fmla="*/ 1914805 h 4927186"/>
              <a:gd name="connsiteX6145" fmla="*/ 7966679 w 9312201"/>
              <a:gd name="connsiteY6145" fmla="*/ 1914804 h 4927186"/>
              <a:gd name="connsiteX6146" fmla="*/ 7988499 w 9312201"/>
              <a:gd name="connsiteY6146" fmla="*/ 1936624 h 4927186"/>
              <a:gd name="connsiteX6147" fmla="*/ 7966679 w 9312201"/>
              <a:gd name="connsiteY6147" fmla="*/ 1958444 h 4927186"/>
              <a:gd name="connsiteX6148" fmla="*/ 7944859 w 9312201"/>
              <a:gd name="connsiteY6148" fmla="*/ 1936624 h 4927186"/>
              <a:gd name="connsiteX6149" fmla="*/ 7966679 w 9312201"/>
              <a:gd name="connsiteY6149" fmla="*/ 1914804 h 4927186"/>
              <a:gd name="connsiteX6150" fmla="*/ 7888658 w 9312201"/>
              <a:gd name="connsiteY6150" fmla="*/ 1914804 h 4927186"/>
              <a:gd name="connsiteX6151" fmla="*/ 7910478 w 9312201"/>
              <a:gd name="connsiteY6151" fmla="*/ 1936624 h 4927186"/>
              <a:gd name="connsiteX6152" fmla="*/ 7888658 w 9312201"/>
              <a:gd name="connsiteY6152" fmla="*/ 1958444 h 4927186"/>
              <a:gd name="connsiteX6153" fmla="*/ 7866838 w 9312201"/>
              <a:gd name="connsiteY6153" fmla="*/ 1936624 h 4927186"/>
              <a:gd name="connsiteX6154" fmla="*/ 7888658 w 9312201"/>
              <a:gd name="connsiteY6154" fmla="*/ 1914804 h 4927186"/>
              <a:gd name="connsiteX6155" fmla="*/ 7809316 w 9312201"/>
              <a:gd name="connsiteY6155" fmla="*/ 1914804 h 4927186"/>
              <a:gd name="connsiteX6156" fmla="*/ 7831136 w 9312201"/>
              <a:gd name="connsiteY6156" fmla="*/ 1936624 h 4927186"/>
              <a:gd name="connsiteX6157" fmla="*/ 7809316 w 9312201"/>
              <a:gd name="connsiteY6157" fmla="*/ 1958444 h 4927186"/>
              <a:gd name="connsiteX6158" fmla="*/ 7787496 w 9312201"/>
              <a:gd name="connsiteY6158" fmla="*/ 1936624 h 4927186"/>
              <a:gd name="connsiteX6159" fmla="*/ 7809316 w 9312201"/>
              <a:gd name="connsiteY6159" fmla="*/ 1914804 h 4927186"/>
              <a:gd name="connsiteX6160" fmla="*/ 7731957 w 9312201"/>
              <a:gd name="connsiteY6160" fmla="*/ 1914804 h 4927186"/>
              <a:gd name="connsiteX6161" fmla="*/ 7754438 w 9312201"/>
              <a:gd name="connsiteY6161" fmla="*/ 1936624 h 4927186"/>
              <a:gd name="connsiteX6162" fmla="*/ 7731957 w 9312201"/>
              <a:gd name="connsiteY6162" fmla="*/ 1958444 h 4927186"/>
              <a:gd name="connsiteX6163" fmla="*/ 7709476 w 9312201"/>
              <a:gd name="connsiteY6163" fmla="*/ 1936624 h 4927186"/>
              <a:gd name="connsiteX6164" fmla="*/ 7731957 w 9312201"/>
              <a:gd name="connsiteY6164" fmla="*/ 1914804 h 4927186"/>
              <a:gd name="connsiteX6165" fmla="*/ 7654597 w 9312201"/>
              <a:gd name="connsiteY6165" fmla="*/ 1914804 h 4927186"/>
              <a:gd name="connsiteX6166" fmla="*/ 7676417 w 9312201"/>
              <a:gd name="connsiteY6166" fmla="*/ 1936624 h 4927186"/>
              <a:gd name="connsiteX6167" fmla="*/ 7654597 w 9312201"/>
              <a:gd name="connsiteY6167" fmla="*/ 1958444 h 4927186"/>
              <a:gd name="connsiteX6168" fmla="*/ 7632777 w 9312201"/>
              <a:gd name="connsiteY6168" fmla="*/ 1936624 h 4927186"/>
              <a:gd name="connsiteX6169" fmla="*/ 7654597 w 9312201"/>
              <a:gd name="connsiteY6169" fmla="*/ 1914804 h 4927186"/>
              <a:gd name="connsiteX6170" fmla="*/ 7576577 w 9312201"/>
              <a:gd name="connsiteY6170" fmla="*/ 1914804 h 4927186"/>
              <a:gd name="connsiteX6171" fmla="*/ 7598397 w 9312201"/>
              <a:gd name="connsiteY6171" fmla="*/ 1936624 h 4927186"/>
              <a:gd name="connsiteX6172" fmla="*/ 7576577 w 9312201"/>
              <a:gd name="connsiteY6172" fmla="*/ 1958444 h 4927186"/>
              <a:gd name="connsiteX6173" fmla="*/ 7554757 w 9312201"/>
              <a:gd name="connsiteY6173" fmla="*/ 1936624 h 4927186"/>
              <a:gd name="connsiteX6174" fmla="*/ 7576577 w 9312201"/>
              <a:gd name="connsiteY6174" fmla="*/ 1914804 h 4927186"/>
              <a:gd name="connsiteX6175" fmla="*/ 7498556 w 9312201"/>
              <a:gd name="connsiteY6175" fmla="*/ 1914804 h 4927186"/>
              <a:gd name="connsiteX6176" fmla="*/ 7520376 w 9312201"/>
              <a:gd name="connsiteY6176" fmla="*/ 1936624 h 4927186"/>
              <a:gd name="connsiteX6177" fmla="*/ 7498556 w 9312201"/>
              <a:gd name="connsiteY6177" fmla="*/ 1958444 h 4927186"/>
              <a:gd name="connsiteX6178" fmla="*/ 7476736 w 9312201"/>
              <a:gd name="connsiteY6178" fmla="*/ 1936624 h 4927186"/>
              <a:gd name="connsiteX6179" fmla="*/ 7498556 w 9312201"/>
              <a:gd name="connsiteY6179" fmla="*/ 1914804 h 4927186"/>
              <a:gd name="connsiteX6180" fmla="*/ 7421198 w 9312201"/>
              <a:gd name="connsiteY6180" fmla="*/ 1914804 h 4927186"/>
              <a:gd name="connsiteX6181" fmla="*/ 7443679 w 9312201"/>
              <a:gd name="connsiteY6181" fmla="*/ 1936624 h 4927186"/>
              <a:gd name="connsiteX6182" fmla="*/ 7421198 w 9312201"/>
              <a:gd name="connsiteY6182" fmla="*/ 1958444 h 4927186"/>
              <a:gd name="connsiteX6183" fmla="*/ 7398717 w 9312201"/>
              <a:gd name="connsiteY6183" fmla="*/ 1936624 h 4927186"/>
              <a:gd name="connsiteX6184" fmla="*/ 7421198 w 9312201"/>
              <a:gd name="connsiteY6184" fmla="*/ 1914804 h 4927186"/>
              <a:gd name="connsiteX6185" fmla="*/ 7343838 w 9312201"/>
              <a:gd name="connsiteY6185" fmla="*/ 1914804 h 4927186"/>
              <a:gd name="connsiteX6186" fmla="*/ 7365658 w 9312201"/>
              <a:gd name="connsiteY6186" fmla="*/ 1936624 h 4927186"/>
              <a:gd name="connsiteX6187" fmla="*/ 7343838 w 9312201"/>
              <a:gd name="connsiteY6187" fmla="*/ 1958444 h 4927186"/>
              <a:gd name="connsiteX6188" fmla="*/ 7322018 w 9312201"/>
              <a:gd name="connsiteY6188" fmla="*/ 1936624 h 4927186"/>
              <a:gd name="connsiteX6189" fmla="*/ 7343838 w 9312201"/>
              <a:gd name="connsiteY6189" fmla="*/ 1914804 h 4927186"/>
              <a:gd name="connsiteX6190" fmla="*/ 7264495 w 9312201"/>
              <a:gd name="connsiteY6190" fmla="*/ 1914804 h 4927186"/>
              <a:gd name="connsiteX6191" fmla="*/ 7286315 w 9312201"/>
              <a:gd name="connsiteY6191" fmla="*/ 1936624 h 4927186"/>
              <a:gd name="connsiteX6192" fmla="*/ 7264495 w 9312201"/>
              <a:gd name="connsiteY6192" fmla="*/ 1958444 h 4927186"/>
              <a:gd name="connsiteX6193" fmla="*/ 7242675 w 9312201"/>
              <a:gd name="connsiteY6193" fmla="*/ 1936624 h 4927186"/>
              <a:gd name="connsiteX6194" fmla="*/ 7264495 w 9312201"/>
              <a:gd name="connsiteY6194" fmla="*/ 1914804 h 4927186"/>
              <a:gd name="connsiteX6195" fmla="*/ 7186475 w 9312201"/>
              <a:gd name="connsiteY6195" fmla="*/ 1914804 h 4927186"/>
              <a:gd name="connsiteX6196" fmla="*/ 7208295 w 9312201"/>
              <a:gd name="connsiteY6196" fmla="*/ 1936624 h 4927186"/>
              <a:gd name="connsiteX6197" fmla="*/ 7186475 w 9312201"/>
              <a:gd name="connsiteY6197" fmla="*/ 1958444 h 4927186"/>
              <a:gd name="connsiteX6198" fmla="*/ 7164655 w 9312201"/>
              <a:gd name="connsiteY6198" fmla="*/ 1936624 h 4927186"/>
              <a:gd name="connsiteX6199" fmla="*/ 7186475 w 9312201"/>
              <a:gd name="connsiteY6199" fmla="*/ 1914804 h 4927186"/>
              <a:gd name="connsiteX6200" fmla="*/ 7109116 w 9312201"/>
              <a:gd name="connsiteY6200" fmla="*/ 1914804 h 4927186"/>
              <a:gd name="connsiteX6201" fmla="*/ 7131597 w 9312201"/>
              <a:gd name="connsiteY6201" fmla="*/ 1936624 h 4927186"/>
              <a:gd name="connsiteX6202" fmla="*/ 7109116 w 9312201"/>
              <a:gd name="connsiteY6202" fmla="*/ 1958444 h 4927186"/>
              <a:gd name="connsiteX6203" fmla="*/ 7086635 w 9312201"/>
              <a:gd name="connsiteY6203" fmla="*/ 1936624 h 4927186"/>
              <a:gd name="connsiteX6204" fmla="*/ 7109116 w 9312201"/>
              <a:gd name="connsiteY6204" fmla="*/ 1914804 h 4927186"/>
              <a:gd name="connsiteX6205" fmla="*/ 7031757 w 9312201"/>
              <a:gd name="connsiteY6205" fmla="*/ 1914804 h 4927186"/>
              <a:gd name="connsiteX6206" fmla="*/ 7053577 w 9312201"/>
              <a:gd name="connsiteY6206" fmla="*/ 1936624 h 4927186"/>
              <a:gd name="connsiteX6207" fmla="*/ 7031757 w 9312201"/>
              <a:gd name="connsiteY6207" fmla="*/ 1958444 h 4927186"/>
              <a:gd name="connsiteX6208" fmla="*/ 7009937 w 9312201"/>
              <a:gd name="connsiteY6208" fmla="*/ 1936624 h 4927186"/>
              <a:gd name="connsiteX6209" fmla="*/ 7031757 w 9312201"/>
              <a:gd name="connsiteY6209" fmla="*/ 1914804 h 4927186"/>
              <a:gd name="connsiteX6210" fmla="*/ 5239931 w 9312201"/>
              <a:gd name="connsiteY6210" fmla="*/ 1914804 h 4927186"/>
              <a:gd name="connsiteX6211" fmla="*/ 5261751 w 9312201"/>
              <a:gd name="connsiteY6211" fmla="*/ 1936624 h 4927186"/>
              <a:gd name="connsiteX6212" fmla="*/ 5239931 w 9312201"/>
              <a:gd name="connsiteY6212" fmla="*/ 1958444 h 4927186"/>
              <a:gd name="connsiteX6213" fmla="*/ 5218111 w 9312201"/>
              <a:gd name="connsiteY6213" fmla="*/ 1936624 h 4927186"/>
              <a:gd name="connsiteX6214" fmla="*/ 5239931 w 9312201"/>
              <a:gd name="connsiteY6214" fmla="*/ 1914804 h 4927186"/>
              <a:gd name="connsiteX6215" fmla="*/ 5162572 w 9312201"/>
              <a:gd name="connsiteY6215" fmla="*/ 1914804 h 4927186"/>
              <a:gd name="connsiteX6216" fmla="*/ 5185053 w 9312201"/>
              <a:gd name="connsiteY6216" fmla="*/ 1936624 h 4927186"/>
              <a:gd name="connsiteX6217" fmla="*/ 5162572 w 9312201"/>
              <a:gd name="connsiteY6217" fmla="*/ 1958444 h 4927186"/>
              <a:gd name="connsiteX6218" fmla="*/ 5140091 w 9312201"/>
              <a:gd name="connsiteY6218" fmla="*/ 1936624 h 4927186"/>
              <a:gd name="connsiteX6219" fmla="*/ 5162572 w 9312201"/>
              <a:gd name="connsiteY6219" fmla="*/ 1914804 h 4927186"/>
              <a:gd name="connsiteX6220" fmla="*/ 5085212 w 9312201"/>
              <a:gd name="connsiteY6220" fmla="*/ 1914804 h 4927186"/>
              <a:gd name="connsiteX6221" fmla="*/ 5107032 w 9312201"/>
              <a:gd name="connsiteY6221" fmla="*/ 1936624 h 4927186"/>
              <a:gd name="connsiteX6222" fmla="*/ 5085212 w 9312201"/>
              <a:gd name="connsiteY6222" fmla="*/ 1958444 h 4927186"/>
              <a:gd name="connsiteX6223" fmla="*/ 5063392 w 9312201"/>
              <a:gd name="connsiteY6223" fmla="*/ 1936624 h 4927186"/>
              <a:gd name="connsiteX6224" fmla="*/ 5085212 w 9312201"/>
              <a:gd name="connsiteY6224" fmla="*/ 1914804 h 4927186"/>
              <a:gd name="connsiteX6225" fmla="*/ 5007193 w 9312201"/>
              <a:gd name="connsiteY6225" fmla="*/ 1914804 h 4927186"/>
              <a:gd name="connsiteX6226" fmla="*/ 5029013 w 9312201"/>
              <a:gd name="connsiteY6226" fmla="*/ 1936624 h 4927186"/>
              <a:gd name="connsiteX6227" fmla="*/ 5007193 w 9312201"/>
              <a:gd name="connsiteY6227" fmla="*/ 1958444 h 4927186"/>
              <a:gd name="connsiteX6228" fmla="*/ 4985373 w 9312201"/>
              <a:gd name="connsiteY6228" fmla="*/ 1936624 h 4927186"/>
              <a:gd name="connsiteX6229" fmla="*/ 5007193 w 9312201"/>
              <a:gd name="connsiteY6229" fmla="*/ 1914804 h 4927186"/>
              <a:gd name="connsiteX6230" fmla="*/ 4928511 w 9312201"/>
              <a:gd name="connsiteY6230" fmla="*/ 1914804 h 4927186"/>
              <a:gd name="connsiteX6231" fmla="*/ 4950992 w 9312201"/>
              <a:gd name="connsiteY6231" fmla="*/ 1936624 h 4927186"/>
              <a:gd name="connsiteX6232" fmla="*/ 4928511 w 9312201"/>
              <a:gd name="connsiteY6232" fmla="*/ 1958444 h 4927186"/>
              <a:gd name="connsiteX6233" fmla="*/ 4906030 w 9312201"/>
              <a:gd name="connsiteY6233" fmla="*/ 1936624 h 4927186"/>
              <a:gd name="connsiteX6234" fmla="*/ 4928511 w 9312201"/>
              <a:gd name="connsiteY6234" fmla="*/ 1914804 h 4927186"/>
              <a:gd name="connsiteX6235" fmla="*/ 1968363 w 9312201"/>
              <a:gd name="connsiteY6235" fmla="*/ 1914804 h 4927186"/>
              <a:gd name="connsiteX6236" fmla="*/ 1990183 w 9312201"/>
              <a:gd name="connsiteY6236" fmla="*/ 1936624 h 4927186"/>
              <a:gd name="connsiteX6237" fmla="*/ 1968363 w 9312201"/>
              <a:gd name="connsiteY6237" fmla="*/ 1958444 h 4927186"/>
              <a:gd name="connsiteX6238" fmla="*/ 1946543 w 9312201"/>
              <a:gd name="connsiteY6238" fmla="*/ 1936624 h 4927186"/>
              <a:gd name="connsiteX6239" fmla="*/ 1968363 w 9312201"/>
              <a:gd name="connsiteY6239" fmla="*/ 1914804 h 4927186"/>
              <a:gd name="connsiteX6240" fmla="*/ 1891011 w 9312201"/>
              <a:gd name="connsiteY6240" fmla="*/ 1914804 h 4927186"/>
              <a:gd name="connsiteX6241" fmla="*/ 1913495 w 9312201"/>
              <a:gd name="connsiteY6241" fmla="*/ 1936624 h 4927186"/>
              <a:gd name="connsiteX6242" fmla="*/ 1891011 w 9312201"/>
              <a:gd name="connsiteY6242" fmla="*/ 1958444 h 4927186"/>
              <a:gd name="connsiteX6243" fmla="*/ 1868529 w 9312201"/>
              <a:gd name="connsiteY6243" fmla="*/ 1936624 h 4927186"/>
              <a:gd name="connsiteX6244" fmla="*/ 1891011 w 9312201"/>
              <a:gd name="connsiteY6244" fmla="*/ 1914804 h 4927186"/>
              <a:gd name="connsiteX6245" fmla="*/ 1813657 w 9312201"/>
              <a:gd name="connsiteY6245" fmla="*/ 1914804 h 4927186"/>
              <a:gd name="connsiteX6246" fmla="*/ 1835474 w 9312201"/>
              <a:gd name="connsiteY6246" fmla="*/ 1936624 h 4927186"/>
              <a:gd name="connsiteX6247" fmla="*/ 1813657 w 9312201"/>
              <a:gd name="connsiteY6247" fmla="*/ 1958444 h 4927186"/>
              <a:gd name="connsiteX6248" fmla="*/ 1791833 w 9312201"/>
              <a:gd name="connsiteY6248" fmla="*/ 1936624 h 4927186"/>
              <a:gd name="connsiteX6249" fmla="*/ 1813657 w 9312201"/>
              <a:gd name="connsiteY6249" fmla="*/ 1914804 h 4927186"/>
              <a:gd name="connsiteX6250" fmla="*/ 1735633 w 9312201"/>
              <a:gd name="connsiteY6250" fmla="*/ 1914804 h 4927186"/>
              <a:gd name="connsiteX6251" fmla="*/ 1757457 w 9312201"/>
              <a:gd name="connsiteY6251" fmla="*/ 1936624 h 4927186"/>
              <a:gd name="connsiteX6252" fmla="*/ 1735633 w 9312201"/>
              <a:gd name="connsiteY6252" fmla="*/ 1958444 h 4927186"/>
              <a:gd name="connsiteX6253" fmla="*/ 1713819 w 9312201"/>
              <a:gd name="connsiteY6253" fmla="*/ 1936624 h 4927186"/>
              <a:gd name="connsiteX6254" fmla="*/ 1735633 w 9312201"/>
              <a:gd name="connsiteY6254" fmla="*/ 1914804 h 4927186"/>
              <a:gd name="connsiteX6255" fmla="*/ 1657611 w 9312201"/>
              <a:gd name="connsiteY6255" fmla="*/ 1914804 h 4927186"/>
              <a:gd name="connsiteX6256" fmla="*/ 1679436 w 9312201"/>
              <a:gd name="connsiteY6256" fmla="*/ 1936624 h 4927186"/>
              <a:gd name="connsiteX6257" fmla="*/ 1657611 w 9312201"/>
              <a:gd name="connsiteY6257" fmla="*/ 1958444 h 4927186"/>
              <a:gd name="connsiteX6258" fmla="*/ 1635796 w 9312201"/>
              <a:gd name="connsiteY6258" fmla="*/ 1936624 h 4927186"/>
              <a:gd name="connsiteX6259" fmla="*/ 1657611 w 9312201"/>
              <a:gd name="connsiteY6259" fmla="*/ 1914804 h 4927186"/>
              <a:gd name="connsiteX6260" fmla="*/ 1580257 w 9312201"/>
              <a:gd name="connsiteY6260" fmla="*/ 1914804 h 4927186"/>
              <a:gd name="connsiteX6261" fmla="*/ 1602734 w 9312201"/>
              <a:gd name="connsiteY6261" fmla="*/ 1936624 h 4927186"/>
              <a:gd name="connsiteX6262" fmla="*/ 1580257 w 9312201"/>
              <a:gd name="connsiteY6262" fmla="*/ 1958444 h 4927186"/>
              <a:gd name="connsiteX6263" fmla="*/ 1557771 w 9312201"/>
              <a:gd name="connsiteY6263" fmla="*/ 1936624 h 4927186"/>
              <a:gd name="connsiteX6264" fmla="*/ 1580257 w 9312201"/>
              <a:gd name="connsiteY6264" fmla="*/ 1914804 h 4927186"/>
              <a:gd name="connsiteX6265" fmla="*/ 1502899 w 9312201"/>
              <a:gd name="connsiteY6265" fmla="*/ 1914804 h 4927186"/>
              <a:gd name="connsiteX6266" fmla="*/ 1524717 w 9312201"/>
              <a:gd name="connsiteY6266" fmla="*/ 1936624 h 4927186"/>
              <a:gd name="connsiteX6267" fmla="*/ 1502899 w 9312201"/>
              <a:gd name="connsiteY6267" fmla="*/ 1958444 h 4927186"/>
              <a:gd name="connsiteX6268" fmla="*/ 1481077 w 9312201"/>
              <a:gd name="connsiteY6268" fmla="*/ 1936624 h 4927186"/>
              <a:gd name="connsiteX6269" fmla="*/ 1502899 w 9312201"/>
              <a:gd name="connsiteY6269" fmla="*/ 1914804 h 4927186"/>
              <a:gd name="connsiteX6270" fmla="*/ 1424212 w 9312201"/>
              <a:gd name="connsiteY6270" fmla="*/ 1914804 h 4927186"/>
              <a:gd name="connsiteX6271" fmla="*/ 1446695 w 9312201"/>
              <a:gd name="connsiteY6271" fmla="*/ 1936624 h 4927186"/>
              <a:gd name="connsiteX6272" fmla="*/ 1424212 w 9312201"/>
              <a:gd name="connsiteY6272" fmla="*/ 1958444 h 4927186"/>
              <a:gd name="connsiteX6273" fmla="*/ 1401732 w 9312201"/>
              <a:gd name="connsiteY6273" fmla="*/ 1936624 h 4927186"/>
              <a:gd name="connsiteX6274" fmla="*/ 1424212 w 9312201"/>
              <a:gd name="connsiteY6274" fmla="*/ 1914804 h 4927186"/>
              <a:gd name="connsiteX6275" fmla="*/ 1345532 w 9312201"/>
              <a:gd name="connsiteY6275" fmla="*/ 1914804 h 4927186"/>
              <a:gd name="connsiteX6276" fmla="*/ 1367350 w 9312201"/>
              <a:gd name="connsiteY6276" fmla="*/ 1936624 h 4927186"/>
              <a:gd name="connsiteX6277" fmla="*/ 1345532 w 9312201"/>
              <a:gd name="connsiteY6277" fmla="*/ 1958444 h 4927186"/>
              <a:gd name="connsiteX6278" fmla="*/ 1323709 w 9312201"/>
              <a:gd name="connsiteY6278" fmla="*/ 1936624 h 4927186"/>
              <a:gd name="connsiteX6279" fmla="*/ 1345532 w 9312201"/>
              <a:gd name="connsiteY6279" fmla="*/ 1914804 h 4927186"/>
              <a:gd name="connsiteX6280" fmla="*/ 1268169 w 9312201"/>
              <a:gd name="connsiteY6280" fmla="*/ 1914804 h 4927186"/>
              <a:gd name="connsiteX6281" fmla="*/ 1290660 w 9312201"/>
              <a:gd name="connsiteY6281" fmla="*/ 1936624 h 4927186"/>
              <a:gd name="connsiteX6282" fmla="*/ 1268169 w 9312201"/>
              <a:gd name="connsiteY6282" fmla="*/ 1958444 h 4927186"/>
              <a:gd name="connsiteX6283" fmla="*/ 1245691 w 9312201"/>
              <a:gd name="connsiteY6283" fmla="*/ 1936624 h 4927186"/>
              <a:gd name="connsiteX6284" fmla="*/ 1268169 w 9312201"/>
              <a:gd name="connsiteY6284" fmla="*/ 1914804 h 4927186"/>
              <a:gd name="connsiteX6285" fmla="*/ 1190817 w 9312201"/>
              <a:gd name="connsiteY6285" fmla="*/ 1914804 h 4927186"/>
              <a:gd name="connsiteX6286" fmla="*/ 1212636 w 9312201"/>
              <a:gd name="connsiteY6286" fmla="*/ 1936624 h 4927186"/>
              <a:gd name="connsiteX6287" fmla="*/ 1190817 w 9312201"/>
              <a:gd name="connsiteY6287" fmla="*/ 1958444 h 4927186"/>
              <a:gd name="connsiteX6288" fmla="*/ 1168996 w 9312201"/>
              <a:gd name="connsiteY6288" fmla="*/ 1936624 h 4927186"/>
              <a:gd name="connsiteX6289" fmla="*/ 1190817 w 9312201"/>
              <a:gd name="connsiteY6289" fmla="*/ 1914804 h 4927186"/>
              <a:gd name="connsiteX6290" fmla="*/ 8121398 w 9312201"/>
              <a:gd name="connsiteY6290" fmla="*/ 1836784 h 4927186"/>
              <a:gd name="connsiteX6291" fmla="*/ 8143218 w 9312201"/>
              <a:gd name="connsiteY6291" fmla="*/ 1858604 h 4927186"/>
              <a:gd name="connsiteX6292" fmla="*/ 8121398 w 9312201"/>
              <a:gd name="connsiteY6292" fmla="*/ 1880424 h 4927186"/>
              <a:gd name="connsiteX6293" fmla="*/ 8099578 w 9312201"/>
              <a:gd name="connsiteY6293" fmla="*/ 1858604 h 4927186"/>
              <a:gd name="connsiteX6294" fmla="*/ 8121398 w 9312201"/>
              <a:gd name="connsiteY6294" fmla="*/ 1836784 h 4927186"/>
              <a:gd name="connsiteX6295" fmla="*/ 8044700 w 9312201"/>
              <a:gd name="connsiteY6295" fmla="*/ 1836784 h 4927186"/>
              <a:gd name="connsiteX6296" fmla="*/ 8066520 w 9312201"/>
              <a:gd name="connsiteY6296" fmla="*/ 1858604 h 4927186"/>
              <a:gd name="connsiteX6297" fmla="*/ 8044700 w 9312201"/>
              <a:gd name="connsiteY6297" fmla="*/ 1880424 h 4927186"/>
              <a:gd name="connsiteX6298" fmla="*/ 8022880 w 9312201"/>
              <a:gd name="connsiteY6298" fmla="*/ 1858604 h 4927186"/>
              <a:gd name="connsiteX6299" fmla="*/ 8044700 w 9312201"/>
              <a:gd name="connsiteY6299" fmla="*/ 1836784 h 4927186"/>
              <a:gd name="connsiteX6300" fmla="*/ 7966679 w 9312201"/>
              <a:gd name="connsiteY6300" fmla="*/ 1836784 h 4927186"/>
              <a:gd name="connsiteX6301" fmla="*/ 7988499 w 9312201"/>
              <a:gd name="connsiteY6301" fmla="*/ 1858604 h 4927186"/>
              <a:gd name="connsiteX6302" fmla="*/ 7966679 w 9312201"/>
              <a:gd name="connsiteY6302" fmla="*/ 1880424 h 4927186"/>
              <a:gd name="connsiteX6303" fmla="*/ 7944859 w 9312201"/>
              <a:gd name="connsiteY6303" fmla="*/ 1858604 h 4927186"/>
              <a:gd name="connsiteX6304" fmla="*/ 7966679 w 9312201"/>
              <a:gd name="connsiteY6304" fmla="*/ 1836784 h 4927186"/>
              <a:gd name="connsiteX6305" fmla="*/ 7888658 w 9312201"/>
              <a:gd name="connsiteY6305" fmla="*/ 1836784 h 4927186"/>
              <a:gd name="connsiteX6306" fmla="*/ 7910478 w 9312201"/>
              <a:gd name="connsiteY6306" fmla="*/ 1858604 h 4927186"/>
              <a:gd name="connsiteX6307" fmla="*/ 7888658 w 9312201"/>
              <a:gd name="connsiteY6307" fmla="*/ 1880424 h 4927186"/>
              <a:gd name="connsiteX6308" fmla="*/ 7866838 w 9312201"/>
              <a:gd name="connsiteY6308" fmla="*/ 1858604 h 4927186"/>
              <a:gd name="connsiteX6309" fmla="*/ 7888658 w 9312201"/>
              <a:gd name="connsiteY6309" fmla="*/ 1836784 h 4927186"/>
              <a:gd name="connsiteX6310" fmla="*/ 7809316 w 9312201"/>
              <a:gd name="connsiteY6310" fmla="*/ 1836784 h 4927186"/>
              <a:gd name="connsiteX6311" fmla="*/ 7831136 w 9312201"/>
              <a:gd name="connsiteY6311" fmla="*/ 1858604 h 4927186"/>
              <a:gd name="connsiteX6312" fmla="*/ 7809316 w 9312201"/>
              <a:gd name="connsiteY6312" fmla="*/ 1880424 h 4927186"/>
              <a:gd name="connsiteX6313" fmla="*/ 7787496 w 9312201"/>
              <a:gd name="connsiteY6313" fmla="*/ 1858604 h 4927186"/>
              <a:gd name="connsiteX6314" fmla="*/ 7809316 w 9312201"/>
              <a:gd name="connsiteY6314" fmla="*/ 1836784 h 4927186"/>
              <a:gd name="connsiteX6315" fmla="*/ 7731957 w 9312201"/>
              <a:gd name="connsiteY6315" fmla="*/ 1836784 h 4927186"/>
              <a:gd name="connsiteX6316" fmla="*/ 7754438 w 9312201"/>
              <a:gd name="connsiteY6316" fmla="*/ 1858604 h 4927186"/>
              <a:gd name="connsiteX6317" fmla="*/ 7731957 w 9312201"/>
              <a:gd name="connsiteY6317" fmla="*/ 1880424 h 4927186"/>
              <a:gd name="connsiteX6318" fmla="*/ 7709476 w 9312201"/>
              <a:gd name="connsiteY6318" fmla="*/ 1858604 h 4927186"/>
              <a:gd name="connsiteX6319" fmla="*/ 7731957 w 9312201"/>
              <a:gd name="connsiteY6319" fmla="*/ 1836784 h 4927186"/>
              <a:gd name="connsiteX6320" fmla="*/ 7654597 w 9312201"/>
              <a:gd name="connsiteY6320" fmla="*/ 1836784 h 4927186"/>
              <a:gd name="connsiteX6321" fmla="*/ 7676417 w 9312201"/>
              <a:gd name="connsiteY6321" fmla="*/ 1858604 h 4927186"/>
              <a:gd name="connsiteX6322" fmla="*/ 7654597 w 9312201"/>
              <a:gd name="connsiteY6322" fmla="*/ 1880424 h 4927186"/>
              <a:gd name="connsiteX6323" fmla="*/ 7632777 w 9312201"/>
              <a:gd name="connsiteY6323" fmla="*/ 1858604 h 4927186"/>
              <a:gd name="connsiteX6324" fmla="*/ 7654597 w 9312201"/>
              <a:gd name="connsiteY6324" fmla="*/ 1836784 h 4927186"/>
              <a:gd name="connsiteX6325" fmla="*/ 7576577 w 9312201"/>
              <a:gd name="connsiteY6325" fmla="*/ 1836784 h 4927186"/>
              <a:gd name="connsiteX6326" fmla="*/ 7598397 w 9312201"/>
              <a:gd name="connsiteY6326" fmla="*/ 1858604 h 4927186"/>
              <a:gd name="connsiteX6327" fmla="*/ 7576577 w 9312201"/>
              <a:gd name="connsiteY6327" fmla="*/ 1880424 h 4927186"/>
              <a:gd name="connsiteX6328" fmla="*/ 7554757 w 9312201"/>
              <a:gd name="connsiteY6328" fmla="*/ 1858604 h 4927186"/>
              <a:gd name="connsiteX6329" fmla="*/ 7576577 w 9312201"/>
              <a:gd name="connsiteY6329" fmla="*/ 1836784 h 4927186"/>
              <a:gd name="connsiteX6330" fmla="*/ 7498556 w 9312201"/>
              <a:gd name="connsiteY6330" fmla="*/ 1836784 h 4927186"/>
              <a:gd name="connsiteX6331" fmla="*/ 7520376 w 9312201"/>
              <a:gd name="connsiteY6331" fmla="*/ 1858604 h 4927186"/>
              <a:gd name="connsiteX6332" fmla="*/ 7498556 w 9312201"/>
              <a:gd name="connsiteY6332" fmla="*/ 1880424 h 4927186"/>
              <a:gd name="connsiteX6333" fmla="*/ 7476736 w 9312201"/>
              <a:gd name="connsiteY6333" fmla="*/ 1858604 h 4927186"/>
              <a:gd name="connsiteX6334" fmla="*/ 7498556 w 9312201"/>
              <a:gd name="connsiteY6334" fmla="*/ 1836784 h 4927186"/>
              <a:gd name="connsiteX6335" fmla="*/ 7421198 w 9312201"/>
              <a:gd name="connsiteY6335" fmla="*/ 1836784 h 4927186"/>
              <a:gd name="connsiteX6336" fmla="*/ 7443679 w 9312201"/>
              <a:gd name="connsiteY6336" fmla="*/ 1858604 h 4927186"/>
              <a:gd name="connsiteX6337" fmla="*/ 7421198 w 9312201"/>
              <a:gd name="connsiteY6337" fmla="*/ 1880424 h 4927186"/>
              <a:gd name="connsiteX6338" fmla="*/ 7398717 w 9312201"/>
              <a:gd name="connsiteY6338" fmla="*/ 1858604 h 4927186"/>
              <a:gd name="connsiteX6339" fmla="*/ 7421198 w 9312201"/>
              <a:gd name="connsiteY6339" fmla="*/ 1836784 h 4927186"/>
              <a:gd name="connsiteX6340" fmla="*/ 7343838 w 9312201"/>
              <a:gd name="connsiteY6340" fmla="*/ 1836784 h 4927186"/>
              <a:gd name="connsiteX6341" fmla="*/ 7365658 w 9312201"/>
              <a:gd name="connsiteY6341" fmla="*/ 1858604 h 4927186"/>
              <a:gd name="connsiteX6342" fmla="*/ 7343838 w 9312201"/>
              <a:gd name="connsiteY6342" fmla="*/ 1880424 h 4927186"/>
              <a:gd name="connsiteX6343" fmla="*/ 7322018 w 9312201"/>
              <a:gd name="connsiteY6343" fmla="*/ 1858604 h 4927186"/>
              <a:gd name="connsiteX6344" fmla="*/ 7343838 w 9312201"/>
              <a:gd name="connsiteY6344" fmla="*/ 1836784 h 4927186"/>
              <a:gd name="connsiteX6345" fmla="*/ 7264495 w 9312201"/>
              <a:gd name="connsiteY6345" fmla="*/ 1836784 h 4927186"/>
              <a:gd name="connsiteX6346" fmla="*/ 7286315 w 9312201"/>
              <a:gd name="connsiteY6346" fmla="*/ 1858604 h 4927186"/>
              <a:gd name="connsiteX6347" fmla="*/ 7264495 w 9312201"/>
              <a:gd name="connsiteY6347" fmla="*/ 1880424 h 4927186"/>
              <a:gd name="connsiteX6348" fmla="*/ 7242675 w 9312201"/>
              <a:gd name="connsiteY6348" fmla="*/ 1858604 h 4927186"/>
              <a:gd name="connsiteX6349" fmla="*/ 7264495 w 9312201"/>
              <a:gd name="connsiteY6349" fmla="*/ 1836784 h 4927186"/>
              <a:gd name="connsiteX6350" fmla="*/ 7186475 w 9312201"/>
              <a:gd name="connsiteY6350" fmla="*/ 1836784 h 4927186"/>
              <a:gd name="connsiteX6351" fmla="*/ 7208295 w 9312201"/>
              <a:gd name="connsiteY6351" fmla="*/ 1858604 h 4927186"/>
              <a:gd name="connsiteX6352" fmla="*/ 7186475 w 9312201"/>
              <a:gd name="connsiteY6352" fmla="*/ 1880424 h 4927186"/>
              <a:gd name="connsiteX6353" fmla="*/ 7164655 w 9312201"/>
              <a:gd name="connsiteY6353" fmla="*/ 1858604 h 4927186"/>
              <a:gd name="connsiteX6354" fmla="*/ 7186475 w 9312201"/>
              <a:gd name="connsiteY6354" fmla="*/ 1836784 h 4927186"/>
              <a:gd name="connsiteX6355" fmla="*/ 7109116 w 9312201"/>
              <a:gd name="connsiteY6355" fmla="*/ 1836784 h 4927186"/>
              <a:gd name="connsiteX6356" fmla="*/ 7131597 w 9312201"/>
              <a:gd name="connsiteY6356" fmla="*/ 1858604 h 4927186"/>
              <a:gd name="connsiteX6357" fmla="*/ 7109116 w 9312201"/>
              <a:gd name="connsiteY6357" fmla="*/ 1880424 h 4927186"/>
              <a:gd name="connsiteX6358" fmla="*/ 7086635 w 9312201"/>
              <a:gd name="connsiteY6358" fmla="*/ 1858604 h 4927186"/>
              <a:gd name="connsiteX6359" fmla="*/ 7109116 w 9312201"/>
              <a:gd name="connsiteY6359" fmla="*/ 1836784 h 4927186"/>
              <a:gd name="connsiteX6360" fmla="*/ 7031757 w 9312201"/>
              <a:gd name="connsiteY6360" fmla="*/ 1836784 h 4927186"/>
              <a:gd name="connsiteX6361" fmla="*/ 7053577 w 9312201"/>
              <a:gd name="connsiteY6361" fmla="*/ 1858604 h 4927186"/>
              <a:gd name="connsiteX6362" fmla="*/ 7031757 w 9312201"/>
              <a:gd name="connsiteY6362" fmla="*/ 1880424 h 4927186"/>
              <a:gd name="connsiteX6363" fmla="*/ 7009937 w 9312201"/>
              <a:gd name="connsiteY6363" fmla="*/ 1858604 h 4927186"/>
              <a:gd name="connsiteX6364" fmla="*/ 7031757 w 9312201"/>
              <a:gd name="connsiteY6364" fmla="*/ 1836784 h 4927186"/>
              <a:gd name="connsiteX6365" fmla="*/ 6953736 w 9312201"/>
              <a:gd name="connsiteY6365" fmla="*/ 1836784 h 4927186"/>
              <a:gd name="connsiteX6366" fmla="*/ 6975556 w 9312201"/>
              <a:gd name="connsiteY6366" fmla="*/ 1858604 h 4927186"/>
              <a:gd name="connsiteX6367" fmla="*/ 6953736 w 9312201"/>
              <a:gd name="connsiteY6367" fmla="*/ 1880424 h 4927186"/>
              <a:gd name="connsiteX6368" fmla="*/ 6931916 w 9312201"/>
              <a:gd name="connsiteY6368" fmla="*/ 1858604 h 4927186"/>
              <a:gd name="connsiteX6369" fmla="*/ 6953736 w 9312201"/>
              <a:gd name="connsiteY6369" fmla="*/ 1836784 h 4927186"/>
              <a:gd name="connsiteX6370" fmla="*/ 6875716 w 9312201"/>
              <a:gd name="connsiteY6370" fmla="*/ 1836784 h 4927186"/>
              <a:gd name="connsiteX6371" fmla="*/ 6897536 w 9312201"/>
              <a:gd name="connsiteY6371" fmla="*/ 1858604 h 4927186"/>
              <a:gd name="connsiteX6372" fmla="*/ 6875716 w 9312201"/>
              <a:gd name="connsiteY6372" fmla="*/ 1880424 h 4927186"/>
              <a:gd name="connsiteX6373" fmla="*/ 6853896 w 9312201"/>
              <a:gd name="connsiteY6373" fmla="*/ 1858604 h 4927186"/>
              <a:gd name="connsiteX6374" fmla="*/ 6875716 w 9312201"/>
              <a:gd name="connsiteY6374" fmla="*/ 1836784 h 4927186"/>
              <a:gd name="connsiteX6375" fmla="*/ 6798356 w 9312201"/>
              <a:gd name="connsiteY6375" fmla="*/ 1836784 h 4927186"/>
              <a:gd name="connsiteX6376" fmla="*/ 6820837 w 9312201"/>
              <a:gd name="connsiteY6376" fmla="*/ 1858604 h 4927186"/>
              <a:gd name="connsiteX6377" fmla="*/ 6798356 w 9312201"/>
              <a:gd name="connsiteY6377" fmla="*/ 1880424 h 4927186"/>
              <a:gd name="connsiteX6378" fmla="*/ 6775875 w 9312201"/>
              <a:gd name="connsiteY6378" fmla="*/ 1858604 h 4927186"/>
              <a:gd name="connsiteX6379" fmla="*/ 6798356 w 9312201"/>
              <a:gd name="connsiteY6379" fmla="*/ 1836784 h 4927186"/>
              <a:gd name="connsiteX6380" fmla="*/ 6719675 w 9312201"/>
              <a:gd name="connsiteY6380" fmla="*/ 1836784 h 4927186"/>
              <a:gd name="connsiteX6381" fmla="*/ 6741495 w 9312201"/>
              <a:gd name="connsiteY6381" fmla="*/ 1858604 h 4927186"/>
              <a:gd name="connsiteX6382" fmla="*/ 6719675 w 9312201"/>
              <a:gd name="connsiteY6382" fmla="*/ 1880424 h 4927186"/>
              <a:gd name="connsiteX6383" fmla="*/ 6697855 w 9312201"/>
              <a:gd name="connsiteY6383" fmla="*/ 1858604 h 4927186"/>
              <a:gd name="connsiteX6384" fmla="*/ 6719675 w 9312201"/>
              <a:gd name="connsiteY6384" fmla="*/ 1836784 h 4927186"/>
              <a:gd name="connsiteX6385" fmla="*/ 6641655 w 9312201"/>
              <a:gd name="connsiteY6385" fmla="*/ 1836784 h 4927186"/>
              <a:gd name="connsiteX6386" fmla="*/ 6663475 w 9312201"/>
              <a:gd name="connsiteY6386" fmla="*/ 1858604 h 4927186"/>
              <a:gd name="connsiteX6387" fmla="*/ 6641655 w 9312201"/>
              <a:gd name="connsiteY6387" fmla="*/ 1880424 h 4927186"/>
              <a:gd name="connsiteX6388" fmla="*/ 6619835 w 9312201"/>
              <a:gd name="connsiteY6388" fmla="*/ 1858604 h 4927186"/>
              <a:gd name="connsiteX6389" fmla="*/ 6641655 w 9312201"/>
              <a:gd name="connsiteY6389" fmla="*/ 1836784 h 4927186"/>
              <a:gd name="connsiteX6390" fmla="*/ 6563634 w 9312201"/>
              <a:gd name="connsiteY6390" fmla="*/ 1836784 h 4927186"/>
              <a:gd name="connsiteX6391" fmla="*/ 6585454 w 9312201"/>
              <a:gd name="connsiteY6391" fmla="*/ 1858604 h 4927186"/>
              <a:gd name="connsiteX6392" fmla="*/ 6563634 w 9312201"/>
              <a:gd name="connsiteY6392" fmla="*/ 1880424 h 4927186"/>
              <a:gd name="connsiteX6393" fmla="*/ 6541814 w 9312201"/>
              <a:gd name="connsiteY6393" fmla="*/ 1858604 h 4927186"/>
              <a:gd name="connsiteX6394" fmla="*/ 6563634 w 9312201"/>
              <a:gd name="connsiteY6394" fmla="*/ 1836784 h 4927186"/>
              <a:gd name="connsiteX6395" fmla="*/ 6485613 w 9312201"/>
              <a:gd name="connsiteY6395" fmla="*/ 1836784 h 4927186"/>
              <a:gd name="connsiteX6396" fmla="*/ 6507433 w 9312201"/>
              <a:gd name="connsiteY6396" fmla="*/ 1858604 h 4927186"/>
              <a:gd name="connsiteX6397" fmla="*/ 6485613 w 9312201"/>
              <a:gd name="connsiteY6397" fmla="*/ 1880424 h 4927186"/>
              <a:gd name="connsiteX6398" fmla="*/ 6463793 w 9312201"/>
              <a:gd name="connsiteY6398" fmla="*/ 1858604 h 4927186"/>
              <a:gd name="connsiteX6399" fmla="*/ 6485613 w 9312201"/>
              <a:gd name="connsiteY6399" fmla="*/ 1836784 h 4927186"/>
              <a:gd name="connsiteX6400" fmla="*/ 6408916 w 9312201"/>
              <a:gd name="connsiteY6400" fmla="*/ 1836784 h 4927186"/>
              <a:gd name="connsiteX6401" fmla="*/ 6430736 w 9312201"/>
              <a:gd name="connsiteY6401" fmla="*/ 1858604 h 4927186"/>
              <a:gd name="connsiteX6402" fmla="*/ 6408916 w 9312201"/>
              <a:gd name="connsiteY6402" fmla="*/ 1880424 h 4927186"/>
              <a:gd name="connsiteX6403" fmla="*/ 6387096 w 9312201"/>
              <a:gd name="connsiteY6403" fmla="*/ 1858604 h 4927186"/>
              <a:gd name="connsiteX6404" fmla="*/ 6408916 w 9312201"/>
              <a:gd name="connsiteY6404" fmla="*/ 1836784 h 4927186"/>
              <a:gd name="connsiteX6405" fmla="*/ 6330896 w 9312201"/>
              <a:gd name="connsiteY6405" fmla="*/ 1836784 h 4927186"/>
              <a:gd name="connsiteX6406" fmla="*/ 6352716 w 9312201"/>
              <a:gd name="connsiteY6406" fmla="*/ 1858604 h 4927186"/>
              <a:gd name="connsiteX6407" fmla="*/ 6330896 w 9312201"/>
              <a:gd name="connsiteY6407" fmla="*/ 1880424 h 4927186"/>
              <a:gd name="connsiteX6408" fmla="*/ 6309076 w 9312201"/>
              <a:gd name="connsiteY6408" fmla="*/ 1858604 h 4927186"/>
              <a:gd name="connsiteX6409" fmla="*/ 6330896 w 9312201"/>
              <a:gd name="connsiteY6409" fmla="*/ 1836784 h 4927186"/>
              <a:gd name="connsiteX6410" fmla="*/ 6252875 w 9312201"/>
              <a:gd name="connsiteY6410" fmla="*/ 1836784 h 4927186"/>
              <a:gd name="connsiteX6411" fmla="*/ 6274695 w 9312201"/>
              <a:gd name="connsiteY6411" fmla="*/ 1858604 h 4927186"/>
              <a:gd name="connsiteX6412" fmla="*/ 6252875 w 9312201"/>
              <a:gd name="connsiteY6412" fmla="*/ 1880424 h 4927186"/>
              <a:gd name="connsiteX6413" fmla="*/ 6231055 w 9312201"/>
              <a:gd name="connsiteY6413" fmla="*/ 1858604 h 4927186"/>
              <a:gd name="connsiteX6414" fmla="*/ 6252875 w 9312201"/>
              <a:gd name="connsiteY6414" fmla="*/ 1836784 h 4927186"/>
              <a:gd name="connsiteX6415" fmla="*/ 6174854 w 9312201"/>
              <a:gd name="connsiteY6415" fmla="*/ 1836784 h 4927186"/>
              <a:gd name="connsiteX6416" fmla="*/ 6196674 w 9312201"/>
              <a:gd name="connsiteY6416" fmla="*/ 1858604 h 4927186"/>
              <a:gd name="connsiteX6417" fmla="*/ 6174854 w 9312201"/>
              <a:gd name="connsiteY6417" fmla="*/ 1880424 h 4927186"/>
              <a:gd name="connsiteX6418" fmla="*/ 6153034 w 9312201"/>
              <a:gd name="connsiteY6418" fmla="*/ 1858604 h 4927186"/>
              <a:gd name="connsiteX6419" fmla="*/ 6174854 w 9312201"/>
              <a:gd name="connsiteY6419" fmla="*/ 1836784 h 4927186"/>
              <a:gd name="connsiteX6420" fmla="*/ 6096834 w 9312201"/>
              <a:gd name="connsiteY6420" fmla="*/ 1836784 h 4927186"/>
              <a:gd name="connsiteX6421" fmla="*/ 6118654 w 9312201"/>
              <a:gd name="connsiteY6421" fmla="*/ 1858604 h 4927186"/>
              <a:gd name="connsiteX6422" fmla="*/ 6096834 w 9312201"/>
              <a:gd name="connsiteY6422" fmla="*/ 1880424 h 4927186"/>
              <a:gd name="connsiteX6423" fmla="*/ 6075014 w 9312201"/>
              <a:gd name="connsiteY6423" fmla="*/ 1858604 h 4927186"/>
              <a:gd name="connsiteX6424" fmla="*/ 6096834 w 9312201"/>
              <a:gd name="connsiteY6424" fmla="*/ 1836784 h 4927186"/>
              <a:gd name="connsiteX6425" fmla="*/ 6018814 w 9312201"/>
              <a:gd name="connsiteY6425" fmla="*/ 1836784 h 4927186"/>
              <a:gd name="connsiteX6426" fmla="*/ 6040634 w 9312201"/>
              <a:gd name="connsiteY6426" fmla="*/ 1858604 h 4927186"/>
              <a:gd name="connsiteX6427" fmla="*/ 6018814 w 9312201"/>
              <a:gd name="connsiteY6427" fmla="*/ 1880424 h 4927186"/>
              <a:gd name="connsiteX6428" fmla="*/ 5996994 w 9312201"/>
              <a:gd name="connsiteY6428" fmla="*/ 1858604 h 4927186"/>
              <a:gd name="connsiteX6429" fmla="*/ 6018814 w 9312201"/>
              <a:gd name="connsiteY6429" fmla="*/ 1836784 h 4927186"/>
              <a:gd name="connsiteX6430" fmla="*/ 5940793 w 9312201"/>
              <a:gd name="connsiteY6430" fmla="*/ 1836784 h 4927186"/>
              <a:gd name="connsiteX6431" fmla="*/ 5962613 w 9312201"/>
              <a:gd name="connsiteY6431" fmla="*/ 1858604 h 4927186"/>
              <a:gd name="connsiteX6432" fmla="*/ 5940793 w 9312201"/>
              <a:gd name="connsiteY6432" fmla="*/ 1880424 h 4927186"/>
              <a:gd name="connsiteX6433" fmla="*/ 5918973 w 9312201"/>
              <a:gd name="connsiteY6433" fmla="*/ 1858604 h 4927186"/>
              <a:gd name="connsiteX6434" fmla="*/ 5940793 w 9312201"/>
              <a:gd name="connsiteY6434" fmla="*/ 1836784 h 4927186"/>
              <a:gd name="connsiteX6435" fmla="*/ 5862773 w 9312201"/>
              <a:gd name="connsiteY6435" fmla="*/ 1836784 h 4927186"/>
              <a:gd name="connsiteX6436" fmla="*/ 5884593 w 9312201"/>
              <a:gd name="connsiteY6436" fmla="*/ 1858604 h 4927186"/>
              <a:gd name="connsiteX6437" fmla="*/ 5862773 w 9312201"/>
              <a:gd name="connsiteY6437" fmla="*/ 1880424 h 4927186"/>
              <a:gd name="connsiteX6438" fmla="*/ 5840953 w 9312201"/>
              <a:gd name="connsiteY6438" fmla="*/ 1858604 h 4927186"/>
              <a:gd name="connsiteX6439" fmla="*/ 5862773 w 9312201"/>
              <a:gd name="connsiteY6439" fmla="*/ 1836784 h 4927186"/>
              <a:gd name="connsiteX6440" fmla="*/ 5785413 w 9312201"/>
              <a:gd name="connsiteY6440" fmla="*/ 1836784 h 4927186"/>
              <a:gd name="connsiteX6441" fmla="*/ 5807894 w 9312201"/>
              <a:gd name="connsiteY6441" fmla="*/ 1858604 h 4927186"/>
              <a:gd name="connsiteX6442" fmla="*/ 5785413 w 9312201"/>
              <a:gd name="connsiteY6442" fmla="*/ 1880424 h 4927186"/>
              <a:gd name="connsiteX6443" fmla="*/ 5762932 w 9312201"/>
              <a:gd name="connsiteY6443" fmla="*/ 1858604 h 4927186"/>
              <a:gd name="connsiteX6444" fmla="*/ 5785413 w 9312201"/>
              <a:gd name="connsiteY6444" fmla="*/ 1836784 h 4927186"/>
              <a:gd name="connsiteX6445" fmla="*/ 5708054 w 9312201"/>
              <a:gd name="connsiteY6445" fmla="*/ 1836784 h 4927186"/>
              <a:gd name="connsiteX6446" fmla="*/ 5729874 w 9312201"/>
              <a:gd name="connsiteY6446" fmla="*/ 1858604 h 4927186"/>
              <a:gd name="connsiteX6447" fmla="*/ 5708054 w 9312201"/>
              <a:gd name="connsiteY6447" fmla="*/ 1880424 h 4927186"/>
              <a:gd name="connsiteX6448" fmla="*/ 5686234 w 9312201"/>
              <a:gd name="connsiteY6448" fmla="*/ 1858604 h 4927186"/>
              <a:gd name="connsiteX6449" fmla="*/ 5708054 w 9312201"/>
              <a:gd name="connsiteY6449" fmla="*/ 1836784 h 4927186"/>
              <a:gd name="connsiteX6450" fmla="*/ 5630034 w 9312201"/>
              <a:gd name="connsiteY6450" fmla="*/ 1836784 h 4927186"/>
              <a:gd name="connsiteX6451" fmla="*/ 5651854 w 9312201"/>
              <a:gd name="connsiteY6451" fmla="*/ 1858604 h 4927186"/>
              <a:gd name="connsiteX6452" fmla="*/ 5630034 w 9312201"/>
              <a:gd name="connsiteY6452" fmla="*/ 1880424 h 4927186"/>
              <a:gd name="connsiteX6453" fmla="*/ 5608214 w 9312201"/>
              <a:gd name="connsiteY6453" fmla="*/ 1858604 h 4927186"/>
              <a:gd name="connsiteX6454" fmla="*/ 5630034 w 9312201"/>
              <a:gd name="connsiteY6454" fmla="*/ 1836784 h 4927186"/>
              <a:gd name="connsiteX6455" fmla="*/ 5552013 w 9312201"/>
              <a:gd name="connsiteY6455" fmla="*/ 1836784 h 4927186"/>
              <a:gd name="connsiteX6456" fmla="*/ 5573833 w 9312201"/>
              <a:gd name="connsiteY6456" fmla="*/ 1858604 h 4927186"/>
              <a:gd name="connsiteX6457" fmla="*/ 5552013 w 9312201"/>
              <a:gd name="connsiteY6457" fmla="*/ 1880424 h 4927186"/>
              <a:gd name="connsiteX6458" fmla="*/ 5530193 w 9312201"/>
              <a:gd name="connsiteY6458" fmla="*/ 1858604 h 4927186"/>
              <a:gd name="connsiteX6459" fmla="*/ 5552013 w 9312201"/>
              <a:gd name="connsiteY6459" fmla="*/ 1836784 h 4927186"/>
              <a:gd name="connsiteX6460" fmla="*/ 5473331 w 9312201"/>
              <a:gd name="connsiteY6460" fmla="*/ 1836784 h 4927186"/>
              <a:gd name="connsiteX6461" fmla="*/ 5495812 w 9312201"/>
              <a:gd name="connsiteY6461" fmla="*/ 1858604 h 4927186"/>
              <a:gd name="connsiteX6462" fmla="*/ 5473331 w 9312201"/>
              <a:gd name="connsiteY6462" fmla="*/ 1880424 h 4927186"/>
              <a:gd name="connsiteX6463" fmla="*/ 5450850 w 9312201"/>
              <a:gd name="connsiteY6463" fmla="*/ 1858604 h 4927186"/>
              <a:gd name="connsiteX6464" fmla="*/ 5473331 w 9312201"/>
              <a:gd name="connsiteY6464" fmla="*/ 1836784 h 4927186"/>
              <a:gd name="connsiteX6465" fmla="*/ 5395972 w 9312201"/>
              <a:gd name="connsiteY6465" fmla="*/ 1836784 h 4927186"/>
              <a:gd name="connsiteX6466" fmla="*/ 5417792 w 9312201"/>
              <a:gd name="connsiteY6466" fmla="*/ 1858604 h 4927186"/>
              <a:gd name="connsiteX6467" fmla="*/ 5395972 w 9312201"/>
              <a:gd name="connsiteY6467" fmla="*/ 1880424 h 4927186"/>
              <a:gd name="connsiteX6468" fmla="*/ 5374152 w 9312201"/>
              <a:gd name="connsiteY6468" fmla="*/ 1858604 h 4927186"/>
              <a:gd name="connsiteX6469" fmla="*/ 5395972 w 9312201"/>
              <a:gd name="connsiteY6469" fmla="*/ 1836784 h 4927186"/>
              <a:gd name="connsiteX6470" fmla="*/ 5317953 w 9312201"/>
              <a:gd name="connsiteY6470" fmla="*/ 1836784 h 4927186"/>
              <a:gd name="connsiteX6471" fmla="*/ 5339773 w 9312201"/>
              <a:gd name="connsiteY6471" fmla="*/ 1858604 h 4927186"/>
              <a:gd name="connsiteX6472" fmla="*/ 5317953 w 9312201"/>
              <a:gd name="connsiteY6472" fmla="*/ 1880424 h 4927186"/>
              <a:gd name="connsiteX6473" fmla="*/ 5296133 w 9312201"/>
              <a:gd name="connsiteY6473" fmla="*/ 1858604 h 4927186"/>
              <a:gd name="connsiteX6474" fmla="*/ 5317953 w 9312201"/>
              <a:gd name="connsiteY6474" fmla="*/ 1836784 h 4927186"/>
              <a:gd name="connsiteX6475" fmla="*/ 5239931 w 9312201"/>
              <a:gd name="connsiteY6475" fmla="*/ 1836784 h 4927186"/>
              <a:gd name="connsiteX6476" fmla="*/ 5261751 w 9312201"/>
              <a:gd name="connsiteY6476" fmla="*/ 1858604 h 4927186"/>
              <a:gd name="connsiteX6477" fmla="*/ 5239931 w 9312201"/>
              <a:gd name="connsiteY6477" fmla="*/ 1880424 h 4927186"/>
              <a:gd name="connsiteX6478" fmla="*/ 5218111 w 9312201"/>
              <a:gd name="connsiteY6478" fmla="*/ 1858604 h 4927186"/>
              <a:gd name="connsiteX6479" fmla="*/ 5239931 w 9312201"/>
              <a:gd name="connsiteY6479" fmla="*/ 1836784 h 4927186"/>
              <a:gd name="connsiteX6480" fmla="*/ 5162572 w 9312201"/>
              <a:gd name="connsiteY6480" fmla="*/ 1836784 h 4927186"/>
              <a:gd name="connsiteX6481" fmla="*/ 5185053 w 9312201"/>
              <a:gd name="connsiteY6481" fmla="*/ 1858604 h 4927186"/>
              <a:gd name="connsiteX6482" fmla="*/ 5162572 w 9312201"/>
              <a:gd name="connsiteY6482" fmla="*/ 1880424 h 4927186"/>
              <a:gd name="connsiteX6483" fmla="*/ 5140091 w 9312201"/>
              <a:gd name="connsiteY6483" fmla="*/ 1858604 h 4927186"/>
              <a:gd name="connsiteX6484" fmla="*/ 5162572 w 9312201"/>
              <a:gd name="connsiteY6484" fmla="*/ 1836784 h 4927186"/>
              <a:gd name="connsiteX6485" fmla="*/ 5085212 w 9312201"/>
              <a:gd name="connsiteY6485" fmla="*/ 1836784 h 4927186"/>
              <a:gd name="connsiteX6486" fmla="*/ 5107032 w 9312201"/>
              <a:gd name="connsiteY6486" fmla="*/ 1858604 h 4927186"/>
              <a:gd name="connsiteX6487" fmla="*/ 5085212 w 9312201"/>
              <a:gd name="connsiteY6487" fmla="*/ 1880424 h 4927186"/>
              <a:gd name="connsiteX6488" fmla="*/ 5063392 w 9312201"/>
              <a:gd name="connsiteY6488" fmla="*/ 1858604 h 4927186"/>
              <a:gd name="connsiteX6489" fmla="*/ 5085212 w 9312201"/>
              <a:gd name="connsiteY6489" fmla="*/ 1836784 h 4927186"/>
              <a:gd name="connsiteX6490" fmla="*/ 5007193 w 9312201"/>
              <a:gd name="connsiteY6490" fmla="*/ 1836784 h 4927186"/>
              <a:gd name="connsiteX6491" fmla="*/ 5029013 w 9312201"/>
              <a:gd name="connsiteY6491" fmla="*/ 1858604 h 4927186"/>
              <a:gd name="connsiteX6492" fmla="*/ 5007193 w 9312201"/>
              <a:gd name="connsiteY6492" fmla="*/ 1880424 h 4927186"/>
              <a:gd name="connsiteX6493" fmla="*/ 4985373 w 9312201"/>
              <a:gd name="connsiteY6493" fmla="*/ 1858604 h 4927186"/>
              <a:gd name="connsiteX6494" fmla="*/ 5007193 w 9312201"/>
              <a:gd name="connsiteY6494" fmla="*/ 1836784 h 4927186"/>
              <a:gd name="connsiteX6495" fmla="*/ 4928511 w 9312201"/>
              <a:gd name="connsiteY6495" fmla="*/ 1836784 h 4927186"/>
              <a:gd name="connsiteX6496" fmla="*/ 4950992 w 9312201"/>
              <a:gd name="connsiteY6496" fmla="*/ 1858604 h 4927186"/>
              <a:gd name="connsiteX6497" fmla="*/ 4928511 w 9312201"/>
              <a:gd name="connsiteY6497" fmla="*/ 1880424 h 4927186"/>
              <a:gd name="connsiteX6498" fmla="*/ 4906030 w 9312201"/>
              <a:gd name="connsiteY6498" fmla="*/ 1858604 h 4927186"/>
              <a:gd name="connsiteX6499" fmla="*/ 4928511 w 9312201"/>
              <a:gd name="connsiteY6499" fmla="*/ 1836784 h 4927186"/>
              <a:gd name="connsiteX6500" fmla="*/ 4850491 w 9312201"/>
              <a:gd name="connsiteY6500" fmla="*/ 1836784 h 4927186"/>
              <a:gd name="connsiteX6501" fmla="*/ 4872972 w 9312201"/>
              <a:gd name="connsiteY6501" fmla="*/ 1858604 h 4927186"/>
              <a:gd name="connsiteX6502" fmla="*/ 4850491 w 9312201"/>
              <a:gd name="connsiteY6502" fmla="*/ 1880424 h 4927186"/>
              <a:gd name="connsiteX6503" fmla="*/ 4828010 w 9312201"/>
              <a:gd name="connsiteY6503" fmla="*/ 1858604 h 4927186"/>
              <a:gd name="connsiteX6504" fmla="*/ 4850491 w 9312201"/>
              <a:gd name="connsiteY6504" fmla="*/ 1836784 h 4927186"/>
              <a:gd name="connsiteX6505" fmla="*/ 4773132 w 9312201"/>
              <a:gd name="connsiteY6505" fmla="*/ 1836784 h 4927186"/>
              <a:gd name="connsiteX6506" fmla="*/ 4794952 w 9312201"/>
              <a:gd name="connsiteY6506" fmla="*/ 1858604 h 4927186"/>
              <a:gd name="connsiteX6507" fmla="*/ 4773132 w 9312201"/>
              <a:gd name="connsiteY6507" fmla="*/ 1880424 h 4927186"/>
              <a:gd name="connsiteX6508" fmla="*/ 4751312 w 9312201"/>
              <a:gd name="connsiteY6508" fmla="*/ 1858604 h 4927186"/>
              <a:gd name="connsiteX6509" fmla="*/ 4773132 w 9312201"/>
              <a:gd name="connsiteY6509" fmla="*/ 1836784 h 4927186"/>
              <a:gd name="connsiteX6510" fmla="*/ 4695111 w 9312201"/>
              <a:gd name="connsiteY6510" fmla="*/ 1836784 h 4927186"/>
              <a:gd name="connsiteX6511" fmla="*/ 4716931 w 9312201"/>
              <a:gd name="connsiteY6511" fmla="*/ 1858604 h 4927186"/>
              <a:gd name="connsiteX6512" fmla="*/ 4695111 w 9312201"/>
              <a:gd name="connsiteY6512" fmla="*/ 1880424 h 4927186"/>
              <a:gd name="connsiteX6513" fmla="*/ 4673291 w 9312201"/>
              <a:gd name="connsiteY6513" fmla="*/ 1858604 h 4927186"/>
              <a:gd name="connsiteX6514" fmla="*/ 4695111 w 9312201"/>
              <a:gd name="connsiteY6514" fmla="*/ 1836784 h 4927186"/>
              <a:gd name="connsiteX6515" fmla="*/ 4617091 w 9312201"/>
              <a:gd name="connsiteY6515" fmla="*/ 1836784 h 4927186"/>
              <a:gd name="connsiteX6516" fmla="*/ 4638911 w 9312201"/>
              <a:gd name="connsiteY6516" fmla="*/ 1858604 h 4927186"/>
              <a:gd name="connsiteX6517" fmla="*/ 4617091 w 9312201"/>
              <a:gd name="connsiteY6517" fmla="*/ 1880424 h 4927186"/>
              <a:gd name="connsiteX6518" fmla="*/ 4595271 w 9312201"/>
              <a:gd name="connsiteY6518" fmla="*/ 1858604 h 4927186"/>
              <a:gd name="connsiteX6519" fmla="*/ 4617091 w 9312201"/>
              <a:gd name="connsiteY6519" fmla="*/ 1836784 h 4927186"/>
              <a:gd name="connsiteX6520" fmla="*/ 4539070 w 9312201"/>
              <a:gd name="connsiteY6520" fmla="*/ 1836784 h 4927186"/>
              <a:gd name="connsiteX6521" fmla="*/ 4560890 w 9312201"/>
              <a:gd name="connsiteY6521" fmla="*/ 1858604 h 4927186"/>
              <a:gd name="connsiteX6522" fmla="*/ 4539070 w 9312201"/>
              <a:gd name="connsiteY6522" fmla="*/ 1880424 h 4927186"/>
              <a:gd name="connsiteX6523" fmla="*/ 4517250 w 9312201"/>
              <a:gd name="connsiteY6523" fmla="*/ 1858604 h 4927186"/>
              <a:gd name="connsiteX6524" fmla="*/ 4539070 w 9312201"/>
              <a:gd name="connsiteY6524" fmla="*/ 1836784 h 4927186"/>
              <a:gd name="connsiteX6525" fmla="*/ 4461711 w 9312201"/>
              <a:gd name="connsiteY6525" fmla="*/ 1836784 h 4927186"/>
              <a:gd name="connsiteX6526" fmla="*/ 4484192 w 9312201"/>
              <a:gd name="connsiteY6526" fmla="*/ 1858604 h 4927186"/>
              <a:gd name="connsiteX6527" fmla="*/ 4461711 w 9312201"/>
              <a:gd name="connsiteY6527" fmla="*/ 1880424 h 4927186"/>
              <a:gd name="connsiteX6528" fmla="*/ 4439230 w 9312201"/>
              <a:gd name="connsiteY6528" fmla="*/ 1858604 h 4927186"/>
              <a:gd name="connsiteX6529" fmla="*/ 4461711 w 9312201"/>
              <a:gd name="connsiteY6529" fmla="*/ 1836784 h 4927186"/>
              <a:gd name="connsiteX6530" fmla="*/ 4384351 w 9312201"/>
              <a:gd name="connsiteY6530" fmla="*/ 1836784 h 4927186"/>
              <a:gd name="connsiteX6531" fmla="*/ 4406171 w 9312201"/>
              <a:gd name="connsiteY6531" fmla="*/ 1858604 h 4927186"/>
              <a:gd name="connsiteX6532" fmla="*/ 4384351 w 9312201"/>
              <a:gd name="connsiteY6532" fmla="*/ 1880424 h 4927186"/>
              <a:gd name="connsiteX6533" fmla="*/ 4362531 w 9312201"/>
              <a:gd name="connsiteY6533" fmla="*/ 1858604 h 4927186"/>
              <a:gd name="connsiteX6534" fmla="*/ 4384351 w 9312201"/>
              <a:gd name="connsiteY6534" fmla="*/ 1836784 h 4927186"/>
              <a:gd name="connsiteX6535" fmla="*/ 2981306 w 9312201"/>
              <a:gd name="connsiteY6535" fmla="*/ 1836784 h 4927186"/>
              <a:gd name="connsiteX6536" fmla="*/ 3003126 w 9312201"/>
              <a:gd name="connsiteY6536" fmla="*/ 1858604 h 4927186"/>
              <a:gd name="connsiteX6537" fmla="*/ 2981306 w 9312201"/>
              <a:gd name="connsiteY6537" fmla="*/ 1880424 h 4927186"/>
              <a:gd name="connsiteX6538" fmla="*/ 2959486 w 9312201"/>
              <a:gd name="connsiteY6538" fmla="*/ 1858604 h 4927186"/>
              <a:gd name="connsiteX6539" fmla="*/ 2981306 w 9312201"/>
              <a:gd name="connsiteY6539" fmla="*/ 1836784 h 4927186"/>
              <a:gd name="connsiteX6540" fmla="*/ 2903286 w 9312201"/>
              <a:gd name="connsiteY6540" fmla="*/ 1836784 h 4927186"/>
              <a:gd name="connsiteX6541" fmla="*/ 2925106 w 9312201"/>
              <a:gd name="connsiteY6541" fmla="*/ 1858604 h 4927186"/>
              <a:gd name="connsiteX6542" fmla="*/ 2903286 w 9312201"/>
              <a:gd name="connsiteY6542" fmla="*/ 1880424 h 4927186"/>
              <a:gd name="connsiteX6543" fmla="*/ 2881466 w 9312201"/>
              <a:gd name="connsiteY6543" fmla="*/ 1858604 h 4927186"/>
              <a:gd name="connsiteX6544" fmla="*/ 2903286 w 9312201"/>
              <a:gd name="connsiteY6544" fmla="*/ 1836784 h 4927186"/>
              <a:gd name="connsiteX6545" fmla="*/ 2826588 w 9312201"/>
              <a:gd name="connsiteY6545" fmla="*/ 1836784 h 4927186"/>
              <a:gd name="connsiteX6546" fmla="*/ 2848408 w 9312201"/>
              <a:gd name="connsiteY6546" fmla="*/ 1858604 h 4927186"/>
              <a:gd name="connsiteX6547" fmla="*/ 2826588 w 9312201"/>
              <a:gd name="connsiteY6547" fmla="*/ 1880424 h 4927186"/>
              <a:gd name="connsiteX6548" fmla="*/ 2804768 w 9312201"/>
              <a:gd name="connsiteY6548" fmla="*/ 1858604 h 4927186"/>
              <a:gd name="connsiteX6549" fmla="*/ 2826588 w 9312201"/>
              <a:gd name="connsiteY6549" fmla="*/ 1836784 h 4927186"/>
              <a:gd name="connsiteX6550" fmla="*/ 2670547 w 9312201"/>
              <a:gd name="connsiteY6550" fmla="*/ 1836784 h 4927186"/>
              <a:gd name="connsiteX6551" fmla="*/ 2692367 w 9312201"/>
              <a:gd name="connsiteY6551" fmla="*/ 1858604 h 4927186"/>
              <a:gd name="connsiteX6552" fmla="*/ 2670547 w 9312201"/>
              <a:gd name="connsiteY6552" fmla="*/ 1880424 h 4927186"/>
              <a:gd name="connsiteX6553" fmla="*/ 2648727 w 9312201"/>
              <a:gd name="connsiteY6553" fmla="*/ 1858604 h 4927186"/>
              <a:gd name="connsiteX6554" fmla="*/ 2670547 w 9312201"/>
              <a:gd name="connsiteY6554" fmla="*/ 1836784 h 4927186"/>
              <a:gd name="connsiteX6555" fmla="*/ 2592527 w 9312201"/>
              <a:gd name="connsiteY6555" fmla="*/ 1836784 h 4927186"/>
              <a:gd name="connsiteX6556" fmla="*/ 2614347 w 9312201"/>
              <a:gd name="connsiteY6556" fmla="*/ 1858604 h 4927186"/>
              <a:gd name="connsiteX6557" fmla="*/ 2592527 w 9312201"/>
              <a:gd name="connsiteY6557" fmla="*/ 1880424 h 4927186"/>
              <a:gd name="connsiteX6558" fmla="*/ 2570707 w 9312201"/>
              <a:gd name="connsiteY6558" fmla="*/ 1858604 h 4927186"/>
              <a:gd name="connsiteX6559" fmla="*/ 2592527 w 9312201"/>
              <a:gd name="connsiteY6559" fmla="*/ 1836784 h 4927186"/>
              <a:gd name="connsiteX6560" fmla="*/ 2513845 w 9312201"/>
              <a:gd name="connsiteY6560" fmla="*/ 1836784 h 4927186"/>
              <a:gd name="connsiteX6561" fmla="*/ 2536326 w 9312201"/>
              <a:gd name="connsiteY6561" fmla="*/ 1858604 h 4927186"/>
              <a:gd name="connsiteX6562" fmla="*/ 2513845 w 9312201"/>
              <a:gd name="connsiteY6562" fmla="*/ 1880424 h 4927186"/>
              <a:gd name="connsiteX6563" fmla="*/ 2491364 w 9312201"/>
              <a:gd name="connsiteY6563" fmla="*/ 1858604 h 4927186"/>
              <a:gd name="connsiteX6564" fmla="*/ 2513845 w 9312201"/>
              <a:gd name="connsiteY6564" fmla="*/ 1836784 h 4927186"/>
              <a:gd name="connsiteX6565" fmla="*/ 2436486 w 9312201"/>
              <a:gd name="connsiteY6565" fmla="*/ 1836784 h 4927186"/>
              <a:gd name="connsiteX6566" fmla="*/ 2458306 w 9312201"/>
              <a:gd name="connsiteY6566" fmla="*/ 1858604 h 4927186"/>
              <a:gd name="connsiteX6567" fmla="*/ 2436486 w 9312201"/>
              <a:gd name="connsiteY6567" fmla="*/ 1880424 h 4927186"/>
              <a:gd name="connsiteX6568" fmla="*/ 2414666 w 9312201"/>
              <a:gd name="connsiteY6568" fmla="*/ 1858604 h 4927186"/>
              <a:gd name="connsiteX6569" fmla="*/ 2436486 w 9312201"/>
              <a:gd name="connsiteY6569" fmla="*/ 1836784 h 4927186"/>
              <a:gd name="connsiteX6570" fmla="*/ 2358465 w 9312201"/>
              <a:gd name="connsiteY6570" fmla="*/ 1836784 h 4927186"/>
              <a:gd name="connsiteX6571" fmla="*/ 2380285 w 9312201"/>
              <a:gd name="connsiteY6571" fmla="*/ 1858604 h 4927186"/>
              <a:gd name="connsiteX6572" fmla="*/ 2358465 w 9312201"/>
              <a:gd name="connsiteY6572" fmla="*/ 1880424 h 4927186"/>
              <a:gd name="connsiteX6573" fmla="*/ 2336645 w 9312201"/>
              <a:gd name="connsiteY6573" fmla="*/ 1858604 h 4927186"/>
              <a:gd name="connsiteX6574" fmla="*/ 2358465 w 9312201"/>
              <a:gd name="connsiteY6574" fmla="*/ 1836784 h 4927186"/>
              <a:gd name="connsiteX6575" fmla="*/ 2280445 w 9312201"/>
              <a:gd name="connsiteY6575" fmla="*/ 1836784 h 4927186"/>
              <a:gd name="connsiteX6576" fmla="*/ 2302265 w 9312201"/>
              <a:gd name="connsiteY6576" fmla="*/ 1858604 h 4927186"/>
              <a:gd name="connsiteX6577" fmla="*/ 2280445 w 9312201"/>
              <a:gd name="connsiteY6577" fmla="*/ 1880424 h 4927186"/>
              <a:gd name="connsiteX6578" fmla="*/ 2258625 w 9312201"/>
              <a:gd name="connsiteY6578" fmla="*/ 1858604 h 4927186"/>
              <a:gd name="connsiteX6579" fmla="*/ 2280445 w 9312201"/>
              <a:gd name="connsiteY6579" fmla="*/ 1836784 h 4927186"/>
              <a:gd name="connsiteX6580" fmla="*/ 2203086 w 9312201"/>
              <a:gd name="connsiteY6580" fmla="*/ 1836784 h 4927186"/>
              <a:gd name="connsiteX6581" fmla="*/ 2225567 w 9312201"/>
              <a:gd name="connsiteY6581" fmla="*/ 1858604 h 4927186"/>
              <a:gd name="connsiteX6582" fmla="*/ 2203086 w 9312201"/>
              <a:gd name="connsiteY6582" fmla="*/ 1880424 h 4927186"/>
              <a:gd name="connsiteX6583" fmla="*/ 2180605 w 9312201"/>
              <a:gd name="connsiteY6583" fmla="*/ 1858604 h 4927186"/>
              <a:gd name="connsiteX6584" fmla="*/ 2203086 w 9312201"/>
              <a:gd name="connsiteY6584" fmla="*/ 1836784 h 4927186"/>
              <a:gd name="connsiteX6585" fmla="*/ 2125727 w 9312201"/>
              <a:gd name="connsiteY6585" fmla="*/ 1836784 h 4927186"/>
              <a:gd name="connsiteX6586" fmla="*/ 2147547 w 9312201"/>
              <a:gd name="connsiteY6586" fmla="*/ 1858604 h 4927186"/>
              <a:gd name="connsiteX6587" fmla="*/ 2125727 w 9312201"/>
              <a:gd name="connsiteY6587" fmla="*/ 1880424 h 4927186"/>
              <a:gd name="connsiteX6588" fmla="*/ 2103907 w 9312201"/>
              <a:gd name="connsiteY6588" fmla="*/ 1858604 h 4927186"/>
              <a:gd name="connsiteX6589" fmla="*/ 2125727 w 9312201"/>
              <a:gd name="connsiteY6589" fmla="*/ 1836784 h 4927186"/>
              <a:gd name="connsiteX6590" fmla="*/ 2047706 w 9312201"/>
              <a:gd name="connsiteY6590" fmla="*/ 1836784 h 4927186"/>
              <a:gd name="connsiteX6591" fmla="*/ 2069526 w 9312201"/>
              <a:gd name="connsiteY6591" fmla="*/ 1858604 h 4927186"/>
              <a:gd name="connsiteX6592" fmla="*/ 2047706 w 9312201"/>
              <a:gd name="connsiteY6592" fmla="*/ 1880424 h 4927186"/>
              <a:gd name="connsiteX6593" fmla="*/ 2025886 w 9312201"/>
              <a:gd name="connsiteY6593" fmla="*/ 1858604 h 4927186"/>
              <a:gd name="connsiteX6594" fmla="*/ 2047706 w 9312201"/>
              <a:gd name="connsiteY6594" fmla="*/ 1836784 h 4927186"/>
              <a:gd name="connsiteX6595" fmla="*/ 1968363 w 9312201"/>
              <a:gd name="connsiteY6595" fmla="*/ 1836784 h 4927186"/>
              <a:gd name="connsiteX6596" fmla="*/ 1990183 w 9312201"/>
              <a:gd name="connsiteY6596" fmla="*/ 1858604 h 4927186"/>
              <a:gd name="connsiteX6597" fmla="*/ 1968363 w 9312201"/>
              <a:gd name="connsiteY6597" fmla="*/ 1880424 h 4927186"/>
              <a:gd name="connsiteX6598" fmla="*/ 1946543 w 9312201"/>
              <a:gd name="connsiteY6598" fmla="*/ 1858604 h 4927186"/>
              <a:gd name="connsiteX6599" fmla="*/ 1968363 w 9312201"/>
              <a:gd name="connsiteY6599" fmla="*/ 1836784 h 4927186"/>
              <a:gd name="connsiteX6600" fmla="*/ 1891011 w 9312201"/>
              <a:gd name="connsiteY6600" fmla="*/ 1836784 h 4927186"/>
              <a:gd name="connsiteX6601" fmla="*/ 1913495 w 9312201"/>
              <a:gd name="connsiteY6601" fmla="*/ 1858604 h 4927186"/>
              <a:gd name="connsiteX6602" fmla="*/ 1891011 w 9312201"/>
              <a:gd name="connsiteY6602" fmla="*/ 1880424 h 4927186"/>
              <a:gd name="connsiteX6603" fmla="*/ 1868529 w 9312201"/>
              <a:gd name="connsiteY6603" fmla="*/ 1858604 h 4927186"/>
              <a:gd name="connsiteX6604" fmla="*/ 1891011 w 9312201"/>
              <a:gd name="connsiteY6604" fmla="*/ 1836784 h 4927186"/>
              <a:gd name="connsiteX6605" fmla="*/ 1813657 w 9312201"/>
              <a:gd name="connsiteY6605" fmla="*/ 1836784 h 4927186"/>
              <a:gd name="connsiteX6606" fmla="*/ 1835474 w 9312201"/>
              <a:gd name="connsiteY6606" fmla="*/ 1858604 h 4927186"/>
              <a:gd name="connsiteX6607" fmla="*/ 1813657 w 9312201"/>
              <a:gd name="connsiteY6607" fmla="*/ 1880424 h 4927186"/>
              <a:gd name="connsiteX6608" fmla="*/ 1791833 w 9312201"/>
              <a:gd name="connsiteY6608" fmla="*/ 1858604 h 4927186"/>
              <a:gd name="connsiteX6609" fmla="*/ 1813657 w 9312201"/>
              <a:gd name="connsiteY6609" fmla="*/ 1836784 h 4927186"/>
              <a:gd name="connsiteX6610" fmla="*/ 1735633 w 9312201"/>
              <a:gd name="connsiteY6610" fmla="*/ 1836784 h 4927186"/>
              <a:gd name="connsiteX6611" fmla="*/ 1757457 w 9312201"/>
              <a:gd name="connsiteY6611" fmla="*/ 1858604 h 4927186"/>
              <a:gd name="connsiteX6612" fmla="*/ 1735633 w 9312201"/>
              <a:gd name="connsiteY6612" fmla="*/ 1880424 h 4927186"/>
              <a:gd name="connsiteX6613" fmla="*/ 1713819 w 9312201"/>
              <a:gd name="connsiteY6613" fmla="*/ 1858604 h 4927186"/>
              <a:gd name="connsiteX6614" fmla="*/ 1735633 w 9312201"/>
              <a:gd name="connsiteY6614" fmla="*/ 1836784 h 4927186"/>
              <a:gd name="connsiteX6615" fmla="*/ 1657611 w 9312201"/>
              <a:gd name="connsiteY6615" fmla="*/ 1836784 h 4927186"/>
              <a:gd name="connsiteX6616" fmla="*/ 1679436 w 9312201"/>
              <a:gd name="connsiteY6616" fmla="*/ 1858604 h 4927186"/>
              <a:gd name="connsiteX6617" fmla="*/ 1657611 w 9312201"/>
              <a:gd name="connsiteY6617" fmla="*/ 1880424 h 4927186"/>
              <a:gd name="connsiteX6618" fmla="*/ 1635796 w 9312201"/>
              <a:gd name="connsiteY6618" fmla="*/ 1858604 h 4927186"/>
              <a:gd name="connsiteX6619" fmla="*/ 1657611 w 9312201"/>
              <a:gd name="connsiteY6619" fmla="*/ 1836784 h 4927186"/>
              <a:gd name="connsiteX6620" fmla="*/ 1580257 w 9312201"/>
              <a:gd name="connsiteY6620" fmla="*/ 1836784 h 4927186"/>
              <a:gd name="connsiteX6621" fmla="*/ 1602734 w 9312201"/>
              <a:gd name="connsiteY6621" fmla="*/ 1858604 h 4927186"/>
              <a:gd name="connsiteX6622" fmla="*/ 1580257 w 9312201"/>
              <a:gd name="connsiteY6622" fmla="*/ 1880424 h 4927186"/>
              <a:gd name="connsiteX6623" fmla="*/ 1557771 w 9312201"/>
              <a:gd name="connsiteY6623" fmla="*/ 1858604 h 4927186"/>
              <a:gd name="connsiteX6624" fmla="*/ 1580257 w 9312201"/>
              <a:gd name="connsiteY6624" fmla="*/ 1836784 h 4927186"/>
              <a:gd name="connsiteX6625" fmla="*/ 1502899 w 9312201"/>
              <a:gd name="connsiteY6625" fmla="*/ 1836784 h 4927186"/>
              <a:gd name="connsiteX6626" fmla="*/ 1524717 w 9312201"/>
              <a:gd name="connsiteY6626" fmla="*/ 1858604 h 4927186"/>
              <a:gd name="connsiteX6627" fmla="*/ 1502899 w 9312201"/>
              <a:gd name="connsiteY6627" fmla="*/ 1880424 h 4927186"/>
              <a:gd name="connsiteX6628" fmla="*/ 1481077 w 9312201"/>
              <a:gd name="connsiteY6628" fmla="*/ 1858604 h 4927186"/>
              <a:gd name="connsiteX6629" fmla="*/ 1502899 w 9312201"/>
              <a:gd name="connsiteY6629" fmla="*/ 1836784 h 4927186"/>
              <a:gd name="connsiteX6630" fmla="*/ 1424212 w 9312201"/>
              <a:gd name="connsiteY6630" fmla="*/ 1836784 h 4927186"/>
              <a:gd name="connsiteX6631" fmla="*/ 1446695 w 9312201"/>
              <a:gd name="connsiteY6631" fmla="*/ 1858604 h 4927186"/>
              <a:gd name="connsiteX6632" fmla="*/ 1424212 w 9312201"/>
              <a:gd name="connsiteY6632" fmla="*/ 1880424 h 4927186"/>
              <a:gd name="connsiteX6633" fmla="*/ 1401732 w 9312201"/>
              <a:gd name="connsiteY6633" fmla="*/ 1858604 h 4927186"/>
              <a:gd name="connsiteX6634" fmla="*/ 1424212 w 9312201"/>
              <a:gd name="connsiteY6634" fmla="*/ 1836784 h 4927186"/>
              <a:gd name="connsiteX6635" fmla="*/ 1345530 w 9312201"/>
              <a:gd name="connsiteY6635" fmla="*/ 1836784 h 4927186"/>
              <a:gd name="connsiteX6636" fmla="*/ 1367350 w 9312201"/>
              <a:gd name="connsiteY6636" fmla="*/ 1858604 h 4927186"/>
              <a:gd name="connsiteX6637" fmla="*/ 1345530 w 9312201"/>
              <a:gd name="connsiteY6637" fmla="*/ 1880424 h 4927186"/>
              <a:gd name="connsiteX6638" fmla="*/ 1323709 w 9312201"/>
              <a:gd name="connsiteY6638" fmla="*/ 1858604 h 4927186"/>
              <a:gd name="connsiteX6639" fmla="*/ 1345530 w 9312201"/>
              <a:gd name="connsiteY6639" fmla="*/ 1836784 h 4927186"/>
              <a:gd name="connsiteX6640" fmla="*/ 1268169 w 9312201"/>
              <a:gd name="connsiteY6640" fmla="*/ 1836784 h 4927186"/>
              <a:gd name="connsiteX6641" fmla="*/ 1290657 w 9312201"/>
              <a:gd name="connsiteY6641" fmla="*/ 1858604 h 4927186"/>
              <a:gd name="connsiteX6642" fmla="*/ 1268169 w 9312201"/>
              <a:gd name="connsiteY6642" fmla="*/ 1880424 h 4927186"/>
              <a:gd name="connsiteX6643" fmla="*/ 1245691 w 9312201"/>
              <a:gd name="connsiteY6643" fmla="*/ 1858604 h 4927186"/>
              <a:gd name="connsiteX6644" fmla="*/ 1268169 w 9312201"/>
              <a:gd name="connsiteY6644" fmla="*/ 1836784 h 4927186"/>
              <a:gd name="connsiteX6645" fmla="*/ 1190817 w 9312201"/>
              <a:gd name="connsiteY6645" fmla="*/ 1836784 h 4927186"/>
              <a:gd name="connsiteX6646" fmla="*/ 1212636 w 9312201"/>
              <a:gd name="connsiteY6646" fmla="*/ 1858604 h 4927186"/>
              <a:gd name="connsiteX6647" fmla="*/ 1190817 w 9312201"/>
              <a:gd name="connsiteY6647" fmla="*/ 1880424 h 4927186"/>
              <a:gd name="connsiteX6648" fmla="*/ 1168996 w 9312201"/>
              <a:gd name="connsiteY6648" fmla="*/ 1858604 h 4927186"/>
              <a:gd name="connsiteX6649" fmla="*/ 1190817 w 9312201"/>
              <a:gd name="connsiteY6649" fmla="*/ 1836784 h 4927186"/>
              <a:gd name="connsiteX6650" fmla="*/ 5708054 w 9312201"/>
              <a:gd name="connsiteY6650" fmla="*/ 1758765 h 4927186"/>
              <a:gd name="connsiteX6651" fmla="*/ 5729874 w 9312201"/>
              <a:gd name="connsiteY6651" fmla="*/ 1780585 h 4927186"/>
              <a:gd name="connsiteX6652" fmla="*/ 5708054 w 9312201"/>
              <a:gd name="connsiteY6652" fmla="*/ 1802405 h 4927186"/>
              <a:gd name="connsiteX6653" fmla="*/ 5686234 w 9312201"/>
              <a:gd name="connsiteY6653" fmla="*/ 1780585 h 4927186"/>
              <a:gd name="connsiteX6654" fmla="*/ 5708054 w 9312201"/>
              <a:gd name="connsiteY6654" fmla="*/ 1758765 h 4927186"/>
              <a:gd name="connsiteX6655" fmla="*/ 5630034 w 9312201"/>
              <a:gd name="connsiteY6655" fmla="*/ 1758765 h 4927186"/>
              <a:gd name="connsiteX6656" fmla="*/ 5651854 w 9312201"/>
              <a:gd name="connsiteY6656" fmla="*/ 1780585 h 4927186"/>
              <a:gd name="connsiteX6657" fmla="*/ 5630034 w 9312201"/>
              <a:gd name="connsiteY6657" fmla="*/ 1802405 h 4927186"/>
              <a:gd name="connsiteX6658" fmla="*/ 5608214 w 9312201"/>
              <a:gd name="connsiteY6658" fmla="*/ 1780585 h 4927186"/>
              <a:gd name="connsiteX6659" fmla="*/ 5630034 w 9312201"/>
              <a:gd name="connsiteY6659" fmla="*/ 1758765 h 4927186"/>
              <a:gd name="connsiteX6660" fmla="*/ 5552013 w 9312201"/>
              <a:gd name="connsiteY6660" fmla="*/ 1758765 h 4927186"/>
              <a:gd name="connsiteX6661" fmla="*/ 5573833 w 9312201"/>
              <a:gd name="connsiteY6661" fmla="*/ 1780585 h 4927186"/>
              <a:gd name="connsiteX6662" fmla="*/ 5552013 w 9312201"/>
              <a:gd name="connsiteY6662" fmla="*/ 1802405 h 4927186"/>
              <a:gd name="connsiteX6663" fmla="*/ 5530193 w 9312201"/>
              <a:gd name="connsiteY6663" fmla="*/ 1780585 h 4927186"/>
              <a:gd name="connsiteX6664" fmla="*/ 5552013 w 9312201"/>
              <a:gd name="connsiteY6664" fmla="*/ 1758765 h 4927186"/>
              <a:gd name="connsiteX6665" fmla="*/ 5473331 w 9312201"/>
              <a:gd name="connsiteY6665" fmla="*/ 1758765 h 4927186"/>
              <a:gd name="connsiteX6666" fmla="*/ 5495812 w 9312201"/>
              <a:gd name="connsiteY6666" fmla="*/ 1780585 h 4927186"/>
              <a:gd name="connsiteX6667" fmla="*/ 5473331 w 9312201"/>
              <a:gd name="connsiteY6667" fmla="*/ 1802405 h 4927186"/>
              <a:gd name="connsiteX6668" fmla="*/ 5450850 w 9312201"/>
              <a:gd name="connsiteY6668" fmla="*/ 1780585 h 4927186"/>
              <a:gd name="connsiteX6669" fmla="*/ 5473331 w 9312201"/>
              <a:gd name="connsiteY6669" fmla="*/ 1758765 h 4927186"/>
              <a:gd name="connsiteX6670" fmla="*/ 5395972 w 9312201"/>
              <a:gd name="connsiteY6670" fmla="*/ 1758765 h 4927186"/>
              <a:gd name="connsiteX6671" fmla="*/ 5417792 w 9312201"/>
              <a:gd name="connsiteY6671" fmla="*/ 1780585 h 4927186"/>
              <a:gd name="connsiteX6672" fmla="*/ 5395972 w 9312201"/>
              <a:gd name="connsiteY6672" fmla="*/ 1802405 h 4927186"/>
              <a:gd name="connsiteX6673" fmla="*/ 5374152 w 9312201"/>
              <a:gd name="connsiteY6673" fmla="*/ 1780585 h 4927186"/>
              <a:gd name="connsiteX6674" fmla="*/ 5395972 w 9312201"/>
              <a:gd name="connsiteY6674" fmla="*/ 1758765 h 4927186"/>
              <a:gd name="connsiteX6675" fmla="*/ 5317953 w 9312201"/>
              <a:gd name="connsiteY6675" fmla="*/ 1758765 h 4927186"/>
              <a:gd name="connsiteX6676" fmla="*/ 5339773 w 9312201"/>
              <a:gd name="connsiteY6676" fmla="*/ 1780585 h 4927186"/>
              <a:gd name="connsiteX6677" fmla="*/ 5317953 w 9312201"/>
              <a:gd name="connsiteY6677" fmla="*/ 1802405 h 4927186"/>
              <a:gd name="connsiteX6678" fmla="*/ 5296133 w 9312201"/>
              <a:gd name="connsiteY6678" fmla="*/ 1780585 h 4927186"/>
              <a:gd name="connsiteX6679" fmla="*/ 5317953 w 9312201"/>
              <a:gd name="connsiteY6679" fmla="*/ 1758765 h 4927186"/>
              <a:gd name="connsiteX6680" fmla="*/ 5239932 w 9312201"/>
              <a:gd name="connsiteY6680" fmla="*/ 1758765 h 4927186"/>
              <a:gd name="connsiteX6681" fmla="*/ 5261752 w 9312201"/>
              <a:gd name="connsiteY6681" fmla="*/ 1780585 h 4927186"/>
              <a:gd name="connsiteX6682" fmla="*/ 5239932 w 9312201"/>
              <a:gd name="connsiteY6682" fmla="*/ 1802405 h 4927186"/>
              <a:gd name="connsiteX6683" fmla="*/ 5218112 w 9312201"/>
              <a:gd name="connsiteY6683" fmla="*/ 1780585 h 4927186"/>
              <a:gd name="connsiteX6684" fmla="*/ 5239932 w 9312201"/>
              <a:gd name="connsiteY6684" fmla="*/ 1758765 h 4927186"/>
              <a:gd name="connsiteX6685" fmla="*/ 2903286 w 9312201"/>
              <a:gd name="connsiteY6685" fmla="*/ 1758765 h 4927186"/>
              <a:gd name="connsiteX6686" fmla="*/ 2925106 w 9312201"/>
              <a:gd name="connsiteY6686" fmla="*/ 1780585 h 4927186"/>
              <a:gd name="connsiteX6687" fmla="*/ 2903286 w 9312201"/>
              <a:gd name="connsiteY6687" fmla="*/ 1802405 h 4927186"/>
              <a:gd name="connsiteX6688" fmla="*/ 2881466 w 9312201"/>
              <a:gd name="connsiteY6688" fmla="*/ 1780585 h 4927186"/>
              <a:gd name="connsiteX6689" fmla="*/ 2903286 w 9312201"/>
              <a:gd name="connsiteY6689" fmla="*/ 1758765 h 4927186"/>
              <a:gd name="connsiteX6690" fmla="*/ 2592527 w 9312201"/>
              <a:gd name="connsiteY6690" fmla="*/ 1758765 h 4927186"/>
              <a:gd name="connsiteX6691" fmla="*/ 2614347 w 9312201"/>
              <a:gd name="connsiteY6691" fmla="*/ 1780585 h 4927186"/>
              <a:gd name="connsiteX6692" fmla="*/ 2592527 w 9312201"/>
              <a:gd name="connsiteY6692" fmla="*/ 1802405 h 4927186"/>
              <a:gd name="connsiteX6693" fmla="*/ 2570707 w 9312201"/>
              <a:gd name="connsiteY6693" fmla="*/ 1780585 h 4927186"/>
              <a:gd name="connsiteX6694" fmla="*/ 2592527 w 9312201"/>
              <a:gd name="connsiteY6694" fmla="*/ 1758765 h 4927186"/>
              <a:gd name="connsiteX6695" fmla="*/ 2513845 w 9312201"/>
              <a:gd name="connsiteY6695" fmla="*/ 1758765 h 4927186"/>
              <a:gd name="connsiteX6696" fmla="*/ 2536326 w 9312201"/>
              <a:gd name="connsiteY6696" fmla="*/ 1780585 h 4927186"/>
              <a:gd name="connsiteX6697" fmla="*/ 2513845 w 9312201"/>
              <a:gd name="connsiteY6697" fmla="*/ 1802405 h 4927186"/>
              <a:gd name="connsiteX6698" fmla="*/ 2491364 w 9312201"/>
              <a:gd name="connsiteY6698" fmla="*/ 1780585 h 4927186"/>
              <a:gd name="connsiteX6699" fmla="*/ 2513845 w 9312201"/>
              <a:gd name="connsiteY6699" fmla="*/ 1758765 h 4927186"/>
              <a:gd name="connsiteX6700" fmla="*/ 2436486 w 9312201"/>
              <a:gd name="connsiteY6700" fmla="*/ 1758765 h 4927186"/>
              <a:gd name="connsiteX6701" fmla="*/ 2458306 w 9312201"/>
              <a:gd name="connsiteY6701" fmla="*/ 1780585 h 4927186"/>
              <a:gd name="connsiteX6702" fmla="*/ 2436486 w 9312201"/>
              <a:gd name="connsiteY6702" fmla="*/ 1802405 h 4927186"/>
              <a:gd name="connsiteX6703" fmla="*/ 2414666 w 9312201"/>
              <a:gd name="connsiteY6703" fmla="*/ 1780585 h 4927186"/>
              <a:gd name="connsiteX6704" fmla="*/ 2436486 w 9312201"/>
              <a:gd name="connsiteY6704" fmla="*/ 1758765 h 4927186"/>
              <a:gd name="connsiteX6705" fmla="*/ 2358465 w 9312201"/>
              <a:gd name="connsiteY6705" fmla="*/ 1758765 h 4927186"/>
              <a:gd name="connsiteX6706" fmla="*/ 2380285 w 9312201"/>
              <a:gd name="connsiteY6706" fmla="*/ 1780585 h 4927186"/>
              <a:gd name="connsiteX6707" fmla="*/ 2358465 w 9312201"/>
              <a:gd name="connsiteY6707" fmla="*/ 1802405 h 4927186"/>
              <a:gd name="connsiteX6708" fmla="*/ 2336645 w 9312201"/>
              <a:gd name="connsiteY6708" fmla="*/ 1780585 h 4927186"/>
              <a:gd name="connsiteX6709" fmla="*/ 2358465 w 9312201"/>
              <a:gd name="connsiteY6709" fmla="*/ 1758765 h 4927186"/>
              <a:gd name="connsiteX6710" fmla="*/ 2280445 w 9312201"/>
              <a:gd name="connsiteY6710" fmla="*/ 1758765 h 4927186"/>
              <a:gd name="connsiteX6711" fmla="*/ 2302265 w 9312201"/>
              <a:gd name="connsiteY6711" fmla="*/ 1780585 h 4927186"/>
              <a:gd name="connsiteX6712" fmla="*/ 2280445 w 9312201"/>
              <a:gd name="connsiteY6712" fmla="*/ 1802405 h 4927186"/>
              <a:gd name="connsiteX6713" fmla="*/ 2258625 w 9312201"/>
              <a:gd name="connsiteY6713" fmla="*/ 1780585 h 4927186"/>
              <a:gd name="connsiteX6714" fmla="*/ 2280445 w 9312201"/>
              <a:gd name="connsiteY6714" fmla="*/ 1758765 h 4927186"/>
              <a:gd name="connsiteX6715" fmla="*/ 2203086 w 9312201"/>
              <a:gd name="connsiteY6715" fmla="*/ 1758765 h 4927186"/>
              <a:gd name="connsiteX6716" fmla="*/ 2225567 w 9312201"/>
              <a:gd name="connsiteY6716" fmla="*/ 1780585 h 4927186"/>
              <a:gd name="connsiteX6717" fmla="*/ 2203086 w 9312201"/>
              <a:gd name="connsiteY6717" fmla="*/ 1802405 h 4927186"/>
              <a:gd name="connsiteX6718" fmla="*/ 2180605 w 9312201"/>
              <a:gd name="connsiteY6718" fmla="*/ 1780585 h 4927186"/>
              <a:gd name="connsiteX6719" fmla="*/ 2203086 w 9312201"/>
              <a:gd name="connsiteY6719" fmla="*/ 1758765 h 4927186"/>
              <a:gd name="connsiteX6720" fmla="*/ 2125727 w 9312201"/>
              <a:gd name="connsiteY6720" fmla="*/ 1758765 h 4927186"/>
              <a:gd name="connsiteX6721" fmla="*/ 2147547 w 9312201"/>
              <a:gd name="connsiteY6721" fmla="*/ 1780585 h 4927186"/>
              <a:gd name="connsiteX6722" fmla="*/ 2125727 w 9312201"/>
              <a:gd name="connsiteY6722" fmla="*/ 1802405 h 4927186"/>
              <a:gd name="connsiteX6723" fmla="*/ 2103907 w 9312201"/>
              <a:gd name="connsiteY6723" fmla="*/ 1780585 h 4927186"/>
              <a:gd name="connsiteX6724" fmla="*/ 2125727 w 9312201"/>
              <a:gd name="connsiteY6724" fmla="*/ 1758765 h 4927186"/>
              <a:gd name="connsiteX6725" fmla="*/ 2047706 w 9312201"/>
              <a:gd name="connsiteY6725" fmla="*/ 1758765 h 4927186"/>
              <a:gd name="connsiteX6726" fmla="*/ 2069526 w 9312201"/>
              <a:gd name="connsiteY6726" fmla="*/ 1780585 h 4927186"/>
              <a:gd name="connsiteX6727" fmla="*/ 2047706 w 9312201"/>
              <a:gd name="connsiteY6727" fmla="*/ 1802405 h 4927186"/>
              <a:gd name="connsiteX6728" fmla="*/ 2025886 w 9312201"/>
              <a:gd name="connsiteY6728" fmla="*/ 1780585 h 4927186"/>
              <a:gd name="connsiteX6729" fmla="*/ 2047706 w 9312201"/>
              <a:gd name="connsiteY6729" fmla="*/ 1758765 h 4927186"/>
              <a:gd name="connsiteX6730" fmla="*/ 8121398 w 9312201"/>
              <a:gd name="connsiteY6730" fmla="*/ 1758764 h 4927186"/>
              <a:gd name="connsiteX6731" fmla="*/ 8143218 w 9312201"/>
              <a:gd name="connsiteY6731" fmla="*/ 1780584 h 4927186"/>
              <a:gd name="connsiteX6732" fmla="*/ 8121398 w 9312201"/>
              <a:gd name="connsiteY6732" fmla="*/ 1802404 h 4927186"/>
              <a:gd name="connsiteX6733" fmla="*/ 8099578 w 9312201"/>
              <a:gd name="connsiteY6733" fmla="*/ 1780584 h 4927186"/>
              <a:gd name="connsiteX6734" fmla="*/ 8121398 w 9312201"/>
              <a:gd name="connsiteY6734" fmla="*/ 1758764 h 4927186"/>
              <a:gd name="connsiteX6735" fmla="*/ 8044700 w 9312201"/>
              <a:gd name="connsiteY6735" fmla="*/ 1758764 h 4927186"/>
              <a:gd name="connsiteX6736" fmla="*/ 8066520 w 9312201"/>
              <a:gd name="connsiteY6736" fmla="*/ 1780584 h 4927186"/>
              <a:gd name="connsiteX6737" fmla="*/ 8044700 w 9312201"/>
              <a:gd name="connsiteY6737" fmla="*/ 1802404 h 4927186"/>
              <a:gd name="connsiteX6738" fmla="*/ 8022880 w 9312201"/>
              <a:gd name="connsiteY6738" fmla="*/ 1780584 h 4927186"/>
              <a:gd name="connsiteX6739" fmla="*/ 8044700 w 9312201"/>
              <a:gd name="connsiteY6739" fmla="*/ 1758764 h 4927186"/>
              <a:gd name="connsiteX6740" fmla="*/ 7966679 w 9312201"/>
              <a:gd name="connsiteY6740" fmla="*/ 1758764 h 4927186"/>
              <a:gd name="connsiteX6741" fmla="*/ 7988499 w 9312201"/>
              <a:gd name="connsiteY6741" fmla="*/ 1780584 h 4927186"/>
              <a:gd name="connsiteX6742" fmla="*/ 7966679 w 9312201"/>
              <a:gd name="connsiteY6742" fmla="*/ 1802404 h 4927186"/>
              <a:gd name="connsiteX6743" fmla="*/ 7944859 w 9312201"/>
              <a:gd name="connsiteY6743" fmla="*/ 1780584 h 4927186"/>
              <a:gd name="connsiteX6744" fmla="*/ 7966679 w 9312201"/>
              <a:gd name="connsiteY6744" fmla="*/ 1758764 h 4927186"/>
              <a:gd name="connsiteX6745" fmla="*/ 7888658 w 9312201"/>
              <a:gd name="connsiteY6745" fmla="*/ 1758764 h 4927186"/>
              <a:gd name="connsiteX6746" fmla="*/ 7910478 w 9312201"/>
              <a:gd name="connsiteY6746" fmla="*/ 1780584 h 4927186"/>
              <a:gd name="connsiteX6747" fmla="*/ 7888658 w 9312201"/>
              <a:gd name="connsiteY6747" fmla="*/ 1802404 h 4927186"/>
              <a:gd name="connsiteX6748" fmla="*/ 7866838 w 9312201"/>
              <a:gd name="connsiteY6748" fmla="*/ 1780584 h 4927186"/>
              <a:gd name="connsiteX6749" fmla="*/ 7888658 w 9312201"/>
              <a:gd name="connsiteY6749" fmla="*/ 1758764 h 4927186"/>
              <a:gd name="connsiteX6750" fmla="*/ 7809316 w 9312201"/>
              <a:gd name="connsiteY6750" fmla="*/ 1758764 h 4927186"/>
              <a:gd name="connsiteX6751" fmla="*/ 7831136 w 9312201"/>
              <a:gd name="connsiteY6751" fmla="*/ 1780584 h 4927186"/>
              <a:gd name="connsiteX6752" fmla="*/ 7809316 w 9312201"/>
              <a:gd name="connsiteY6752" fmla="*/ 1802404 h 4927186"/>
              <a:gd name="connsiteX6753" fmla="*/ 7787496 w 9312201"/>
              <a:gd name="connsiteY6753" fmla="*/ 1780584 h 4927186"/>
              <a:gd name="connsiteX6754" fmla="*/ 7809316 w 9312201"/>
              <a:gd name="connsiteY6754" fmla="*/ 1758764 h 4927186"/>
              <a:gd name="connsiteX6755" fmla="*/ 7731957 w 9312201"/>
              <a:gd name="connsiteY6755" fmla="*/ 1758764 h 4927186"/>
              <a:gd name="connsiteX6756" fmla="*/ 7754438 w 9312201"/>
              <a:gd name="connsiteY6756" fmla="*/ 1780584 h 4927186"/>
              <a:gd name="connsiteX6757" fmla="*/ 7731957 w 9312201"/>
              <a:gd name="connsiteY6757" fmla="*/ 1802404 h 4927186"/>
              <a:gd name="connsiteX6758" fmla="*/ 7709476 w 9312201"/>
              <a:gd name="connsiteY6758" fmla="*/ 1780584 h 4927186"/>
              <a:gd name="connsiteX6759" fmla="*/ 7731957 w 9312201"/>
              <a:gd name="connsiteY6759" fmla="*/ 1758764 h 4927186"/>
              <a:gd name="connsiteX6760" fmla="*/ 7654597 w 9312201"/>
              <a:gd name="connsiteY6760" fmla="*/ 1758764 h 4927186"/>
              <a:gd name="connsiteX6761" fmla="*/ 7676417 w 9312201"/>
              <a:gd name="connsiteY6761" fmla="*/ 1780584 h 4927186"/>
              <a:gd name="connsiteX6762" fmla="*/ 7654597 w 9312201"/>
              <a:gd name="connsiteY6762" fmla="*/ 1802404 h 4927186"/>
              <a:gd name="connsiteX6763" fmla="*/ 7632777 w 9312201"/>
              <a:gd name="connsiteY6763" fmla="*/ 1780584 h 4927186"/>
              <a:gd name="connsiteX6764" fmla="*/ 7654597 w 9312201"/>
              <a:gd name="connsiteY6764" fmla="*/ 1758764 h 4927186"/>
              <a:gd name="connsiteX6765" fmla="*/ 7576577 w 9312201"/>
              <a:gd name="connsiteY6765" fmla="*/ 1758764 h 4927186"/>
              <a:gd name="connsiteX6766" fmla="*/ 7598397 w 9312201"/>
              <a:gd name="connsiteY6766" fmla="*/ 1780584 h 4927186"/>
              <a:gd name="connsiteX6767" fmla="*/ 7576577 w 9312201"/>
              <a:gd name="connsiteY6767" fmla="*/ 1802404 h 4927186"/>
              <a:gd name="connsiteX6768" fmla="*/ 7554757 w 9312201"/>
              <a:gd name="connsiteY6768" fmla="*/ 1780584 h 4927186"/>
              <a:gd name="connsiteX6769" fmla="*/ 7576577 w 9312201"/>
              <a:gd name="connsiteY6769" fmla="*/ 1758764 h 4927186"/>
              <a:gd name="connsiteX6770" fmla="*/ 7498556 w 9312201"/>
              <a:gd name="connsiteY6770" fmla="*/ 1758764 h 4927186"/>
              <a:gd name="connsiteX6771" fmla="*/ 7520376 w 9312201"/>
              <a:gd name="connsiteY6771" fmla="*/ 1780584 h 4927186"/>
              <a:gd name="connsiteX6772" fmla="*/ 7498556 w 9312201"/>
              <a:gd name="connsiteY6772" fmla="*/ 1802404 h 4927186"/>
              <a:gd name="connsiteX6773" fmla="*/ 7476736 w 9312201"/>
              <a:gd name="connsiteY6773" fmla="*/ 1780584 h 4927186"/>
              <a:gd name="connsiteX6774" fmla="*/ 7498556 w 9312201"/>
              <a:gd name="connsiteY6774" fmla="*/ 1758764 h 4927186"/>
              <a:gd name="connsiteX6775" fmla="*/ 7421198 w 9312201"/>
              <a:gd name="connsiteY6775" fmla="*/ 1758764 h 4927186"/>
              <a:gd name="connsiteX6776" fmla="*/ 7443679 w 9312201"/>
              <a:gd name="connsiteY6776" fmla="*/ 1780584 h 4927186"/>
              <a:gd name="connsiteX6777" fmla="*/ 7421198 w 9312201"/>
              <a:gd name="connsiteY6777" fmla="*/ 1802404 h 4927186"/>
              <a:gd name="connsiteX6778" fmla="*/ 7398717 w 9312201"/>
              <a:gd name="connsiteY6778" fmla="*/ 1780584 h 4927186"/>
              <a:gd name="connsiteX6779" fmla="*/ 7421198 w 9312201"/>
              <a:gd name="connsiteY6779" fmla="*/ 1758764 h 4927186"/>
              <a:gd name="connsiteX6780" fmla="*/ 7343838 w 9312201"/>
              <a:gd name="connsiteY6780" fmla="*/ 1758764 h 4927186"/>
              <a:gd name="connsiteX6781" fmla="*/ 7365658 w 9312201"/>
              <a:gd name="connsiteY6781" fmla="*/ 1780584 h 4927186"/>
              <a:gd name="connsiteX6782" fmla="*/ 7343838 w 9312201"/>
              <a:gd name="connsiteY6782" fmla="*/ 1802404 h 4927186"/>
              <a:gd name="connsiteX6783" fmla="*/ 7322018 w 9312201"/>
              <a:gd name="connsiteY6783" fmla="*/ 1780584 h 4927186"/>
              <a:gd name="connsiteX6784" fmla="*/ 7343838 w 9312201"/>
              <a:gd name="connsiteY6784" fmla="*/ 1758764 h 4927186"/>
              <a:gd name="connsiteX6785" fmla="*/ 7264495 w 9312201"/>
              <a:gd name="connsiteY6785" fmla="*/ 1758764 h 4927186"/>
              <a:gd name="connsiteX6786" fmla="*/ 7286315 w 9312201"/>
              <a:gd name="connsiteY6786" fmla="*/ 1780584 h 4927186"/>
              <a:gd name="connsiteX6787" fmla="*/ 7264495 w 9312201"/>
              <a:gd name="connsiteY6787" fmla="*/ 1802404 h 4927186"/>
              <a:gd name="connsiteX6788" fmla="*/ 7242675 w 9312201"/>
              <a:gd name="connsiteY6788" fmla="*/ 1780584 h 4927186"/>
              <a:gd name="connsiteX6789" fmla="*/ 7264495 w 9312201"/>
              <a:gd name="connsiteY6789" fmla="*/ 1758764 h 4927186"/>
              <a:gd name="connsiteX6790" fmla="*/ 7186475 w 9312201"/>
              <a:gd name="connsiteY6790" fmla="*/ 1758764 h 4927186"/>
              <a:gd name="connsiteX6791" fmla="*/ 7208295 w 9312201"/>
              <a:gd name="connsiteY6791" fmla="*/ 1780584 h 4927186"/>
              <a:gd name="connsiteX6792" fmla="*/ 7186475 w 9312201"/>
              <a:gd name="connsiteY6792" fmla="*/ 1802404 h 4927186"/>
              <a:gd name="connsiteX6793" fmla="*/ 7164655 w 9312201"/>
              <a:gd name="connsiteY6793" fmla="*/ 1780584 h 4927186"/>
              <a:gd name="connsiteX6794" fmla="*/ 7186475 w 9312201"/>
              <a:gd name="connsiteY6794" fmla="*/ 1758764 h 4927186"/>
              <a:gd name="connsiteX6795" fmla="*/ 7109116 w 9312201"/>
              <a:gd name="connsiteY6795" fmla="*/ 1758764 h 4927186"/>
              <a:gd name="connsiteX6796" fmla="*/ 7131597 w 9312201"/>
              <a:gd name="connsiteY6796" fmla="*/ 1780584 h 4927186"/>
              <a:gd name="connsiteX6797" fmla="*/ 7109116 w 9312201"/>
              <a:gd name="connsiteY6797" fmla="*/ 1802404 h 4927186"/>
              <a:gd name="connsiteX6798" fmla="*/ 7086635 w 9312201"/>
              <a:gd name="connsiteY6798" fmla="*/ 1780584 h 4927186"/>
              <a:gd name="connsiteX6799" fmla="*/ 7109116 w 9312201"/>
              <a:gd name="connsiteY6799" fmla="*/ 1758764 h 4927186"/>
              <a:gd name="connsiteX6800" fmla="*/ 7031757 w 9312201"/>
              <a:gd name="connsiteY6800" fmla="*/ 1758764 h 4927186"/>
              <a:gd name="connsiteX6801" fmla="*/ 7053577 w 9312201"/>
              <a:gd name="connsiteY6801" fmla="*/ 1780584 h 4927186"/>
              <a:gd name="connsiteX6802" fmla="*/ 7031757 w 9312201"/>
              <a:gd name="connsiteY6802" fmla="*/ 1802404 h 4927186"/>
              <a:gd name="connsiteX6803" fmla="*/ 7009937 w 9312201"/>
              <a:gd name="connsiteY6803" fmla="*/ 1780584 h 4927186"/>
              <a:gd name="connsiteX6804" fmla="*/ 7031757 w 9312201"/>
              <a:gd name="connsiteY6804" fmla="*/ 1758764 h 4927186"/>
              <a:gd name="connsiteX6805" fmla="*/ 6953736 w 9312201"/>
              <a:gd name="connsiteY6805" fmla="*/ 1758764 h 4927186"/>
              <a:gd name="connsiteX6806" fmla="*/ 6975556 w 9312201"/>
              <a:gd name="connsiteY6806" fmla="*/ 1780584 h 4927186"/>
              <a:gd name="connsiteX6807" fmla="*/ 6953736 w 9312201"/>
              <a:gd name="connsiteY6807" fmla="*/ 1802404 h 4927186"/>
              <a:gd name="connsiteX6808" fmla="*/ 6931916 w 9312201"/>
              <a:gd name="connsiteY6808" fmla="*/ 1780584 h 4927186"/>
              <a:gd name="connsiteX6809" fmla="*/ 6953736 w 9312201"/>
              <a:gd name="connsiteY6809" fmla="*/ 1758764 h 4927186"/>
              <a:gd name="connsiteX6810" fmla="*/ 6875716 w 9312201"/>
              <a:gd name="connsiteY6810" fmla="*/ 1758764 h 4927186"/>
              <a:gd name="connsiteX6811" fmla="*/ 6897536 w 9312201"/>
              <a:gd name="connsiteY6811" fmla="*/ 1780584 h 4927186"/>
              <a:gd name="connsiteX6812" fmla="*/ 6875716 w 9312201"/>
              <a:gd name="connsiteY6812" fmla="*/ 1802404 h 4927186"/>
              <a:gd name="connsiteX6813" fmla="*/ 6853896 w 9312201"/>
              <a:gd name="connsiteY6813" fmla="*/ 1780584 h 4927186"/>
              <a:gd name="connsiteX6814" fmla="*/ 6875716 w 9312201"/>
              <a:gd name="connsiteY6814" fmla="*/ 1758764 h 4927186"/>
              <a:gd name="connsiteX6815" fmla="*/ 6798356 w 9312201"/>
              <a:gd name="connsiteY6815" fmla="*/ 1758764 h 4927186"/>
              <a:gd name="connsiteX6816" fmla="*/ 6820837 w 9312201"/>
              <a:gd name="connsiteY6816" fmla="*/ 1780584 h 4927186"/>
              <a:gd name="connsiteX6817" fmla="*/ 6798356 w 9312201"/>
              <a:gd name="connsiteY6817" fmla="*/ 1802404 h 4927186"/>
              <a:gd name="connsiteX6818" fmla="*/ 6775875 w 9312201"/>
              <a:gd name="connsiteY6818" fmla="*/ 1780584 h 4927186"/>
              <a:gd name="connsiteX6819" fmla="*/ 6798356 w 9312201"/>
              <a:gd name="connsiteY6819" fmla="*/ 1758764 h 4927186"/>
              <a:gd name="connsiteX6820" fmla="*/ 6719675 w 9312201"/>
              <a:gd name="connsiteY6820" fmla="*/ 1758764 h 4927186"/>
              <a:gd name="connsiteX6821" fmla="*/ 6741495 w 9312201"/>
              <a:gd name="connsiteY6821" fmla="*/ 1780584 h 4927186"/>
              <a:gd name="connsiteX6822" fmla="*/ 6719675 w 9312201"/>
              <a:gd name="connsiteY6822" fmla="*/ 1802404 h 4927186"/>
              <a:gd name="connsiteX6823" fmla="*/ 6697855 w 9312201"/>
              <a:gd name="connsiteY6823" fmla="*/ 1780584 h 4927186"/>
              <a:gd name="connsiteX6824" fmla="*/ 6719675 w 9312201"/>
              <a:gd name="connsiteY6824" fmla="*/ 1758764 h 4927186"/>
              <a:gd name="connsiteX6825" fmla="*/ 6641655 w 9312201"/>
              <a:gd name="connsiteY6825" fmla="*/ 1758764 h 4927186"/>
              <a:gd name="connsiteX6826" fmla="*/ 6663475 w 9312201"/>
              <a:gd name="connsiteY6826" fmla="*/ 1780584 h 4927186"/>
              <a:gd name="connsiteX6827" fmla="*/ 6641655 w 9312201"/>
              <a:gd name="connsiteY6827" fmla="*/ 1802404 h 4927186"/>
              <a:gd name="connsiteX6828" fmla="*/ 6619835 w 9312201"/>
              <a:gd name="connsiteY6828" fmla="*/ 1780584 h 4927186"/>
              <a:gd name="connsiteX6829" fmla="*/ 6641655 w 9312201"/>
              <a:gd name="connsiteY6829" fmla="*/ 1758764 h 4927186"/>
              <a:gd name="connsiteX6830" fmla="*/ 6563634 w 9312201"/>
              <a:gd name="connsiteY6830" fmla="*/ 1758764 h 4927186"/>
              <a:gd name="connsiteX6831" fmla="*/ 6585454 w 9312201"/>
              <a:gd name="connsiteY6831" fmla="*/ 1780584 h 4927186"/>
              <a:gd name="connsiteX6832" fmla="*/ 6563634 w 9312201"/>
              <a:gd name="connsiteY6832" fmla="*/ 1802404 h 4927186"/>
              <a:gd name="connsiteX6833" fmla="*/ 6541814 w 9312201"/>
              <a:gd name="connsiteY6833" fmla="*/ 1780584 h 4927186"/>
              <a:gd name="connsiteX6834" fmla="*/ 6563634 w 9312201"/>
              <a:gd name="connsiteY6834" fmla="*/ 1758764 h 4927186"/>
              <a:gd name="connsiteX6835" fmla="*/ 6485613 w 9312201"/>
              <a:gd name="connsiteY6835" fmla="*/ 1758764 h 4927186"/>
              <a:gd name="connsiteX6836" fmla="*/ 6507433 w 9312201"/>
              <a:gd name="connsiteY6836" fmla="*/ 1780584 h 4927186"/>
              <a:gd name="connsiteX6837" fmla="*/ 6485613 w 9312201"/>
              <a:gd name="connsiteY6837" fmla="*/ 1802404 h 4927186"/>
              <a:gd name="connsiteX6838" fmla="*/ 6463793 w 9312201"/>
              <a:gd name="connsiteY6838" fmla="*/ 1780584 h 4927186"/>
              <a:gd name="connsiteX6839" fmla="*/ 6485613 w 9312201"/>
              <a:gd name="connsiteY6839" fmla="*/ 1758764 h 4927186"/>
              <a:gd name="connsiteX6840" fmla="*/ 6408916 w 9312201"/>
              <a:gd name="connsiteY6840" fmla="*/ 1758764 h 4927186"/>
              <a:gd name="connsiteX6841" fmla="*/ 6430736 w 9312201"/>
              <a:gd name="connsiteY6841" fmla="*/ 1780584 h 4927186"/>
              <a:gd name="connsiteX6842" fmla="*/ 6408916 w 9312201"/>
              <a:gd name="connsiteY6842" fmla="*/ 1802404 h 4927186"/>
              <a:gd name="connsiteX6843" fmla="*/ 6387096 w 9312201"/>
              <a:gd name="connsiteY6843" fmla="*/ 1780584 h 4927186"/>
              <a:gd name="connsiteX6844" fmla="*/ 6408916 w 9312201"/>
              <a:gd name="connsiteY6844" fmla="*/ 1758764 h 4927186"/>
              <a:gd name="connsiteX6845" fmla="*/ 6330896 w 9312201"/>
              <a:gd name="connsiteY6845" fmla="*/ 1758764 h 4927186"/>
              <a:gd name="connsiteX6846" fmla="*/ 6352716 w 9312201"/>
              <a:gd name="connsiteY6846" fmla="*/ 1780584 h 4927186"/>
              <a:gd name="connsiteX6847" fmla="*/ 6330896 w 9312201"/>
              <a:gd name="connsiteY6847" fmla="*/ 1802404 h 4927186"/>
              <a:gd name="connsiteX6848" fmla="*/ 6309076 w 9312201"/>
              <a:gd name="connsiteY6848" fmla="*/ 1780584 h 4927186"/>
              <a:gd name="connsiteX6849" fmla="*/ 6330896 w 9312201"/>
              <a:gd name="connsiteY6849" fmla="*/ 1758764 h 4927186"/>
              <a:gd name="connsiteX6850" fmla="*/ 6252875 w 9312201"/>
              <a:gd name="connsiteY6850" fmla="*/ 1758764 h 4927186"/>
              <a:gd name="connsiteX6851" fmla="*/ 6274695 w 9312201"/>
              <a:gd name="connsiteY6851" fmla="*/ 1780584 h 4927186"/>
              <a:gd name="connsiteX6852" fmla="*/ 6252875 w 9312201"/>
              <a:gd name="connsiteY6852" fmla="*/ 1802404 h 4927186"/>
              <a:gd name="connsiteX6853" fmla="*/ 6231055 w 9312201"/>
              <a:gd name="connsiteY6853" fmla="*/ 1780584 h 4927186"/>
              <a:gd name="connsiteX6854" fmla="*/ 6252875 w 9312201"/>
              <a:gd name="connsiteY6854" fmla="*/ 1758764 h 4927186"/>
              <a:gd name="connsiteX6855" fmla="*/ 6174854 w 9312201"/>
              <a:gd name="connsiteY6855" fmla="*/ 1758764 h 4927186"/>
              <a:gd name="connsiteX6856" fmla="*/ 6196674 w 9312201"/>
              <a:gd name="connsiteY6856" fmla="*/ 1780584 h 4927186"/>
              <a:gd name="connsiteX6857" fmla="*/ 6174854 w 9312201"/>
              <a:gd name="connsiteY6857" fmla="*/ 1802404 h 4927186"/>
              <a:gd name="connsiteX6858" fmla="*/ 6153034 w 9312201"/>
              <a:gd name="connsiteY6858" fmla="*/ 1780584 h 4927186"/>
              <a:gd name="connsiteX6859" fmla="*/ 6174854 w 9312201"/>
              <a:gd name="connsiteY6859" fmla="*/ 1758764 h 4927186"/>
              <a:gd name="connsiteX6860" fmla="*/ 6096834 w 9312201"/>
              <a:gd name="connsiteY6860" fmla="*/ 1758764 h 4927186"/>
              <a:gd name="connsiteX6861" fmla="*/ 6118654 w 9312201"/>
              <a:gd name="connsiteY6861" fmla="*/ 1780584 h 4927186"/>
              <a:gd name="connsiteX6862" fmla="*/ 6096834 w 9312201"/>
              <a:gd name="connsiteY6862" fmla="*/ 1802404 h 4927186"/>
              <a:gd name="connsiteX6863" fmla="*/ 6075014 w 9312201"/>
              <a:gd name="connsiteY6863" fmla="*/ 1780584 h 4927186"/>
              <a:gd name="connsiteX6864" fmla="*/ 6096834 w 9312201"/>
              <a:gd name="connsiteY6864" fmla="*/ 1758764 h 4927186"/>
              <a:gd name="connsiteX6865" fmla="*/ 6018814 w 9312201"/>
              <a:gd name="connsiteY6865" fmla="*/ 1758764 h 4927186"/>
              <a:gd name="connsiteX6866" fmla="*/ 6040634 w 9312201"/>
              <a:gd name="connsiteY6866" fmla="*/ 1780584 h 4927186"/>
              <a:gd name="connsiteX6867" fmla="*/ 6018814 w 9312201"/>
              <a:gd name="connsiteY6867" fmla="*/ 1802404 h 4927186"/>
              <a:gd name="connsiteX6868" fmla="*/ 5996994 w 9312201"/>
              <a:gd name="connsiteY6868" fmla="*/ 1780584 h 4927186"/>
              <a:gd name="connsiteX6869" fmla="*/ 6018814 w 9312201"/>
              <a:gd name="connsiteY6869" fmla="*/ 1758764 h 4927186"/>
              <a:gd name="connsiteX6870" fmla="*/ 5940793 w 9312201"/>
              <a:gd name="connsiteY6870" fmla="*/ 1758764 h 4927186"/>
              <a:gd name="connsiteX6871" fmla="*/ 5962613 w 9312201"/>
              <a:gd name="connsiteY6871" fmla="*/ 1780584 h 4927186"/>
              <a:gd name="connsiteX6872" fmla="*/ 5940793 w 9312201"/>
              <a:gd name="connsiteY6872" fmla="*/ 1802404 h 4927186"/>
              <a:gd name="connsiteX6873" fmla="*/ 5918973 w 9312201"/>
              <a:gd name="connsiteY6873" fmla="*/ 1780584 h 4927186"/>
              <a:gd name="connsiteX6874" fmla="*/ 5940793 w 9312201"/>
              <a:gd name="connsiteY6874" fmla="*/ 1758764 h 4927186"/>
              <a:gd name="connsiteX6875" fmla="*/ 5862773 w 9312201"/>
              <a:gd name="connsiteY6875" fmla="*/ 1758764 h 4927186"/>
              <a:gd name="connsiteX6876" fmla="*/ 5884593 w 9312201"/>
              <a:gd name="connsiteY6876" fmla="*/ 1780584 h 4927186"/>
              <a:gd name="connsiteX6877" fmla="*/ 5862773 w 9312201"/>
              <a:gd name="connsiteY6877" fmla="*/ 1802404 h 4927186"/>
              <a:gd name="connsiteX6878" fmla="*/ 5840953 w 9312201"/>
              <a:gd name="connsiteY6878" fmla="*/ 1780584 h 4927186"/>
              <a:gd name="connsiteX6879" fmla="*/ 5862773 w 9312201"/>
              <a:gd name="connsiteY6879" fmla="*/ 1758764 h 4927186"/>
              <a:gd name="connsiteX6880" fmla="*/ 5785413 w 9312201"/>
              <a:gd name="connsiteY6880" fmla="*/ 1758764 h 4927186"/>
              <a:gd name="connsiteX6881" fmla="*/ 5807894 w 9312201"/>
              <a:gd name="connsiteY6881" fmla="*/ 1780584 h 4927186"/>
              <a:gd name="connsiteX6882" fmla="*/ 5785413 w 9312201"/>
              <a:gd name="connsiteY6882" fmla="*/ 1802404 h 4927186"/>
              <a:gd name="connsiteX6883" fmla="*/ 5762932 w 9312201"/>
              <a:gd name="connsiteY6883" fmla="*/ 1780584 h 4927186"/>
              <a:gd name="connsiteX6884" fmla="*/ 5785413 w 9312201"/>
              <a:gd name="connsiteY6884" fmla="*/ 1758764 h 4927186"/>
              <a:gd name="connsiteX6885" fmla="*/ 5162572 w 9312201"/>
              <a:gd name="connsiteY6885" fmla="*/ 1758764 h 4927186"/>
              <a:gd name="connsiteX6886" fmla="*/ 5185053 w 9312201"/>
              <a:gd name="connsiteY6886" fmla="*/ 1780584 h 4927186"/>
              <a:gd name="connsiteX6887" fmla="*/ 5162572 w 9312201"/>
              <a:gd name="connsiteY6887" fmla="*/ 1802404 h 4927186"/>
              <a:gd name="connsiteX6888" fmla="*/ 5140091 w 9312201"/>
              <a:gd name="connsiteY6888" fmla="*/ 1780584 h 4927186"/>
              <a:gd name="connsiteX6889" fmla="*/ 5162572 w 9312201"/>
              <a:gd name="connsiteY6889" fmla="*/ 1758764 h 4927186"/>
              <a:gd name="connsiteX6890" fmla="*/ 5085212 w 9312201"/>
              <a:gd name="connsiteY6890" fmla="*/ 1758764 h 4927186"/>
              <a:gd name="connsiteX6891" fmla="*/ 5107032 w 9312201"/>
              <a:gd name="connsiteY6891" fmla="*/ 1780584 h 4927186"/>
              <a:gd name="connsiteX6892" fmla="*/ 5085212 w 9312201"/>
              <a:gd name="connsiteY6892" fmla="*/ 1802404 h 4927186"/>
              <a:gd name="connsiteX6893" fmla="*/ 5063392 w 9312201"/>
              <a:gd name="connsiteY6893" fmla="*/ 1780584 h 4927186"/>
              <a:gd name="connsiteX6894" fmla="*/ 5085212 w 9312201"/>
              <a:gd name="connsiteY6894" fmla="*/ 1758764 h 4927186"/>
              <a:gd name="connsiteX6895" fmla="*/ 5007193 w 9312201"/>
              <a:gd name="connsiteY6895" fmla="*/ 1758764 h 4927186"/>
              <a:gd name="connsiteX6896" fmla="*/ 5029013 w 9312201"/>
              <a:gd name="connsiteY6896" fmla="*/ 1780584 h 4927186"/>
              <a:gd name="connsiteX6897" fmla="*/ 5007193 w 9312201"/>
              <a:gd name="connsiteY6897" fmla="*/ 1802404 h 4927186"/>
              <a:gd name="connsiteX6898" fmla="*/ 4985373 w 9312201"/>
              <a:gd name="connsiteY6898" fmla="*/ 1780584 h 4927186"/>
              <a:gd name="connsiteX6899" fmla="*/ 5007193 w 9312201"/>
              <a:gd name="connsiteY6899" fmla="*/ 1758764 h 4927186"/>
              <a:gd name="connsiteX6900" fmla="*/ 4928511 w 9312201"/>
              <a:gd name="connsiteY6900" fmla="*/ 1758764 h 4927186"/>
              <a:gd name="connsiteX6901" fmla="*/ 4950992 w 9312201"/>
              <a:gd name="connsiteY6901" fmla="*/ 1780584 h 4927186"/>
              <a:gd name="connsiteX6902" fmla="*/ 4928511 w 9312201"/>
              <a:gd name="connsiteY6902" fmla="*/ 1802404 h 4927186"/>
              <a:gd name="connsiteX6903" fmla="*/ 4906030 w 9312201"/>
              <a:gd name="connsiteY6903" fmla="*/ 1780584 h 4927186"/>
              <a:gd name="connsiteX6904" fmla="*/ 4928511 w 9312201"/>
              <a:gd name="connsiteY6904" fmla="*/ 1758764 h 4927186"/>
              <a:gd name="connsiteX6905" fmla="*/ 4850490 w 9312201"/>
              <a:gd name="connsiteY6905" fmla="*/ 1758764 h 4927186"/>
              <a:gd name="connsiteX6906" fmla="*/ 4872971 w 9312201"/>
              <a:gd name="connsiteY6906" fmla="*/ 1780584 h 4927186"/>
              <a:gd name="connsiteX6907" fmla="*/ 4850490 w 9312201"/>
              <a:gd name="connsiteY6907" fmla="*/ 1802404 h 4927186"/>
              <a:gd name="connsiteX6908" fmla="*/ 4828009 w 9312201"/>
              <a:gd name="connsiteY6908" fmla="*/ 1780584 h 4927186"/>
              <a:gd name="connsiteX6909" fmla="*/ 4850490 w 9312201"/>
              <a:gd name="connsiteY6909" fmla="*/ 1758764 h 4927186"/>
              <a:gd name="connsiteX6910" fmla="*/ 4773132 w 9312201"/>
              <a:gd name="connsiteY6910" fmla="*/ 1758764 h 4927186"/>
              <a:gd name="connsiteX6911" fmla="*/ 4794952 w 9312201"/>
              <a:gd name="connsiteY6911" fmla="*/ 1780584 h 4927186"/>
              <a:gd name="connsiteX6912" fmla="*/ 4773132 w 9312201"/>
              <a:gd name="connsiteY6912" fmla="*/ 1802404 h 4927186"/>
              <a:gd name="connsiteX6913" fmla="*/ 4751312 w 9312201"/>
              <a:gd name="connsiteY6913" fmla="*/ 1780584 h 4927186"/>
              <a:gd name="connsiteX6914" fmla="*/ 4773132 w 9312201"/>
              <a:gd name="connsiteY6914" fmla="*/ 1758764 h 4927186"/>
              <a:gd name="connsiteX6915" fmla="*/ 4695111 w 9312201"/>
              <a:gd name="connsiteY6915" fmla="*/ 1758764 h 4927186"/>
              <a:gd name="connsiteX6916" fmla="*/ 4716931 w 9312201"/>
              <a:gd name="connsiteY6916" fmla="*/ 1780584 h 4927186"/>
              <a:gd name="connsiteX6917" fmla="*/ 4695111 w 9312201"/>
              <a:gd name="connsiteY6917" fmla="*/ 1802404 h 4927186"/>
              <a:gd name="connsiteX6918" fmla="*/ 4673291 w 9312201"/>
              <a:gd name="connsiteY6918" fmla="*/ 1780584 h 4927186"/>
              <a:gd name="connsiteX6919" fmla="*/ 4695111 w 9312201"/>
              <a:gd name="connsiteY6919" fmla="*/ 1758764 h 4927186"/>
              <a:gd name="connsiteX6920" fmla="*/ 4617091 w 9312201"/>
              <a:gd name="connsiteY6920" fmla="*/ 1758764 h 4927186"/>
              <a:gd name="connsiteX6921" fmla="*/ 4638911 w 9312201"/>
              <a:gd name="connsiteY6921" fmla="*/ 1780584 h 4927186"/>
              <a:gd name="connsiteX6922" fmla="*/ 4617091 w 9312201"/>
              <a:gd name="connsiteY6922" fmla="*/ 1802404 h 4927186"/>
              <a:gd name="connsiteX6923" fmla="*/ 4595271 w 9312201"/>
              <a:gd name="connsiteY6923" fmla="*/ 1780584 h 4927186"/>
              <a:gd name="connsiteX6924" fmla="*/ 4617091 w 9312201"/>
              <a:gd name="connsiteY6924" fmla="*/ 1758764 h 4927186"/>
              <a:gd name="connsiteX6925" fmla="*/ 4539070 w 9312201"/>
              <a:gd name="connsiteY6925" fmla="*/ 1758764 h 4927186"/>
              <a:gd name="connsiteX6926" fmla="*/ 4560890 w 9312201"/>
              <a:gd name="connsiteY6926" fmla="*/ 1780584 h 4927186"/>
              <a:gd name="connsiteX6927" fmla="*/ 4539070 w 9312201"/>
              <a:gd name="connsiteY6927" fmla="*/ 1802404 h 4927186"/>
              <a:gd name="connsiteX6928" fmla="*/ 4517250 w 9312201"/>
              <a:gd name="connsiteY6928" fmla="*/ 1780584 h 4927186"/>
              <a:gd name="connsiteX6929" fmla="*/ 4539070 w 9312201"/>
              <a:gd name="connsiteY6929" fmla="*/ 1758764 h 4927186"/>
              <a:gd name="connsiteX6930" fmla="*/ 4461711 w 9312201"/>
              <a:gd name="connsiteY6930" fmla="*/ 1758764 h 4927186"/>
              <a:gd name="connsiteX6931" fmla="*/ 4484192 w 9312201"/>
              <a:gd name="connsiteY6931" fmla="*/ 1780584 h 4927186"/>
              <a:gd name="connsiteX6932" fmla="*/ 4461711 w 9312201"/>
              <a:gd name="connsiteY6932" fmla="*/ 1802404 h 4927186"/>
              <a:gd name="connsiteX6933" fmla="*/ 4439230 w 9312201"/>
              <a:gd name="connsiteY6933" fmla="*/ 1780584 h 4927186"/>
              <a:gd name="connsiteX6934" fmla="*/ 4461711 w 9312201"/>
              <a:gd name="connsiteY6934" fmla="*/ 1758764 h 4927186"/>
              <a:gd name="connsiteX6935" fmla="*/ 4384351 w 9312201"/>
              <a:gd name="connsiteY6935" fmla="*/ 1758764 h 4927186"/>
              <a:gd name="connsiteX6936" fmla="*/ 4406171 w 9312201"/>
              <a:gd name="connsiteY6936" fmla="*/ 1780584 h 4927186"/>
              <a:gd name="connsiteX6937" fmla="*/ 4384351 w 9312201"/>
              <a:gd name="connsiteY6937" fmla="*/ 1802404 h 4927186"/>
              <a:gd name="connsiteX6938" fmla="*/ 4362531 w 9312201"/>
              <a:gd name="connsiteY6938" fmla="*/ 1780584 h 4927186"/>
              <a:gd name="connsiteX6939" fmla="*/ 4384351 w 9312201"/>
              <a:gd name="connsiteY6939" fmla="*/ 1758764 h 4927186"/>
              <a:gd name="connsiteX6940" fmla="*/ 1968363 w 9312201"/>
              <a:gd name="connsiteY6940" fmla="*/ 1758764 h 4927186"/>
              <a:gd name="connsiteX6941" fmla="*/ 1990183 w 9312201"/>
              <a:gd name="connsiteY6941" fmla="*/ 1780584 h 4927186"/>
              <a:gd name="connsiteX6942" fmla="*/ 1968363 w 9312201"/>
              <a:gd name="connsiteY6942" fmla="*/ 1802404 h 4927186"/>
              <a:gd name="connsiteX6943" fmla="*/ 1946543 w 9312201"/>
              <a:gd name="connsiteY6943" fmla="*/ 1780584 h 4927186"/>
              <a:gd name="connsiteX6944" fmla="*/ 1968363 w 9312201"/>
              <a:gd name="connsiteY6944" fmla="*/ 1758764 h 4927186"/>
              <a:gd name="connsiteX6945" fmla="*/ 1891011 w 9312201"/>
              <a:gd name="connsiteY6945" fmla="*/ 1758764 h 4927186"/>
              <a:gd name="connsiteX6946" fmla="*/ 1913495 w 9312201"/>
              <a:gd name="connsiteY6946" fmla="*/ 1780584 h 4927186"/>
              <a:gd name="connsiteX6947" fmla="*/ 1891011 w 9312201"/>
              <a:gd name="connsiteY6947" fmla="*/ 1802404 h 4927186"/>
              <a:gd name="connsiteX6948" fmla="*/ 1868529 w 9312201"/>
              <a:gd name="connsiteY6948" fmla="*/ 1780584 h 4927186"/>
              <a:gd name="connsiteX6949" fmla="*/ 1891011 w 9312201"/>
              <a:gd name="connsiteY6949" fmla="*/ 1758764 h 4927186"/>
              <a:gd name="connsiteX6950" fmla="*/ 1813657 w 9312201"/>
              <a:gd name="connsiteY6950" fmla="*/ 1758764 h 4927186"/>
              <a:gd name="connsiteX6951" fmla="*/ 1835474 w 9312201"/>
              <a:gd name="connsiteY6951" fmla="*/ 1780584 h 4927186"/>
              <a:gd name="connsiteX6952" fmla="*/ 1813657 w 9312201"/>
              <a:gd name="connsiteY6952" fmla="*/ 1802404 h 4927186"/>
              <a:gd name="connsiteX6953" fmla="*/ 1791833 w 9312201"/>
              <a:gd name="connsiteY6953" fmla="*/ 1780584 h 4927186"/>
              <a:gd name="connsiteX6954" fmla="*/ 1813657 w 9312201"/>
              <a:gd name="connsiteY6954" fmla="*/ 1758764 h 4927186"/>
              <a:gd name="connsiteX6955" fmla="*/ 1735633 w 9312201"/>
              <a:gd name="connsiteY6955" fmla="*/ 1758764 h 4927186"/>
              <a:gd name="connsiteX6956" fmla="*/ 1757457 w 9312201"/>
              <a:gd name="connsiteY6956" fmla="*/ 1780584 h 4927186"/>
              <a:gd name="connsiteX6957" fmla="*/ 1735633 w 9312201"/>
              <a:gd name="connsiteY6957" fmla="*/ 1802404 h 4927186"/>
              <a:gd name="connsiteX6958" fmla="*/ 1713819 w 9312201"/>
              <a:gd name="connsiteY6958" fmla="*/ 1780584 h 4927186"/>
              <a:gd name="connsiteX6959" fmla="*/ 1735633 w 9312201"/>
              <a:gd name="connsiteY6959" fmla="*/ 1758764 h 4927186"/>
              <a:gd name="connsiteX6960" fmla="*/ 1657611 w 9312201"/>
              <a:gd name="connsiteY6960" fmla="*/ 1758764 h 4927186"/>
              <a:gd name="connsiteX6961" fmla="*/ 1679436 w 9312201"/>
              <a:gd name="connsiteY6961" fmla="*/ 1780584 h 4927186"/>
              <a:gd name="connsiteX6962" fmla="*/ 1657611 w 9312201"/>
              <a:gd name="connsiteY6962" fmla="*/ 1802404 h 4927186"/>
              <a:gd name="connsiteX6963" fmla="*/ 1635796 w 9312201"/>
              <a:gd name="connsiteY6963" fmla="*/ 1780584 h 4927186"/>
              <a:gd name="connsiteX6964" fmla="*/ 1657611 w 9312201"/>
              <a:gd name="connsiteY6964" fmla="*/ 1758764 h 4927186"/>
              <a:gd name="connsiteX6965" fmla="*/ 1580257 w 9312201"/>
              <a:gd name="connsiteY6965" fmla="*/ 1758764 h 4927186"/>
              <a:gd name="connsiteX6966" fmla="*/ 1602734 w 9312201"/>
              <a:gd name="connsiteY6966" fmla="*/ 1780584 h 4927186"/>
              <a:gd name="connsiteX6967" fmla="*/ 1580257 w 9312201"/>
              <a:gd name="connsiteY6967" fmla="*/ 1802404 h 4927186"/>
              <a:gd name="connsiteX6968" fmla="*/ 1557771 w 9312201"/>
              <a:gd name="connsiteY6968" fmla="*/ 1780584 h 4927186"/>
              <a:gd name="connsiteX6969" fmla="*/ 1580257 w 9312201"/>
              <a:gd name="connsiteY6969" fmla="*/ 1758764 h 4927186"/>
              <a:gd name="connsiteX6970" fmla="*/ 1502899 w 9312201"/>
              <a:gd name="connsiteY6970" fmla="*/ 1758764 h 4927186"/>
              <a:gd name="connsiteX6971" fmla="*/ 1524717 w 9312201"/>
              <a:gd name="connsiteY6971" fmla="*/ 1780584 h 4927186"/>
              <a:gd name="connsiteX6972" fmla="*/ 1502899 w 9312201"/>
              <a:gd name="connsiteY6972" fmla="*/ 1802404 h 4927186"/>
              <a:gd name="connsiteX6973" fmla="*/ 1481077 w 9312201"/>
              <a:gd name="connsiteY6973" fmla="*/ 1780584 h 4927186"/>
              <a:gd name="connsiteX6974" fmla="*/ 1502899 w 9312201"/>
              <a:gd name="connsiteY6974" fmla="*/ 1758764 h 4927186"/>
              <a:gd name="connsiteX6975" fmla="*/ 1424212 w 9312201"/>
              <a:gd name="connsiteY6975" fmla="*/ 1758764 h 4927186"/>
              <a:gd name="connsiteX6976" fmla="*/ 1446695 w 9312201"/>
              <a:gd name="connsiteY6976" fmla="*/ 1780584 h 4927186"/>
              <a:gd name="connsiteX6977" fmla="*/ 1424212 w 9312201"/>
              <a:gd name="connsiteY6977" fmla="*/ 1802404 h 4927186"/>
              <a:gd name="connsiteX6978" fmla="*/ 1401732 w 9312201"/>
              <a:gd name="connsiteY6978" fmla="*/ 1780584 h 4927186"/>
              <a:gd name="connsiteX6979" fmla="*/ 1424212 w 9312201"/>
              <a:gd name="connsiteY6979" fmla="*/ 1758764 h 4927186"/>
              <a:gd name="connsiteX6980" fmla="*/ 1345530 w 9312201"/>
              <a:gd name="connsiteY6980" fmla="*/ 1758764 h 4927186"/>
              <a:gd name="connsiteX6981" fmla="*/ 1367350 w 9312201"/>
              <a:gd name="connsiteY6981" fmla="*/ 1780584 h 4927186"/>
              <a:gd name="connsiteX6982" fmla="*/ 1345530 w 9312201"/>
              <a:gd name="connsiteY6982" fmla="*/ 1802404 h 4927186"/>
              <a:gd name="connsiteX6983" fmla="*/ 1323709 w 9312201"/>
              <a:gd name="connsiteY6983" fmla="*/ 1780584 h 4927186"/>
              <a:gd name="connsiteX6984" fmla="*/ 1345530 w 9312201"/>
              <a:gd name="connsiteY6984" fmla="*/ 1758764 h 4927186"/>
              <a:gd name="connsiteX6985" fmla="*/ 1268169 w 9312201"/>
              <a:gd name="connsiteY6985" fmla="*/ 1758764 h 4927186"/>
              <a:gd name="connsiteX6986" fmla="*/ 1290660 w 9312201"/>
              <a:gd name="connsiteY6986" fmla="*/ 1780584 h 4927186"/>
              <a:gd name="connsiteX6987" fmla="*/ 1268169 w 9312201"/>
              <a:gd name="connsiteY6987" fmla="*/ 1802404 h 4927186"/>
              <a:gd name="connsiteX6988" fmla="*/ 1245691 w 9312201"/>
              <a:gd name="connsiteY6988" fmla="*/ 1780584 h 4927186"/>
              <a:gd name="connsiteX6989" fmla="*/ 1268169 w 9312201"/>
              <a:gd name="connsiteY6989" fmla="*/ 1758764 h 4927186"/>
              <a:gd name="connsiteX6990" fmla="*/ 1190817 w 9312201"/>
              <a:gd name="connsiteY6990" fmla="*/ 1758764 h 4927186"/>
              <a:gd name="connsiteX6991" fmla="*/ 1212636 w 9312201"/>
              <a:gd name="connsiteY6991" fmla="*/ 1780584 h 4927186"/>
              <a:gd name="connsiteX6992" fmla="*/ 1190817 w 9312201"/>
              <a:gd name="connsiteY6992" fmla="*/ 1802404 h 4927186"/>
              <a:gd name="connsiteX6993" fmla="*/ 1168996 w 9312201"/>
              <a:gd name="connsiteY6993" fmla="*/ 1780584 h 4927186"/>
              <a:gd name="connsiteX6994" fmla="*/ 1190817 w 9312201"/>
              <a:gd name="connsiteY6994" fmla="*/ 1758764 h 4927186"/>
              <a:gd name="connsiteX6995" fmla="*/ 1112792 w 9312201"/>
              <a:gd name="connsiteY6995" fmla="*/ 1758764 h 4927186"/>
              <a:gd name="connsiteX6996" fmla="*/ 1134606 w 9312201"/>
              <a:gd name="connsiteY6996" fmla="*/ 1780584 h 4927186"/>
              <a:gd name="connsiteX6997" fmla="*/ 1112792 w 9312201"/>
              <a:gd name="connsiteY6997" fmla="*/ 1802404 h 4927186"/>
              <a:gd name="connsiteX6998" fmla="*/ 1090972 w 9312201"/>
              <a:gd name="connsiteY6998" fmla="*/ 1780584 h 4927186"/>
              <a:gd name="connsiteX6999" fmla="*/ 1112792 w 9312201"/>
              <a:gd name="connsiteY6999" fmla="*/ 1758764 h 4927186"/>
              <a:gd name="connsiteX7000" fmla="*/ 1034765 w 9312201"/>
              <a:gd name="connsiteY7000" fmla="*/ 1758764 h 4927186"/>
              <a:gd name="connsiteX7001" fmla="*/ 1056586 w 9312201"/>
              <a:gd name="connsiteY7001" fmla="*/ 1780584 h 4927186"/>
              <a:gd name="connsiteX7002" fmla="*/ 1034765 w 9312201"/>
              <a:gd name="connsiteY7002" fmla="*/ 1802404 h 4927186"/>
              <a:gd name="connsiteX7003" fmla="*/ 1012949 w 9312201"/>
              <a:gd name="connsiteY7003" fmla="*/ 1780584 h 4927186"/>
              <a:gd name="connsiteX7004" fmla="*/ 1034765 w 9312201"/>
              <a:gd name="connsiteY7004" fmla="*/ 1758764 h 4927186"/>
              <a:gd name="connsiteX7005" fmla="*/ 8511500 w 9312201"/>
              <a:gd name="connsiteY7005" fmla="*/ 1680744 h 4927186"/>
              <a:gd name="connsiteX7006" fmla="*/ 8533320 w 9312201"/>
              <a:gd name="connsiteY7006" fmla="*/ 1703225 h 4927186"/>
              <a:gd name="connsiteX7007" fmla="*/ 8511500 w 9312201"/>
              <a:gd name="connsiteY7007" fmla="*/ 1725706 h 4927186"/>
              <a:gd name="connsiteX7008" fmla="*/ 8489680 w 9312201"/>
              <a:gd name="connsiteY7008" fmla="*/ 1703225 h 4927186"/>
              <a:gd name="connsiteX7009" fmla="*/ 8511500 w 9312201"/>
              <a:gd name="connsiteY7009" fmla="*/ 1680744 h 4927186"/>
              <a:gd name="connsiteX7010" fmla="*/ 8121398 w 9312201"/>
              <a:gd name="connsiteY7010" fmla="*/ 1680744 h 4927186"/>
              <a:gd name="connsiteX7011" fmla="*/ 8143218 w 9312201"/>
              <a:gd name="connsiteY7011" fmla="*/ 1703225 h 4927186"/>
              <a:gd name="connsiteX7012" fmla="*/ 8121398 w 9312201"/>
              <a:gd name="connsiteY7012" fmla="*/ 1725706 h 4927186"/>
              <a:gd name="connsiteX7013" fmla="*/ 8099578 w 9312201"/>
              <a:gd name="connsiteY7013" fmla="*/ 1703225 h 4927186"/>
              <a:gd name="connsiteX7014" fmla="*/ 8121398 w 9312201"/>
              <a:gd name="connsiteY7014" fmla="*/ 1680744 h 4927186"/>
              <a:gd name="connsiteX7015" fmla="*/ 8044700 w 9312201"/>
              <a:gd name="connsiteY7015" fmla="*/ 1680744 h 4927186"/>
              <a:gd name="connsiteX7016" fmla="*/ 8066520 w 9312201"/>
              <a:gd name="connsiteY7016" fmla="*/ 1703225 h 4927186"/>
              <a:gd name="connsiteX7017" fmla="*/ 8044700 w 9312201"/>
              <a:gd name="connsiteY7017" fmla="*/ 1725706 h 4927186"/>
              <a:gd name="connsiteX7018" fmla="*/ 8022880 w 9312201"/>
              <a:gd name="connsiteY7018" fmla="*/ 1703225 h 4927186"/>
              <a:gd name="connsiteX7019" fmla="*/ 8044700 w 9312201"/>
              <a:gd name="connsiteY7019" fmla="*/ 1680744 h 4927186"/>
              <a:gd name="connsiteX7020" fmla="*/ 7966679 w 9312201"/>
              <a:gd name="connsiteY7020" fmla="*/ 1680744 h 4927186"/>
              <a:gd name="connsiteX7021" fmla="*/ 7988499 w 9312201"/>
              <a:gd name="connsiteY7021" fmla="*/ 1703225 h 4927186"/>
              <a:gd name="connsiteX7022" fmla="*/ 7966679 w 9312201"/>
              <a:gd name="connsiteY7022" fmla="*/ 1725706 h 4927186"/>
              <a:gd name="connsiteX7023" fmla="*/ 7944859 w 9312201"/>
              <a:gd name="connsiteY7023" fmla="*/ 1703225 h 4927186"/>
              <a:gd name="connsiteX7024" fmla="*/ 7966679 w 9312201"/>
              <a:gd name="connsiteY7024" fmla="*/ 1680744 h 4927186"/>
              <a:gd name="connsiteX7025" fmla="*/ 7888658 w 9312201"/>
              <a:gd name="connsiteY7025" fmla="*/ 1680744 h 4927186"/>
              <a:gd name="connsiteX7026" fmla="*/ 7910478 w 9312201"/>
              <a:gd name="connsiteY7026" fmla="*/ 1703225 h 4927186"/>
              <a:gd name="connsiteX7027" fmla="*/ 7888658 w 9312201"/>
              <a:gd name="connsiteY7027" fmla="*/ 1725706 h 4927186"/>
              <a:gd name="connsiteX7028" fmla="*/ 7866838 w 9312201"/>
              <a:gd name="connsiteY7028" fmla="*/ 1703225 h 4927186"/>
              <a:gd name="connsiteX7029" fmla="*/ 7888658 w 9312201"/>
              <a:gd name="connsiteY7029" fmla="*/ 1680744 h 4927186"/>
              <a:gd name="connsiteX7030" fmla="*/ 7809316 w 9312201"/>
              <a:gd name="connsiteY7030" fmla="*/ 1680744 h 4927186"/>
              <a:gd name="connsiteX7031" fmla="*/ 7831136 w 9312201"/>
              <a:gd name="connsiteY7031" fmla="*/ 1703225 h 4927186"/>
              <a:gd name="connsiteX7032" fmla="*/ 7809316 w 9312201"/>
              <a:gd name="connsiteY7032" fmla="*/ 1725706 h 4927186"/>
              <a:gd name="connsiteX7033" fmla="*/ 7787496 w 9312201"/>
              <a:gd name="connsiteY7033" fmla="*/ 1703225 h 4927186"/>
              <a:gd name="connsiteX7034" fmla="*/ 7809316 w 9312201"/>
              <a:gd name="connsiteY7034" fmla="*/ 1680744 h 4927186"/>
              <a:gd name="connsiteX7035" fmla="*/ 7731957 w 9312201"/>
              <a:gd name="connsiteY7035" fmla="*/ 1680744 h 4927186"/>
              <a:gd name="connsiteX7036" fmla="*/ 7754438 w 9312201"/>
              <a:gd name="connsiteY7036" fmla="*/ 1703225 h 4927186"/>
              <a:gd name="connsiteX7037" fmla="*/ 7731957 w 9312201"/>
              <a:gd name="connsiteY7037" fmla="*/ 1725706 h 4927186"/>
              <a:gd name="connsiteX7038" fmla="*/ 7709476 w 9312201"/>
              <a:gd name="connsiteY7038" fmla="*/ 1703225 h 4927186"/>
              <a:gd name="connsiteX7039" fmla="*/ 7731957 w 9312201"/>
              <a:gd name="connsiteY7039" fmla="*/ 1680744 h 4927186"/>
              <a:gd name="connsiteX7040" fmla="*/ 7654597 w 9312201"/>
              <a:gd name="connsiteY7040" fmla="*/ 1680744 h 4927186"/>
              <a:gd name="connsiteX7041" fmla="*/ 7676417 w 9312201"/>
              <a:gd name="connsiteY7041" fmla="*/ 1703225 h 4927186"/>
              <a:gd name="connsiteX7042" fmla="*/ 7654597 w 9312201"/>
              <a:gd name="connsiteY7042" fmla="*/ 1725706 h 4927186"/>
              <a:gd name="connsiteX7043" fmla="*/ 7632777 w 9312201"/>
              <a:gd name="connsiteY7043" fmla="*/ 1703225 h 4927186"/>
              <a:gd name="connsiteX7044" fmla="*/ 7654597 w 9312201"/>
              <a:gd name="connsiteY7044" fmla="*/ 1680744 h 4927186"/>
              <a:gd name="connsiteX7045" fmla="*/ 7576577 w 9312201"/>
              <a:gd name="connsiteY7045" fmla="*/ 1680744 h 4927186"/>
              <a:gd name="connsiteX7046" fmla="*/ 7598397 w 9312201"/>
              <a:gd name="connsiteY7046" fmla="*/ 1703225 h 4927186"/>
              <a:gd name="connsiteX7047" fmla="*/ 7576577 w 9312201"/>
              <a:gd name="connsiteY7047" fmla="*/ 1725706 h 4927186"/>
              <a:gd name="connsiteX7048" fmla="*/ 7554757 w 9312201"/>
              <a:gd name="connsiteY7048" fmla="*/ 1703225 h 4927186"/>
              <a:gd name="connsiteX7049" fmla="*/ 7576577 w 9312201"/>
              <a:gd name="connsiteY7049" fmla="*/ 1680744 h 4927186"/>
              <a:gd name="connsiteX7050" fmla="*/ 7498556 w 9312201"/>
              <a:gd name="connsiteY7050" fmla="*/ 1680744 h 4927186"/>
              <a:gd name="connsiteX7051" fmla="*/ 7520376 w 9312201"/>
              <a:gd name="connsiteY7051" fmla="*/ 1703225 h 4927186"/>
              <a:gd name="connsiteX7052" fmla="*/ 7498556 w 9312201"/>
              <a:gd name="connsiteY7052" fmla="*/ 1725706 h 4927186"/>
              <a:gd name="connsiteX7053" fmla="*/ 7476736 w 9312201"/>
              <a:gd name="connsiteY7053" fmla="*/ 1703225 h 4927186"/>
              <a:gd name="connsiteX7054" fmla="*/ 7498556 w 9312201"/>
              <a:gd name="connsiteY7054" fmla="*/ 1680744 h 4927186"/>
              <a:gd name="connsiteX7055" fmla="*/ 7421198 w 9312201"/>
              <a:gd name="connsiteY7055" fmla="*/ 1680744 h 4927186"/>
              <a:gd name="connsiteX7056" fmla="*/ 7443679 w 9312201"/>
              <a:gd name="connsiteY7056" fmla="*/ 1703225 h 4927186"/>
              <a:gd name="connsiteX7057" fmla="*/ 7421198 w 9312201"/>
              <a:gd name="connsiteY7057" fmla="*/ 1725706 h 4927186"/>
              <a:gd name="connsiteX7058" fmla="*/ 7398717 w 9312201"/>
              <a:gd name="connsiteY7058" fmla="*/ 1703225 h 4927186"/>
              <a:gd name="connsiteX7059" fmla="*/ 7421198 w 9312201"/>
              <a:gd name="connsiteY7059" fmla="*/ 1680744 h 4927186"/>
              <a:gd name="connsiteX7060" fmla="*/ 7343838 w 9312201"/>
              <a:gd name="connsiteY7060" fmla="*/ 1680744 h 4927186"/>
              <a:gd name="connsiteX7061" fmla="*/ 7365658 w 9312201"/>
              <a:gd name="connsiteY7061" fmla="*/ 1703225 h 4927186"/>
              <a:gd name="connsiteX7062" fmla="*/ 7343838 w 9312201"/>
              <a:gd name="connsiteY7062" fmla="*/ 1725706 h 4927186"/>
              <a:gd name="connsiteX7063" fmla="*/ 7322018 w 9312201"/>
              <a:gd name="connsiteY7063" fmla="*/ 1703225 h 4927186"/>
              <a:gd name="connsiteX7064" fmla="*/ 7343838 w 9312201"/>
              <a:gd name="connsiteY7064" fmla="*/ 1680744 h 4927186"/>
              <a:gd name="connsiteX7065" fmla="*/ 7264495 w 9312201"/>
              <a:gd name="connsiteY7065" fmla="*/ 1680744 h 4927186"/>
              <a:gd name="connsiteX7066" fmla="*/ 7286315 w 9312201"/>
              <a:gd name="connsiteY7066" fmla="*/ 1703225 h 4927186"/>
              <a:gd name="connsiteX7067" fmla="*/ 7264495 w 9312201"/>
              <a:gd name="connsiteY7067" fmla="*/ 1725706 h 4927186"/>
              <a:gd name="connsiteX7068" fmla="*/ 7242675 w 9312201"/>
              <a:gd name="connsiteY7068" fmla="*/ 1703225 h 4927186"/>
              <a:gd name="connsiteX7069" fmla="*/ 7264495 w 9312201"/>
              <a:gd name="connsiteY7069" fmla="*/ 1680744 h 4927186"/>
              <a:gd name="connsiteX7070" fmla="*/ 7186475 w 9312201"/>
              <a:gd name="connsiteY7070" fmla="*/ 1680744 h 4927186"/>
              <a:gd name="connsiteX7071" fmla="*/ 7208295 w 9312201"/>
              <a:gd name="connsiteY7071" fmla="*/ 1703225 h 4927186"/>
              <a:gd name="connsiteX7072" fmla="*/ 7186475 w 9312201"/>
              <a:gd name="connsiteY7072" fmla="*/ 1725706 h 4927186"/>
              <a:gd name="connsiteX7073" fmla="*/ 7164655 w 9312201"/>
              <a:gd name="connsiteY7073" fmla="*/ 1703225 h 4927186"/>
              <a:gd name="connsiteX7074" fmla="*/ 7186475 w 9312201"/>
              <a:gd name="connsiteY7074" fmla="*/ 1680744 h 4927186"/>
              <a:gd name="connsiteX7075" fmla="*/ 7109116 w 9312201"/>
              <a:gd name="connsiteY7075" fmla="*/ 1680744 h 4927186"/>
              <a:gd name="connsiteX7076" fmla="*/ 7131597 w 9312201"/>
              <a:gd name="connsiteY7076" fmla="*/ 1703225 h 4927186"/>
              <a:gd name="connsiteX7077" fmla="*/ 7109116 w 9312201"/>
              <a:gd name="connsiteY7077" fmla="*/ 1725706 h 4927186"/>
              <a:gd name="connsiteX7078" fmla="*/ 7086635 w 9312201"/>
              <a:gd name="connsiteY7078" fmla="*/ 1703225 h 4927186"/>
              <a:gd name="connsiteX7079" fmla="*/ 7109116 w 9312201"/>
              <a:gd name="connsiteY7079" fmla="*/ 1680744 h 4927186"/>
              <a:gd name="connsiteX7080" fmla="*/ 7031757 w 9312201"/>
              <a:gd name="connsiteY7080" fmla="*/ 1680744 h 4927186"/>
              <a:gd name="connsiteX7081" fmla="*/ 7053577 w 9312201"/>
              <a:gd name="connsiteY7081" fmla="*/ 1703225 h 4927186"/>
              <a:gd name="connsiteX7082" fmla="*/ 7031757 w 9312201"/>
              <a:gd name="connsiteY7082" fmla="*/ 1725706 h 4927186"/>
              <a:gd name="connsiteX7083" fmla="*/ 7009937 w 9312201"/>
              <a:gd name="connsiteY7083" fmla="*/ 1703225 h 4927186"/>
              <a:gd name="connsiteX7084" fmla="*/ 7031757 w 9312201"/>
              <a:gd name="connsiteY7084" fmla="*/ 1680744 h 4927186"/>
              <a:gd name="connsiteX7085" fmla="*/ 6953736 w 9312201"/>
              <a:gd name="connsiteY7085" fmla="*/ 1680744 h 4927186"/>
              <a:gd name="connsiteX7086" fmla="*/ 6975556 w 9312201"/>
              <a:gd name="connsiteY7086" fmla="*/ 1703225 h 4927186"/>
              <a:gd name="connsiteX7087" fmla="*/ 6953736 w 9312201"/>
              <a:gd name="connsiteY7087" fmla="*/ 1725706 h 4927186"/>
              <a:gd name="connsiteX7088" fmla="*/ 6931916 w 9312201"/>
              <a:gd name="connsiteY7088" fmla="*/ 1703225 h 4927186"/>
              <a:gd name="connsiteX7089" fmla="*/ 6953736 w 9312201"/>
              <a:gd name="connsiteY7089" fmla="*/ 1680744 h 4927186"/>
              <a:gd name="connsiteX7090" fmla="*/ 6875716 w 9312201"/>
              <a:gd name="connsiteY7090" fmla="*/ 1680744 h 4927186"/>
              <a:gd name="connsiteX7091" fmla="*/ 6897536 w 9312201"/>
              <a:gd name="connsiteY7091" fmla="*/ 1703225 h 4927186"/>
              <a:gd name="connsiteX7092" fmla="*/ 6875716 w 9312201"/>
              <a:gd name="connsiteY7092" fmla="*/ 1725706 h 4927186"/>
              <a:gd name="connsiteX7093" fmla="*/ 6853896 w 9312201"/>
              <a:gd name="connsiteY7093" fmla="*/ 1703225 h 4927186"/>
              <a:gd name="connsiteX7094" fmla="*/ 6875716 w 9312201"/>
              <a:gd name="connsiteY7094" fmla="*/ 1680744 h 4927186"/>
              <a:gd name="connsiteX7095" fmla="*/ 6798356 w 9312201"/>
              <a:gd name="connsiteY7095" fmla="*/ 1680744 h 4927186"/>
              <a:gd name="connsiteX7096" fmla="*/ 6820837 w 9312201"/>
              <a:gd name="connsiteY7096" fmla="*/ 1703225 h 4927186"/>
              <a:gd name="connsiteX7097" fmla="*/ 6798356 w 9312201"/>
              <a:gd name="connsiteY7097" fmla="*/ 1725706 h 4927186"/>
              <a:gd name="connsiteX7098" fmla="*/ 6775875 w 9312201"/>
              <a:gd name="connsiteY7098" fmla="*/ 1703225 h 4927186"/>
              <a:gd name="connsiteX7099" fmla="*/ 6798356 w 9312201"/>
              <a:gd name="connsiteY7099" fmla="*/ 1680744 h 4927186"/>
              <a:gd name="connsiteX7100" fmla="*/ 6719675 w 9312201"/>
              <a:gd name="connsiteY7100" fmla="*/ 1680744 h 4927186"/>
              <a:gd name="connsiteX7101" fmla="*/ 6741495 w 9312201"/>
              <a:gd name="connsiteY7101" fmla="*/ 1703225 h 4927186"/>
              <a:gd name="connsiteX7102" fmla="*/ 6719675 w 9312201"/>
              <a:gd name="connsiteY7102" fmla="*/ 1725706 h 4927186"/>
              <a:gd name="connsiteX7103" fmla="*/ 6697855 w 9312201"/>
              <a:gd name="connsiteY7103" fmla="*/ 1703225 h 4927186"/>
              <a:gd name="connsiteX7104" fmla="*/ 6719675 w 9312201"/>
              <a:gd name="connsiteY7104" fmla="*/ 1680744 h 4927186"/>
              <a:gd name="connsiteX7105" fmla="*/ 6641655 w 9312201"/>
              <a:gd name="connsiteY7105" fmla="*/ 1680744 h 4927186"/>
              <a:gd name="connsiteX7106" fmla="*/ 6663475 w 9312201"/>
              <a:gd name="connsiteY7106" fmla="*/ 1703225 h 4927186"/>
              <a:gd name="connsiteX7107" fmla="*/ 6641655 w 9312201"/>
              <a:gd name="connsiteY7107" fmla="*/ 1725706 h 4927186"/>
              <a:gd name="connsiteX7108" fmla="*/ 6619835 w 9312201"/>
              <a:gd name="connsiteY7108" fmla="*/ 1703225 h 4927186"/>
              <a:gd name="connsiteX7109" fmla="*/ 6641655 w 9312201"/>
              <a:gd name="connsiteY7109" fmla="*/ 1680744 h 4927186"/>
              <a:gd name="connsiteX7110" fmla="*/ 6563634 w 9312201"/>
              <a:gd name="connsiteY7110" fmla="*/ 1680744 h 4927186"/>
              <a:gd name="connsiteX7111" fmla="*/ 6585454 w 9312201"/>
              <a:gd name="connsiteY7111" fmla="*/ 1703225 h 4927186"/>
              <a:gd name="connsiteX7112" fmla="*/ 6563634 w 9312201"/>
              <a:gd name="connsiteY7112" fmla="*/ 1725706 h 4927186"/>
              <a:gd name="connsiteX7113" fmla="*/ 6541814 w 9312201"/>
              <a:gd name="connsiteY7113" fmla="*/ 1703225 h 4927186"/>
              <a:gd name="connsiteX7114" fmla="*/ 6563634 w 9312201"/>
              <a:gd name="connsiteY7114" fmla="*/ 1680744 h 4927186"/>
              <a:gd name="connsiteX7115" fmla="*/ 6485613 w 9312201"/>
              <a:gd name="connsiteY7115" fmla="*/ 1680744 h 4927186"/>
              <a:gd name="connsiteX7116" fmla="*/ 6507433 w 9312201"/>
              <a:gd name="connsiteY7116" fmla="*/ 1703225 h 4927186"/>
              <a:gd name="connsiteX7117" fmla="*/ 6485613 w 9312201"/>
              <a:gd name="connsiteY7117" fmla="*/ 1725706 h 4927186"/>
              <a:gd name="connsiteX7118" fmla="*/ 6463793 w 9312201"/>
              <a:gd name="connsiteY7118" fmla="*/ 1703225 h 4927186"/>
              <a:gd name="connsiteX7119" fmla="*/ 6485613 w 9312201"/>
              <a:gd name="connsiteY7119" fmla="*/ 1680744 h 4927186"/>
              <a:gd name="connsiteX7120" fmla="*/ 6408916 w 9312201"/>
              <a:gd name="connsiteY7120" fmla="*/ 1680744 h 4927186"/>
              <a:gd name="connsiteX7121" fmla="*/ 6430736 w 9312201"/>
              <a:gd name="connsiteY7121" fmla="*/ 1703225 h 4927186"/>
              <a:gd name="connsiteX7122" fmla="*/ 6408916 w 9312201"/>
              <a:gd name="connsiteY7122" fmla="*/ 1725706 h 4927186"/>
              <a:gd name="connsiteX7123" fmla="*/ 6387096 w 9312201"/>
              <a:gd name="connsiteY7123" fmla="*/ 1703225 h 4927186"/>
              <a:gd name="connsiteX7124" fmla="*/ 6408916 w 9312201"/>
              <a:gd name="connsiteY7124" fmla="*/ 1680744 h 4927186"/>
              <a:gd name="connsiteX7125" fmla="*/ 6330896 w 9312201"/>
              <a:gd name="connsiteY7125" fmla="*/ 1680744 h 4927186"/>
              <a:gd name="connsiteX7126" fmla="*/ 6352716 w 9312201"/>
              <a:gd name="connsiteY7126" fmla="*/ 1703225 h 4927186"/>
              <a:gd name="connsiteX7127" fmla="*/ 6330896 w 9312201"/>
              <a:gd name="connsiteY7127" fmla="*/ 1725706 h 4927186"/>
              <a:gd name="connsiteX7128" fmla="*/ 6309076 w 9312201"/>
              <a:gd name="connsiteY7128" fmla="*/ 1703225 h 4927186"/>
              <a:gd name="connsiteX7129" fmla="*/ 6330896 w 9312201"/>
              <a:gd name="connsiteY7129" fmla="*/ 1680744 h 4927186"/>
              <a:gd name="connsiteX7130" fmla="*/ 6252875 w 9312201"/>
              <a:gd name="connsiteY7130" fmla="*/ 1680744 h 4927186"/>
              <a:gd name="connsiteX7131" fmla="*/ 6274695 w 9312201"/>
              <a:gd name="connsiteY7131" fmla="*/ 1703225 h 4927186"/>
              <a:gd name="connsiteX7132" fmla="*/ 6252875 w 9312201"/>
              <a:gd name="connsiteY7132" fmla="*/ 1725706 h 4927186"/>
              <a:gd name="connsiteX7133" fmla="*/ 6231055 w 9312201"/>
              <a:gd name="connsiteY7133" fmla="*/ 1703225 h 4927186"/>
              <a:gd name="connsiteX7134" fmla="*/ 6252875 w 9312201"/>
              <a:gd name="connsiteY7134" fmla="*/ 1680744 h 4927186"/>
              <a:gd name="connsiteX7135" fmla="*/ 6174854 w 9312201"/>
              <a:gd name="connsiteY7135" fmla="*/ 1680744 h 4927186"/>
              <a:gd name="connsiteX7136" fmla="*/ 6196674 w 9312201"/>
              <a:gd name="connsiteY7136" fmla="*/ 1703225 h 4927186"/>
              <a:gd name="connsiteX7137" fmla="*/ 6174854 w 9312201"/>
              <a:gd name="connsiteY7137" fmla="*/ 1725706 h 4927186"/>
              <a:gd name="connsiteX7138" fmla="*/ 6153034 w 9312201"/>
              <a:gd name="connsiteY7138" fmla="*/ 1703225 h 4927186"/>
              <a:gd name="connsiteX7139" fmla="*/ 6174854 w 9312201"/>
              <a:gd name="connsiteY7139" fmla="*/ 1680744 h 4927186"/>
              <a:gd name="connsiteX7140" fmla="*/ 6096834 w 9312201"/>
              <a:gd name="connsiteY7140" fmla="*/ 1680744 h 4927186"/>
              <a:gd name="connsiteX7141" fmla="*/ 6118654 w 9312201"/>
              <a:gd name="connsiteY7141" fmla="*/ 1703225 h 4927186"/>
              <a:gd name="connsiteX7142" fmla="*/ 6096834 w 9312201"/>
              <a:gd name="connsiteY7142" fmla="*/ 1725706 h 4927186"/>
              <a:gd name="connsiteX7143" fmla="*/ 6075014 w 9312201"/>
              <a:gd name="connsiteY7143" fmla="*/ 1703225 h 4927186"/>
              <a:gd name="connsiteX7144" fmla="*/ 6096834 w 9312201"/>
              <a:gd name="connsiteY7144" fmla="*/ 1680744 h 4927186"/>
              <a:gd name="connsiteX7145" fmla="*/ 6018814 w 9312201"/>
              <a:gd name="connsiteY7145" fmla="*/ 1680744 h 4927186"/>
              <a:gd name="connsiteX7146" fmla="*/ 6040634 w 9312201"/>
              <a:gd name="connsiteY7146" fmla="*/ 1703225 h 4927186"/>
              <a:gd name="connsiteX7147" fmla="*/ 6018814 w 9312201"/>
              <a:gd name="connsiteY7147" fmla="*/ 1725706 h 4927186"/>
              <a:gd name="connsiteX7148" fmla="*/ 5996994 w 9312201"/>
              <a:gd name="connsiteY7148" fmla="*/ 1703225 h 4927186"/>
              <a:gd name="connsiteX7149" fmla="*/ 6018814 w 9312201"/>
              <a:gd name="connsiteY7149" fmla="*/ 1680744 h 4927186"/>
              <a:gd name="connsiteX7150" fmla="*/ 5940793 w 9312201"/>
              <a:gd name="connsiteY7150" fmla="*/ 1680744 h 4927186"/>
              <a:gd name="connsiteX7151" fmla="*/ 5962613 w 9312201"/>
              <a:gd name="connsiteY7151" fmla="*/ 1703225 h 4927186"/>
              <a:gd name="connsiteX7152" fmla="*/ 5940793 w 9312201"/>
              <a:gd name="connsiteY7152" fmla="*/ 1725706 h 4927186"/>
              <a:gd name="connsiteX7153" fmla="*/ 5918973 w 9312201"/>
              <a:gd name="connsiteY7153" fmla="*/ 1703225 h 4927186"/>
              <a:gd name="connsiteX7154" fmla="*/ 5940793 w 9312201"/>
              <a:gd name="connsiteY7154" fmla="*/ 1680744 h 4927186"/>
              <a:gd name="connsiteX7155" fmla="*/ 5862773 w 9312201"/>
              <a:gd name="connsiteY7155" fmla="*/ 1680744 h 4927186"/>
              <a:gd name="connsiteX7156" fmla="*/ 5884593 w 9312201"/>
              <a:gd name="connsiteY7156" fmla="*/ 1703225 h 4927186"/>
              <a:gd name="connsiteX7157" fmla="*/ 5862773 w 9312201"/>
              <a:gd name="connsiteY7157" fmla="*/ 1725706 h 4927186"/>
              <a:gd name="connsiteX7158" fmla="*/ 5840953 w 9312201"/>
              <a:gd name="connsiteY7158" fmla="*/ 1703225 h 4927186"/>
              <a:gd name="connsiteX7159" fmla="*/ 5862773 w 9312201"/>
              <a:gd name="connsiteY7159" fmla="*/ 1680744 h 4927186"/>
              <a:gd name="connsiteX7160" fmla="*/ 5785413 w 9312201"/>
              <a:gd name="connsiteY7160" fmla="*/ 1680744 h 4927186"/>
              <a:gd name="connsiteX7161" fmla="*/ 5807894 w 9312201"/>
              <a:gd name="connsiteY7161" fmla="*/ 1703225 h 4927186"/>
              <a:gd name="connsiteX7162" fmla="*/ 5785413 w 9312201"/>
              <a:gd name="connsiteY7162" fmla="*/ 1725706 h 4927186"/>
              <a:gd name="connsiteX7163" fmla="*/ 5762932 w 9312201"/>
              <a:gd name="connsiteY7163" fmla="*/ 1703225 h 4927186"/>
              <a:gd name="connsiteX7164" fmla="*/ 5785413 w 9312201"/>
              <a:gd name="connsiteY7164" fmla="*/ 1680744 h 4927186"/>
              <a:gd name="connsiteX7165" fmla="*/ 5708054 w 9312201"/>
              <a:gd name="connsiteY7165" fmla="*/ 1680744 h 4927186"/>
              <a:gd name="connsiteX7166" fmla="*/ 5729874 w 9312201"/>
              <a:gd name="connsiteY7166" fmla="*/ 1703225 h 4927186"/>
              <a:gd name="connsiteX7167" fmla="*/ 5708054 w 9312201"/>
              <a:gd name="connsiteY7167" fmla="*/ 1725706 h 4927186"/>
              <a:gd name="connsiteX7168" fmla="*/ 5686234 w 9312201"/>
              <a:gd name="connsiteY7168" fmla="*/ 1703225 h 4927186"/>
              <a:gd name="connsiteX7169" fmla="*/ 5708054 w 9312201"/>
              <a:gd name="connsiteY7169" fmla="*/ 1680744 h 4927186"/>
              <a:gd name="connsiteX7170" fmla="*/ 5630034 w 9312201"/>
              <a:gd name="connsiteY7170" fmla="*/ 1680744 h 4927186"/>
              <a:gd name="connsiteX7171" fmla="*/ 5651854 w 9312201"/>
              <a:gd name="connsiteY7171" fmla="*/ 1703225 h 4927186"/>
              <a:gd name="connsiteX7172" fmla="*/ 5630034 w 9312201"/>
              <a:gd name="connsiteY7172" fmla="*/ 1725706 h 4927186"/>
              <a:gd name="connsiteX7173" fmla="*/ 5608214 w 9312201"/>
              <a:gd name="connsiteY7173" fmla="*/ 1703225 h 4927186"/>
              <a:gd name="connsiteX7174" fmla="*/ 5630034 w 9312201"/>
              <a:gd name="connsiteY7174" fmla="*/ 1680744 h 4927186"/>
              <a:gd name="connsiteX7175" fmla="*/ 5552013 w 9312201"/>
              <a:gd name="connsiteY7175" fmla="*/ 1680744 h 4927186"/>
              <a:gd name="connsiteX7176" fmla="*/ 5573833 w 9312201"/>
              <a:gd name="connsiteY7176" fmla="*/ 1703225 h 4927186"/>
              <a:gd name="connsiteX7177" fmla="*/ 5552013 w 9312201"/>
              <a:gd name="connsiteY7177" fmla="*/ 1725706 h 4927186"/>
              <a:gd name="connsiteX7178" fmla="*/ 5530193 w 9312201"/>
              <a:gd name="connsiteY7178" fmla="*/ 1703225 h 4927186"/>
              <a:gd name="connsiteX7179" fmla="*/ 5552013 w 9312201"/>
              <a:gd name="connsiteY7179" fmla="*/ 1680744 h 4927186"/>
              <a:gd name="connsiteX7180" fmla="*/ 5473331 w 9312201"/>
              <a:gd name="connsiteY7180" fmla="*/ 1680744 h 4927186"/>
              <a:gd name="connsiteX7181" fmla="*/ 5495812 w 9312201"/>
              <a:gd name="connsiteY7181" fmla="*/ 1703225 h 4927186"/>
              <a:gd name="connsiteX7182" fmla="*/ 5473331 w 9312201"/>
              <a:gd name="connsiteY7182" fmla="*/ 1725706 h 4927186"/>
              <a:gd name="connsiteX7183" fmla="*/ 5450850 w 9312201"/>
              <a:gd name="connsiteY7183" fmla="*/ 1703225 h 4927186"/>
              <a:gd name="connsiteX7184" fmla="*/ 5473331 w 9312201"/>
              <a:gd name="connsiteY7184" fmla="*/ 1680744 h 4927186"/>
              <a:gd name="connsiteX7185" fmla="*/ 5395972 w 9312201"/>
              <a:gd name="connsiteY7185" fmla="*/ 1680744 h 4927186"/>
              <a:gd name="connsiteX7186" fmla="*/ 5417792 w 9312201"/>
              <a:gd name="connsiteY7186" fmla="*/ 1703225 h 4927186"/>
              <a:gd name="connsiteX7187" fmla="*/ 5395972 w 9312201"/>
              <a:gd name="connsiteY7187" fmla="*/ 1725706 h 4927186"/>
              <a:gd name="connsiteX7188" fmla="*/ 5374152 w 9312201"/>
              <a:gd name="connsiteY7188" fmla="*/ 1703225 h 4927186"/>
              <a:gd name="connsiteX7189" fmla="*/ 5395972 w 9312201"/>
              <a:gd name="connsiteY7189" fmla="*/ 1680744 h 4927186"/>
              <a:gd name="connsiteX7190" fmla="*/ 5317953 w 9312201"/>
              <a:gd name="connsiteY7190" fmla="*/ 1680744 h 4927186"/>
              <a:gd name="connsiteX7191" fmla="*/ 5339773 w 9312201"/>
              <a:gd name="connsiteY7191" fmla="*/ 1703225 h 4927186"/>
              <a:gd name="connsiteX7192" fmla="*/ 5317953 w 9312201"/>
              <a:gd name="connsiteY7192" fmla="*/ 1725706 h 4927186"/>
              <a:gd name="connsiteX7193" fmla="*/ 5296133 w 9312201"/>
              <a:gd name="connsiteY7193" fmla="*/ 1703225 h 4927186"/>
              <a:gd name="connsiteX7194" fmla="*/ 5317953 w 9312201"/>
              <a:gd name="connsiteY7194" fmla="*/ 1680744 h 4927186"/>
              <a:gd name="connsiteX7195" fmla="*/ 5239932 w 9312201"/>
              <a:gd name="connsiteY7195" fmla="*/ 1680744 h 4927186"/>
              <a:gd name="connsiteX7196" fmla="*/ 5261752 w 9312201"/>
              <a:gd name="connsiteY7196" fmla="*/ 1703225 h 4927186"/>
              <a:gd name="connsiteX7197" fmla="*/ 5239932 w 9312201"/>
              <a:gd name="connsiteY7197" fmla="*/ 1725706 h 4927186"/>
              <a:gd name="connsiteX7198" fmla="*/ 5218112 w 9312201"/>
              <a:gd name="connsiteY7198" fmla="*/ 1703225 h 4927186"/>
              <a:gd name="connsiteX7199" fmla="*/ 5239932 w 9312201"/>
              <a:gd name="connsiteY7199" fmla="*/ 1680744 h 4927186"/>
              <a:gd name="connsiteX7200" fmla="*/ 5162572 w 9312201"/>
              <a:gd name="connsiteY7200" fmla="*/ 1680744 h 4927186"/>
              <a:gd name="connsiteX7201" fmla="*/ 5185053 w 9312201"/>
              <a:gd name="connsiteY7201" fmla="*/ 1703225 h 4927186"/>
              <a:gd name="connsiteX7202" fmla="*/ 5162572 w 9312201"/>
              <a:gd name="connsiteY7202" fmla="*/ 1725706 h 4927186"/>
              <a:gd name="connsiteX7203" fmla="*/ 5140091 w 9312201"/>
              <a:gd name="connsiteY7203" fmla="*/ 1703225 h 4927186"/>
              <a:gd name="connsiteX7204" fmla="*/ 5162572 w 9312201"/>
              <a:gd name="connsiteY7204" fmla="*/ 1680744 h 4927186"/>
              <a:gd name="connsiteX7205" fmla="*/ 5085212 w 9312201"/>
              <a:gd name="connsiteY7205" fmla="*/ 1680744 h 4927186"/>
              <a:gd name="connsiteX7206" fmla="*/ 5107032 w 9312201"/>
              <a:gd name="connsiteY7206" fmla="*/ 1703225 h 4927186"/>
              <a:gd name="connsiteX7207" fmla="*/ 5085212 w 9312201"/>
              <a:gd name="connsiteY7207" fmla="*/ 1725706 h 4927186"/>
              <a:gd name="connsiteX7208" fmla="*/ 5063392 w 9312201"/>
              <a:gd name="connsiteY7208" fmla="*/ 1703225 h 4927186"/>
              <a:gd name="connsiteX7209" fmla="*/ 5085212 w 9312201"/>
              <a:gd name="connsiteY7209" fmla="*/ 1680744 h 4927186"/>
              <a:gd name="connsiteX7210" fmla="*/ 5007193 w 9312201"/>
              <a:gd name="connsiteY7210" fmla="*/ 1680744 h 4927186"/>
              <a:gd name="connsiteX7211" fmla="*/ 5029013 w 9312201"/>
              <a:gd name="connsiteY7211" fmla="*/ 1703225 h 4927186"/>
              <a:gd name="connsiteX7212" fmla="*/ 5007193 w 9312201"/>
              <a:gd name="connsiteY7212" fmla="*/ 1725706 h 4927186"/>
              <a:gd name="connsiteX7213" fmla="*/ 4985373 w 9312201"/>
              <a:gd name="connsiteY7213" fmla="*/ 1703225 h 4927186"/>
              <a:gd name="connsiteX7214" fmla="*/ 5007193 w 9312201"/>
              <a:gd name="connsiteY7214" fmla="*/ 1680744 h 4927186"/>
              <a:gd name="connsiteX7215" fmla="*/ 4928511 w 9312201"/>
              <a:gd name="connsiteY7215" fmla="*/ 1680744 h 4927186"/>
              <a:gd name="connsiteX7216" fmla="*/ 4950992 w 9312201"/>
              <a:gd name="connsiteY7216" fmla="*/ 1703225 h 4927186"/>
              <a:gd name="connsiteX7217" fmla="*/ 4928511 w 9312201"/>
              <a:gd name="connsiteY7217" fmla="*/ 1725706 h 4927186"/>
              <a:gd name="connsiteX7218" fmla="*/ 4906030 w 9312201"/>
              <a:gd name="connsiteY7218" fmla="*/ 1703225 h 4927186"/>
              <a:gd name="connsiteX7219" fmla="*/ 4928511 w 9312201"/>
              <a:gd name="connsiteY7219" fmla="*/ 1680744 h 4927186"/>
              <a:gd name="connsiteX7220" fmla="*/ 4850490 w 9312201"/>
              <a:gd name="connsiteY7220" fmla="*/ 1680744 h 4927186"/>
              <a:gd name="connsiteX7221" fmla="*/ 4872971 w 9312201"/>
              <a:gd name="connsiteY7221" fmla="*/ 1703225 h 4927186"/>
              <a:gd name="connsiteX7222" fmla="*/ 4850490 w 9312201"/>
              <a:gd name="connsiteY7222" fmla="*/ 1725706 h 4927186"/>
              <a:gd name="connsiteX7223" fmla="*/ 4828009 w 9312201"/>
              <a:gd name="connsiteY7223" fmla="*/ 1703225 h 4927186"/>
              <a:gd name="connsiteX7224" fmla="*/ 4850490 w 9312201"/>
              <a:gd name="connsiteY7224" fmla="*/ 1680744 h 4927186"/>
              <a:gd name="connsiteX7225" fmla="*/ 4773132 w 9312201"/>
              <a:gd name="connsiteY7225" fmla="*/ 1680744 h 4927186"/>
              <a:gd name="connsiteX7226" fmla="*/ 4794952 w 9312201"/>
              <a:gd name="connsiteY7226" fmla="*/ 1703225 h 4927186"/>
              <a:gd name="connsiteX7227" fmla="*/ 4773132 w 9312201"/>
              <a:gd name="connsiteY7227" fmla="*/ 1725706 h 4927186"/>
              <a:gd name="connsiteX7228" fmla="*/ 4751312 w 9312201"/>
              <a:gd name="connsiteY7228" fmla="*/ 1703225 h 4927186"/>
              <a:gd name="connsiteX7229" fmla="*/ 4773132 w 9312201"/>
              <a:gd name="connsiteY7229" fmla="*/ 1680744 h 4927186"/>
              <a:gd name="connsiteX7230" fmla="*/ 4695111 w 9312201"/>
              <a:gd name="connsiteY7230" fmla="*/ 1680744 h 4927186"/>
              <a:gd name="connsiteX7231" fmla="*/ 4716931 w 9312201"/>
              <a:gd name="connsiteY7231" fmla="*/ 1703225 h 4927186"/>
              <a:gd name="connsiteX7232" fmla="*/ 4695111 w 9312201"/>
              <a:gd name="connsiteY7232" fmla="*/ 1725706 h 4927186"/>
              <a:gd name="connsiteX7233" fmla="*/ 4673291 w 9312201"/>
              <a:gd name="connsiteY7233" fmla="*/ 1703225 h 4927186"/>
              <a:gd name="connsiteX7234" fmla="*/ 4695111 w 9312201"/>
              <a:gd name="connsiteY7234" fmla="*/ 1680744 h 4927186"/>
              <a:gd name="connsiteX7235" fmla="*/ 4617091 w 9312201"/>
              <a:gd name="connsiteY7235" fmla="*/ 1680744 h 4927186"/>
              <a:gd name="connsiteX7236" fmla="*/ 4638911 w 9312201"/>
              <a:gd name="connsiteY7236" fmla="*/ 1703225 h 4927186"/>
              <a:gd name="connsiteX7237" fmla="*/ 4617091 w 9312201"/>
              <a:gd name="connsiteY7237" fmla="*/ 1725706 h 4927186"/>
              <a:gd name="connsiteX7238" fmla="*/ 4595271 w 9312201"/>
              <a:gd name="connsiteY7238" fmla="*/ 1703225 h 4927186"/>
              <a:gd name="connsiteX7239" fmla="*/ 4617091 w 9312201"/>
              <a:gd name="connsiteY7239" fmla="*/ 1680744 h 4927186"/>
              <a:gd name="connsiteX7240" fmla="*/ 4539070 w 9312201"/>
              <a:gd name="connsiteY7240" fmla="*/ 1680744 h 4927186"/>
              <a:gd name="connsiteX7241" fmla="*/ 4560890 w 9312201"/>
              <a:gd name="connsiteY7241" fmla="*/ 1703225 h 4927186"/>
              <a:gd name="connsiteX7242" fmla="*/ 4539070 w 9312201"/>
              <a:gd name="connsiteY7242" fmla="*/ 1725706 h 4927186"/>
              <a:gd name="connsiteX7243" fmla="*/ 4517250 w 9312201"/>
              <a:gd name="connsiteY7243" fmla="*/ 1703225 h 4927186"/>
              <a:gd name="connsiteX7244" fmla="*/ 4539070 w 9312201"/>
              <a:gd name="connsiteY7244" fmla="*/ 1680744 h 4927186"/>
              <a:gd name="connsiteX7245" fmla="*/ 2903286 w 9312201"/>
              <a:gd name="connsiteY7245" fmla="*/ 1680744 h 4927186"/>
              <a:gd name="connsiteX7246" fmla="*/ 2925106 w 9312201"/>
              <a:gd name="connsiteY7246" fmla="*/ 1703225 h 4927186"/>
              <a:gd name="connsiteX7247" fmla="*/ 2903286 w 9312201"/>
              <a:gd name="connsiteY7247" fmla="*/ 1725706 h 4927186"/>
              <a:gd name="connsiteX7248" fmla="*/ 2881466 w 9312201"/>
              <a:gd name="connsiteY7248" fmla="*/ 1703225 h 4927186"/>
              <a:gd name="connsiteX7249" fmla="*/ 2903286 w 9312201"/>
              <a:gd name="connsiteY7249" fmla="*/ 1680744 h 4927186"/>
              <a:gd name="connsiteX7250" fmla="*/ 2826588 w 9312201"/>
              <a:gd name="connsiteY7250" fmla="*/ 1680744 h 4927186"/>
              <a:gd name="connsiteX7251" fmla="*/ 2848408 w 9312201"/>
              <a:gd name="connsiteY7251" fmla="*/ 1703225 h 4927186"/>
              <a:gd name="connsiteX7252" fmla="*/ 2826588 w 9312201"/>
              <a:gd name="connsiteY7252" fmla="*/ 1725706 h 4927186"/>
              <a:gd name="connsiteX7253" fmla="*/ 2804768 w 9312201"/>
              <a:gd name="connsiteY7253" fmla="*/ 1703225 h 4927186"/>
              <a:gd name="connsiteX7254" fmla="*/ 2826588 w 9312201"/>
              <a:gd name="connsiteY7254" fmla="*/ 1680744 h 4927186"/>
              <a:gd name="connsiteX7255" fmla="*/ 2748567 w 9312201"/>
              <a:gd name="connsiteY7255" fmla="*/ 1680744 h 4927186"/>
              <a:gd name="connsiteX7256" fmla="*/ 2770387 w 9312201"/>
              <a:gd name="connsiteY7256" fmla="*/ 1703225 h 4927186"/>
              <a:gd name="connsiteX7257" fmla="*/ 2748567 w 9312201"/>
              <a:gd name="connsiteY7257" fmla="*/ 1725706 h 4927186"/>
              <a:gd name="connsiteX7258" fmla="*/ 2726747 w 9312201"/>
              <a:gd name="connsiteY7258" fmla="*/ 1703225 h 4927186"/>
              <a:gd name="connsiteX7259" fmla="*/ 2748567 w 9312201"/>
              <a:gd name="connsiteY7259" fmla="*/ 1680744 h 4927186"/>
              <a:gd name="connsiteX7260" fmla="*/ 2670547 w 9312201"/>
              <a:gd name="connsiteY7260" fmla="*/ 1680744 h 4927186"/>
              <a:gd name="connsiteX7261" fmla="*/ 2692367 w 9312201"/>
              <a:gd name="connsiteY7261" fmla="*/ 1703225 h 4927186"/>
              <a:gd name="connsiteX7262" fmla="*/ 2670547 w 9312201"/>
              <a:gd name="connsiteY7262" fmla="*/ 1725706 h 4927186"/>
              <a:gd name="connsiteX7263" fmla="*/ 2648727 w 9312201"/>
              <a:gd name="connsiteY7263" fmla="*/ 1703225 h 4927186"/>
              <a:gd name="connsiteX7264" fmla="*/ 2670547 w 9312201"/>
              <a:gd name="connsiteY7264" fmla="*/ 1680744 h 4927186"/>
              <a:gd name="connsiteX7265" fmla="*/ 2592527 w 9312201"/>
              <a:gd name="connsiteY7265" fmla="*/ 1680744 h 4927186"/>
              <a:gd name="connsiteX7266" fmla="*/ 2614347 w 9312201"/>
              <a:gd name="connsiteY7266" fmla="*/ 1703225 h 4927186"/>
              <a:gd name="connsiteX7267" fmla="*/ 2592527 w 9312201"/>
              <a:gd name="connsiteY7267" fmla="*/ 1725706 h 4927186"/>
              <a:gd name="connsiteX7268" fmla="*/ 2570707 w 9312201"/>
              <a:gd name="connsiteY7268" fmla="*/ 1703225 h 4927186"/>
              <a:gd name="connsiteX7269" fmla="*/ 2592527 w 9312201"/>
              <a:gd name="connsiteY7269" fmla="*/ 1680744 h 4927186"/>
              <a:gd name="connsiteX7270" fmla="*/ 2513845 w 9312201"/>
              <a:gd name="connsiteY7270" fmla="*/ 1680744 h 4927186"/>
              <a:gd name="connsiteX7271" fmla="*/ 2536326 w 9312201"/>
              <a:gd name="connsiteY7271" fmla="*/ 1703225 h 4927186"/>
              <a:gd name="connsiteX7272" fmla="*/ 2513845 w 9312201"/>
              <a:gd name="connsiteY7272" fmla="*/ 1725706 h 4927186"/>
              <a:gd name="connsiteX7273" fmla="*/ 2491364 w 9312201"/>
              <a:gd name="connsiteY7273" fmla="*/ 1703225 h 4927186"/>
              <a:gd name="connsiteX7274" fmla="*/ 2513845 w 9312201"/>
              <a:gd name="connsiteY7274" fmla="*/ 1680744 h 4927186"/>
              <a:gd name="connsiteX7275" fmla="*/ 2436486 w 9312201"/>
              <a:gd name="connsiteY7275" fmla="*/ 1680744 h 4927186"/>
              <a:gd name="connsiteX7276" fmla="*/ 2458306 w 9312201"/>
              <a:gd name="connsiteY7276" fmla="*/ 1703225 h 4927186"/>
              <a:gd name="connsiteX7277" fmla="*/ 2436486 w 9312201"/>
              <a:gd name="connsiteY7277" fmla="*/ 1725706 h 4927186"/>
              <a:gd name="connsiteX7278" fmla="*/ 2414666 w 9312201"/>
              <a:gd name="connsiteY7278" fmla="*/ 1703225 h 4927186"/>
              <a:gd name="connsiteX7279" fmla="*/ 2436486 w 9312201"/>
              <a:gd name="connsiteY7279" fmla="*/ 1680744 h 4927186"/>
              <a:gd name="connsiteX7280" fmla="*/ 2358465 w 9312201"/>
              <a:gd name="connsiteY7280" fmla="*/ 1680744 h 4927186"/>
              <a:gd name="connsiteX7281" fmla="*/ 2380285 w 9312201"/>
              <a:gd name="connsiteY7281" fmla="*/ 1703225 h 4927186"/>
              <a:gd name="connsiteX7282" fmla="*/ 2358465 w 9312201"/>
              <a:gd name="connsiteY7282" fmla="*/ 1725706 h 4927186"/>
              <a:gd name="connsiteX7283" fmla="*/ 2336645 w 9312201"/>
              <a:gd name="connsiteY7283" fmla="*/ 1703225 h 4927186"/>
              <a:gd name="connsiteX7284" fmla="*/ 2358465 w 9312201"/>
              <a:gd name="connsiteY7284" fmla="*/ 1680744 h 4927186"/>
              <a:gd name="connsiteX7285" fmla="*/ 2203086 w 9312201"/>
              <a:gd name="connsiteY7285" fmla="*/ 1680744 h 4927186"/>
              <a:gd name="connsiteX7286" fmla="*/ 2225567 w 9312201"/>
              <a:gd name="connsiteY7286" fmla="*/ 1703225 h 4927186"/>
              <a:gd name="connsiteX7287" fmla="*/ 2203086 w 9312201"/>
              <a:gd name="connsiteY7287" fmla="*/ 1725706 h 4927186"/>
              <a:gd name="connsiteX7288" fmla="*/ 2180605 w 9312201"/>
              <a:gd name="connsiteY7288" fmla="*/ 1703225 h 4927186"/>
              <a:gd name="connsiteX7289" fmla="*/ 2203086 w 9312201"/>
              <a:gd name="connsiteY7289" fmla="*/ 1680744 h 4927186"/>
              <a:gd name="connsiteX7290" fmla="*/ 2125727 w 9312201"/>
              <a:gd name="connsiteY7290" fmla="*/ 1680744 h 4927186"/>
              <a:gd name="connsiteX7291" fmla="*/ 2147547 w 9312201"/>
              <a:gd name="connsiteY7291" fmla="*/ 1703225 h 4927186"/>
              <a:gd name="connsiteX7292" fmla="*/ 2125727 w 9312201"/>
              <a:gd name="connsiteY7292" fmla="*/ 1725706 h 4927186"/>
              <a:gd name="connsiteX7293" fmla="*/ 2103907 w 9312201"/>
              <a:gd name="connsiteY7293" fmla="*/ 1703225 h 4927186"/>
              <a:gd name="connsiteX7294" fmla="*/ 2125727 w 9312201"/>
              <a:gd name="connsiteY7294" fmla="*/ 1680744 h 4927186"/>
              <a:gd name="connsiteX7295" fmla="*/ 2047706 w 9312201"/>
              <a:gd name="connsiteY7295" fmla="*/ 1680744 h 4927186"/>
              <a:gd name="connsiteX7296" fmla="*/ 2069526 w 9312201"/>
              <a:gd name="connsiteY7296" fmla="*/ 1703225 h 4927186"/>
              <a:gd name="connsiteX7297" fmla="*/ 2047706 w 9312201"/>
              <a:gd name="connsiteY7297" fmla="*/ 1725706 h 4927186"/>
              <a:gd name="connsiteX7298" fmla="*/ 2025886 w 9312201"/>
              <a:gd name="connsiteY7298" fmla="*/ 1703225 h 4927186"/>
              <a:gd name="connsiteX7299" fmla="*/ 2047706 w 9312201"/>
              <a:gd name="connsiteY7299" fmla="*/ 1680744 h 4927186"/>
              <a:gd name="connsiteX7300" fmla="*/ 1968363 w 9312201"/>
              <a:gd name="connsiteY7300" fmla="*/ 1680743 h 4927186"/>
              <a:gd name="connsiteX7301" fmla="*/ 1990183 w 9312201"/>
              <a:gd name="connsiteY7301" fmla="*/ 1703224 h 4927186"/>
              <a:gd name="connsiteX7302" fmla="*/ 1968363 w 9312201"/>
              <a:gd name="connsiteY7302" fmla="*/ 1725705 h 4927186"/>
              <a:gd name="connsiteX7303" fmla="*/ 1946543 w 9312201"/>
              <a:gd name="connsiteY7303" fmla="*/ 1703224 h 4927186"/>
              <a:gd name="connsiteX7304" fmla="*/ 1968363 w 9312201"/>
              <a:gd name="connsiteY7304" fmla="*/ 1680743 h 4927186"/>
              <a:gd name="connsiteX7305" fmla="*/ 1891011 w 9312201"/>
              <a:gd name="connsiteY7305" fmla="*/ 1680743 h 4927186"/>
              <a:gd name="connsiteX7306" fmla="*/ 1913495 w 9312201"/>
              <a:gd name="connsiteY7306" fmla="*/ 1703224 h 4927186"/>
              <a:gd name="connsiteX7307" fmla="*/ 1891011 w 9312201"/>
              <a:gd name="connsiteY7307" fmla="*/ 1725705 h 4927186"/>
              <a:gd name="connsiteX7308" fmla="*/ 1868529 w 9312201"/>
              <a:gd name="connsiteY7308" fmla="*/ 1703224 h 4927186"/>
              <a:gd name="connsiteX7309" fmla="*/ 1891011 w 9312201"/>
              <a:gd name="connsiteY7309" fmla="*/ 1680743 h 4927186"/>
              <a:gd name="connsiteX7310" fmla="*/ 1813657 w 9312201"/>
              <a:gd name="connsiteY7310" fmla="*/ 1680743 h 4927186"/>
              <a:gd name="connsiteX7311" fmla="*/ 1835474 w 9312201"/>
              <a:gd name="connsiteY7311" fmla="*/ 1703224 h 4927186"/>
              <a:gd name="connsiteX7312" fmla="*/ 1813657 w 9312201"/>
              <a:gd name="connsiteY7312" fmla="*/ 1725705 h 4927186"/>
              <a:gd name="connsiteX7313" fmla="*/ 1791833 w 9312201"/>
              <a:gd name="connsiteY7313" fmla="*/ 1703224 h 4927186"/>
              <a:gd name="connsiteX7314" fmla="*/ 1813657 w 9312201"/>
              <a:gd name="connsiteY7314" fmla="*/ 1680743 h 4927186"/>
              <a:gd name="connsiteX7315" fmla="*/ 1735633 w 9312201"/>
              <a:gd name="connsiteY7315" fmla="*/ 1680743 h 4927186"/>
              <a:gd name="connsiteX7316" fmla="*/ 1757457 w 9312201"/>
              <a:gd name="connsiteY7316" fmla="*/ 1703224 h 4927186"/>
              <a:gd name="connsiteX7317" fmla="*/ 1735633 w 9312201"/>
              <a:gd name="connsiteY7317" fmla="*/ 1725705 h 4927186"/>
              <a:gd name="connsiteX7318" fmla="*/ 1713819 w 9312201"/>
              <a:gd name="connsiteY7318" fmla="*/ 1703224 h 4927186"/>
              <a:gd name="connsiteX7319" fmla="*/ 1735633 w 9312201"/>
              <a:gd name="connsiteY7319" fmla="*/ 1680743 h 4927186"/>
              <a:gd name="connsiteX7320" fmla="*/ 1657611 w 9312201"/>
              <a:gd name="connsiteY7320" fmla="*/ 1680743 h 4927186"/>
              <a:gd name="connsiteX7321" fmla="*/ 1679436 w 9312201"/>
              <a:gd name="connsiteY7321" fmla="*/ 1703224 h 4927186"/>
              <a:gd name="connsiteX7322" fmla="*/ 1657611 w 9312201"/>
              <a:gd name="connsiteY7322" fmla="*/ 1725705 h 4927186"/>
              <a:gd name="connsiteX7323" fmla="*/ 1635796 w 9312201"/>
              <a:gd name="connsiteY7323" fmla="*/ 1703224 h 4927186"/>
              <a:gd name="connsiteX7324" fmla="*/ 1657611 w 9312201"/>
              <a:gd name="connsiteY7324" fmla="*/ 1680743 h 4927186"/>
              <a:gd name="connsiteX7325" fmla="*/ 1580257 w 9312201"/>
              <a:gd name="connsiteY7325" fmla="*/ 1680743 h 4927186"/>
              <a:gd name="connsiteX7326" fmla="*/ 1602734 w 9312201"/>
              <a:gd name="connsiteY7326" fmla="*/ 1703224 h 4927186"/>
              <a:gd name="connsiteX7327" fmla="*/ 1580257 w 9312201"/>
              <a:gd name="connsiteY7327" fmla="*/ 1725705 h 4927186"/>
              <a:gd name="connsiteX7328" fmla="*/ 1557771 w 9312201"/>
              <a:gd name="connsiteY7328" fmla="*/ 1703224 h 4927186"/>
              <a:gd name="connsiteX7329" fmla="*/ 1580257 w 9312201"/>
              <a:gd name="connsiteY7329" fmla="*/ 1680743 h 4927186"/>
              <a:gd name="connsiteX7330" fmla="*/ 1502899 w 9312201"/>
              <a:gd name="connsiteY7330" fmla="*/ 1680743 h 4927186"/>
              <a:gd name="connsiteX7331" fmla="*/ 1524717 w 9312201"/>
              <a:gd name="connsiteY7331" fmla="*/ 1703224 h 4927186"/>
              <a:gd name="connsiteX7332" fmla="*/ 1502899 w 9312201"/>
              <a:gd name="connsiteY7332" fmla="*/ 1725705 h 4927186"/>
              <a:gd name="connsiteX7333" fmla="*/ 1481077 w 9312201"/>
              <a:gd name="connsiteY7333" fmla="*/ 1703224 h 4927186"/>
              <a:gd name="connsiteX7334" fmla="*/ 1502899 w 9312201"/>
              <a:gd name="connsiteY7334" fmla="*/ 1680743 h 4927186"/>
              <a:gd name="connsiteX7335" fmla="*/ 1424212 w 9312201"/>
              <a:gd name="connsiteY7335" fmla="*/ 1680743 h 4927186"/>
              <a:gd name="connsiteX7336" fmla="*/ 1446695 w 9312201"/>
              <a:gd name="connsiteY7336" fmla="*/ 1703224 h 4927186"/>
              <a:gd name="connsiteX7337" fmla="*/ 1424212 w 9312201"/>
              <a:gd name="connsiteY7337" fmla="*/ 1725705 h 4927186"/>
              <a:gd name="connsiteX7338" fmla="*/ 1401732 w 9312201"/>
              <a:gd name="connsiteY7338" fmla="*/ 1703224 h 4927186"/>
              <a:gd name="connsiteX7339" fmla="*/ 1424212 w 9312201"/>
              <a:gd name="connsiteY7339" fmla="*/ 1680743 h 4927186"/>
              <a:gd name="connsiteX7340" fmla="*/ 1345530 w 9312201"/>
              <a:gd name="connsiteY7340" fmla="*/ 1680743 h 4927186"/>
              <a:gd name="connsiteX7341" fmla="*/ 1367350 w 9312201"/>
              <a:gd name="connsiteY7341" fmla="*/ 1703224 h 4927186"/>
              <a:gd name="connsiteX7342" fmla="*/ 1345530 w 9312201"/>
              <a:gd name="connsiteY7342" fmla="*/ 1725705 h 4927186"/>
              <a:gd name="connsiteX7343" fmla="*/ 1323709 w 9312201"/>
              <a:gd name="connsiteY7343" fmla="*/ 1703224 h 4927186"/>
              <a:gd name="connsiteX7344" fmla="*/ 1345530 w 9312201"/>
              <a:gd name="connsiteY7344" fmla="*/ 1680743 h 4927186"/>
              <a:gd name="connsiteX7345" fmla="*/ 1268169 w 9312201"/>
              <a:gd name="connsiteY7345" fmla="*/ 1680743 h 4927186"/>
              <a:gd name="connsiteX7346" fmla="*/ 1290660 w 9312201"/>
              <a:gd name="connsiteY7346" fmla="*/ 1703224 h 4927186"/>
              <a:gd name="connsiteX7347" fmla="*/ 1268169 w 9312201"/>
              <a:gd name="connsiteY7347" fmla="*/ 1725705 h 4927186"/>
              <a:gd name="connsiteX7348" fmla="*/ 1245691 w 9312201"/>
              <a:gd name="connsiteY7348" fmla="*/ 1703224 h 4927186"/>
              <a:gd name="connsiteX7349" fmla="*/ 1268169 w 9312201"/>
              <a:gd name="connsiteY7349" fmla="*/ 1680743 h 4927186"/>
              <a:gd name="connsiteX7350" fmla="*/ 1190817 w 9312201"/>
              <a:gd name="connsiteY7350" fmla="*/ 1680743 h 4927186"/>
              <a:gd name="connsiteX7351" fmla="*/ 1212636 w 9312201"/>
              <a:gd name="connsiteY7351" fmla="*/ 1703224 h 4927186"/>
              <a:gd name="connsiteX7352" fmla="*/ 1190817 w 9312201"/>
              <a:gd name="connsiteY7352" fmla="*/ 1725705 h 4927186"/>
              <a:gd name="connsiteX7353" fmla="*/ 1168996 w 9312201"/>
              <a:gd name="connsiteY7353" fmla="*/ 1703224 h 4927186"/>
              <a:gd name="connsiteX7354" fmla="*/ 1190817 w 9312201"/>
              <a:gd name="connsiteY7354" fmla="*/ 1680743 h 4927186"/>
              <a:gd name="connsiteX7355" fmla="*/ 1112792 w 9312201"/>
              <a:gd name="connsiteY7355" fmla="*/ 1680743 h 4927186"/>
              <a:gd name="connsiteX7356" fmla="*/ 1134608 w 9312201"/>
              <a:gd name="connsiteY7356" fmla="*/ 1703224 h 4927186"/>
              <a:gd name="connsiteX7357" fmla="*/ 1112792 w 9312201"/>
              <a:gd name="connsiteY7357" fmla="*/ 1725705 h 4927186"/>
              <a:gd name="connsiteX7358" fmla="*/ 1090972 w 9312201"/>
              <a:gd name="connsiteY7358" fmla="*/ 1703224 h 4927186"/>
              <a:gd name="connsiteX7359" fmla="*/ 1112792 w 9312201"/>
              <a:gd name="connsiteY7359" fmla="*/ 1680743 h 4927186"/>
              <a:gd name="connsiteX7360" fmla="*/ 1034765 w 9312201"/>
              <a:gd name="connsiteY7360" fmla="*/ 1680743 h 4927186"/>
              <a:gd name="connsiteX7361" fmla="*/ 1056586 w 9312201"/>
              <a:gd name="connsiteY7361" fmla="*/ 1703224 h 4927186"/>
              <a:gd name="connsiteX7362" fmla="*/ 1034765 w 9312201"/>
              <a:gd name="connsiteY7362" fmla="*/ 1725705 h 4927186"/>
              <a:gd name="connsiteX7363" fmla="*/ 1012950 w 9312201"/>
              <a:gd name="connsiteY7363" fmla="*/ 1703224 h 4927186"/>
              <a:gd name="connsiteX7364" fmla="*/ 1034765 w 9312201"/>
              <a:gd name="connsiteY7364" fmla="*/ 1680743 h 4927186"/>
              <a:gd name="connsiteX7365" fmla="*/ 21820 w 9312201"/>
              <a:gd name="connsiteY7365" fmla="*/ 1680743 h 4927186"/>
              <a:gd name="connsiteX7366" fmla="*/ 43640 w 9312201"/>
              <a:gd name="connsiteY7366" fmla="*/ 1703224 h 4927186"/>
              <a:gd name="connsiteX7367" fmla="*/ 21820 w 9312201"/>
              <a:gd name="connsiteY7367" fmla="*/ 1725705 h 4927186"/>
              <a:gd name="connsiteX7368" fmla="*/ 0 w 9312201"/>
              <a:gd name="connsiteY7368" fmla="*/ 1703224 h 4927186"/>
              <a:gd name="connsiteX7369" fmla="*/ 21820 w 9312201"/>
              <a:gd name="connsiteY7369" fmla="*/ 1680743 h 4927186"/>
              <a:gd name="connsiteX7370" fmla="*/ 8589520 w 9312201"/>
              <a:gd name="connsiteY7370" fmla="*/ 1602723 h 4927186"/>
              <a:gd name="connsiteX7371" fmla="*/ 8611340 w 9312201"/>
              <a:gd name="connsiteY7371" fmla="*/ 1624543 h 4927186"/>
              <a:gd name="connsiteX7372" fmla="*/ 8589520 w 9312201"/>
              <a:gd name="connsiteY7372" fmla="*/ 1646363 h 4927186"/>
              <a:gd name="connsiteX7373" fmla="*/ 8567700 w 9312201"/>
              <a:gd name="connsiteY7373" fmla="*/ 1624543 h 4927186"/>
              <a:gd name="connsiteX7374" fmla="*/ 8589520 w 9312201"/>
              <a:gd name="connsiteY7374" fmla="*/ 1602723 h 4927186"/>
              <a:gd name="connsiteX7375" fmla="*/ 8511500 w 9312201"/>
              <a:gd name="connsiteY7375" fmla="*/ 1602723 h 4927186"/>
              <a:gd name="connsiteX7376" fmla="*/ 8533320 w 9312201"/>
              <a:gd name="connsiteY7376" fmla="*/ 1624543 h 4927186"/>
              <a:gd name="connsiteX7377" fmla="*/ 8511500 w 9312201"/>
              <a:gd name="connsiteY7377" fmla="*/ 1646363 h 4927186"/>
              <a:gd name="connsiteX7378" fmla="*/ 8489680 w 9312201"/>
              <a:gd name="connsiteY7378" fmla="*/ 1624543 h 4927186"/>
              <a:gd name="connsiteX7379" fmla="*/ 8511500 w 9312201"/>
              <a:gd name="connsiteY7379" fmla="*/ 1602723 h 4927186"/>
              <a:gd name="connsiteX7380" fmla="*/ 8432818 w 9312201"/>
              <a:gd name="connsiteY7380" fmla="*/ 1602723 h 4927186"/>
              <a:gd name="connsiteX7381" fmla="*/ 8455299 w 9312201"/>
              <a:gd name="connsiteY7381" fmla="*/ 1624543 h 4927186"/>
              <a:gd name="connsiteX7382" fmla="*/ 8432818 w 9312201"/>
              <a:gd name="connsiteY7382" fmla="*/ 1646363 h 4927186"/>
              <a:gd name="connsiteX7383" fmla="*/ 8410337 w 9312201"/>
              <a:gd name="connsiteY7383" fmla="*/ 1624543 h 4927186"/>
              <a:gd name="connsiteX7384" fmla="*/ 8432818 w 9312201"/>
              <a:gd name="connsiteY7384" fmla="*/ 1602723 h 4927186"/>
              <a:gd name="connsiteX7385" fmla="*/ 8044700 w 9312201"/>
              <a:gd name="connsiteY7385" fmla="*/ 1602723 h 4927186"/>
              <a:gd name="connsiteX7386" fmla="*/ 8066520 w 9312201"/>
              <a:gd name="connsiteY7386" fmla="*/ 1624543 h 4927186"/>
              <a:gd name="connsiteX7387" fmla="*/ 8044700 w 9312201"/>
              <a:gd name="connsiteY7387" fmla="*/ 1646363 h 4927186"/>
              <a:gd name="connsiteX7388" fmla="*/ 8022880 w 9312201"/>
              <a:gd name="connsiteY7388" fmla="*/ 1624543 h 4927186"/>
              <a:gd name="connsiteX7389" fmla="*/ 8044700 w 9312201"/>
              <a:gd name="connsiteY7389" fmla="*/ 1602723 h 4927186"/>
              <a:gd name="connsiteX7390" fmla="*/ 7966679 w 9312201"/>
              <a:gd name="connsiteY7390" fmla="*/ 1602723 h 4927186"/>
              <a:gd name="connsiteX7391" fmla="*/ 7988499 w 9312201"/>
              <a:gd name="connsiteY7391" fmla="*/ 1624543 h 4927186"/>
              <a:gd name="connsiteX7392" fmla="*/ 7966679 w 9312201"/>
              <a:gd name="connsiteY7392" fmla="*/ 1646363 h 4927186"/>
              <a:gd name="connsiteX7393" fmla="*/ 7944859 w 9312201"/>
              <a:gd name="connsiteY7393" fmla="*/ 1624543 h 4927186"/>
              <a:gd name="connsiteX7394" fmla="*/ 7966679 w 9312201"/>
              <a:gd name="connsiteY7394" fmla="*/ 1602723 h 4927186"/>
              <a:gd name="connsiteX7395" fmla="*/ 7888658 w 9312201"/>
              <a:gd name="connsiteY7395" fmla="*/ 1602723 h 4927186"/>
              <a:gd name="connsiteX7396" fmla="*/ 7910478 w 9312201"/>
              <a:gd name="connsiteY7396" fmla="*/ 1624543 h 4927186"/>
              <a:gd name="connsiteX7397" fmla="*/ 7888658 w 9312201"/>
              <a:gd name="connsiteY7397" fmla="*/ 1646363 h 4927186"/>
              <a:gd name="connsiteX7398" fmla="*/ 7866838 w 9312201"/>
              <a:gd name="connsiteY7398" fmla="*/ 1624543 h 4927186"/>
              <a:gd name="connsiteX7399" fmla="*/ 7888658 w 9312201"/>
              <a:gd name="connsiteY7399" fmla="*/ 1602723 h 4927186"/>
              <a:gd name="connsiteX7400" fmla="*/ 7809316 w 9312201"/>
              <a:gd name="connsiteY7400" fmla="*/ 1602723 h 4927186"/>
              <a:gd name="connsiteX7401" fmla="*/ 7831136 w 9312201"/>
              <a:gd name="connsiteY7401" fmla="*/ 1624543 h 4927186"/>
              <a:gd name="connsiteX7402" fmla="*/ 7809316 w 9312201"/>
              <a:gd name="connsiteY7402" fmla="*/ 1646363 h 4927186"/>
              <a:gd name="connsiteX7403" fmla="*/ 7787496 w 9312201"/>
              <a:gd name="connsiteY7403" fmla="*/ 1624543 h 4927186"/>
              <a:gd name="connsiteX7404" fmla="*/ 7809316 w 9312201"/>
              <a:gd name="connsiteY7404" fmla="*/ 1602723 h 4927186"/>
              <a:gd name="connsiteX7405" fmla="*/ 7731957 w 9312201"/>
              <a:gd name="connsiteY7405" fmla="*/ 1602723 h 4927186"/>
              <a:gd name="connsiteX7406" fmla="*/ 7754438 w 9312201"/>
              <a:gd name="connsiteY7406" fmla="*/ 1624543 h 4927186"/>
              <a:gd name="connsiteX7407" fmla="*/ 7731957 w 9312201"/>
              <a:gd name="connsiteY7407" fmla="*/ 1646363 h 4927186"/>
              <a:gd name="connsiteX7408" fmla="*/ 7709476 w 9312201"/>
              <a:gd name="connsiteY7408" fmla="*/ 1624543 h 4927186"/>
              <a:gd name="connsiteX7409" fmla="*/ 7731957 w 9312201"/>
              <a:gd name="connsiteY7409" fmla="*/ 1602723 h 4927186"/>
              <a:gd name="connsiteX7410" fmla="*/ 7654597 w 9312201"/>
              <a:gd name="connsiteY7410" fmla="*/ 1602723 h 4927186"/>
              <a:gd name="connsiteX7411" fmla="*/ 7676417 w 9312201"/>
              <a:gd name="connsiteY7411" fmla="*/ 1624543 h 4927186"/>
              <a:gd name="connsiteX7412" fmla="*/ 7654597 w 9312201"/>
              <a:gd name="connsiteY7412" fmla="*/ 1646363 h 4927186"/>
              <a:gd name="connsiteX7413" fmla="*/ 7632777 w 9312201"/>
              <a:gd name="connsiteY7413" fmla="*/ 1624543 h 4927186"/>
              <a:gd name="connsiteX7414" fmla="*/ 7654597 w 9312201"/>
              <a:gd name="connsiteY7414" fmla="*/ 1602723 h 4927186"/>
              <a:gd name="connsiteX7415" fmla="*/ 7576577 w 9312201"/>
              <a:gd name="connsiteY7415" fmla="*/ 1602723 h 4927186"/>
              <a:gd name="connsiteX7416" fmla="*/ 7598397 w 9312201"/>
              <a:gd name="connsiteY7416" fmla="*/ 1624543 h 4927186"/>
              <a:gd name="connsiteX7417" fmla="*/ 7576577 w 9312201"/>
              <a:gd name="connsiteY7417" fmla="*/ 1646363 h 4927186"/>
              <a:gd name="connsiteX7418" fmla="*/ 7554757 w 9312201"/>
              <a:gd name="connsiteY7418" fmla="*/ 1624543 h 4927186"/>
              <a:gd name="connsiteX7419" fmla="*/ 7576577 w 9312201"/>
              <a:gd name="connsiteY7419" fmla="*/ 1602723 h 4927186"/>
              <a:gd name="connsiteX7420" fmla="*/ 7498556 w 9312201"/>
              <a:gd name="connsiteY7420" fmla="*/ 1602723 h 4927186"/>
              <a:gd name="connsiteX7421" fmla="*/ 7520376 w 9312201"/>
              <a:gd name="connsiteY7421" fmla="*/ 1624543 h 4927186"/>
              <a:gd name="connsiteX7422" fmla="*/ 7498556 w 9312201"/>
              <a:gd name="connsiteY7422" fmla="*/ 1646363 h 4927186"/>
              <a:gd name="connsiteX7423" fmla="*/ 7476736 w 9312201"/>
              <a:gd name="connsiteY7423" fmla="*/ 1624543 h 4927186"/>
              <a:gd name="connsiteX7424" fmla="*/ 7498556 w 9312201"/>
              <a:gd name="connsiteY7424" fmla="*/ 1602723 h 4927186"/>
              <a:gd name="connsiteX7425" fmla="*/ 7421198 w 9312201"/>
              <a:gd name="connsiteY7425" fmla="*/ 1602723 h 4927186"/>
              <a:gd name="connsiteX7426" fmla="*/ 7443679 w 9312201"/>
              <a:gd name="connsiteY7426" fmla="*/ 1624543 h 4927186"/>
              <a:gd name="connsiteX7427" fmla="*/ 7421198 w 9312201"/>
              <a:gd name="connsiteY7427" fmla="*/ 1646363 h 4927186"/>
              <a:gd name="connsiteX7428" fmla="*/ 7398717 w 9312201"/>
              <a:gd name="connsiteY7428" fmla="*/ 1624543 h 4927186"/>
              <a:gd name="connsiteX7429" fmla="*/ 7421198 w 9312201"/>
              <a:gd name="connsiteY7429" fmla="*/ 1602723 h 4927186"/>
              <a:gd name="connsiteX7430" fmla="*/ 7343838 w 9312201"/>
              <a:gd name="connsiteY7430" fmla="*/ 1602723 h 4927186"/>
              <a:gd name="connsiteX7431" fmla="*/ 7365658 w 9312201"/>
              <a:gd name="connsiteY7431" fmla="*/ 1624543 h 4927186"/>
              <a:gd name="connsiteX7432" fmla="*/ 7343838 w 9312201"/>
              <a:gd name="connsiteY7432" fmla="*/ 1646363 h 4927186"/>
              <a:gd name="connsiteX7433" fmla="*/ 7322018 w 9312201"/>
              <a:gd name="connsiteY7433" fmla="*/ 1624543 h 4927186"/>
              <a:gd name="connsiteX7434" fmla="*/ 7343838 w 9312201"/>
              <a:gd name="connsiteY7434" fmla="*/ 1602723 h 4927186"/>
              <a:gd name="connsiteX7435" fmla="*/ 7264495 w 9312201"/>
              <a:gd name="connsiteY7435" fmla="*/ 1602723 h 4927186"/>
              <a:gd name="connsiteX7436" fmla="*/ 7286315 w 9312201"/>
              <a:gd name="connsiteY7436" fmla="*/ 1624543 h 4927186"/>
              <a:gd name="connsiteX7437" fmla="*/ 7264495 w 9312201"/>
              <a:gd name="connsiteY7437" fmla="*/ 1646363 h 4927186"/>
              <a:gd name="connsiteX7438" fmla="*/ 7242675 w 9312201"/>
              <a:gd name="connsiteY7438" fmla="*/ 1624543 h 4927186"/>
              <a:gd name="connsiteX7439" fmla="*/ 7264495 w 9312201"/>
              <a:gd name="connsiteY7439" fmla="*/ 1602723 h 4927186"/>
              <a:gd name="connsiteX7440" fmla="*/ 7186475 w 9312201"/>
              <a:gd name="connsiteY7440" fmla="*/ 1602723 h 4927186"/>
              <a:gd name="connsiteX7441" fmla="*/ 7208295 w 9312201"/>
              <a:gd name="connsiteY7441" fmla="*/ 1624543 h 4927186"/>
              <a:gd name="connsiteX7442" fmla="*/ 7186475 w 9312201"/>
              <a:gd name="connsiteY7442" fmla="*/ 1646363 h 4927186"/>
              <a:gd name="connsiteX7443" fmla="*/ 7164655 w 9312201"/>
              <a:gd name="connsiteY7443" fmla="*/ 1624543 h 4927186"/>
              <a:gd name="connsiteX7444" fmla="*/ 7186475 w 9312201"/>
              <a:gd name="connsiteY7444" fmla="*/ 1602723 h 4927186"/>
              <a:gd name="connsiteX7445" fmla="*/ 7109116 w 9312201"/>
              <a:gd name="connsiteY7445" fmla="*/ 1602723 h 4927186"/>
              <a:gd name="connsiteX7446" fmla="*/ 7131597 w 9312201"/>
              <a:gd name="connsiteY7446" fmla="*/ 1624543 h 4927186"/>
              <a:gd name="connsiteX7447" fmla="*/ 7109116 w 9312201"/>
              <a:gd name="connsiteY7447" fmla="*/ 1646363 h 4927186"/>
              <a:gd name="connsiteX7448" fmla="*/ 7086635 w 9312201"/>
              <a:gd name="connsiteY7448" fmla="*/ 1624543 h 4927186"/>
              <a:gd name="connsiteX7449" fmla="*/ 7109116 w 9312201"/>
              <a:gd name="connsiteY7449" fmla="*/ 1602723 h 4927186"/>
              <a:gd name="connsiteX7450" fmla="*/ 7031757 w 9312201"/>
              <a:gd name="connsiteY7450" fmla="*/ 1602723 h 4927186"/>
              <a:gd name="connsiteX7451" fmla="*/ 7053577 w 9312201"/>
              <a:gd name="connsiteY7451" fmla="*/ 1624543 h 4927186"/>
              <a:gd name="connsiteX7452" fmla="*/ 7031757 w 9312201"/>
              <a:gd name="connsiteY7452" fmla="*/ 1646363 h 4927186"/>
              <a:gd name="connsiteX7453" fmla="*/ 7009937 w 9312201"/>
              <a:gd name="connsiteY7453" fmla="*/ 1624543 h 4927186"/>
              <a:gd name="connsiteX7454" fmla="*/ 7031757 w 9312201"/>
              <a:gd name="connsiteY7454" fmla="*/ 1602723 h 4927186"/>
              <a:gd name="connsiteX7455" fmla="*/ 6953736 w 9312201"/>
              <a:gd name="connsiteY7455" fmla="*/ 1602723 h 4927186"/>
              <a:gd name="connsiteX7456" fmla="*/ 6975556 w 9312201"/>
              <a:gd name="connsiteY7456" fmla="*/ 1624543 h 4927186"/>
              <a:gd name="connsiteX7457" fmla="*/ 6953736 w 9312201"/>
              <a:gd name="connsiteY7457" fmla="*/ 1646363 h 4927186"/>
              <a:gd name="connsiteX7458" fmla="*/ 6931916 w 9312201"/>
              <a:gd name="connsiteY7458" fmla="*/ 1624543 h 4927186"/>
              <a:gd name="connsiteX7459" fmla="*/ 6953736 w 9312201"/>
              <a:gd name="connsiteY7459" fmla="*/ 1602723 h 4927186"/>
              <a:gd name="connsiteX7460" fmla="*/ 6875716 w 9312201"/>
              <a:gd name="connsiteY7460" fmla="*/ 1602723 h 4927186"/>
              <a:gd name="connsiteX7461" fmla="*/ 6897536 w 9312201"/>
              <a:gd name="connsiteY7461" fmla="*/ 1624543 h 4927186"/>
              <a:gd name="connsiteX7462" fmla="*/ 6875716 w 9312201"/>
              <a:gd name="connsiteY7462" fmla="*/ 1646363 h 4927186"/>
              <a:gd name="connsiteX7463" fmla="*/ 6853896 w 9312201"/>
              <a:gd name="connsiteY7463" fmla="*/ 1624543 h 4927186"/>
              <a:gd name="connsiteX7464" fmla="*/ 6875716 w 9312201"/>
              <a:gd name="connsiteY7464" fmla="*/ 1602723 h 4927186"/>
              <a:gd name="connsiteX7465" fmla="*/ 6798356 w 9312201"/>
              <a:gd name="connsiteY7465" fmla="*/ 1602723 h 4927186"/>
              <a:gd name="connsiteX7466" fmla="*/ 6820837 w 9312201"/>
              <a:gd name="connsiteY7466" fmla="*/ 1624543 h 4927186"/>
              <a:gd name="connsiteX7467" fmla="*/ 6798356 w 9312201"/>
              <a:gd name="connsiteY7467" fmla="*/ 1646363 h 4927186"/>
              <a:gd name="connsiteX7468" fmla="*/ 6775875 w 9312201"/>
              <a:gd name="connsiteY7468" fmla="*/ 1624543 h 4927186"/>
              <a:gd name="connsiteX7469" fmla="*/ 6798356 w 9312201"/>
              <a:gd name="connsiteY7469" fmla="*/ 1602723 h 4927186"/>
              <a:gd name="connsiteX7470" fmla="*/ 6719675 w 9312201"/>
              <a:gd name="connsiteY7470" fmla="*/ 1602723 h 4927186"/>
              <a:gd name="connsiteX7471" fmla="*/ 6741495 w 9312201"/>
              <a:gd name="connsiteY7471" fmla="*/ 1624543 h 4927186"/>
              <a:gd name="connsiteX7472" fmla="*/ 6719675 w 9312201"/>
              <a:gd name="connsiteY7472" fmla="*/ 1646363 h 4927186"/>
              <a:gd name="connsiteX7473" fmla="*/ 6697855 w 9312201"/>
              <a:gd name="connsiteY7473" fmla="*/ 1624543 h 4927186"/>
              <a:gd name="connsiteX7474" fmla="*/ 6719675 w 9312201"/>
              <a:gd name="connsiteY7474" fmla="*/ 1602723 h 4927186"/>
              <a:gd name="connsiteX7475" fmla="*/ 6641655 w 9312201"/>
              <a:gd name="connsiteY7475" fmla="*/ 1602723 h 4927186"/>
              <a:gd name="connsiteX7476" fmla="*/ 6663475 w 9312201"/>
              <a:gd name="connsiteY7476" fmla="*/ 1624543 h 4927186"/>
              <a:gd name="connsiteX7477" fmla="*/ 6641655 w 9312201"/>
              <a:gd name="connsiteY7477" fmla="*/ 1646363 h 4927186"/>
              <a:gd name="connsiteX7478" fmla="*/ 6619835 w 9312201"/>
              <a:gd name="connsiteY7478" fmla="*/ 1624543 h 4927186"/>
              <a:gd name="connsiteX7479" fmla="*/ 6641655 w 9312201"/>
              <a:gd name="connsiteY7479" fmla="*/ 1602723 h 4927186"/>
              <a:gd name="connsiteX7480" fmla="*/ 6563634 w 9312201"/>
              <a:gd name="connsiteY7480" fmla="*/ 1602723 h 4927186"/>
              <a:gd name="connsiteX7481" fmla="*/ 6585454 w 9312201"/>
              <a:gd name="connsiteY7481" fmla="*/ 1624543 h 4927186"/>
              <a:gd name="connsiteX7482" fmla="*/ 6563634 w 9312201"/>
              <a:gd name="connsiteY7482" fmla="*/ 1646363 h 4927186"/>
              <a:gd name="connsiteX7483" fmla="*/ 6541814 w 9312201"/>
              <a:gd name="connsiteY7483" fmla="*/ 1624543 h 4927186"/>
              <a:gd name="connsiteX7484" fmla="*/ 6563634 w 9312201"/>
              <a:gd name="connsiteY7484" fmla="*/ 1602723 h 4927186"/>
              <a:gd name="connsiteX7485" fmla="*/ 6485613 w 9312201"/>
              <a:gd name="connsiteY7485" fmla="*/ 1602723 h 4927186"/>
              <a:gd name="connsiteX7486" fmla="*/ 6507433 w 9312201"/>
              <a:gd name="connsiteY7486" fmla="*/ 1624543 h 4927186"/>
              <a:gd name="connsiteX7487" fmla="*/ 6485613 w 9312201"/>
              <a:gd name="connsiteY7487" fmla="*/ 1646363 h 4927186"/>
              <a:gd name="connsiteX7488" fmla="*/ 6463793 w 9312201"/>
              <a:gd name="connsiteY7488" fmla="*/ 1624543 h 4927186"/>
              <a:gd name="connsiteX7489" fmla="*/ 6485613 w 9312201"/>
              <a:gd name="connsiteY7489" fmla="*/ 1602723 h 4927186"/>
              <a:gd name="connsiteX7490" fmla="*/ 6408916 w 9312201"/>
              <a:gd name="connsiteY7490" fmla="*/ 1602723 h 4927186"/>
              <a:gd name="connsiteX7491" fmla="*/ 6430736 w 9312201"/>
              <a:gd name="connsiteY7491" fmla="*/ 1624543 h 4927186"/>
              <a:gd name="connsiteX7492" fmla="*/ 6408916 w 9312201"/>
              <a:gd name="connsiteY7492" fmla="*/ 1646363 h 4927186"/>
              <a:gd name="connsiteX7493" fmla="*/ 6387096 w 9312201"/>
              <a:gd name="connsiteY7493" fmla="*/ 1624543 h 4927186"/>
              <a:gd name="connsiteX7494" fmla="*/ 6408916 w 9312201"/>
              <a:gd name="connsiteY7494" fmla="*/ 1602723 h 4927186"/>
              <a:gd name="connsiteX7495" fmla="*/ 6330896 w 9312201"/>
              <a:gd name="connsiteY7495" fmla="*/ 1602723 h 4927186"/>
              <a:gd name="connsiteX7496" fmla="*/ 6352716 w 9312201"/>
              <a:gd name="connsiteY7496" fmla="*/ 1624543 h 4927186"/>
              <a:gd name="connsiteX7497" fmla="*/ 6330896 w 9312201"/>
              <a:gd name="connsiteY7497" fmla="*/ 1646363 h 4927186"/>
              <a:gd name="connsiteX7498" fmla="*/ 6309076 w 9312201"/>
              <a:gd name="connsiteY7498" fmla="*/ 1624543 h 4927186"/>
              <a:gd name="connsiteX7499" fmla="*/ 6330896 w 9312201"/>
              <a:gd name="connsiteY7499" fmla="*/ 1602723 h 4927186"/>
              <a:gd name="connsiteX7500" fmla="*/ 6252875 w 9312201"/>
              <a:gd name="connsiteY7500" fmla="*/ 1602723 h 4927186"/>
              <a:gd name="connsiteX7501" fmla="*/ 6274695 w 9312201"/>
              <a:gd name="connsiteY7501" fmla="*/ 1624543 h 4927186"/>
              <a:gd name="connsiteX7502" fmla="*/ 6252875 w 9312201"/>
              <a:gd name="connsiteY7502" fmla="*/ 1646363 h 4927186"/>
              <a:gd name="connsiteX7503" fmla="*/ 6231055 w 9312201"/>
              <a:gd name="connsiteY7503" fmla="*/ 1624543 h 4927186"/>
              <a:gd name="connsiteX7504" fmla="*/ 6252875 w 9312201"/>
              <a:gd name="connsiteY7504" fmla="*/ 1602723 h 4927186"/>
              <a:gd name="connsiteX7505" fmla="*/ 6174854 w 9312201"/>
              <a:gd name="connsiteY7505" fmla="*/ 1602723 h 4927186"/>
              <a:gd name="connsiteX7506" fmla="*/ 6196674 w 9312201"/>
              <a:gd name="connsiteY7506" fmla="*/ 1624543 h 4927186"/>
              <a:gd name="connsiteX7507" fmla="*/ 6174854 w 9312201"/>
              <a:gd name="connsiteY7507" fmla="*/ 1646363 h 4927186"/>
              <a:gd name="connsiteX7508" fmla="*/ 6153034 w 9312201"/>
              <a:gd name="connsiteY7508" fmla="*/ 1624543 h 4927186"/>
              <a:gd name="connsiteX7509" fmla="*/ 6174854 w 9312201"/>
              <a:gd name="connsiteY7509" fmla="*/ 1602723 h 4927186"/>
              <a:gd name="connsiteX7510" fmla="*/ 6096834 w 9312201"/>
              <a:gd name="connsiteY7510" fmla="*/ 1602723 h 4927186"/>
              <a:gd name="connsiteX7511" fmla="*/ 6118654 w 9312201"/>
              <a:gd name="connsiteY7511" fmla="*/ 1624543 h 4927186"/>
              <a:gd name="connsiteX7512" fmla="*/ 6096834 w 9312201"/>
              <a:gd name="connsiteY7512" fmla="*/ 1646363 h 4927186"/>
              <a:gd name="connsiteX7513" fmla="*/ 6075014 w 9312201"/>
              <a:gd name="connsiteY7513" fmla="*/ 1624543 h 4927186"/>
              <a:gd name="connsiteX7514" fmla="*/ 6096834 w 9312201"/>
              <a:gd name="connsiteY7514" fmla="*/ 1602723 h 4927186"/>
              <a:gd name="connsiteX7515" fmla="*/ 6018814 w 9312201"/>
              <a:gd name="connsiteY7515" fmla="*/ 1602723 h 4927186"/>
              <a:gd name="connsiteX7516" fmla="*/ 6040634 w 9312201"/>
              <a:gd name="connsiteY7516" fmla="*/ 1624543 h 4927186"/>
              <a:gd name="connsiteX7517" fmla="*/ 6018814 w 9312201"/>
              <a:gd name="connsiteY7517" fmla="*/ 1646363 h 4927186"/>
              <a:gd name="connsiteX7518" fmla="*/ 5996994 w 9312201"/>
              <a:gd name="connsiteY7518" fmla="*/ 1624543 h 4927186"/>
              <a:gd name="connsiteX7519" fmla="*/ 6018814 w 9312201"/>
              <a:gd name="connsiteY7519" fmla="*/ 1602723 h 4927186"/>
              <a:gd name="connsiteX7520" fmla="*/ 5940793 w 9312201"/>
              <a:gd name="connsiteY7520" fmla="*/ 1602723 h 4927186"/>
              <a:gd name="connsiteX7521" fmla="*/ 5962613 w 9312201"/>
              <a:gd name="connsiteY7521" fmla="*/ 1624543 h 4927186"/>
              <a:gd name="connsiteX7522" fmla="*/ 5940793 w 9312201"/>
              <a:gd name="connsiteY7522" fmla="*/ 1646363 h 4927186"/>
              <a:gd name="connsiteX7523" fmla="*/ 5918973 w 9312201"/>
              <a:gd name="connsiteY7523" fmla="*/ 1624543 h 4927186"/>
              <a:gd name="connsiteX7524" fmla="*/ 5940793 w 9312201"/>
              <a:gd name="connsiteY7524" fmla="*/ 1602723 h 4927186"/>
              <a:gd name="connsiteX7525" fmla="*/ 5862773 w 9312201"/>
              <a:gd name="connsiteY7525" fmla="*/ 1602723 h 4927186"/>
              <a:gd name="connsiteX7526" fmla="*/ 5884593 w 9312201"/>
              <a:gd name="connsiteY7526" fmla="*/ 1624543 h 4927186"/>
              <a:gd name="connsiteX7527" fmla="*/ 5862773 w 9312201"/>
              <a:gd name="connsiteY7527" fmla="*/ 1646363 h 4927186"/>
              <a:gd name="connsiteX7528" fmla="*/ 5840953 w 9312201"/>
              <a:gd name="connsiteY7528" fmla="*/ 1624543 h 4927186"/>
              <a:gd name="connsiteX7529" fmla="*/ 5862773 w 9312201"/>
              <a:gd name="connsiteY7529" fmla="*/ 1602723 h 4927186"/>
              <a:gd name="connsiteX7530" fmla="*/ 5785413 w 9312201"/>
              <a:gd name="connsiteY7530" fmla="*/ 1602723 h 4927186"/>
              <a:gd name="connsiteX7531" fmla="*/ 5807894 w 9312201"/>
              <a:gd name="connsiteY7531" fmla="*/ 1624543 h 4927186"/>
              <a:gd name="connsiteX7532" fmla="*/ 5785413 w 9312201"/>
              <a:gd name="connsiteY7532" fmla="*/ 1646363 h 4927186"/>
              <a:gd name="connsiteX7533" fmla="*/ 5762932 w 9312201"/>
              <a:gd name="connsiteY7533" fmla="*/ 1624543 h 4927186"/>
              <a:gd name="connsiteX7534" fmla="*/ 5785413 w 9312201"/>
              <a:gd name="connsiteY7534" fmla="*/ 1602723 h 4927186"/>
              <a:gd name="connsiteX7535" fmla="*/ 5708054 w 9312201"/>
              <a:gd name="connsiteY7535" fmla="*/ 1602723 h 4927186"/>
              <a:gd name="connsiteX7536" fmla="*/ 5729874 w 9312201"/>
              <a:gd name="connsiteY7536" fmla="*/ 1624543 h 4927186"/>
              <a:gd name="connsiteX7537" fmla="*/ 5708054 w 9312201"/>
              <a:gd name="connsiteY7537" fmla="*/ 1646363 h 4927186"/>
              <a:gd name="connsiteX7538" fmla="*/ 5686234 w 9312201"/>
              <a:gd name="connsiteY7538" fmla="*/ 1624543 h 4927186"/>
              <a:gd name="connsiteX7539" fmla="*/ 5708054 w 9312201"/>
              <a:gd name="connsiteY7539" fmla="*/ 1602723 h 4927186"/>
              <a:gd name="connsiteX7540" fmla="*/ 5630034 w 9312201"/>
              <a:gd name="connsiteY7540" fmla="*/ 1602723 h 4927186"/>
              <a:gd name="connsiteX7541" fmla="*/ 5651854 w 9312201"/>
              <a:gd name="connsiteY7541" fmla="*/ 1624543 h 4927186"/>
              <a:gd name="connsiteX7542" fmla="*/ 5630034 w 9312201"/>
              <a:gd name="connsiteY7542" fmla="*/ 1646363 h 4927186"/>
              <a:gd name="connsiteX7543" fmla="*/ 5608214 w 9312201"/>
              <a:gd name="connsiteY7543" fmla="*/ 1624543 h 4927186"/>
              <a:gd name="connsiteX7544" fmla="*/ 5630034 w 9312201"/>
              <a:gd name="connsiteY7544" fmla="*/ 1602723 h 4927186"/>
              <a:gd name="connsiteX7545" fmla="*/ 5552013 w 9312201"/>
              <a:gd name="connsiteY7545" fmla="*/ 1602723 h 4927186"/>
              <a:gd name="connsiteX7546" fmla="*/ 5573833 w 9312201"/>
              <a:gd name="connsiteY7546" fmla="*/ 1624543 h 4927186"/>
              <a:gd name="connsiteX7547" fmla="*/ 5552013 w 9312201"/>
              <a:gd name="connsiteY7547" fmla="*/ 1646363 h 4927186"/>
              <a:gd name="connsiteX7548" fmla="*/ 5530193 w 9312201"/>
              <a:gd name="connsiteY7548" fmla="*/ 1624543 h 4927186"/>
              <a:gd name="connsiteX7549" fmla="*/ 5552013 w 9312201"/>
              <a:gd name="connsiteY7549" fmla="*/ 1602723 h 4927186"/>
              <a:gd name="connsiteX7550" fmla="*/ 5473331 w 9312201"/>
              <a:gd name="connsiteY7550" fmla="*/ 1602723 h 4927186"/>
              <a:gd name="connsiteX7551" fmla="*/ 5495812 w 9312201"/>
              <a:gd name="connsiteY7551" fmla="*/ 1624543 h 4927186"/>
              <a:gd name="connsiteX7552" fmla="*/ 5473331 w 9312201"/>
              <a:gd name="connsiteY7552" fmla="*/ 1646363 h 4927186"/>
              <a:gd name="connsiteX7553" fmla="*/ 5450850 w 9312201"/>
              <a:gd name="connsiteY7553" fmla="*/ 1624543 h 4927186"/>
              <a:gd name="connsiteX7554" fmla="*/ 5473331 w 9312201"/>
              <a:gd name="connsiteY7554" fmla="*/ 1602723 h 4927186"/>
              <a:gd name="connsiteX7555" fmla="*/ 5395972 w 9312201"/>
              <a:gd name="connsiteY7555" fmla="*/ 1602723 h 4927186"/>
              <a:gd name="connsiteX7556" fmla="*/ 5417792 w 9312201"/>
              <a:gd name="connsiteY7556" fmla="*/ 1624543 h 4927186"/>
              <a:gd name="connsiteX7557" fmla="*/ 5395972 w 9312201"/>
              <a:gd name="connsiteY7557" fmla="*/ 1646363 h 4927186"/>
              <a:gd name="connsiteX7558" fmla="*/ 5374152 w 9312201"/>
              <a:gd name="connsiteY7558" fmla="*/ 1624543 h 4927186"/>
              <a:gd name="connsiteX7559" fmla="*/ 5395972 w 9312201"/>
              <a:gd name="connsiteY7559" fmla="*/ 1602723 h 4927186"/>
              <a:gd name="connsiteX7560" fmla="*/ 5317953 w 9312201"/>
              <a:gd name="connsiteY7560" fmla="*/ 1602723 h 4927186"/>
              <a:gd name="connsiteX7561" fmla="*/ 5339773 w 9312201"/>
              <a:gd name="connsiteY7561" fmla="*/ 1624543 h 4927186"/>
              <a:gd name="connsiteX7562" fmla="*/ 5317953 w 9312201"/>
              <a:gd name="connsiteY7562" fmla="*/ 1646363 h 4927186"/>
              <a:gd name="connsiteX7563" fmla="*/ 5296133 w 9312201"/>
              <a:gd name="connsiteY7563" fmla="*/ 1624543 h 4927186"/>
              <a:gd name="connsiteX7564" fmla="*/ 5317953 w 9312201"/>
              <a:gd name="connsiteY7564" fmla="*/ 1602723 h 4927186"/>
              <a:gd name="connsiteX7565" fmla="*/ 5239932 w 9312201"/>
              <a:gd name="connsiteY7565" fmla="*/ 1602723 h 4927186"/>
              <a:gd name="connsiteX7566" fmla="*/ 5261752 w 9312201"/>
              <a:gd name="connsiteY7566" fmla="*/ 1624543 h 4927186"/>
              <a:gd name="connsiteX7567" fmla="*/ 5239932 w 9312201"/>
              <a:gd name="connsiteY7567" fmla="*/ 1646363 h 4927186"/>
              <a:gd name="connsiteX7568" fmla="*/ 5218112 w 9312201"/>
              <a:gd name="connsiteY7568" fmla="*/ 1624543 h 4927186"/>
              <a:gd name="connsiteX7569" fmla="*/ 5239932 w 9312201"/>
              <a:gd name="connsiteY7569" fmla="*/ 1602723 h 4927186"/>
              <a:gd name="connsiteX7570" fmla="*/ 5162572 w 9312201"/>
              <a:gd name="connsiteY7570" fmla="*/ 1602723 h 4927186"/>
              <a:gd name="connsiteX7571" fmla="*/ 5185053 w 9312201"/>
              <a:gd name="connsiteY7571" fmla="*/ 1624543 h 4927186"/>
              <a:gd name="connsiteX7572" fmla="*/ 5162572 w 9312201"/>
              <a:gd name="connsiteY7572" fmla="*/ 1646363 h 4927186"/>
              <a:gd name="connsiteX7573" fmla="*/ 5140091 w 9312201"/>
              <a:gd name="connsiteY7573" fmla="*/ 1624543 h 4927186"/>
              <a:gd name="connsiteX7574" fmla="*/ 5162572 w 9312201"/>
              <a:gd name="connsiteY7574" fmla="*/ 1602723 h 4927186"/>
              <a:gd name="connsiteX7575" fmla="*/ 5085212 w 9312201"/>
              <a:gd name="connsiteY7575" fmla="*/ 1602723 h 4927186"/>
              <a:gd name="connsiteX7576" fmla="*/ 5107032 w 9312201"/>
              <a:gd name="connsiteY7576" fmla="*/ 1624543 h 4927186"/>
              <a:gd name="connsiteX7577" fmla="*/ 5085212 w 9312201"/>
              <a:gd name="connsiteY7577" fmla="*/ 1646363 h 4927186"/>
              <a:gd name="connsiteX7578" fmla="*/ 5063392 w 9312201"/>
              <a:gd name="connsiteY7578" fmla="*/ 1624543 h 4927186"/>
              <a:gd name="connsiteX7579" fmla="*/ 5085212 w 9312201"/>
              <a:gd name="connsiteY7579" fmla="*/ 1602723 h 4927186"/>
              <a:gd name="connsiteX7580" fmla="*/ 5007193 w 9312201"/>
              <a:gd name="connsiteY7580" fmla="*/ 1602723 h 4927186"/>
              <a:gd name="connsiteX7581" fmla="*/ 5029013 w 9312201"/>
              <a:gd name="connsiteY7581" fmla="*/ 1624543 h 4927186"/>
              <a:gd name="connsiteX7582" fmla="*/ 5007193 w 9312201"/>
              <a:gd name="connsiteY7582" fmla="*/ 1646363 h 4927186"/>
              <a:gd name="connsiteX7583" fmla="*/ 4985373 w 9312201"/>
              <a:gd name="connsiteY7583" fmla="*/ 1624543 h 4927186"/>
              <a:gd name="connsiteX7584" fmla="*/ 5007193 w 9312201"/>
              <a:gd name="connsiteY7584" fmla="*/ 1602723 h 4927186"/>
              <a:gd name="connsiteX7585" fmla="*/ 4928511 w 9312201"/>
              <a:gd name="connsiteY7585" fmla="*/ 1602723 h 4927186"/>
              <a:gd name="connsiteX7586" fmla="*/ 4950992 w 9312201"/>
              <a:gd name="connsiteY7586" fmla="*/ 1624543 h 4927186"/>
              <a:gd name="connsiteX7587" fmla="*/ 4928511 w 9312201"/>
              <a:gd name="connsiteY7587" fmla="*/ 1646363 h 4927186"/>
              <a:gd name="connsiteX7588" fmla="*/ 4906030 w 9312201"/>
              <a:gd name="connsiteY7588" fmla="*/ 1624543 h 4927186"/>
              <a:gd name="connsiteX7589" fmla="*/ 4928511 w 9312201"/>
              <a:gd name="connsiteY7589" fmla="*/ 1602723 h 4927186"/>
              <a:gd name="connsiteX7590" fmla="*/ 4850490 w 9312201"/>
              <a:gd name="connsiteY7590" fmla="*/ 1602723 h 4927186"/>
              <a:gd name="connsiteX7591" fmla="*/ 4872971 w 9312201"/>
              <a:gd name="connsiteY7591" fmla="*/ 1624543 h 4927186"/>
              <a:gd name="connsiteX7592" fmla="*/ 4850490 w 9312201"/>
              <a:gd name="connsiteY7592" fmla="*/ 1646363 h 4927186"/>
              <a:gd name="connsiteX7593" fmla="*/ 4828009 w 9312201"/>
              <a:gd name="connsiteY7593" fmla="*/ 1624543 h 4927186"/>
              <a:gd name="connsiteX7594" fmla="*/ 4850490 w 9312201"/>
              <a:gd name="connsiteY7594" fmla="*/ 1602723 h 4927186"/>
              <a:gd name="connsiteX7595" fmla="*/ 4773132 w 9312201"/>
              <a:gd name="connsiteY7595" fmla="*/ 1602723 h 4927186"/>
              <a:gd name="connsiteX7596" fmla="*/ 4794952 w 9312201"/>
              <a:gd name="connsiteY7596" fmla="*/ 1624543 h 4927186"/>
              <a:gd name="connsiteX7597" fmla="*/ 4773132 w 9312201"/>
              <a:gd name="connsiteY7597" fmla="*/ 1646363 h 4927186"/>
              <a:gd name="connsiteX7598" fmla="*/ 4751312 w 9312201"/>
              <a:gd name="connsiteY7598" fmla="*/ 1624543 h 4927186"/>
              <a:gd name="connsiteX7599" fmla="*/ 4773132 w 9312201"/>
              <a:gd name="connsiteY7599" fmla="*/ 1602723 h 4927186"/>
              <a:gd name="connsiteX7600" fmla="*/ 4695111 w 9312201"/>
              <a:gd name="connsiteY7600" fmla="*/ 1602723 h 4927186"/>
              <a:gd name="connsiteX7601" fmla="*/ 4716931 w 9312201"/>
              <a:gd name="connsiteY7601" fmla="*/ 1624543 h 4927186"/>
              <a:gd name="connsiteX7602" fmla="*/ 4695111 w 9312201"/>
              <a:gd name="connsiteY7602" fmla="*/ 1646363 h 4927186"/>
              <a:gd name="connsiteX7603" fmla="*/ 4673291 w 9312201"/>
              <a:gd name="connsiteY7603" fmla="*/ 1624543 h 4927186"/>
              <a:gd name="connsiteX7604" fmla="*/ 4695111 w 9312201"/>
              <a:gd name="connsiteY7604" fmla="*/ 1602723 h 4927186"/>
              <a:gd name="connsiteX7605" fmla="*/ 4617091 w 9312201"/>
              <a:gd name="connsiteY7605" fmla="*/ 1602723 h 4927186"/>
              <a:gd name="connsiteX7606" fmla="*/ 4638911 w 9312201"/>
              <a:gd name="connsiteY7606" fmla="*/ 1624543 h 4927186"/>
              <a:gd name="connsiteX7607" fmla="*/ 4617091 w 9312201"/>
              <a:gd name="connsiteY7607" fmla="*/ 1646363 h 4927186"/>
              <a:gd name="connsiteX7608" fmla="*/ 4595271 w 9312201"/>
              <a:gd name="connsiteY7608" fmla="*/ 1624543 h 4927186"/>
              <a:gd name="connsiteX7609" fmla="*/ 4617091 w 9312201"/>
              <a:gd name="connsiteY7609" fmla="*/ 1602723 h 4927186"/>
              <a:gd name="connsiteX7610" fmla="*/ 2826588 w 9312201"/>
              <a:gd name="connsiteY7610" fmla="*/ 1602723 h 4927186"/>
              <a:gd name="connsiteX7611" fmla="*/ 2848408 w 9312201"/>
              <a:gd name="connsiteY7611" fmla="*/ 1624543 h 4927186"/>
              <a:gd name="connsiteX7612" fmla="*/ 2826588 w 9312201"/>
              <a:gd name="connsiteY7612" fmla="*/ 1646363 h 4927186"/>
              <a:gd name="connsiteX7613" fmla="*/ 2804768 w 9312201"/>
              <a:gd name="connsiteY7613" fmla="*/ 1624543 h 4927186"/>
              <a:gd name="connsiteX7614" fmla="*/ 2826588 w 9312201"/>
              <a:gd name="connsiteY7614" fmla="*/ 1602723 h 4927186"/>
              <a:gd name="connsiteX7615" fmla="*/ 2748567 w 9312201"/>
              <a:gd name="connsiteY7615" fmla="*/ 1602723 h 4927186"/>
              <a:gd name="connsiteX7616" fmla="*/ 2770387 w 9312201"/>
              <a:gd name="connsiteY7616" fmla="*/ 1624543 h 4927186"/>
              <a:gd name="connsiteX7617" fmla="*/ 2748567 w 9312201"/>
              <a:gd name="connsiteY7617" fmla="*/ 1646363 h 4927186"/>
              <a:gd name="connsiteX7618" fmla="*/ 2726747 w 9312201"/>
              <a:gd name="connsiteY7618" fmla="*/ 1624543 h 4927186"/>
              <a:gd name="connsiteX7619" fmla="*/ 2748567 w 9312201"/>
              <a:gd name="connsiteY7619" fmla="*/ 1602723 h 4927186"/>
              <a:gd name="connsiteX7620" fmla="*/ 2670547 w 9312201"/>
              <a:gd name="connsiteY7620" fmla="*/ 1602723 h 4927186"/>
              <a:gd name="connsiteX7621" fmla="*/ 2692367 w 9312201"/>
              <a:gd name="connsiteY7621" fmla="*/ 1624543 h 4927186"/>
              <a:gd name="connsiteX7622" fmla="*/ 2670547 w 9312201"/>
              <a:gd name="connsiteY7622" fmla="*/ 1646363 h 4927186"/>
              <a:gd name="connsiteX7623" fmla="*/ 2648727 w 9312201"/>
              <a:gd name="connsiteY7623" fmla="*/ 1624543 h 4927186"/>
              <a:gd name="connsiteX7624" fmla="*/ 2670547 w 9312201"/>
              <a:gd name="connsiteY7624" fmla="*/ 1602723 h 4927186"/>
              <a:gd name="connsiteX7625" fmla="*/ 2592527 w 9312201"/>
              <a:gd name="connsiteY7625" fmla="*/ 1602723 h 4927186"/>
              <a:gd name="connsiteX7626" fmla="*/ 2614347 w 9312201"/>
              <a:gd name="connsiteY7626" fmla="*/ 1624543 h 4927186"/>
              <a:gd name="connsiteX7627" fmla="*/ 2592527 w 9312201"/>
              <a:gd name="connsiteY7627" fmla="*/ 1646363 h 4927186"/>
              <a:gd name="connsiteX7628" fmla="*/ 2570707 w 9312201"/>
              <a:gd name="connsiteY7628" fmla="*/ 1624543 h 4927186"/>
              <a:gd name="connsiteX7629" fmla="*/ 2592527 w 9312201"/>
              <a:gd name="connsiteY7629" fmla="*/ 1602723 h 4927186"/>
              <a:gd name="connsiteX7630" fmla="*/ 2513845 w 9312201"/>
              <a:gd name="connsiteY7630" fmla="*/ 1602723 h 4927186"/>
              <a:gd name="connsiteX7631" fmla="*/ 2536326 w 9312201"/>
              <a:gd name="connsiteY7631" fmla="*/ 1624543 h 4927186"/>
              <a:gd name="connsiteX7632" fmla="*/ 2513845 w 9312201"/>
              <a:gd name="connsiteY7632" fmla="*/ 1646363 h 4927186"/>
              <a:gd name="connsiteX7633" fmla="*/ 2491364 w 9312201"/>
              <a:gd name="connsiteY7633" fmla="*/ 1624543 h 4927186"/>
              <a:gd name="connsiteX7634" fmla="*/ 2513845 w 9312201"/>
              <a:gd name="connsiteY7634" fmla="*/ 1602723 h 4927186"/>
              <a:gd name="connsiteX7635" fmla="*/ 2436486 w 9312201"/>
              <a:gd name="connsiteY7635" fmla="*/ 1602723 h 4927186"/>
              <a:gd name="connsiteX7636" fmla="*/ 2458306 w 9312201"/>
              <a:gd name="connsiteY7636" fmla="*/ 1624543 h 4927186"/>
              <a:gd name="connsiteX7637" fmla="*/ 2436486 w 9312201"/>
              <a:gd name="connsiteY7637" fmla="*/ 1646363 h 4927186"/>
              <a:gd name="connsiteX7638" fmla="*/ 2414666 w 9312201"/>
              <a:gd name="connsiteY7638" fmla="*/ 1624543 h 4927186"/>
              <a:gd name="connsiteX7639" fmla="*/ 2436486 w 9312201"/>
              <a:gd name="connsiteY7639" fmla="*/ 1602723 h 4927186"/>
              <a:gd name="connsiteX7640" fmla="*/ 2358465 w 9312201"/>
              <a:gd name="connsiteY7640" fmla="*/ 1602723 h 4927186"/>
              <a:gd name="connsiteX7641" fmla="*/ 2380285 w 9312201"/>
              <a:gd name="connsiteY7641" fmla="*/ 1624543 h 4927186"/>
              <a:gd name="connsiteX7642" fmla="*/ 2358465 w 9312201"/>
              <a:gd name="connsiteY7642" fmla="*/ 1646363 h 4927186"/>
              <a:gd name="connsiteX7643" fmla="*/ 2336645 w 9312201"/>
              <a:gd name="connsiteY7643" fmla="*/ 1624543 h 4927186"/>
              <a:gd name="connsiteX7644" fmla="*/ 2358465 w 9312201"/>
              <a:gd name="connsiteY7644" fmla="*/ 1602723 h 4927186"/>
              <a:gd name="connsiteX7645" fmla="*/ 2203086 w 9312201"/>
              <a:gd name="connsiteY7645" fmla="*/ 1602723 h 4927186"/>
              <a:gd name="connsiteX7646" fmla="*/ 2225567 w 9312201"/>
              <a:gd name="connsiteY7646" fmla="*/ 1624543 h 4927186"/>
              <a:gd name="connsiteX7647" fmla="*/ 2203086 w 9312201"/>
              <a:gd name="connsiteY7647" fmla="*/ 1646363 h 4927186"/>
              <a:gd name="connsiteX7648" fmla="*/ 2180605 w 9312201"/>
              <a:gd name="connsiteY7648" fmla="*/ 1624543 h 4927186"/>
              <a:gd name="connsiteX7649" fmla="*/ 2203086 w 9312201"/>
              <a:gd name="connsiteY7649" fmla="*/ 1602723 h 4927186"/>
              <a:gd name="connsiteX7650" fmla="*/ 2125727 w 9312201"/>
              <a:gd name="connsiteY7650" fmla="*/ 1602723 h 4927186"/>
              <a:gd name="connsiteX7651" fmla="*/ 2147547 w 9312201"/>
              <a:gd name="connsiteY7651" fmla="*/ 1624543 h 4927186"/>
              <a:gd name="connsiteX7652" fmla="*/ 2125727 w 9312201"/>
              <a:gd name="connsiteY7652" fmla="*/ 1646363 h 4927186"/>
              <a:gd name="connsiteX7653" fmla="*/ 2103907 w 9312201"/>
              <a:gd name="connsiteY7653" fmla="*/ 1624543 h 4927186"/>
              <a:gd name="connsiteX7654" fmla="*/ 2125727 w 9312201"/>
              <a:gd name="connsiteY7654" fmla="*/ 1602723 h 4927186"/>
              <a:gd name="connsiteX7655" fmla="*/ 2047706 w 9312201"/>
              <a:gd name="connsiteY7655" fmla="*/ 1602723 h 4927186"/>
              <a:gd name="connsiteX7656" fmla="*/ 2069526 w 9312201"/>
              <a:gd name="connsiteY7656" fmla="*/ 1624543 h 4927186"/>
              <a:gd name="connsiteX7657" fmla="*/ 2047706 w 9312201"/>
              <a:gd name="connsiteY7657" fmla="*/ 1646363 h 4927186"/>
              <a:gd name="connsiteX7658" fmla="*/ 2025886 w 9312201"/>
              <a:gd name="connsiteY7658" fmla="*/ 1624543 h 4927186"/>
              <a:gd name="connsiteX7659" fmla="*/ 2047706 w 9312201"/>
              <a:gd name="connsiteY7659" fmla="*/ 1602723 h 4927186"/>
              <a:gd name="connsiteX7660" fmla="*/ 1968363 w 9312201"/>
              <a:gd name="connsiteY7660" fmla="*/ 1602723 h 4927186"/>
              <a:gd name="connsiteX7661" fmla="*/ 1990183 w 9312201"/>
              <a:gd name="connsiteY7661" fmla="*/ 1624543 h 4927186"/>
              <a:gd name="connsiteX7662" fmla="*/ 1968363 w 9312201"/>
              <a:gd name="connsiteY7662" fmla="*/ 1646363 h 4927186"/>
              <a:gd name="connsiteX7663" fmla="*/ 1946543 w 9312201"/>
              <a:gd name="connsiteY7663" fmla="*/ 1624543 h 4927186"/>
              <a:gd name="connsiteX7664" fmla="*/ 1968363 w 9312201"/>
              <a:gd name="connsiteY7664" fmla="*/ 1602723 h 4927186"/>
              <a:gd name="connsiteX7665" fmla="*/ 1891011 w 9312201"/>
              <a:gd name="connsiteY7665" fmla="*/ 1602723 h 4927186"/>
              <a:gd name="connsiteX7666" fmla="*/ 1913495 w 9312201"/>
              <a:gd name="connsiteY7666" fmla="*/ 1624543 h 4927186"/>
              <a:gd name="connsiteX7667" fmla="*/ 1891011 w 9312201"/>
              <a:gd name="connsiteY7667" fmla="*/ 1646363 h 4927186"/>
              <a:gd name="connsiteX7668" fmla="*/ 1868529 w 9312201"/>
              <a:gd name="connsiteY7668" fmla="*/ 1624543 h 4927186"/>
              <a:gd name="connsiteX7669" fmla="*/ 1891011 w 9312201"/>
              <a:gd name="connsiteY7669" fmla="*/ 1602723 h 4927186"/>
              <a:gd name="connsiteX7670" fmla="*/ 1813657 w 9312201"/>
              <a:gd name="connsiteY7670" fmla="*/ 1602723 h 4927186"/>
              <a:gd name="connsiteX7671" fmla="*/ 1835474 w 9312201"/>
              <a:gd name="connsiteY7671" fmla="*/ 1624543 h 4927186"/>
              <a:gd name="connsiteX7672" fmla="*/ 1813657 w 9312201"/>
              <a:gd name="connsiteY7672" fmla="*/ 1646363 h 4927186"/>
              <a:gd name="connsiteX7673" fmla="*/ 1791833 w 9312201"/>
              <a:gd name="connsiteY7673" fmla="*/ 1624543 h 4927186"/>
              <a:gd name="connsiteX7674" fmla="*/ 1813657 w 9312201"/>
              <a:gd name="connsiteY7674" fmla="*/ 1602723 h 4927186"/>
              <a:gd name="connsiteX7675" fmla="*/ 1735633 w 9312201"/>
              <a:gd name="connsiteY7675" fmla="*/ 1602723 h 4927186"/>
              <a:gd name="connsiteX7676" fmla="*/ 1757457 w 9312201"/>
              <a:gd name="connsiteY7676" fmla="*/ 1624543 h 4927186"/>
              <a:gd name="connsiteX7677" fmla="*/ 1735633 w 9312201"/>
              <a:gd name="connsiteY7677" fmla="*/ 1646363 h 4927186"/>
              <a:gd name="connsiteX7678" fmla="*/ 1713819 w 9312201"/>
              <a:gd name="connsiteY7678" fmla="*/ 1624543 h 4927186"/>
              <a:gd name="connsiteX7679" fmla="*/ 1735633 w 9312201"/>
              <a:gd name="connsiteY7679" fmla="*/ 1602723 h 4927186"/>
              <a:gd name="connsiteX7680" fmla="*/ 1657611 w 9312201"/>
              <a:gd name="connsiteY7680" fmla="*/ 1602723 h 4927186"/>
              <a:gd name="connsiteX7681" fmla="*/ 1679436 w 9312201"/>
              <a:gd name="connsiteY7681" fmla="*/ 1624543 h 4927186"/>
              <a:gd name="connsiteX7682" fmla="*/ 1657611 w 9312201"/>
              <a:gd name="connsiteY7682" fmla="*/ 1646363 h 4927186"/>
              <a:gd name="connsiteX7683" fmla="*/ 1635796 w 9312201"/>
              <a:gd name="connsiteY7683" fmla="*/ 1624543 h 4927186"/>
              <a:gd name="connsiteX7684" fmla="*/ 1657611 w 9312201"/>
              <a:gd name="connsiteY7684" fmla="*/ 1602723 h 4927186"/>
              <a:gd name="connsiteX7685" fmla="*/ 1580257 w 9312201"/>
              <a:gd name="connsiteY7685" fmla="*/ 1602723 h 4927186"/>
              <a:gd name="connsiteX7686" fmla="*/ 1602734 w 9312201"/>
              <a:gd name="connsiteY7686" fmla="*/ 1624543 h 4927186"/>
              <a:gd name="connsiteX7687" fmla="*/ 1580257 w 9312201"/>
              <a:gd name="connsiteY7687" fmla="*/ 1646363 h 4927186"/>
              <a:gd name="connsiteX7688" fmla="*/ 1557771 w 9312201"/>
              <a:gd name="connsiteY7688" fmla="*/ 1624543 h 4927186"/>
              <a:gd name="connsiteX7689" fmla="*/ 1580257 w 9312201"/>
              <a:gd name="connsiteY7689" fmla="*/ 1602723 h 4927186"/>
              <a:gd name="connsiteX7690" fmla="*/ 1502899 w 9312201"/>
              <a:gd name="connsiteY7690" fmla="*/ 1602723 h 4927186"/>
              <a:gd name="connsiteX7691" fmla="*/ 1524717 w 9312201"/>
              <a:gd name="connsiteY7691" fmla="*/ 1624543 h 4927186"/>
              <a:gd name="connsiteX7692" fmla="*/ 1502899 w 9312201"/>
              <a:gd name="connsiteY7692" fmla="*/ 1646363 h 4927186"/>
              <a:gd name="connsiteX7693" fmla="*/ 1481077 w 9312201"/>
              <a:gd name="connsiteY7693" fmla="*/ 1624543 h 4927186"/>
              <a:gd name="connsiteX7694" fmla="*/ 1502899 w 9312201"/>
              <a:gd name="connsiteY7694" fmla="*/ 1602723 h 4927186"/>
              <a:gd name="connsiteX7695" fmla="*/ 1424212 w 9312201"/>
              <a:gd name="connsiteY7695" fmla="*/ 1602723 h 4927186"/>
              <a:gd name="connsiteX7696" fmla="*/ 1446695 w 9312201"/>
              <a:gd name="connsiteY7696" fmla="*/ 1624543 h 4927186"/>
              <a:gd name="connsiteX7697" fmla="*/ 1424212 w 9312201"/>
              <a:gd name="connsiteY7697" fmla="*/ 1646363 h 4927186"/>
              <a:gd name="connsiteX7698" fmla="*/ 1401732 w 9312201"/>
              <a:gd name="connsiteY7698" fmla="*/ 1624543 h 4927186"/>
              <a:gd name="connsiteX7699" fmla="*/ 1424212 w 9312201"/>
              <a:gd name="connsiteY7699" fmla="*/ 1602723 h 4927186"/>
              <a:gd name="connsiteX7700" fmla="*/ 1345530 w 9312201"/>
              <a:gd name="connsiteY7700" fmla="*/ 1602723 h 4927186"/>
              <a:gd name="connsiteX7701" fmla="*/ 1367350 w 9312201"/>
              <a:gd name="connsiteY7701" fmla="*/ 1624543 h 4927186"/>
              <a:gd name="connsiteX7702" fmla="*/ 1345530 w 9312201"/>
              <a:gd name="connsiteY7702" fmla="*/ 1646363 h 4927186"/>
              <a:gd name="connsiteX7703" fmla="*/ 1323709 w 9312201"/>
              <a:gd name="connsiteY7703" fmla="*/ 1624543 h 4927186"/>
              <a:gd name="connsiteX7704" fmla="*/ 1345530 w 9312201"/>
              <a:gd name="connsiteY7704" fmla="*/ 1602723 h 4927186"/>
              <a:gd name="connsiteX7705" fmla="*/ 1268169 w 9312201"/>
              <a:gd name="connsiteY7705" fmla="*/ 1602723 h 4927186"/>
              <a:gd name="connsiteX7706" fmla="*/ 1290660 w 9312201"/>
              <a:gd name="connsiteY7706" fmla="*/ 1624543 h 4927186"/>
              <a:gd name="connsiteX7707" fmla="*/ 1268169 w 9312201"/>
              <a:gd name="connsiteY7707" fmla="*/ 1646363 h 4927186"/>
              <a:gd name="connsiteX7708" fmla="*/ 1245691 w 9312201"/>
              <a:gd name="connsiteY7708" fmla="*/ 1624543 h 4927186"/>
              <a:gd name="connsiteX7709" fmla="*/ 1268169 w 9312201"/>
              <a:gd name="connsiteY7709" fmla="*/ 1602723 h 4927186"/>
              <a:gd name="connsiteX7710" fmla="*/ 1190817 w 9312201"/>
              <a:gd name="connsiteY7710" fmla="*/ 1602723 h 4927186"/>
              <a:gd name="connsiteX7711" fmla="*/ 1212636 w 9312201"/>
              <a:gd name="connsiteY7711" fmla="*/ 1624543 h 4927186"/>
              <a:gd name="connsiteX7712" fmla="*/ 1190817 w 9312201"/>
              <a:gd name="connsiteY7712" fmla="*/ 1646363 h 4927186"/>
              <a:gd name="connsiteX7713" fmla="*/ 1168996 w 9312201"/>
              <a:gd name="connsiteY7713" fmla="*/ 1624543 h 4927186"/>
              <a:gd name="connsiteX7714" fmla="*/ 1190817 w 9312201"/>
              <a:gd name="connsiteY7714" fmla="*/ 1602723 h 4927186"/>
              <a:gd name="connsiteX7715" fmla="*/ 1112792 w 9312201"/>
              <a:gd name="connsiteY7715" fmla="*/ 1602723 h 4927186"/>
              <a:gd name="connsiteX7716" fmla="*/ 1134608 w 9312201"/>
              <a:gd name="connsiteY7716" fmla="*/ 1624543 h 4927186"/>
              <a:gd name="connsiteX7717" fmla="*/ 1112792 w 9312201"/>
              <a:gd name="connsiteY7717" fmla="*/ 1646363 h 4927186"/>
              <a:gd name="connsiteX7718" fmla="*/ 1090972 w 9312201"/>
              <a:gd name="connsiteY7718" fmla="*/ 1624543 h 4927186"/>
              <a:gd name="connsiteX7719" fmla="*/ 1112792 w 9312201"/>
              <a:gd name="connsiteY7719" fmla="*/ 1602723 h 4927186"/>
              <a:gd name="connsiteX7720" fmla="*/ 1034768 w 9312201"/>
              <a:gd name="connsiteY7720" fmla="*/ 1602723 h 4927186"/>
              <a:gd name="connsiteX7721" fmla="*/ 1056586 w 9312201"/>
              <a:gd name="connsiteY7721" fmla="*/ 1624543 h 4927186"/>
              <a:gd name="connsiteX7722" fmla="*/ 1034768 w 9312201"/>
              <a:gd name="connsiteY7722" fmla="*/ 1646363 h 4927186"/>
              <a:gd name="connsiteX7723" fmla="*/ 1012952 w 9312201"/>
              <a:gd name="connsiteY7723" fmla="*/ 1624543 h 4927186"/>
              <a:gd name="connsiteX7724" fmla="*/ 1034768 w 9312201"/>
              <a:gd name="connsiteY7724" fmla="*/ 1602723 h 4927186"/>
              <a:gd name="connsiteX7725" fmla="*/ 956746 w 9312201"/>
              <a:gd name="connsiteY7725" fmla="*/ 1602723 h 4927186"/>
              <a:gd name="connsiteX7726" fmla="*/ 978570 w 9312201"/>
              <a:gd name="connsiteY7726" fmla="*/ 1624543 h 4927186"/>
              <a:gd name="connsiteX7727" fmla="*/ 956746 w 9312201"/>
              <a:gd name="connsiteY7727" fmla="*/ 1646363 h 4927186"/>
              <a:gd name="connsiteX7728" fmla="*/ 934926 w 9312201"/>
              <a:gd name="connsiteY7728" fmla="*/ 1624543 h 4927186"/>
              <a:gd name="connsiteX7729" fmla="*/ 956746 w 9312201"/>
              <a:gd name="connsiteY7729" fmla="*/ 1602723 h 4927186"/>
              <a:gd name="connsiteX7730" fmla="*/ 880048 w 9312201"/>
              <a:gd name="connsiteY7730" fmla="*/ 1602723 h 4927186"/>
              <a:gd name="connsiteX7731" fmla="*/ 901869 w 9312201"/>
              <a:gd name="connsiteY7731" fmla="*/ 1624543 h 4927186"/>
              <a:gd name="connsiteX7732" fmla="*/ 880048 w 9312201"/>
              <a:gd name="connsiteY7732" fmla="*/ 1646363 h 4927186"/>
              <a:gd name="connsiteX7733" fmla="*/ 858229 w 9312201"/>
              <a:gd name="connsiteY7733" fmla="*/ 1624543 h 4927186"/>
              <a:gd name="connsiteX7734" fmla="*/ 880048 w 9312201"/>
              <a:gd name="connsiteY7734" fmla="*/ 1602723 h 4927186"/>
              <a:gd name="connsiteX7735" fmla="*/ 177862 w 9312201"/>
              <a:gd name="connsiteY7735" fmla="*/ 1602723 h 4927186"/>
              <a:gd name="connsiteX7736" fmla="*/ 199682 w 9312201"/>
              <a:gd name="connsiteY7736" fmla="*/ 1624543 h 4927186"/>
              <a:gd name="connsiteX7737" fmla="*/ 177862 w 9312201"/>
              <a:gd name="connsiteY7737" fmla="*/ 1646363 h 4927186"/>
              <a:gd name="connsiteX7738" fmla="*/ 156042 w 9312201"/>
              <a:gd name="connsiteY7738" fmla="*/ 1624543 h 4927186"/>
              <a:gd name="connsiteX7739" fmla="*/ 177862 w 9312201"/>
              <a:gd name="connsiteY7739" fmla="*/ 1602723 h 4927186"/>
              <a:gd name="connsiteX7740" fmla="*/ 99841 w 9312201"/>
              <a:gd name="connsiteY7740" fmla="*/ 1602723 h 4927186"/>
              <a:gd name="connsiteX7741" fmla="*/ 121661 w 9312201"/>
              <a:gd name="connsiteY7741" fmla="*/ 1624543 h 4927186"/>
              <a:gd name="connsiteX7742" fmla="*/ 99841 w 9312201"/>
              <a:gd name="connsiteY7742" fmla="*/ 1646363 h 4927186"/>
              <a:gd name="connsiteX7743" fmla="*/ 78021 w 9312201"/>
              <a:gd name="connsiteY7743" fmla="*/ 1624543 h 4927186"/>
              <a:gd name="connsiteX7744" fmla="*/ 99841 w 9312201"/>
              <a:gd name="connsiteY7744" fmla="*/ 1602723 h 4927186"/>
              <a:gd name="connsiteX7745" fmla="*/ 21820 w 9312201"/>
              <a:gd name="connsiteY7745" fmla="*/ 1602723 h 4927186"/>
              <a:gd name="connsiteX7746" fmla="*/ 43640 w 9312201"/>
              <a:gd name="connsiteY7746" fmla="*/ 1624543 h 4927186"/>
              <a:gd name="connsiteX7747" fmla="*/ 21820 w 9312201"/>
              <a:gd name="connsiteY7747" fmla="*/ 1646363 h 4927186"/>
              <a:gd name="connsiteX7748" fmla="*/ 0 w 9312201"/>
              <a:gd name="connsiteY7748" fmla="*/ 1624543 h 4927186"/>
              <a:gd name="connsiteX7749" fmla="*/ 21820 w 9312201"/>
              <a:gd name="connsiteY7749" fmla="*/ 1602723 h 4927186"/>
              <a:gd name="connsiteX7750" fmla="*/ 6953736 w 9312201"/>
              <a:gd name="connsiteY7750" fmla="*/ 1524703 h 4927186"/>
              <a:gd name="connsiteX7751" fmla="*/ 6975556 w 9312201"/>
              <a:gd name="connsiteY7751" fmla="*/ 1546523 h 4927186"/>
              <a:gd name="connsiteX7752" fmla="*/ 6953736 w 9312201"/>
              <a:gd name="connsiteY7752" fmla="*/ 1568343 h 4927186"/>
              <a:gd name="connsiteX7753" fmla="*/ 6931916 w 9312201"/>
              <a:gd name="connsiteY7753" fmla="*/ 1546523 h 4927186"/>
              <a:gd name="connsiteX7754" fmla="*/ 6953736 w 9312201"/>
              <a:gd name="connsiteY7754" fmla="*/ 1524703 h 4927186"/>
              <a:gd name="connsiteX7755" fmla="*/ 6875716 w 9312201"/>
              <a:gd name="connsiteY7755" fmla="*/ 1524703 h 4927186"/>
              <a:gd name="connsiteX7756" fmla="*/ 6897536 w 9312201"/>
              <a:gd name="connsiteY7756" fmla="*/ 1546523 h 4927186"/>
              <a:gd name="connsiteX7757" fmla="*/ 6875716 w 9312201"/>
              <a:gd name="connsiteY7757" fmla="*/ 1568343 h 4927186"/>
              <a:gd name="connsiteX7758" fmla="*/ 6853896 w 9312201"/>
              <a:gd name="connsiteY7758" fmla="*/ 1546523 h 4927186"/>
              <a:gd name="connsiteX7759" fmla="*/ 6875716 w 9312201"/>
              <a:gd name="connsiteY7759" fmla="*/ 1524703 h 4927186"/>
              <a:gd name="connsiteX7760" fmla="*/ 6798356 w 9312201"/>
              <a:gd name="connsiteY7760" fmla="*/ 1524703 h 4927186"/>
              <a:gd name="connsiteX7761" fmla="*/ 6820837 w 9312201"/>
              <a:gd name="connsiteY7761" fmla="*/ 1546523 h 4927186"/>
              <a:gd name="connsiteX7762" fmla="*/ 6798356 w 9312201"/>
              <a:gd name="connsiteY7762" fmla="*/ 1568343 h 4927186"/>
              <a:gd name="connsiteX7763" fmla="*/ 6775875 w 9312201"/>
              <a:gd name="connsiteY7763" fmla="*/ 1546523 h 4927186"/>
              <a:gd name="connsiteX7764" fmla="*/ 6798356 w 9312201"/>
              <a:gd name="connsiteY7764" fmla="*/ 1524703 h 4927186"/>
              <a:gd name="connsiteX7765" fmla="*/ 6719675 w 9312201"/>
              <a:gd name="connsiteY7765" fmla="*/ 1524703 h 4927186"/>
              <a:gd name="connsiteX7766" fmla="*/ 6741495 w 9312201"/>
              <a:gd name="connsiteY7766" fmla="*/ 1546523 h 4927186"/>
              <a:gd name="connsiteX7767" fmla="*/ 6719675 w 9312201"/>
              <a:gd name="connsiteY7767" fmla="*/ 1568343 h 4927186"/>
              <a:gd name="connsiteX7768" fmla="*/ 6697855 w 9312201"/>
              <a:gd name="connsiteY7768" fmla="*/ 1546523 h 4927186"/>
              <a:gd name="connsiteX7769" fmla="*/ 6719675 w 9312201"/>
              <a:gd name="connsiteY7769" fmla="*/ 1524703 h 4927186"/>
              <a:gd name="connsiteX7770" fmla="*/ 6641655 w 9312201"/>
              <a:gd name="connsiteY7770" fmla="*/ 1524703 h 4927186"/>
              <a:gd name="connsiteX7771" fmla="*/ 6663475 w 9312201"/>
              <a:gd name="connsiteY7771" fmla="*/ 1546523 h 4927186"/>
              <a:gd name="connsiteX7772" fmla="*/ 6641655 w 9312201"/>
              <a:gd name="connsiteY7772" fmla="*/ 1568343 h 4927186"/>
              <a:gd name="connsiteX7773" fmla="*/ 6619835 w 9312201"/>
              <a:gd name="connsiteY7773" fmla="*/ 1546523 h 4927186"/>
              <a:gd name="connsiteX7774" fmla="*/ 6641655 w 9312201"/>
              <a:gd name="connsiteY7774" fmla="*/ 1524703 h 4927186"/>
              <a:gd name="connsiteX7775" fmla="*/ 6563634 w 9312201"/>
              <a:gd name="connsiteY7775" fmla="*/ 1524703 h 4927186"/>
              <a:gd name="connsiteX7776" fmla="*/ 6585454 w 9312201"/>
              <a:gd name="connsiteY7776" fmla="*/ 1546523 h 4927186"/>
              <a:gd name="connsiteX7777" fmla="*/ 6563634 w 9312201"/>
              <a:gd name="connsiteY7777" fmla="*/ 1568343 h 4927186"/>
              <a:gd name="connsiteX7778" fmla="*/ 6541814 w 9312201"/>
              <a:gd name="connsiteY7778" fmla="*/ 1546523 h 4927186"/>
              <a:gd name="connsiteX7779" fmla="*/ 6563634 w 9312201"/>
              <a:gd name="connsiteY7779" fmla="*/ 1524703 h 4927186"/>
              <a:gd name="connsiteX7780" fmla="*/ 6485613 w 9312201"/>
              <a:gd name="connsiteY7780" fmla="*/ 1524703 h 4927186"/>
              <a:gd name="connsiteX7781" fmla="*/ 6507433 w 9312201"/>
              <a:gd name="connsiteY7781" fmla="*/ 1546523 h 4927186"/>
              <a:gd name="connsiteX7782" fmla="*/ 6485613 w 9312201"/>
              <a:gd name="connsiteY7782" fmla="*/ 1568343 h 4927186"/>
              <a:gd name="connsiteX7783" fmla="*/ 6463793 w 9312201"/>
              <a:gd name="connsiteY7783" fmla="*/ 1546523 h 4927186"/>
              <a:gd name="connsiteX7784" fmla="*/ 6485613 w 9312201"/>
              <a:gd name="connsiteY7784" fmla="*/ 1524703 h 4927186"/>
              <a:gd name="connsiteX7785" fmla="*/ 5708054 w 9312201"/>
              <a:gd name="connsiteY7785" fmla="*/ 1524703 h 4927186"/>
              <a:gd name="connsiteX7786" fmla="*/ 5729874 w 9312201"/>
              <a:gd name="connsiteY7786" fmla="*/ 1546523 h 4927186"/>
              <a:gd name="connsiteX7787" fmla="*/ 5708054 w 9312201"/>
              <a:gd name="connsiteY7787" fmla="*/ 1568343 h 4927186"/>
              <a:gd name="connsiteX7788" fmla="*/ 5686234 w 9312201"/>
              <a:gd name="connsiteY7788" fmla="*/ 1546523 h 4927186"/>
              <a:gd name="connsiteX7789" fmla="*/ 5708054 w 9312201"/>
              <a:gd name="connsiteY7789" fmla="*/ 1524703 h 4927186"/>
              <a:gd name="connsiteX7790" fmla="*/ 5630034 w 9312201"/>
              <a:gd name="connsiteY7790" fmla="*/ 1524703 h 4927186"/>
              <a:gd name="connsiteX7791" fmla="*/ 5651854 w 9312201"/>
              <a:gd name="connsiteY7791" fmla="*/ 1546523 h 4927186"/>
              <a:gd name="connsiteX7792" fmla="*/ 5630034 w 9312201"/>
              <a:gd name="connsiteY7792" fmla="*/ 1568343 h 4927186"/>
              <a:gd name="connsiteX7793" fmla="*/ 5608214 w 9312201"/>
              <a:gd name="connsiteY7793" fmla="*/ 1546523 h 4927186"/>
              <a:gd name="connsiteX7794" fmla="*/ 5630034 w 9312201"/>
              <a:gd name="connsiteY7794" fmla="*/ 1524703 h 4927186"/>
              <a:gd name="connsiteX7795" fmla="*/ 5552013 w 9312201"/>
              <a:gd name="connsiteY7795" fmla="*/ 1524703 h 4927186"/>
              <a:gd name="connsiteX7796" fmla="*/ 5573833 w 9312201"/>
              <a:gd name="connsiteY7796" fmla="*/ 1546523 h 4927186"/>
              <a:gd name="connsiteX7797" fmla="*/ 5552013 w 9312201"/>
              <a:gd name="connsiteY7797" fmla="*/ 1568343 h 4927186"/>
              <a:gd name="connsiteX7798" fmla="*/ 5530193 w 9312201"/>
              <a:gd name="connsiteY7798" fmla="*/ 1546523 h 4927186"/>
              <a:gd name="connsiteX7799" fmla="*/ 5552013 w 9312201"/>
              <a:gd name="connsiteY7799" fmla="*/ 1524703 h 4927186"/>
              <a:gd name="connsiteX7800" fmla="*/ 5473331 w 9312201"/>
              <a:gd name="connsiteY7800" fmla="*/ 1524703 h 4927186"/>
              <a:gd name="connsiteX7801" fmla="*/ 5495812 w 9312201"/>
              <a:gd name="connsiteY7801" fmla="*/ 1546523 h 4927186"/>
              <a:gd name="connsiteX7802" fmla="*/ 5473331 w 9312201"/>
              <a:gd name="connsiteY7802" fmla="*/ 1568343 h 4927186"/>
              <a:gd name="connsiteX7803" fmla="*/ 5450850 w 9312201"/>
              <a:gd name="connsiteY7803" fmla="*/ 1546523 h 4927186"/>
              <a:gd name="connsiteX7804" fmla="*/ 5473331 w 9312201"/>
              <a:gd name="connsiteY7804" fmla="*/ 1524703 h 4927186"/>
              <a:gd name="connsiteX7805" fmla="*/ 5395972 w 9312201"/>
              <a:gd name="connsiteY7805" fmla="*/ 1524703 h 4927186"/>
              <a:gd name="connsiteX7806" fmla="*/ 5417792 w 9312201"/>
              <a:gd name="connsiteY7806" fmla="*/ 1546523 h 4927186"/>
              <a:gd name="connsiteX7807" fmla="*/ 5395972 w 9312201"/>
              <a:gd name="connsiteY7807" fmla="*/ 1568343 h 4927186"/>
              <a:gd name="connsiteX7808" fmla="*/ 5374152 w 9312201"/>
              <a:gd name="connsiteY7808" fmla="*/ 1546523 h 4927186"/>
              <a:gd name="connsiteX7809" fmla="*/ 5395972 w 9312201"/>
              <a:gd name="connsiteY7809" fmla="*/ 1524703 h 4927186"/>
              <a:gd name="connsiteX7810" fmla="*/ 5317953 w 9312201"/>
              <a:gd name="connsiteY7810" fmla="*/ 1524703 h 4927186"/>
              <a:gd name="connsiteX7811" fmla="*/ 5339773 w 9312201"/>
              <a:gd name="connsiteY7811" fmla="*/ 1546523 h 4927186"/>
              <a:gd name="connsiteX7812" fmla="*/ 5317953 w 9312201"/>
              <a:gd name="connsiteY7812" fmla="*/ 1568343 h 4927186"/>
              <a:gd name="connsiteX7813" fmla="*/ 5296133 w 9312201"/>
              <a:gd name="connsiteY7813" fmla="*/ 1546523 h 4927186"/>
              <a:gd name="connsiteX7814" fmla="*/ 5317953 w 9312201"/>
              <a:gd name="connsiteY7814" fmla="*/ 1524703 h 4927186"/>
              <a:gd name="connsiteX7815" fmla="*/ 5239932 w 9312201"/>
              <a:gd name="connsiteY7815" fmla="*/ 1524703 h 4927186"/>
              <a:gd name="connsiteX7816" fmla="*/ 5261752 w 9312201"/>
              <a:gd name="connsiteY7816" fmla="*/ 1546523 h 4927186"/>
              <a:gd name="connsiteX7817" fmla="*/ 5239932 w 9312201"/>
              <a:gd name="connsiteY7817" fmla="*/ 1568343 h 4927186"/>
              <a:gd name="connsiteX7818" fmla="*/ 5218112 w 9312201"/>
              <a:gd name="connsiteY7818" fmla="*/ 1546523 h 4927186"/>
              <a:gd name="connsiteX7819" fmla="*/ 5239932 w 9312201"/>
              <a:gd name="connsiteY7819" fmla="*/ 1524703 h 4927186"/>
              <a:gd name="connsiteX7820" fmla="*/ 4773132 w 9312201"/>
              <a:gd name="connsiteY7820" fmla="*/ 1524703 h 4927186"/>
              <a:gd name="connsiteX7821" fmla="*/ 4794952 w 9312201"/>
              <a:gd name="connsiteY7821" fmla="*/ 1546523 h 4927186"/>
              <a:gd name="connsiteX7822" fmla="*/ 4773132 w 9312201"/>
              <a:gd name="connsiteY7822" fmla="*/ 1568343 h 4927186"/>
              <a:gd name="connsiteX7823" fmla="*/ 4751312 w 9312201"/>
              <a:gd name="connsiteY7823" fmla="*/ 1546523 h 4927186"/>
              <a:gd name="connsiteX7824" fmla="*/ 4773132 w 9312201"/>
              <a:gd name="connsiteY7824" fmla="*/ 1524703 h 4927186"/>
              <a:gd name="connsiteX7825" fmla="*/ 4617091 w 9312201"/>
              <a:gd name="connsiteY7825" fmla="*/ 1524703 h 4927186"/>
              <a:gd name="connsiteX7826" fmla="*/ 4638911 w 9312201"/>
              <a:gd name="connsiteY7826" fmla="*/ 1546523 h 4927186"/>
              <a:gd name="connsiteX7827" fmla="*/ 4617091 w 9312201"/>
              <a:gd name="connsiteY7827" fmla="*/ 1568343 h 4927186"/>
              <a:gd name="connsiteX7828" fmla="*/ 4595271 w 9312201"/>
              <a:gd name="connsiteY7828" fmla="*/ 1546523 h 4927186"/>
              <a:gd name="connsiteX7829" fmla="*/ 4617091 w 9312201"/>
              <a:gd name="connsiteY7829" fmla="*/ 1524703 h 4927186"/>
              <a:gd name="connsiteX7830" fmla="*/ 2748567 w 9312201"/>
              <a:gd name="connsiteY7830" fmla="*/ 1524703 h 4927186"/>
              <a:gd name="connsiteX7831" fmla="*/ 2770387 w 9312201"/>
              <a:gd name="connsiteY7831" fmla="*/ 1546523 h 4927186"/>
              <a:gd name="connsiteX7832" fmla="*/ 2748567 w 9312201"/>
              <a:gd name="connsiteY7832" fmla="*/ 1568343 h 4927186"/>
              <a:gd name="connsiteX7833" fmla="*/ 2726747 w 9312201"/>
              <a:gd name="connsiteY7833" fmla="*/ 1546523 h 4927186"/>
              <a:gd name="connsiteX7834" fmla="*/ 2748567 w 9312201"/>
              <a:gd name="connsiteY7834" fmla="*/ 1524703 h 4927186"/>
              <a:gd name="connsiteX7835" fmla="*/ 2670547 w 9312201"/>
              <a:gd name="connsiteY7835" fmla="*/ 1524703 h 4927186"/>
              <a:gd name="connsiteX7836" fmla="*/ 2692367 w 9312201"/>
              <a:gd name="connsiteY7836" fmla="*/ 1546523 h 4927186"/>
              <a:gd name="connsiteX7837" fmla="*/ 2670547 w 9312201"/>
              <a:gd name="connsiteY7837" fmla="*/ 1568343 h 4927186"/>
              <a:gd name="connsiteX7838" fmla="*/ 2648727 w 9312201"/>
              <a:gd name="connsiteY7838" fmla="*/ 1546523 h 4927186"/>
              <a:gd name="connsiteX7839" fmla="*/ 2670547 w 9312201"/>
              <a:gd name="connsiteY7839" fmla="*/ 1524703 h 4927186"/>
              <a:gd name="connsiteX7840" fmla="*/ 2592527 w 9312201"/>
              <a:gd name="connsiteY7840" fmla="*/ 1524703 h 4927186"/>
              <a:gd name="connsiteX7841" fmla="*/ 2614347 w 9312201"/>
              <a:gd name="connsiteY7841" fmla="*/ 1546523 h 4927186"/>
              <a:gd name="connsiteX7842" fmla="*/ 2592527 w 9312201"/>
              <a:gd name="connsiteY7842" fmla="*/ 1568343 h 4927186"/>
              <a:gd name="connsiteX7843" fmla="*/ 2570707 w 9312201"/>
              <a:gd name="connsiteY7843" fmla="*/ 1546523 h 4927186"/>
              <a:gd name="connsiteX7844" fmla="*/ 2592527 w 9312201"/>
              <a:gd name="connsiteY7844" fmla="*/ 1524703 h 4927186"/>
              <a:gd name="connsiteX7845" fmla="*/ 2513845 w 9312201"/>
              <a:gd name="connsiteY7845" fmla="*/ 1524703 h 4927186"/>
              <a:gd name="connsiteX7846" fmla="*/ 2536326 w 9312201"/>
              <a:gd name="connsiteY7846" fmla="*/ 1546523 h 4927186"/>
              <a:gd name="connsiteX7847" fmla="*/ 2513845 w 9312201"/>
              <a:gd name="connsiteY7847" fmla="*/ 1568343 h 4927186"/>
              <a:gd name="connsiteX7848" fmla="*/ 2491364 w 9312201"/>
              <a:gd name="connsiteY7848" fmla="*/ 1546523 h 4927186"/>
              <a:gd name="connsiteX7849" fmla="*/ 2513845 w 9312201"/>
              <a:gd name="connsiteY7849" fmla="*/ 1524703 h 4927186"/>
              <a:gd name="connsiteX7850" fmla="*/ 2436486 w 9312201"/>
              <a:gd name="connsiteY7850" fmla="*/ 1524703 h 4927186"/>
              <a:gd name="connsiteX7851" fmla="*/ 2458306 w 9312201"/>
              <a:gd name="connsiteY7851" fmla="*/ 1546523 h 4927186"/>
              <a:gd name="connsiteX7852" fmla="*/ 2436486 w 9312201"/>
              <a:gd name="connsiteY7852" fmla="*/ 1568343 h 4927186"/>
              <a:gd name="connsiteX7853" fmla="*/ 2414666 w 9312201"/>
              <a:gd name="connsiteY7853" fmla="*/ 1546523 h 4927186"/>
              <a:gd name="connsiteX7854" fmla="*/ 2436486 w 9312201"/>
              <a:gd name="connsiteY7854" fmla="*/ 1524703 h 4927186"/>
              <a:gd name="connsiteX7855" fmla="*/ 2047706 w 9312201"/>
              <a:gd name="connsiteY7855" fmla="*/ 1524703 h 4927186"/>
              <a:gd name="connsiteX7856" fmla="*/ 2069526 w 9312201"/>
              <a:gd name="connsiteY7856" fmla="*/ 1546523 h 4927186"/>
              <a:gd name="connsiteX7857" fmla="*/ 2047706 w 9312201"/>
              <a:gd name="connsiteY7857" fmla="*/ 1568343 h 4927186"/>
              <a:gd name="connsiteX7858" fmla="*/ 2025886 w 9312201"/>
              <a:gd name="connsiteY7858" fmla="*/ 1546523 h 4927186"/>
              <a:gd name="connsiteX7859" fmla="*/ 2047706 w 9312201"/>
              <a:gd name="connsiteY7859" fmla="*/ 1524703 h 4927186"/>
              <a:gd name="connsiteX7860" fmla="*/ 8589520 w 9312201"/>
              <a:gd name="connsiteY7860" fmla="*/ 1524702 h 4927186"/>
              <a:gd name="connsiteX7861" fmla="*/ 8611340 w 9312201"/>
              <a:gd name="connsiteY7861" fmla="*/ 1546522 h 4927186"/>
              <a:gd name="connsiteX7862" fmla="*/ 8589520 w 9312201"/>
              <a:gd name="connsiteY7862" fmla="*/ 1568342 h 4927186"/>
              <a:gd name="connsiteX7863" fmla="*/ 8567700 w 9312201"/>
              <a:gd name="connsiteY7863" fmla="*/ 1546522 h 4927186"/>
              <a:gd name="connsiteX7864" fmla="*/ 8589520 w 9312201"/>
              <a:gd name="connsiteY7864" fmla="*/ 1524702 h 4927186"/>
              <a:gd name="connsiteX7865" fmla="*/ 8511500 w 9312201"/>
              <a:gd name="connsiteY7865" fmla="*/ 1524702 h 4927186"/>
              <a:gd name="connsiteX7866" fmla="*/ 8533320 w 9312201"/>
              <a:gd name="connsiteY7866" fmla="*/ 1546522 h 4927186"/>
              <a:gd name="connsiteX7867" fmla="*/ 8511500 w 9312201"/>
              <a:gd name="connsiteY7867" fmla="*/ 1568342 h 4927186"/>
              <a:gd name="connsiteX7868" fmla="*/ 8489680 w 9312201"/>
              <a:gd name="connsiteY7868" fmla="*/ 1546522 h 4927186"/>
              <a:gd name="connsiteX7869" fmla="*/ 8511500 w 9312201"/>
              <a:gd name="connsiteY7869" fmla="*/ 1524702 h 4927186"/>
              <a:gd name="connsiteX7870" fmla="*/ 7966679 w 9312201"/>
              <a:gd name="connsiteY7870" fmla="*/ 1524702 h 4927186"/>
              <a:gd name="connsiteX7871" fmla="*/ 7988499 w 9312201"/>
              <a:gd name="connsiteY7871" fmla="*/ 1546522 h 4927186"/>
              <a:gd name="connsiteX7872" fmla="*/ 7966679 w 9312201"/>
              <a:gd name="connsiteY7872" fmla="*/ 1568342 h 4927186"/>
              <a:gd name="connsiteX7873" fmla="*/ 7944859 w 9312201"/>
              <a:gd name="connsiteY7873" fmla="*/ 1546522 h 4927186"/>
              <a:gd name="connsiteX7874" fmla="*/ 7966679 w 9312201"/>
              <a:gd name="connsiteY7874" fmla="*/ 1524702 h 4927186"/>
              <a:gd name="connsiteX7875" fmla="*/ 7888658 w 9312201"/>
              <a:gd name="connsiteY7875" fmla="*/ 1524702 h 4927186"/>
              <a:gd name="connsiteX7876" fmla="*/ 7910478 w 9312201"/>
              <a:gd name="connsiteY7876" fmla="*/ 1546522 h 4927186"/>
              <a:gd name="connsiteX7877" fmla="*/ 7888658 w 9312201"/>
              <a:gd name="connsiteY7877" fmla="*/ 1568342 h 4927186"/>
              <a:gd name="connsiteX7878" fmla="*/ 7866838 w 9312201"/>
              <a:gd name="connsiteY7878" fmla="*/ 1546522 h 4927186"/>
              <a:gd name="connsiteX7879" fmla="*/ 7888658 w 9312201"/>
              <a:gd name="connsiteY7879" fmla="*/ 1524702 h 4927186"/>
              <a:gd name="connsiteX7880" fmla="*/ 7809316 w 9312201"/>
              <a:gd name="connsiteY7880" fmla="*/ 1524702 h 4927186"/>
              <a:gd name="connsiteX7881" fmla="*/ 7831136 w 9312201"/>
              <a:gd name="connsiteY7881" fmla="*/ 1546522 h 4927186"/>
              <a:gd name="connsiteX7882" fmla="*/ 7809316 w 9312201"/>
              <a:gd name="connsiteY7882" fmla="*/ 1568342 h 4927186"/>
              <a:gd name="connsiteX7883" fmla="*/ 7787496 w 9312201"/>
              <a:gd name="connsiteY7883" fmla="*/ 1546522 h 4927186"/>
              <a:gd name="connsiteX7884" fmla="*/ 7809316 w 9312201"/>
              <a:gd name="connsiteY7884" fmla="*/ 1524702 h 4927186"/>
              <a:gd name="connsiteX7885" fmla="*/ 7731957 w 9312201"/>
              <a:gd name="connsiteY7885" fmla="*/ 1524702 h 4927186"/>
              <a:gd name="connsiteX7886" fmla="*/ 7754438 w 9312201"/>
              <a:gd name="connsiteY7886" fmla="*/ 1546522 h 4927186"/>
              <a:gd name="connsiteX7887" fmla="*/ 7731957 w 9312201"/>
              <a:gd name="connsiteY7887" fmla="*/ 1568342 h 4927186"/>
              <a:gd name="connsiteX7888" fmla="*/ 7709476 w 9312201"/>
              <a:gd name="connsiteY7888" fmla="*/ 1546522 h 4927186"/>
              <a:gd name="connsiteX7889" fmla="*/ 7731957 w 9312201"/>
              <a:gd name="connsiteY7889" fmla="*/ 1524702 h 4927186"/>
              <a:gd name="connsiteX7890" fmla="*/ 7654597 w 9312201"/>
              <a:gd name="connsiteY7890" fmla="*/ 1524702 h 4927186"/>
              <a:gd name="connsiteX7891" fmla="*/ 7676417 w 9312201"/>
              <a:gd name="connsiteY7891" fmla="*/ 1546522 h 4927186"/>
              <a:gd name="connsiteX7892" fmla="*/ 7654597 w 9312201"/>
              <a:gd name="connsiteY7892" fmla="*/ 1568342 h 4927186"/>
              <a:gd name="connsiteX7893" fmla="*/ 7632777 w 9312201"/>
              <a:gd name="connsiteY7893" fmla="*/ 1546522 h 4927186"/>
              <a:gd name="connsiteX7894" fmla="*/ 7654597 w 9312201"/>
              <a:gd name="connsiteY7894" fmla="*/ 1524702 h 4927186"/>
              <a:gd name="connsiteX7895" fmla="*/ 7576577 w 9312201"/>
              <a:gd name="connsiteY7895" fmla="*/ 1524702 h 4927186"/>
              <a:gd name="connsiteX7896" fmla="*/ 7598397 w 9312201"/>
              <a:gd name="connsiteY7896" fmla="*/ 1546522 h 4927186"/>
              <a:gd name="connsiteX7897" fmla="*/ 7576577 w 9312201"/>
              <a:gd name="connsiteY7897" fmla="*/ 1568342 h 4927186"/>
              <a:gd name="connsiteX7898" fmla="*/ 7554757 w 9312201"/>
              <a:gd name="connsiteY7898" fmla="*/ 1546522 h 4927186"/>
              <a:gd name="connsiteX7899" fmla="*/ 7576577 w 9312201"/>
              <a:gd name="connsiteY7899" fmla="*/ 1524702 h 4927186"/>
              <a:gd name="connsiteX7900" fmla="*/ 7498556 w 9312201"/>
              <a:gd name="connsiteY7900" fmla="*/ 1524702 h 4927186"/>
              <a:gd name="connsiteX7901" fmla="*/ 7520376 w 9312201"/>
              <a:gd name="connsiteY7901" fmla="*/ 1546522 h 4927186"/>
              <a:gd name="connsiteX7902" fmla="*/ 7498556 w 9312201"/>
              <a:gd name="connsiteY7902" fmla="*/ 1568342 h 4927186"/>
              <a:gd name="connsiteX7903" fmla="*/ 7476736 w 9312201"/>
              <a:gd name="connsiteY7903" fmla="*/ 1546522 h 4927186"/>
              <a:gd name="connsiteX7904" fmla="*/ 7498556 w 9312201"/>
              <a:gd name="connsiteY7904" fmla="*/ 1524702 h 4927186"/>
              <a:gd name="connsiteX7905" fmla="*/ 7421198 w 9312201"/>
              <a:gd name="connsiteY7905" fmla="*/ 1524702 h 4927186"/>
              <a:gd name="connsiteX7906" fmla="*/ 7443679 w 9312201"/>
              <a:gd name="connsiteY7906" fmla="*/ 1546522 h 4927186"/>
              <a:gd name="connsiteX7907" fmla="*/ 7421198 w 9312201"/>
              <a:gd name="connsiteY7907" fmla="*/ 1568342 h 4927186"/>
              <a:gd name="connsiteX7908" fmla="*/ 7398717 w 9312201"/>
              <a:gd name="connsiteY7908" fmla="*/ 1546522 h 4927186"/>
              <a:gd name="connsiteX7909" fmla="*/ 7421198 w 9312201"/>
              <a:gd name="connsiteY7909" fmla="*/ 1524702 h 4927186"/>
              <a:gd name="connsiteX7910" fmla="*/ 7343838 w 9312201"/>
              <a:gd name="connsiteY7910" fmla="*/ 1524702 h 4927186"/>
              <a:gd name="connsiteX7911" fmla="*/ 7365658 w 9312201"/>
              <a:gd name="connsiteY7911" fmla="*/ 1546522 h 4927186"/>
              <a:gd name="connsiteX7912" fmla="*/ 7343838 w 9312201"/>
              <a:gd name="connsiteY7912" fmla="*/ 1568342 h 4927186"/>
              <a:gd name="connsiteX7913" fmla="*/ 7322018 w 9312201"/>
              <a:gd name="connsiteY7913" fmla="*/ 1546522 h 4927186"/>
              <a:gd name="connsiteX7914" fmla="*/ 7343838 w 9312201"/>
              <a:gd name="connsiteY7914" fmla="*/ 1524702 h 4927186"/>
              <a:gd name="connsiteX7915" fmla="*/ 7264495 w 9312201"/>
              <a:gd name="connsiteY7915" fmla="*/ 1524702 h 4927186"/>
              <a:gd name="connsiteX7916" fmla="*/ 7286315 w 9312201"/>
              <a:gd name="connsiteY7916" fmla="*/ 1546522 h 4927186"/>
              <a:gd name="connsiteX7917" fmla="*/ 7264495 w 9312201"/>
              <a:gd name="connsiteY7917" fmla="*/ 1568342 h 4927186"/>
              <a:gd name="connsiteX7918" fmla="*/ 7242675 w 9312201"/>
              <a:gd name="connsiteY7918" fmla="*/ 1546522 h 4927186"/>
              <a:gd name="connsiteX7919" fmla="*/ 7264495 w 9312201"/>
              <a:gd name="connsiteY7919" fmla="*/ 1524702 h 4927186"/>
              <a:gd name="connsiteX7920" fmla="*/ 7186475 w 9312201"/>
              <a:gd name="connsiteY7920" fmla="*/ 1524702 h 4927186"/>
              <a:gd name="connsiteX7921" fmla="*/ 7208295 w 9312201"/>
              <a:gd name="connsiteY7921" fmla="*/ 1546522 h 4927186"/>
              <a:gd name="connsiteX7922" fmla="*/ 7186475 w 9312201"/>
              <a:gd name="connsiteY7922" fmla="*/ 1568342 h 4927186"/>
              <a:gd name="connsiteX7923" fmla="*/ 7164655 w 9312201"/>
              <a:gd name="connsiteY7923" fmla="*/ 1546522 h 4927186"/>
              <a:gd name="connsiteX7924" fmla="*/ 7186475 w 9312201"/>
              <a:gd name="connsiteY7924" fmla="*/ 1524702 h 4927186"/>
              <a:gd name="connsiteX7925" fmla="*/ 7109116 w 9312201"/>
              <a:gd name="connsiteY7925" fmla="*/ 1524702 h 4927186"/>
              <a:gd name="connsiteX7926" fmla="*/ 7131597 w 9312201"/>
              <a:gd name="connsiteY7926" fmla="*/ 1546522 h 4927186"/>
              <a:gd name="connsiteX7927" fmla="*/ 7109116 w 9312201"/>
              <a:gd name="connsiteY7927" fmla="*/ 1568342 h 4927186"/>
              <a:gd name="connsiteX7928" fmla="*/ 7086635 w 9312201"/>
              <a:gd name="connsiteY7928" fmla="*/ 1546522 h 4927186"/>
              <a:gd name="connsiteX7929" fmla="*/ 7109116 w 9312201"/>
              <a:gd name="connsiteY7929" fmla="*/ 1524702 h 4927186"/>
              <a:gd name="connsiteX7930" fmla="*/ 7031757 w 9312201"/>
              <a:gd name="connsiteY7930" fmla="*/ 1524702 h 4927186"/>
              <a:gd name="connsiteX7931" fmla="*/ 7053577 w 9312201"/>
              <a:gd name="connsiteY7931" fmla="*/ 1546522 h 4927186"/>
              <a:gd name="connsiteX7932" fmla="*/ 7031757 w 9312201"/>
              <a:gd name="connsiteY7932" fmla="*/ 1568342 h 4927186"/>
              <a:gd name="connsiteX7933" fmla="*/ 7009937 w 9312201"/>
              <a:gd name="connsiteY7933" fmla="*/ 1546522 h 4927186"/>
              <a:gd name="connsiteX7934" fmla="*/ 7031757 w 9312201"/>
              <a:gd name="connsiteY7934" fmla="*/ 1524702 h 4927186"/>
              <a:gd name="connsiteX7935" fmla="*/ 6408916 w 9312201"/>
              <a:gd name="connsiteY7935" fmla="*/ 1524702 h 4927186"/>
              <a:gd name="connsiteX7936" fmla="*/ 6430736 w 9312201"/>
              <a:gd name="connsiteY7936" fmla="*/ 1546522 h 4927186"/>
              <a:gd name="connsiteX7937" fmla="*/ 6408916 w 9312201"/>
              <a:gd name="connsiteY7937" fmla="*/ 1568342 h 4927186"/>
              <a:gd name="connsiteX7938" fmla="*/ 6387096 w 9312201"/>
              <a:gd name="connsiteY7938" fmla="*/ 1546522 h 4927186"/>
              <a:gd name="connsiteX7939" fmla="*/ 6408916 w 9312201"/>
              <a:gd name="connsiteY7939" fmla="*/ 1524702 h 4927186"/>
              <a:gd name="connsiteX7940" fmla="*/ 6330896 w 9312201"/>
              <a:gd name="connsiteY7940" fmla="*/ 1524702 h 4927186"/>
              <a:gd name="connsiteX7941" fmla="*/ 6352716 w 9312201"/>
              <a:gd name="connsiteY7941" fmla="*/ 1546522 h 4927186"/>
              <a:gd name="connsiteX7942" fmla="*/ 6330896 w 9312201"/>
              <a:gd name="connsiteY7942" fmla="*/ 1568342 h 4927186"/>
              <a:gd name="connsiteX7943" fmla="*/ 6309076 w 9312201"/>
              <a:gd name="connsiteY7943" fmla="*/ 1546522 h 4927186"/>
              <a:gd name="connsiteX7944" fmla="*/ 6330896 w 9312201"/>
              <a:gd name="connsiteY7944" fmla="*/ 1524702 h 4927186"/>
              <a:gd name="connsiteX7945" fmla="*/ 6252875 w 9312201"/>
              <a:gd name="connsiteY7945" fmla="*/ 1524702 h 4927186"/>
              <a:gd name="connsiteX7946" fmla="*/ 6274695 w 9312201"/>
              <a:gd name="connsiteY7946" fmla="*/ 1546522 h 4927186"/>
              <a:gd name="connsiteX7947" fmla="*/ 6252875 w 9312201"/>
              <a:gd name="connsiteY7947" fmla="*/ 1568342 h 4927186"/>
              <a:gd name="connsiteX7948" fmla="*/ 6231055 w 9312201"/>
              <a:gd name="connsiteY7948" fmla="*/ 1546522 h 4927186"/>
              <a:gd name="connsiteX7949" fmla="*/ 6252875 w 9312201"/>
              <a:gd name="connsiteY7949" fmla="*/ 1524702 h 4927186"/>
              <a:gd name="connsiteX7950" fmla="*/ 6174854 w 9312201"/>
              <a:gd name="connsiteY7950" fmla="*/ 1524702 h 4927186"/>
              <a:gd name="connsiteX7951" fmla="*/ 6196674 w 9312201"/>
              <a:gd name="connsiteY7951" fmla="*/ 1546522 h 4927186"/>
              <a:gd name="connsiteX7952" fmla="*/ 6174854 w 9312201"/>
              <a:gd name="connsiteY7952" fmla="*/ 1568342 h 4927186"/>
              <a:gd name="connsiteX7953" fmla="*/ 6153034 w 9312201"/>
              <a:gd name="connsiteY7953" fmla="*/ 1546522 h 4927186"/>
              <a:gd name="connsiteX7954" fmla="*/ 6174854 w 9312201"/>
              <a:gd name="connsiteY7954" fmla="*/ 1524702 h 4927186"/>
              <a:gd name="connsiteX7955" fmla="*/ 6096834 w 9312201"/>
              <a:gd name="connsiteY7955" fmla="*/ 1524702 h 4927186"/>
              <a:gd name="connsiteX7956" fmla="*/ 6118654 w 9312201"/>
              <a:gd name="connsiteY7956" fmla="*/ 1546522 h 4927186"/>
              <a:gd name="connsiteX7957" fmla="*/ 6096834 w 9312201"/>
              <a:gd name="connsiteY7957" fmla="*/ 1568342 h 4927186"/>
              <a:gd name="connsiteX7958" fmla="*/ 6075014 w 9312201"/>
              <a:gd name="connsiteY7958" fmla="*/ 1546522 h 4927186"/>
              <a:gd name="connsiteX7959" fmla="*/ 6096834 w 9312201"/>
              <a:gd name="connsiteY7959" fmla="*/ 1524702 h 4927186"/>
              <a:gd name="connsiteX7960" fmla="*/ 6018814 w 9312201"/>
              <a:gd name="connsiteY7960" fmla="*/ 1524702 h 4927186"/>
              <a:gd name="connsiteX7961" fmla="*/ 6040634 w 9312201"/>
              <a:gd name="connsiteY7961" fmla="*/ 1546522 h 4927186"/>
              <a:gd name="connsiteX7962" fmla="*/ 6018814 w 9312201"/>
              <a:gd name="connsiteY7962" fmla="*/ 1568342 h 4927186"/>
              <a:gd name="connsiteX7963" fmla="*/ 5996994 w 9312201"/>
              <a:gd name="connsiteY7963" fmla="*/ 1546522 h 4927186"/>
              <a:gd name="connsiteX7964" fmla="*/ 6018814 w 9312201"/>
              <a:gd name="connsiteY7964" fmla="*/ 1524702 h 4927186"/>
              <a:gd name="connsiteX7965" fmla="*/ 5940793 w 9312201"/>
              <a:gd name="connsiteY7965" fmla="*/ 1524702 h 4927186"/>
              <a:gd name="connsiteX7966" fmla="*/ 5962613 w 9312201"/>
              <a:gd name="connsiteY7966" fmla="*/ 1546522 h 4927186"/>
              <a:gd name="connsiteX7967" fmla="*/ 5940793 w 9312201"/>
              <a:gd name="connsiteY7967" fmla="*/ 1568342 h 4927186"/>
              <a:gd name="connsiteX7968" fmla="*/ 5918973 w 9312201"/>
              <a:gd name="connsiteY7968" fmla="*/ 1546522 h 4927186"/>
              <a:gd name="connsiteX7969" fmla="*/ 5940793 w 9312201"/>
              <a:gd name="connsiteY7969" fmla="*/ 1524702 h 4927186"/>
              <a:gd name="connsiteX7970" fmla="*/ 5862773 w 9312201"/>
              <a:gd name="connsiteY7970" fmla="*/ 1524702 h 4927186"/>
              <a:gd name="connsiteX7971" fmla="*/ 5884593 w 9312201"/>
              <a:gd name="connsiteY7971" fmla="*/ 1546522 h 4927186"/>
              <a:gd name="connsiteX7972" fmla="*/ 5862773 w 9312201"/>
              <a:gd name="connsiteY7972" fmla="*/ 1568342 h 4927186"/>
              <a:gd name="connsiteX7973" fmla="*/ 5840953 w 9312201"/>
              <a:gd name="connsiteY7973" fmla="*/ 1546522 h 4927186"/>
              <a:gd name="connsiteX7974" fmla="*/ 5862773 w 9312201"/>
              <a:gd name="connsiteY7974" fmla="*/ 1524702 h 4927186"/>
              <a:gd name="connsiteX7975" fmla="*/ 5785413 w 9312201"/>
              <a:gd name="connsiteY7975" fmla="*/ 1524702 h 4927186"/>
              <a:gd name="connsiteX7976" fmla="*/ 5807894 w 9312201"/>
              <a:gd name="connsiteY7976" fmla="*/ 1546522 h 4927186"/>
              <a:gd name="connsiteX7977" fmla="*/ 5785413 w 9312201"/>
              <a:gd name="connsiteY7977" fmla="*/ 1568342 h 4927186"/>
              <a:gd name="connsiteX7978" fmla="*/ 5762932 w 9312201"/>
              <a:gd name="connsiteY7978" fmla="*/ 1546522 h 4927186"/>
              <a:gd name="connsiteX7979" fmla="*/ 5785413 w 9312201"/>
              <a:gd name="connsiteY7979" fmla="*/ 1524702 h 4927186"/>
              <a:gd name="connsiteX7980" fmla="*/ 5162572 w 9312201"/>
              <a:gd name="connsiteY7980" fmla="*/ 1524702 h 4927186"/>
              <a:gd name="connsiteX7981" fmla="*/ 5185053 w 9312201"/>
              <a:gd name="connsiteY7981" fmla="*/ 1546522 h 4927186"/>
              <a:gd name="connsiteX7982" fmla="*/ 5162572 w 9312201"/>
              <a:gd name="connsiteY7982" fmla="*/ 1568342 h 4927186"/>
              <a:gd name="connsiteX7983" fmla="*/ 5140091 w 9312201"/>
              <a:gd name="connsiteY7983" fmla="*/ 1546522 h 4927186"/>
              <a:gd name="connsiteX7984" fmla="*/ 5162572 w 9312201"/>
              <a:gd name="connsiteY7984" fmla="*/ 1524702 h 4927186"/>
              <a:gd name="connsiteX7985" fmla="*/ 5085212 w 9312201"/>
              <a:gd name="connsiteY7985" fmla="*/ 1524702 h 4927186"/>
              <a:gd name="connsiteX7986" fmla="*/ 5107032 w 9312201"/>
              <a:gd name="connsiteY7986" fmla="*/ 1546522 h 4927186"/>
              <a:gd name="connsiteX7987" fmla="*/ 5085212 w 9312201"/>
              <a:gd name="connsiteY7987" fmla="*/ 1568342 h 4927186"/>
              <a:gd name="connsiteX7988" fmla="*/ 5063392 w 9312201"/>
              <a:gd name="connsiteY7988" fmla="*/ 1546522 h 4927186"/>
              <a:gd name="connsiteX7989" fmla="*/ 5085212 w 9312201"/>
              <a:gd name="connsiteY7989" fmla="*/ 1524702 h 4927186"/>
              <a:gd name="connsiteX7990" fmla="*/ 5007193 w 9312201"/>
              <a:gd name="connsiteY7990" fmla="*/ 1524702 h 4927186"/>
              <a:gd name="connsiteX7991" fmla="*/ 5029013 w 9312201"/>
              <a:gd name="connsiteY7991" fmla="*/ 1546522 h 4927186"/>
              <a:gd name="connsiteX7992" fmla="*/ 5007193 w 9312201"/>
              <a:gd name="connsiteY7992" fmla="*/ 1568342 h 4927186"/>
              <a:gd name="connsiteX7993" fmla="*/ 4985373 w 9312201"/>
              <a:gd name="connsiteY7993" fmla="*/ 1546522 h 4927186"/>
              <a:gd name="connsiteX7994" fmla="*/ 5007193 w 9312201"/>
              <a:gd name="connsiteY7994" fmla="*/ 1524702 h 4927186"/>
              <a:gd name="connsiteX7995" fmla="*/ 4928511 w 9312201"/>
              <a:gd name="connsiteY7995" fmla="*/ 1524702 h 4927186"/>
              <a:gd name="connsiteX7996" fmla="*/ 4950992 w 9312201"/>
              <a:gd name="connsiteY7996" fmla="*/ 1546522 h 4927186"/>
              <a:gd name="connsiteX7997" fmla="*/ 4928511 w 9312201"/>
              <a:gd name="connsiteY7997" fmla="*/ 1568342 h 4927186"/>
              <a:gd name="connsiteX7998" fmla="*/ 4906030 w 9312201"/>
              <a:gd name="connsiteY7998" fmla="*/ 1546522 h 4927186"/>
              <a:gd name="connsiteX7999" fmla="*/ 4928511 w 9312201"/>
              <a:gd name="connsiteY7999" fmla="*/ 1524702 h 4927186"/>
              <a:gd name="connsiteX8000" fmla="*/ 1968363 w 9312201"/>
              <a:gd name="connsiteY8000" fmla="*/ 1524702 h 4927186"/>
              <a:gd name="connsiteX8001" fmla="*/ 1990183 w 9312201"/>
              <a:gd name="connsiteY8001" fmla="*/ 1546522 h 4927186"/>
              <a:gd name="connsiteX8002" fmla="*/ 1968363 w 9312201"/>
              <a:gd name="connsiteY8002" fmla="*/ 1568342 h 4927186"/>
              <a:gd name="connsiteX8003" fmla="*/ 1946543 w 9312201"/>
              <a:gd name="connsiteY8003" fmla="*/ 1546522 h 4927186"/>
              <a:gd name="connsiteX8004" fmla="*/ 1968363 w 9312201"/>
              <a:gd name="connsiteY8004" fmla="*/ 1524702 h 4927186"/>
              <a:gd name="connsiteX8005" fmla="*/ 1891011 w 9312201"/>
              <a:gd name="connsiteY8005" fmla="*/ 1524702 h 4927186"/>
              <a:gd name="connsiteX8006" fmla="*/ 1913495 w 9312201"/>
              <a:gd name="connsiteY8006" fmla="*/ 1546522 h 4927186"/>
              <a:gd name="connsiteX8007" fmla="*/ 1891011 w 9312201"/>
              <a:gd name="connsiteY8007" fmla="*/ 1568342 h 4927186"/>
              <a:gd name="connsiteX8008" fmla="*/ 1868529 w 9312201"/>
              <a:gd name="connsiteY8008" fmla="*/ 1546522 h 4927186"/>
              <a:gd name="connsiteX8009" fmla="*/ 1891011 w 9312201"/>
              <a:gd name="connsiteY8009" fmla="*/ 1524702 h 4927186"/>
              <a:gd name="connsiteX8010" fmla="*/ 1813657 w 9312201"/>
              <a:gd name="connsiteY8010" fmla="*/ 1524702 h 4927186"/>
              <a:gd name="connsiteX8011" fmla="*/ 1835474 w 9312201"/>
              <a:gd name="connsiteY8011" fmla="*/ 1546522 h 4927186"/>
              <a:gd name="connsiteX8012" fmla="*/ 1813657 w 9312201"/>
              <a:gd name="connsiteY8012" fmla="*/ 1568342 h 4927186"/>
              <a:gd name="connsiteX8013" fmla="*/ 1791833 w 9312201"/>
              <a:gd name="connsiteY8013" fmla="*/ 1546522 h 4927186"/>
              <a:gd name="connsiteX8014" fmla="*/ 1813657 w 9312201"/>
              <a:gd name="connsiteY8014" fmla="*/ 1524702 h 4927186"/>
              <a:gd name="connsiteX8015" fmla="*/ 1735633 w 9312201"/>
              <a:gd name="connsiteY8015" fmla="*/ 1524702 h 4927186"/>
              <a:gd name="connsiteX8016" fmla="*/ 1757457 w 9312201"/>
              <a:gd name="connsiteY8016" fmla="*/ 1546522 h 4927186"/>
              <a:gd name="connsiteX8017" fmla="*/ 1735633 w 9312201"/>
              <a:gd name="connsiteY8017" fmla="*/ 1568342 h 4927186"/>
              <a:gd name="connsiteX8018" fmla="*/ 1713819 w 9312201"/>
              <a:gd name="connsiteY8018" fmla="*/ 1546522 h 4927186"/>
              <a:gd name="connsiteX8019" fmla="*/ 1735633 w 9312201"/>
              <a:gd name="connsiteY8019" fmla="*/ 1524702 h 4927186"/>
              <a:gd name="connsiteX8020" fmla="*/ 1657611 w 9312201"/>
              <a:gd name="connsiteY8020" fmla="*/ 1524702 h 4927186"/>
              <a:gd name="connsiteX8021" fmla="*/ 1679436 w 9312201"/>
              <a:gd name="connsiteY8021" fmla="*/ 1546522 h 4927186"/>
              <a:gd name="connsiteX8022" fmla="*/ 1657611 w 9312201"/>
              <a:gd name="connsiteY8022" fmla="*/ 1568342 h 4927186"/>
              <a:gd name="connsiteX8023" fmla="*/ 1635796 w 9312201"/>
              <a:gd name="connsiteY8023" fmla="*/ 1546522 h 4927186"/>
              <a:gd name="connsiteX8024" fmla="*/ 1657611 w 9312201"/>
              <a:gd name="connsiteY8024" fmla="*/ 1524702 h 4927186"/>
              <a:gd name="connsiteX8025" fmla="*/ 1580257 w 9312201"/>
              <a:gd name="connsiteY8025" fmla="*/ 1524702 h 4927186"/>
              <a:gd name="connsiteX8026" fmla="*/ 1602734 w 9312201"/>
              <a:gd name="connsiteY8026" fmla="*/ 1546522 h 4927186"/>
              <a:gd name="connsiteX8027" fmla="*/ 1580257 w 9312201"/>
              <a:gd name="connsiteY8027" fmla="*/ 1568342 h 4927186"/>
              <a:gd name="connsiteX8028" fmla="*/ 1557771 w 9312201"/>
              <a:gd name="connsiteY8028" fmla="*/ 1546522 h 4927186"/>
              <a:gd name="connsiteX8029" fmla="*/ 1580257 w 9312201"/>
              <a:gd name="connsiteY8029" fmla="*/ 1524702 h 4927186"/>
              <a:gd name="connsiteX8030" fmla="*/ 1502899 w 9312201"/>
              <a:gd name="connsiteY8030" fmla="*/ 1524702 h 4927186"/>
              <a:gd name="connsiteX8031" fmla="*/ 1524717 w 9312201"/>
              <a:gd name="connsiteY8031" fmla="*/ 1546522 h 4927186"/>
              <a:gd name="connsiteX8032" fmla="*/ 1502899 w 9312201"/>
              <a:gd name="connsiteY8032" fmla="*/ 1568342 h 4927186"/>
              <a:gd name="connsiteX8033" fmla="*/ 1481077 w 9312201"/>
              <a:gd name="connsiteY8033" fmla="*/ 1546522 h 4927186"/>
              <a:gd name="connsiteX8034" fmla="*/ 1502899 w 9312201"/>
              <a:gd name="connsiteY8034" fmla="*/ 1524702 h 4927186"/>
              <a:gd name="connsiteX8035" fmla="*/ 1424212 w 9312201"/>
              <a:gd name="connsiteY8035" fmla="*/ 1524702 h 4927186"/>
              <a:gd name="connsiteX8036" fmla="*/ 1446695 w 9312201"/>
              <a:gd name="connsiteY8036" fmla="*/ 1546522 h 4927186"/>
              <a:gd name="connsiteX8037" fmla="*/ 1424212 w 9312201"/>
              <a:gd name="connsiteY8037" fmla="*/ 1568342 h 4927186"/>
              <a:gd name="connsiteX8038" fmla="*/ 1401732 w 9312201"/>
              <a:gd name="connsiteY8038" fmla="*/ 1546522 h 4927186"/>
              <a:gd name="connsiteX8039" fmla="*/ 1424212 w 9312201"/>
              <a:gd name="connsiteY8039" fmla="*/ 1524702 h 4927186"/>
              <a:gd name="connsiteX8040" fmla="*/ 1345530 w 9312201"/>
              <a:gd name="connsiteY8040" fmla="*/ 1524702 h 4927186"/>
              <a:gd name="connsiteX8041" fmla="*/ 1367350 w 9312201"/>
              <a:gd name="connsiteY8041" fmla="*/ 1546522 h 4927186"/>
              <a:gd name="connsiteX8042" fmla="*/ 1345530 w 9312201"/>
              <a:gd name="connsiteY8042" fmla="*/ 1568342 h 4927186"/>
              <a:gd name="connsiteX8043" fmla="*/ 1323709 w 9312201"/>
              <a:gd name="connsiteY8043" fmla="*/ 1546522 h 4927186"/>
              <a:gd name="connsiteX8044" fmla="*/ 1345530 w 9312201"/>
              <a:gd name="connsiteY8044" fmla="*/ 1524702 h 4927186"/>
              <a:gd name="connsiteX8045" fmla="*/ 1268169 w 9312201"/>
              <a:gd name="connsiteY8045" fmla="*/ 1524702 h 4927186"/>
              <a:gd name="connsiteX8046" fmla="*/ 1290660 w 9312201"/>
              <a:gd name="connsiteY8046" fmla="*/ 1546522 h 4927186"/>
              <a:gd name="connsiteX8047" fmla="*/ 1268169 w 9312201"/>
              <a:gd name="connsiteY8047" fmla="*/ 1568342 h 4927186"/>
              <a:gd name="connsiteX8048" fmla="*/ 1245691 w 9312201"/>
              <a:gd name="connsiteY8048" fmla="*/ 1546522 h 4927186"/>
              <a:gd name="connsiteX8049" fmla="*/ 1268169 w 9312201"/>
              <a:gd name="connsiteY8049" fmla="*/ 1524702 h 4927186"/>
              <a:gd name="connsiteX8050" fmla="*/ 1190817 w 9312201"/>
              <a:gd name="connsiteY8050" fmla="*/ 1524702 h 4927186"/>
              <a:gd name="connsiteX8051" fmla="*/ 1212636 w 9312201"/>
              <a:gd name="connsiteY8051" fmla="*/ 1546522 h 4927186"/>
              <a:gd name="connsiteX8052" fmla="*/ 1190817 w 9312201"/>
              <a:gd name="connsiteY8052" fmla="*/ 1568342 h 4927186"/>
              <a:gd name="connsiteX8053" fmla="*/ 1168996 w 9312201"/>
              <a:gd name="connsiteY8053" fmla="*/ 1546522 h 4927186"/>
              <a:gd name="connsiteX8054" fmla="*/ 1190817 w 9312201"/>
              <a:gd name="connsiteY8054" fmla="*/ 1524702 h 4927186"/>
              <a:gd name="connsiteX8055" fmla="*/ 1112792 w 9312201"/>
              <a:gd name="connsiteY8055" fmla="*/ 1524702 h 4927186"/>
              <a:gd name="connsiteX8056" fmla="*/ 1134608 w 9312201"/>
              <a:gd name="connsiteY8056" fmla="*/ 1546522 h 4927186"/>
              <a:gd name="connsiteX8057" fmla="*/ 1112792 w 9312201"/>
              <a:gd name="connsiteY8057" fmla="*/ 1568342 h 4927186"/>
              <a:gd name="connsiteX8058" fmla="*/ 1090972 w 9312201"/>
              <a:gd name="connsiteY8058" fmla="*/ 1546522 h 4927186"/>
              <a:gd name="connsiteX8059" fmla="*/ 1112792 w 9312201"/>
              <a:gd name="connsiteY8059" fmla="*/ 1524702 h 4927186"/>
              <a:gd name="connsiteX8060" fmla="*/ 1034768 w 9312201"/>
              <a:gd name="connsiteY8060" fmla="*/ 1524702 h 4927186"/>
              <a:gd name="connsiteX8061" fmla="*/ 1056586 w 9312201"/>
              <a:gd name="connsiteY8061" fmla="*/ 1546522 h 4927186"/>
              <a:gd name="connsiteX8062" fmla="*/ 1034768 w 9312201"/>
              <a:gd name="connsiteY8062" fmla="*/ 1568342 h 4927186"/>
              <a:gd name="connsiteX8063" fmla="*/ 1012952 w 9312201"/>
              <a:gd name="connsiteY8063" fmla="*/ 1546522 h 4927186"/>
              <a:gd name="connsiteX8064" fmla="*/ 1034768 w 9312201"/>
              <a:gd name="connsiteY8064" fmla="*/ 1524702 h 4927186"/>
              <a:gd name="connsiteX8065" fmla="*/ 956746 w 9312201"/>
              <a:gd name="connsiteY8065" fmla="*/ 1524702 h 4927186"/>
              <a:gd name="connsiteX8066" fmla="*/ 978570 w 9312201"/>
              <a:gd name="connsiteY8066" fmla="*/ 1546522 h 4927186"/>
              <a:gd name="connsiteX8067" fmla="*/ 956746 w 9312201"/>
              <a:gd name="connsiteY8067" fmla="*/ 1568342 h 4927186"/>
              <a:gd name="connsiteX8068" fmla="*/ 934926 w 9312201"/>
              <a:gd name="connsiteY8068" fmla="*/ 1546522 h 4927186"/>
              <a:gd name="connsiteX8069" fmla="*/ 956746 w 9312201"/>
              <a:gd name="connsiteY8069" fmla="*/ 1524702 h 4927186"/>
              <a:gd name="connsiteX8070" fmla="*/ 880048 w 9312201"/>
              <a:gd name="connsiteY8070" fmla="*/ 1524702 h 4927186"/>
              <a:gd name="connsiteX8071" fmla="*/ 901869 w 9312201"/>
              <a:gd name="connsiteY8071" fmla="*/ 1546522 h 4927186"/>
              <a:gd name="connsiteX8072" fmla="*/ 880048 w 9312201"/>
              <a:gd name="connsiteY8072" fmla="*/ 1568342 h 4927186"/>
              <a:gd name="connsiteX8073" fmla="*/ 858229 w 9312201"/>
              <a:gd name="connsiteY8073" fmla="*/ 1546522 h 4927186"/>
              <a:gd name="connsiteX8074" fmla="*/ 880048 w 9312201"/>
              <a:gd name="connsiteY8074" fmla="*/ 1524702 h 4927186"/>
              <a:gd name="connsiteX8075" fmla="*/ 333903 w 9312201"/>
              <a:gd name="connsiteY8075" fmla="*/ 1524702 h 4927186"/>
              <a:gd name="connsiteX8076" fmla="*/ 355723 w 9312201"/>
              <a:gd name="connsiteY8076" fmla="*/ 1546522 h 4927186"/>
              <a:gd name="connsiteX8077" fmla="*/ 333903 w 9312201"/>
              <a:gd name="connsiteY8077" fmla="*/ 1568342 h 4927186"/>
              <a:gd name="connsiteX8078" fmla="*/ 312083 w 9312201"/>
              <a:gd name="connsiteY8078" fmla="*/ 1546522 h 4927186"/>
              <a:gd name="connsiteX8079" fmla="*/ 333903 w 9312201"/>
              <a:gd name="connsiteY8079" fmla="*/ 1524702 h 4927186"/>
              <a:gd name="connsiteX8080" fmla="*/ 255882 w 9312201"/>
              <a:gd name="connsiteY8080" fmla="*/ 1524702 h 4927186"/>
              <a:gd name="connsiteX8081" fmla="*/ 277701 w 9312201"/>
              <a:gd name="connsiteY8081" fmla="*/ 1546522 h 4927186"/>
              <a:gd name="connsiteX8082" fmla="*/ 255882 w 9312201"/>
              <a:gd name="connsiteY8082" fmla="*/ 1568342 h 4927186"/>
              <a:gd name="connsiteX8083" fmla="*/ 234062 w 9312201"/>
              <a:gd name="connsiteY8083" fmla="*/ 1546522 h 4927186"/>
              <a:gd name="connsiteX8084" fmla="*/ 255882 w 9312201"/>
              <a:gd name="connsiteY8084" fmla="*/ 1524702 h 4927186"/>
              <a:gd name="connsiteX8085" fmla="*/ 177862 w 9312201"/>
              <a:gd name="connsiteY8085" fmla="*/ 1524702 h 4927186"/>
              <a:gd name="connsiteX8086" fmla="*/ 199682 w 9312201"/>
              <a:gd name="connsiteY8086" fmla="*/ 1546522 h 4927186"/>
              <a:gd name="connsiteX8087" fmla="*/ 177862 w 9312201"/>
              <a:gd name="connsiteY8087" fmla="*/ 1568342 h 4927186"/>
              <a:gd name="connsiteX8088" fmla="*/ 156042 w 9312201"/>
              <a:gd name="connsiteY8088" fmla="*/ 1546522 h 4927186"/>
              <a:gd name="connsiteX8089" fmla="*/ 177862 w 9312201"/>
              <a:gd name="connsiteY8089" fmla="*/ 1524702 h 4927186"/>
              <a:gd name="connsiteX8090" fmla="*/ 8589520 w 9312201"/>
              <a:gd name="connsiteY8090" fmla="*/ 1446683 h 4927186"/>
              <a:gd name="connsiteX8091" fmla="*/ 8611340 w 9312201"/>
              <a:gd name="connsiteY8091" fmla="*/ 1468503 h 4927186"/>
              <a:gd name="connsiteX8092" fmla="*/ 8589520 w 9312201"/>
              <a:gd name="connsiteY8092" fmla="*/ 1490323 h 4927186"/>
              <a:gd name="connsiteX8093" fmla="*/ 8567700 w 9312201"/>
              <a:gd name="connsiteY8093" fmla="*/ 1468503 h 4927186"/>
              <a:gd name="connsiteX8094" fmla="*/ 8589520 w 9312201"/>
              <a:gd name="connsiteY8094" fmla="*/ 1446683 h 4927186"/>
              <a:gd name="connsiteX8095" fmla="*/ 8511500 w 9312201"/>
              <a:gd name="connsiteY8095" fmla="*/ 1446683 h 4927186"/>
              <a:gd name="connsiteX8096" fmla="*/ 8533320 w 9312201"/>
              <a:gd name="connsiteY8096" fmla="*/ 1468503 h 4927186"/>
              <a:gd name="connsiteX8097" fmla="*/ 8511500 w 9312201"/>
              <a:gd name="connsiteY8097" fmla="*/ 1490323 h 4927186"/>
              <a:gd name="connsiteX8098" fmla="*/ 8489680 w 9312201"/>
              <a:gd name="connsiteY8098" fmla="*/ 1468503 h 4927186"/>
              <a:gd name="connsiteX8099" fmla="*/ 8511500 w 9312201"/>
              <a:gd name="connsiteY8099" fmla="*/ 1446683 h 4927186"/>
              <a:gd name="connsiteX8100" fmla="*/ 8044700 w 9312201"/>
              <a:gd name="connsiteY8100" fmla="*/ 1446683 h 4927186"/>
              <a:gd name="connsiteX8101" fmla="*/ 8066520 w 9312201"/>
              <a:gd name="connsiteY8101" fmla="*/ 1468503 h 4927186"/>
              <a:gd name="connsiteX8102" fmla="*/ 8044700 w 9312201"/>
              <a:gd name="connsiteY8102" fmla="*/ 1490323 h 4927186"/>
              <a:gd name="connsiteX8103" fmla="*/ 8022880 w 9312201"/>
              <a:gd name="connsiteY8103" fmla="*/ 1468503 h 4927186"/>
              <a:gd name="connsiteX8104" fmla="*/ 8044700 w 9312201"/>
              <a:gd name="connsiteY8104" fmla="*/ 1446683 h 4927186"/>
              <a:gd name="connsiteX8105" fmla="*/ 7966679 w 9312201"/>
              <a:gd name="connsiteY8105" fmla="*/ 1446683 h 4927186"/>
              <a:gd name="connsiteX8106" fmla="*/ 7988499 w 9312201"/>
              <a:gd name="connsiteY8106" fmla="*/ 1468503 h 4927186"/>
              <a:gd name="connsiteX8107" fmla="*/ 7966679 w 9312201"/>
              <a:gd name="connsiteY8107" fmla="*/ 1490323 h 4927186"/>
              <a:gd name="connsiteX8108" fmla="*/ 7944859 w 9312201"/>
              <a:gd name="connsiteY8108" fmla="*/ 1468503 h 4927186"/>
              <a:gd name="connsiteX8109" fmla="*/ 7966679 w 9312201"/>
              <a:gd name="connsiteY8109" fmla="*/ 1446683 h 4927186"/>
              <a:gd name="connsiteX8110" fmla="*/ 7888658 w 9312201"/>
              <a:gd name="connsiteY8110" fmla="*/ 1446683 h 4927186"/>
              <a:gd name="connsiteX8111" fmla="*/ 7910478 w 9312201"/>
              <a:gd name="connsiteY8111" fmla="*/ 1468503 h 4927186"/>
              <a:gd name="connsiteX8112" fmla="*/ 7888658 w 9312201"/>
              <a:gd name="connsiteY8112" fmla="*/ 1490323 h 4927186"/>
              <a:gd name="connsiteX8113" fmla="*/ 7866838 w 9312201"/>
              <a:gd name="connsiteY8113" fmla="*/ 1468503 h 4927186"/>
              <a:gd name="connsiteX8114" fmla="*/ 7888658 w 9312201"/>
              <a:gd name="connsiteY8114" fmla="*/ 1446683 h 4927186"/>
              <a:gd name="connsiteX8115" fmla="*/ 7809316 w 9312201"/>
              <a:gd name="connsiteY8115" fmla="*/ 1446683 h 4927186"/>
              <a:gd name="connsiteX8116" fmla="*/ 7831136 w 9312201"/>
              <a:gd name="connsiteY8116" fmla="*/ 1468503 h 4927186"/>
              <a:gd name="connsiteX8117" fmla="*/ 7809316 w 9312201"/>
              <a:gd name="connsiteY8117" fmla="*/ 1490323 h 4927186"/>
              <a:gd name="connsiteX8118" fmla="*/ 7787496 w 9312201"/>
              <a:gd name="connsiteY8118" fmla="*/ 1468503 h 4927186"/>
              <a:gd name="connsiteX8119" fmla="*/ 7809316 w 9312201"/>
              <a:gd name="connsiteY8119" fmla="*/ 1446683 h 4927186"/>
              <a:gd name="connsiteX8120" fmla="*/ 7731957 w 9312201"/>
              <a:gd name="connsiteY8120" fmla="*/ 1446683 h 4927186"/>
              <a:gd name="connsiteX8121" fmla="*/ 7754438 w 9312201"/>
              <a:gd name="connsiteY8121" fmla="*/ 1468503 h 4927186"/>
              <a:gd name="connsiteX8122" fmla="*/ 7731957 w 9312201"/>
              <a:gd name="connsiteY8122" fmla="*/ 1490323 h 4927186"/>
              <a:gd name="connsiteX8123" fmla="*/ 7709476 w 9312201"/>
              <a:gd name="connsiteY8123" fmla="*/ 1468503 h 4927186"/>
              <a:gd name="connsiteX8124" fmla="*/ 7731957 w 9312201"/>
              <a:gd name="connsiteY8124" fmla="*/ 1446683 h 4927186"/>
              <a:gd name="connsiteX8125" fmla="*/ 7654597 w 9312201"/>
              <a:gd name="connsiteY8125" fmla="*/ 1446683 h 4927186"/>
              <a:gd name="connsiteX8126" fmla="*/ 7676417 w 9312201"/>
              <a:gd name="connsiteY8126" fmla="*/ 1468503 h 4927186"/>
              <a:gd name="connsiteX8127" fmla="*/ 7654597 w 9312201"/>
              <a:gd name="connsiteY8127" fmla="*/ 1490323 h 4927186"/>
              <a:gd name="connsiteX8128" fmla="*/ 7632777 w 9312201"/>
              <a:gd name="connsiteY8128" fmla="*/ 1468503 h 4927186"/>
              <a:gd name="connsiteX8129" fmla="*/ 7654597 w 9312201"/>
              <a:gd name="connsiteY8129" fmla="*/ 1446683 h 4927186"/>
              <a:gd name="connsiteX8130" fmla="*/ 7576577 w 9312201"/>
              <a:gd name="connsiteY8130" fmla="*/ 1446683 h 4927186"/>
              <a:gd name="connsiteX8131" fmla="*/ 7598397 w 9312201"/>
              <a:gd name="connsiteY8131" fmla="*/ 1468503 h 4927186"/>
              <a:gd name="connsiteX8132" fmla="*/ 7576577 w 9312201"/>
              <a:gd name="connsiteY8132" fmla="*/ 1490323 h 4927186"/>
              <a:gd name="connsiteX8133" fmla="*/ 7554757 w 9312201"/>
              <a:gd name="connsiteY8133" fmla="*/ 1468503 h 4927186"/>
              <a:gd name="connsiteX8134" fmla="*/ 7576577 w 9312201"/>
              <a:gd name="connsiteY8134" fmla="*/ 1446683 h 4927186"/>
              <a:gd name="connsiteX8135" fmla="*/ 7498556 w 9312201"/>
              <a:gd name="connsiteY8135" fmla="*/ 1446683 h 4927186"/>
              <a:gd name="connsiteX8136" fmla="*/ 7520376 w 9312201"/>
              <a:gd name="connsiteY8136" fmla="*/ 1468503 h 4927186"/>
              <a:gd name="connsiteX8137" fmla="*/ 7498556 w 9312201"/>
              <a:gd name="connsiteY8137" fmla="*/ 1490323 h 4927186"/>
              <a:gd name="connsiteX8138" fmla="*/ 7476736 w 9312201"/>
              <a:gd name="connsiteY8138" fmla="*/ 1468503 h 4927186"/>
              <a:gd name="connsiteX8139" fmla="*/ 7498556 w 9312201"/>
              <a:gd name="connsiteY8139" fmla="*/ 1446683 h 4927186"/>
              <a:gd name="connsiteX8140" fmla="*/ 7421198 w 9312201"/>
              <a:gd name="connsiteY8140" fmla="*/ 1446683 h 4927186"/>
              <a:gd name="connsiteX8141" fmla="*/ 7443679 w 9312201"/>
              <a:gd name="connsiteY8141" fmla="*/ 1468503 h 4927186"/>
              <a:gd name="connsiteX8142" fmla="*/ 7421198 w 9312201"/>
              <a:gd name="connsiteY8142" fmla="*/ 1490323 h 4927186"/>
              <a:gd name="connsiteX8143" fmla="*/ 7398717 w 9312201"/>
              <a:gd name="connsiteY8143" fmla="*/ 1468503 h 4927186"/>
              <a:gd name="connsiteX8144" fmla="*/ 7421198 w 9312201"/>
              <a:gd name="connsiteY8144" fmla="*/ 1446683 h 4927186"/>
              <a:gd name="connsiteX8145" fmla="*/ 7343838 w 9312201"/>
              <a:gd name="connsiteY8145" fmla="*/ 1446683 h 4927186"/>
              <a:gd name="connsiteX8146" fmla="*/ 7365658 w 9312201"/>
              <a:gd name="connsiteY8146" fmla="*/ 1468503 h 4927186"/>
              <a:gd name="connsiteX8147" fmla="*/ 7343838 w 9312201"/>
              <a:gd name="connsiteY8147" fmla="*/ 1490323 h 4927186"/>
              <a:gd name="connsiteX8148" fmla="*/ 7322018 w 9312201"/>
              <a:gd name="connsiteY8148" fmla="*/ 1468503 h 4927186"/>
              <a:gd name="connsiteX8149" fmla="*/ 7343838 w 9312201"/>
              <a:gd name="connsiteY8149" fmla="*/ 1446683 h 4927186"/>
              <a:gd name="connsiteX8150" fmla="*/ 7264495 w 9312201"/>
              <a:gd name="connsiteY8150" fmla="*/ 1446683 h 4927186"/>
              <a:gd name="connsiteX8151" fmla="*/ 7286315 w 9312201"/>
              <a:gd name="connsiteY8151" fmla="*/ 1468503 h 4927186"/>
              <a:gd name="connsiteX8152" fmla="*/ 7264495 w 9312201"/>
              <a:gd name="connsiteY8152" fmla="*/ 1490323 h 4927186"/>
              <a:gd name="connsiteX8153" fmla="*/ 7242675 w 9312201"/>
              <a:gd name="connsiteY8153" fmla="*/ 1468503 h 4927186"/>
              <a:gd name="connsiteX8154" fmla="*/ 7264495 w 9312201"/>
              <a:gd name="connsiteY8154" fmla="*/ 1446683 h 4927186"/>
              <a:gd name="connsiteX8155" fmla="*/ 7186475 w 9312201"/>
              <a:gd name="connsiteY8155" fmla="*/ 1446683 h 4927186"/>
              <a:gd name="connsiteX8156" fmla="*/ 7208295 w 9312201"/>
              <a:gd name="connsiteY8156" fmla="*/ 1468503 h 4927186"/>
              <a:gd name="connsiteX8157" fmla="*/ 7186475 w 9312201"/>
              <a:gd name="connsiteY8157" fmla="*/ 1490323 h 4927186"/>
              <a:gd name="connsiteX8158" fmla="*/ 7164655 w 9312201"/>
              <a:gd name="connsiteY8158" fmla="*/ 1468503 h 4927186"/>
              <a:gd name="connsiteX8159" fmla="*/ 7186475 w 9312201"/>
              <a:gd name="connsiteY8159" fmla="*/ 1446683 h 4927186"/>
              <a:gd name="connsiteX8160" fmla="*/ 7109116 w 9312201"/>
              <a:gd name="connsiteY8160" fmla="*/ 1446683 h 4927186"/>
              <a:gd name="connsiteX8161" fmla="*/ 7131597 w 9312201"/>
              <a:gd name="connsiteY8161" fmla="*/ 1468503 h 4927186"/>
              <a:gd name="connsiteX8162" fmla="*/ 7109116 w 9312201"/>
              <a:gd name="connsiteY8162" fmla="*/ 1490323 h 4927186"/>
              <a:gd name="connsiteX8163" fmla="*/ 7086635 w 9312201"/>
              <a:gd name="connsiteY8163" fmla="*/ 1468503 h 4927186"/>
              <a:gd name="connsiteX8164" fmla="*/ 7109116 w 9312201"/>
              <a:gd name="connsiteY8164" fmla="*/ 1446683 h 4927186"/>
              <a:gd name="connsiteX8165" fmla="*/ 7031757 w 9312201"/>
              <a:gd name="connsiteY8165" fmla="*/ 1446683 h 4927186"/>
              <a:gd name="connsiteX8166" fmla="*/ 7053577 w 9312201"/>
              <a:gd name="connsiteY8166" fmla="*/ 1468503 h 4927186"/>
              <a:gd name="connsiteX8167" fmla="*/ 7031757 w 9312201"/>
              <a:gd name="connsiteY8167" fmla="*/ 1490323 h 4927186"/>
              <a:gd name="connsiteX8168" fmla="*/ 7009937 w 9312201"/>
              <a:gd name="connsiteY8168" fmla="*/ 1468503 h 4927186"/>
              <a:gd name="connsiteX8169" fmla="*/ 7031757 w 9312201"/>
              <a:gd name="connsiteY8169" fmla="*/ 1446683 h 4927186"/>
              <a:gd name="connsiteX8170" fmla="*/ 6953736 w 9312201"/>
              <a:gd name="connsiteY8170" fmla="*/ 1446683 h 4927186"/>
              <a:gd name="connsiteX8171" fmla="*/ 6975556 w 9312201"/>
              <a:gd name="connsiteY8171" fmla="*/ 1468503 h 4927186"/>
              <a:gd name="connsiteX8172" fmla="*/ 6953736 w 9312201"/>
              <a:gd name="connsiteY8172" fmla="*/ 1490323 h 4927186"/>
              <a:gd name="connsiteX8173" fmla="*/ 6931916 w 9312201"/>
              <a:gd name="connsiteY8173" fmla="*/ 1468503 h 4927186"/>
              <a:gd name="connsiteX8174" fmla="*/ 6953736 w 9312201"/>
              <a:gd name="connsiteY8174" fmla="*/ 1446683 h 4927186"/>
              <a:gd name="connsiteX8175" fmla="*/ 6875716 w 9312201"/>
              <a:gd name="connsiteY8175" fmla="*/ 1446683 h 4927186"/>
              <a:gd name="connsiteX8176" fmla="*/ 6897536 w 9312201"/>
              <a:gd name="connsiteY8176" fmla="*/ 1468503 h 4927186"/>
              <a:gd name="connsiteX8177" fmla="*/ 6875716 w 9312201"/>
              <a:gd name="connsiteY8177" fmla="*/ 1490323 h 4927186"/>
              <a:gd name="connsiteX8178" fmla="*/ 6853896 w 9312201"/>
              <a:gd name="connsiteY8178" fmla="*/ 1468503 h 4927186"/>
              <a:gd name="connsiteX8179" fmla="*/ 6875716 w 9312201"/>
              <a:gd name="connsiteY8179" fmla="*/ 1446683 h 4927186"/>
              <a:gd name="connsiteX8180" fmla="*/ 6798356 w 9312201"/>
              <a:gd name="connsiteY8180" fmla="*/ 1446683 h 4927186"/>
              <a:gd name="connsiteX8181" fmla="*/ 6820837 w 9312201"/>
              <a:gd name="connsiteY8181" fmla="*/ 1468503 h 4927186"/>
              <a:gd name="connsiteX8182" fmla="*/ 6798356 w 9312201"/>
              <a:gd name="connsiteY8182" fmla="*/ 1490323 h 4927186"/>
              <a:gd name="connsiteX8183" fmla="*/ 6775875 w 9312201"/>
              <a:gd name="connsiteY8183" fmla="*/ 1468503 h 4927186"/>
              <a:gd name="connsiteX8184" fmla="*/ 6798356 w 9312201"/>
              <a:gd name="connsiteY8184" fmla="*/ 1446683 h 4927186"/>
              <a:gd name="connsiteX8185" fmla="*/ 6719675 w 9312201"/>
              <a:gd name="connsiteY8185" fmla="*/ 1446683 h 4927186"/>
              <a:gd name="connsiteX8186" fmla="*/ 6741495 w 9312201"/>
              <a:gd name="connsiteY8186" fmla="*/ 1468503 h 4927186"/>
              <a:gd name="connsiteX8187" fmla="*/ 6719675 w 9312201"/>
              <a:gd name="connsiteY8187" fmla="*/ 1490323 h 4927186"/>
              <a:gd name="connsiteX8188" fmla="*/ 6697855 w 9312201"/>
              <a:gd name="connsiteY8188" fmla="*/ 1468503 h 4927186"/>
              <a:gd name="connsiteX8189" fmla="*/ 6719675 w 9312201"/>
              <a:gd name="connsiteY8189" fmla="*/ 1446683 h 4927186"/>
              <a:gd name="connsiteX8190" fmla="*/ 6641655 w 9312201"/>
              <a:gd name="connsiteY8190" fmla="*/ 1446683 h 4927186"/>
              <a:gd name="connsiteX8191" fmla="*/ 6663475 w 9312201"/>
              <a:gd name="connsiteY8191" fmla="*/ 1468503 h 4927186"/>
              <a:gd name="connsiteX8192" fmla="*/ 6641655 w 9312201"/>
              <a:gd name="connsiteY8192" fmla="*/ 1490323 h 4927186"/>
              <a:gd name="connsiteX8193" fmla="*/ 6619835 w 9312201"/>
              <a:gd name="connsiteY8193" fmla="*/ 1468503 h 4927186"/>
              <a:gd name="connsiteX8194" fmla="*/ 6641655 w 9312201"/>
              <a:gd name="connsiteY8194" fmla="*/ 1446683 h 4927186"/>
              <a:gd name="connsiteX8195" fmla="*/ 6563634 w 9312201"/>
              <a:gd name="connsiteY8195" fmla="*/ 1446683 h 4927186"/>
              <a:gd name="connsiteX8196" fmla="*/ 6585454 w 9312201"/>
              <a:gd name="connsiteY8196" fmla="*/ 1468503 h 4927186"/>
              <a:gd name="connsiteX8197" fmla="*/ 6563634 w 9312201"/>
              <a:gd name="connsiteY8197" fmla="*/ 1490323 h 4927186"/>
              <a:gd name="connsiteX8198" fmla="*/ 6541814 w 9312201"/>
              <a:gd name="connsiteY8198" fmla="*/ 1468503 h 4927186"/>
              <a:gd name="connsiteX8199" fmla="*/ 6563634 w 9312201"/>
              <a:gd name="connsiteY8199" fmla="*/ 1446683 h 4927186"/>
              <a:gd name="connsiteX8200" fmla="*/ 6485613 w 9312201"/>
              <a:gd name="connsiteY8200" fmla="*/ 1446683 h 4927186"/>
              <a:gd name="connsiteX8201" fmla="*/ 6507433 w 9312201"/>
              <a:gd name="connsiteY8201" fmla="*/ 1468503 h 4927186"/>
              <a:gd name="connsiteX8202" fmla="*/ 6485613 w 9312201"/>
              <a:gd name="connsiteY8202" fmla="*/ 1490323 h 4927186"/>
              <a:gd name="connsiteX8203" fmla="*/ 6463793 w 9312201"/>
              <a:gd name="connsiteY8203" fmla="*/ 1468503 h 4927186"/>
              <a:gd name="connsiteX8204" fmla="*/ 6485613 w 9312201"/>
              <a:gd name="connsiteY8204" fmla="*/ 1446683 h 4927186"/>
              <a:gd name="connsiteX8205" fmla="*/ 6408916 w 9312201"/>
              <a:gd name="connsiteY8205" fmla="*/ 1446683 h 4927186"/>
              <a:gd name="connsiteX8206" fmla="*/ 6430736 w 9312201"/>
              <a:gd name="connsiteY8206" fmla="*/ 1468503 h 4927186"/>
              <a:gd name="connsiteX8207" fmla="*/ 6408916 w 9312201"/>
              <a:gd name="connsiteY8207" fmla="*/ 1490323 h 4927186"/>
              <a:gd name="connsiteX8208" fmla="*/ 6387096 w 9312201"/>
              <a:gd name="connsiteY8208" fmla="*/ 1468503 h 4927186"/>
              <a:gd name="connsiteX8209" fmla="*/ 6408916 w 9312201"/>
              <a:gd name="connsiteY8209" fmla="*/ 1446683 h 4927186"/>
              <a:gd name="connsiteX8210" fmla="*/ 6330896 w 9312201"/>
              <a:gd name="connsiteY8210" fmla="*/ 1446683 h 4927186"/>
              <a:gd name="connsiteX8211" fmla="*/ 6352716 w 9312201"/>
              <a:gd name="connsiteY8211" fmla="*/ 1468503 h 4927186"/>
              <a:gd name="connsiteX8212" fmla="*/ 6330896 w 9312201"/>
              <a:gd name="connsiteY8212" fmla="*/ 1490323 h 4927186"/>
              <a:gd name="connsiteX8213" fmla="*/ 6309076 w 9312201"/>
              <a:gd name="connsiteY8213" fmla="*/ 1468503 h 4927186"/>
              <a:gd name="connsiteX8214" fmla="*/ 6330896 w 9312201"/>
              <a:gd name="connsiteY8214" fmla="*/ 1446683 h 4927186"/>
              <a:gd name="connsiteX8215" fmla="*/ 6252875 w 9312201"/>
              <a:gd name="connsiteY8215" fmla="*/ 1446683 h 4927186"/>
              <a:gd name="connsiteX8216" fmla="*/ 6274695 w 9312201"/>
              <a:gd name="connsiteY8216" fmla="*/ 1468503 h 4927186"/>
              <a:gd name="connsiteX8217" fmla="*/ 6252875 w 9312201"/>
              <a:gd name="connsiteY8217" fmla="*/ 1490323 h 4927186"/>
              <a:gd name="connsiteX8218" fmla="*/ 6231055 w 9312201"/>
              <a:gd name="connsiteY8218" fmla="*/ 1468503 h 4927186"/>
              <a:gd name="connsiteX8219" fmla="*/ 6252875 w 9312201"/>
              <a:gd name="connsiteY8219" fmla="*/ 1446683 h 4927186"/>
              <a:gd name="connsiteX8220" fmla="*/ 6174854 w 9312201"/>
              <a:gd name="connsiteY8220" fmla="*/ 1446683 h 4927186"/>
              <a:gd name="connsiteX8221" fmla="*/ 6196674 w 9312201"/>
              <a:gd name="connsiteY8221" fmla="*/ 1468503 h 4927186"/>
              <a:gd name="connsiteX8222" fmla="*/ 6174854 w 9312201"/>
              <a:gd name="connsiteY8222" fmla="*/ 1490323 h 4927186"/>
              <a:gd name="connsiteX8223" fmla="*/ 6153034 w 9312201"/>
              <a:gd name="connsiteY8223" fmla="*/ 1468503 h 4927186"/>
              <a:gd name="connsiteX8224" fmla="*/ 6174854 w 9312201"/>
              <a:gd name="connsiteY8224" fmla="*/ 1446683 h 4927186"/>
              <a:gd name="connsiteX8225" fmla="*/ 6096834 w 9312201"/>
              <a:gd name="connsiteY8225" fmla="*/ 1446683 h 4927186"/>
              <a:gd name="connsiteX8226" fmla="*/ 6118654 w 9312201"/>
              <a:gd name="connsiteY8226" fmla="*/ 1468503 h 4927186"/>
              <a:gd name="connsiteX8227" fmla="*/ 6096834 w 9312201"/>
              <a:gd name="connsiteY8227" fmla="*/ 1490323 h 4927186"/>
              <a:gd name="connsiteX8228" fmla="*/ 6075014 w 9312201"/>
              <a:gd name="connsiteY8228" fmla="*/ 1468503 h 4927186"/>
              <a:gd name="connsiteX8229" fmla="*/ 6096834 w 9312201"/>
              <a:gd name="connsiteY8229" fmla="*/ 1446683 h 4927186"/>
              <a:gd name="connsiteX8230" fmla="*/ 6018814 w 9312201"/>
              <a:gd name="connsiteY8230" fmla="*/ 1446683 h 4927186"/>
              <a:gd name="connsiteX8231" fmla="*/ 6040634 w 9312201"/>
              <a:gd name="connsiteY8231" fmla="*/ 1468503 h 4927186"/>
              <a:gd name="connsiteX8232" fmla="*/ 6018814 w 9312201"/>
              <a:gd name="connsiteY8232" fmla="*/ 1490323 h 4927186"/>
              <a:gd name="connsiteX8233" fmla="*/ 5996994 w 9312201"/>
              <a:gd name="connsiteY8233" fmla="*/ 1468503 h 4927186"/>
              <a:gd name="connsiteX8234" fmla="*/ 6018814 w 9312201"/>
              <a:gd name="connsiteY8234" fmla="*/ 1446683 h 4927186"/>
              <a:gd name="connsiteX8235" fmla="*/ 5940793 w 9312201"/>
              <a:gd name="connsiteY8235" fmla="*/ 1446683 h 4927186"/>
              <a:gd name="connsiteX8236" fmla="*/ 5962613 w 9312201"/>
              <a:gd name="connsiteY8236" fmla="*/ 1468503 h 4927186"/>
              <a:gd name="connsiteX8237" fmla="*/ 5940793 w 9312201"/>
              <a:gd name="connsiteY8237" fmla="*/ 1490323 h 4927186"/>
              <a:gd name="connsiteX8238" fmla="*/ 5918973 w 9312201"/>
              <a:gd name="connsiteY8238" fmla="*/ 1468503 h 4927186"/>
              <a:gd name="connsiteX8239" fmla="*/ 5940793 w 9312201"/>
              <a:gd name="connsiteY8239" fmla="*/ 1446683 h 4927186"/>
              <a:gd name="connsiteX8240" fmla="*/ 5862773 w 9312201"/>
              <a:gd name="connsiteY8240" fmla="*/ 1446683 h 4927186"/>
              <a:gd name="connsiteX8241" fmla="*/ 5884593 w 9312201"/>
              <a:gd name="connsiteY8241" fmla="*/ 1468503 h 4927186"/>
              <a:gd name="connsiteX8242" fmla="*/ 5862773 w 9312201"/>
              <a:gd name="connsiteY8242" fmla="*/ 1490323 h 4927186"/>
              <a:gd name="connsiteX8243" fmla="*/ 5840953 w 9312201"/>
              <a:gd name="connsiteY8243" fmla="*/ 1468503 h 4927186"/>
              <a:gd name="connsiteX8244" fmla="*/ 5862773 w 9312201"/>
              <a:gd name="connsiteY8244" fmla="*/ 1446683 h 4927186"/>
              <a:gd name="connsiteX8245" fmla="*/ 5785413 w 9312201"/>
              <a:gd name="connsiteY8245" fmla="*/ 1446683 h 4927186"/>
              <a:gd name="connsiteX8246" fmla="*/ 5807894 w 9312201"/>
              <a:gd name="connsiteY8246" fmla="*/ 1468503 h 4927186"/>
              <a:gd name="connsiteX8247" fmla="*/ 5785413 w 9312201"/>
              <a:gd name="connsiteY8247" fmla="*/ 1490323 h 4927186"/>
              <a:gd name="connsiteX8248" fmla="*/ 5762932 w 9312201"/>
              <a:gd name="connsiteY8248" fmla="*/ 1468503 h 4927186"/>
              <a:gd name="connsiteX8249" fmla="*/ 5785413 w 9312201"/>
              <a:gd name="connsiteY8249" fmla="*/ 1446683 h 4927186"/>
              <a:gd name="connsiteX8250" fmla="*/ 5708054 w 9312201"/>
              <a:gd name="connsiteY8250" fmla="*/ 1446683 h 4927186"/>
              <a:gd name="connsiteX8251" fmla="*/ 5729874 w 9312201"/>
              <a:gd name="connsiteY8251" fmla="*/ 1468503 h 4927186"/>
              <a:gd name="connsiteX8252" fmla="*/ 5708054 w 9312201"/>
              <a:gd name="connsiteY8252" fmla="*/ 1490323 h 4927186"/>
              <a:gd name="connsiteX8253" fmla="*/ 5686234 w 9312201"/>
              <a:gd name="connsiteY8253" fmla="*/ 1468503 h 4927186"/>
              <a:gd name="connsiteX8254" fmla="*/ 5708054 w 9312201"/>
              <a:gd name="connsiteY8254" fmla="*/ 1446683 h 4927186"/>
              <a:gd name="connsiteX8255" fmla="*/ 5630034 w 9312201"/>
              <a:gd name="connsiteY8255" fmla="*/ 1446683 h 4927186"/>
              <a:gd name="connsiteX8256" fmla="*/ 5651854 w 9312201"/>
              <a:gd name="connsiteY8256" fmla="*/ 1468503 h 4927186"/>
              <a:gd name="connsiteX8257" fmla="*/ 5630034 w 9312201"/>
              <a:gd name="connsiteY8257" fmla="*/ 1490323 h 4927186"/>
              <a:gd name="connsiteX8258" fmla="*/ 5608214 w 9312201"/>
              <a:gd name="connsiteY8258" fmla="*/ 1468503 h 4927186"/>
              <a:gd name="connsiteX8259" fmla="*/ 5630034 w 9312201"/>
              <a:gd name="connsiteY8259" fmla="*/ 1446683 h 4927186"/>
              <a:gd name="connsiteX8260" fmla="*/ 5552013 w 9312201"/>
              <a:gd name="connsiteY8260" fmla="*/ 1446683 h 4927186"/>
              <a:gd name="connsiteX8261" fmla="*/ 5573833 w 9312201"/>
              <a:gd name="connsiteY8261" fmla="*/ 1468503 h 4927186"/>
              <a:gd name="connsiteX8262" fmla="*/ 5552013 w 9312201"/>
              <a:gd name="connsiteY8262" fmla="*/ 1490323 h 4927186"/>
              <a:gd name="connsiteX8263" fmla="*/ 5530193 w 9312201"/>
              <a:gd name="connsiteY8263" fmla="*/ 1468503 h 4927186"/>
              <a:gd name="connsiteX8264" fmla="*/ 5552013 w 9312201"/>
              <a:gd name="connsiteY8264" fmla="*/ 1446683 h 4927186"/>
              <a:gd name="connsiteX8265" fmla="*/ 5473331 w 9312201"/>
              <a:gd name="connsiteY8265" fmla="*/ 1446683 h 4927186"/>
              <a:gd name="connsiteX8266" fmla="*/ 5495812 w 9312201"/>
              <a:gd name="connsiteY8266" fmla="*/ 1468503 h 4927186"/>
              <a:gd name="connsiteX8267" fmla="*/ 5473331 w 9312201"/>
              <a:gd name="connsiteY8267" fmla="*/ 1490323 h 4927186"/>
              <a:gd name="connsiteX8268" fmla="*/ 5450850 w 9312201"/>
              <a:gd name="connsiteY8268" fmla="*/ 1468503 h 4927186"/>
              <a:gd name="connsiteX8269" fmla="*/ 5473331 w 9312201"/>
              <a:gd name="connsiteY8269" fmla="*/ 1446683 h 4927186"/>
              <a:gd name="connsiteX8270" fmla="*/ 5395972 w 9312201"/>
              <a:gd name="connsiteY8270" fmla="*/ 1446683 h 4927186"/>
              <a:gd name="connsiteX8271" fmla="*/ 5417792 w 9312201"/>
              <a:gd name="connsiteY8271" fmla="*/ 1468503 h 4927186"/>
              <a:gd name="connsiteX8272" fmla="*/ 5395972 w 9312201"/>
              <a:gd name="connsiteY8272" fmla="*/ 1490323 h 4927186"/>
              <a:gd name="connsiteX8273" fmla="*/ 5374152 w 9312201"/>
              <a:gd name="connsiteY8273" fmla="*/ 1468503 h 4927186"/>
              <a:gd name="connsiteX8274" fmla="*/ 5395972 w 9312201"/>
              <a:gd name="connsiteY8274" fmla="*/ 1446683 h 4927186"/>
              <a:gd name="connsiteX8275" fmla="*/ 5317953 w 9312201"/>
              <a:gd name="connsiteY8275" fmla="*/ 1446683 h 4927186"/>
              <a:gd name="connsiteX8276" fmla="*/ 5339773 w 9312201"/>
              <a:gd name="connsiteY8276" fmla="*/ 1468503 h 4927186"/>
              <a:gd name="connsiteX8277" fmla="*/ 5317953 w 9312201"/>
              <a:gd name="connsiteY8277" fmla="*/ 1490323 h 4927186"/>
              <a:gd name="connsiteX8278" fmla="*/ 5296133 w 9312201"/>
              <a:gd name="connsiteY8278" fmla="*/ 1468503 h 4927186"/>
              <a:gd name="connsiteX8279" fmla="*/ 5317953 w 9312201"/>
              <a:gd name="connsiteY8279" fmla="*/ 1446683 h 4927186"/>
              <a:gd name="connsiteX8280" fmla="*/ 5239932 w 9312201"/>
              <a:gd name="connsiteY8280" fmla="*/ 1446683 h 4927186"/>
              <a:gd name="connsiteX8281" fmla="*/ 5261752 w 9312201"/>
              <a:gd name="connsiteY8281" fmla="*/ 1468503 h 4927186"/>
              <a:gd name="connsiteX8282" fmla="*/ 5239932 w 9312201"/>
              <a:gd name="connsiteY8282" fmla="*/ 1490323 h 4927186"/>
              <a:gd name="connsiteX8283" fmla="*/ 5218112 w 9312201"/>
              <a:gd name="connsiteY8283" fmla="*/ 1468503 h 4927186"/>
              <a:gd name="connsiteX8284" fmla="*/ 5239932 w 9312201"/>
              <a:gd name="connsiteY8284" fmla="*/ 1446683 h 4927186"/>
              <a:gd name="connsiteX8285" fmla="*/ 5162572 w 9312201"/>
              <a:gd name="connsiteY8285" fmla="*/ 1446683 h 4927186"/>
              <a:gd name="connsiteX8286" fmla="*/ 5185053 w 9312201"/>
              <a:gd name="connsiteY8286" fmla="*/ 1468503 h 4927186"/>
              <a:gd name="connsiteX8287" fmla="*/ 5162572 w 9312201"/>
              <a:gd name="connsiteY8287" fmla="*/ 1490323 h 4927186"/>
              <a:gd name="connsiteX8288" fmla="*/ 5140091 w 9312201"/>
              <a:gd name="connsiteY8288" fmla="*/ 1468503 h 4927186"/>
              <a:gd name="connsiteX8289" fmla="*/ 5162572 w 9312201"/>
              <a:gd name="connsiteY8289" fmla="*/ 1446683 h 4927186"/>
              <a:gd name="connsiteX8290" fmla="*/ 5085212 w 9312201"/>
              <a:gd name="connsiteY8290" fmla="*/ 1446683 h 4927186"/>
              <a:gd name="connsiteX8291" fmla="*/ 5107032 w 9312201"/>
              <a:gd name="connsiteY8291" fmla="*/ 1468503 h 4927186"/>
              <a:gd name="connsiteX8292" fmla="*/ 5085212 w 9312201"/>
              <a:gd name="connsiteY8292" fmla="*/ 1490323 h 4927186"/>
              <a:gd name="connsiteX8293" fmla="*/ 5063392 w 9312201"/>
              <a:gd name="connsiteY8293" fmla="*/ 1468503 h 4927186"/>
              <a:gd name="connsiteX8294" fmla="*/ 5085212 w 9312201"/>
              <a:gd name="connsiteY8294" fmla="*/ 1446683 h 4927186"/>
              <a:gd name="connsiteX8295" fmla="*/ 5007193 w 9312201"/>
              <a:gd name="connsiteY8295" fmla="*/ 1446683 h 4927186"/>
              <a:gd name="connsiteX8296" fmla="*/ 5029013 w 9312201"/>
              <a:gd name="connsiteY8296" fmla="*/ 1468503 h 4927186"/>
              <a:gd name="connsiteX8297" fmla="*/ 5007193 w 9312201"/>
              <a:gd name="connsiteY8297" fmla="*/ 1490323 h 4927186"/>
              <a:gd name="connsiteX8298" fmla="*/ 4985373 w 9312201"/>
              <a:gd name="connsiteY8298" fmla="*/ 1468503 h 4927186"/>
              <a:gd name="connsiteX8299" fmla="*/ 5007193 w 9312201"/>
              <a:gd name="connsiteY8299" fmla="*/ 1446683 h 4927186"/>
              <a:gd name="connsiteX8300" fmla="*/ 4773132 w 9312201"/>
              <a:gd name="connsiteY8300" fmla="*/ 1446683 h 4927186"/>
              <a:gd name="connsiteX8301" fmla="*/ 4794952 w 9312201"/>
              <a:gd name="connsiteY8301" fmla="*/ 1468503 h 4927186"/>
              <a:gd name="connsiteX8302" fmla="*/ 4773132 w 9312201"/>
              <a:gd name="connsiteY8302" fmla="*/ 1490323 h 4927186"/>
              <a:gd name="connsiteX8303" fmla="*/ 4751312 w 9312201"/>
              <a:gd name="connsiteY8303" fmla="*/ 1468503 h 4927186"/>
              <a:gd name="connsiteX8304" fmla="*/ 4773132 w 9312201"/>
              <a:gd name="connsiteY8304" fmla="*/ 1446683 h 4927186"/>
              <a:gd name="connsiteX8305" fmla="*/ 4695111 w 9312201"/>
              <a:gd name="connsiteY8305" fmla="*/ 1446683 h 4927186"/>
              <a:gd name="connsiteX8306" fmla="*/ 4716931 w 9312201"/>
              <a:gd name="connsiteY8306" fmla="*/ 1468503 h 4927186"/>
              <a:gd name="connsiteX8307" fmla="*/ 4695111 w 9312201"/>
              <a:gd name="connsiteY8307" fmla="*/ 1490323 h 4927186"/>
              <a:gd name="connsiteX8308" fmla="*/ 4673291 w 9312201"/>
              <a:gd name="connsiteY8308" fmla="*/ 1468503 h 4927186"/>
              <a:gd name="connsiteX8309" fmla="*/ 4695111 w 9312201"/>
              <a:gd name="connsiteY8309" fmla="*/ 1446683 h 4927186"/>
              <a:gd name="connsiteX8310" fmla="*/ 4617091 w 9312201"/>
              <a:gd name="connsiteY8310" fmla="*/ 1446683 h 4927186"/>
              <a:gd name="connsiteX8311" fmla="*/ 4638911 w 9312201"/>
              <a:gd name="connsiteY8311" fmla="*/ 1468503 h 4927186"/>
              <a:gd name="connsiteX8312" fmla="*/ 4617091 w 9312201"/>
              <a:gd name="connsiteY8312" fmla="*/ 1490323 h 4927186"/>
              <a:gd name="connsiteX8313" fmla="*/ 4595271 w 9312201"/>
              <a:gd name="connsiteY8313" fmla="*/ 1468503 h 4927186"/>
              <a:gd name="connsiteX8314" fmla="*/ 4617091 w 9312201"/>
              <a:gd name="connsiteY8314" fmla="*/ 1446683 h 4927186"/>
              <a:gd name="connsiteX8315" fmla="*/ 4539070 w 9312201"/>
              <a:gd name="connsiteY8315" fmla="*/ 1446683 h 4927186"/>
              <a:gd name="connsiteX8316" fmla="*/ 4560890 w 9312201"/>
              <a:gd name="connsiteY8316" fmla="*/ 1468503 h 4927186"/>
              <a:gd name="connsiteX8317" fmla="*/ 4539070 w 9312201"/>
              <a:gd name="connsiteY8317" fmla="*/ 1490323 h 4927186"/>
              <a:gd name="connsiteX8318" fmla="*/ 4517250 w 9312201"/>
              <a:gd name="connsiteY8318" fmla="*/ 1468503 h 4927186"/>
              <a:gd name="connsiteX8319" fmla="*/ 4539070 w 9312201"/>
              <a:gd name="connsiteY8319" fmla="*/ 1446683 h 4927186"/>
              <a:gd name="connsiteX8320" fmla="*/ 2670547 w 9312201"/>
              <a:gd name="connsiteY8320" fmla="*/ 1446683 h 4927186"/>
              <a:gd name="connsiteX8321" fmla="*/ 2692367 w 9312201"/>
              <a:gd name="connsiteY8321" fmla="*/ 1468503 h 4927186"/>
              <a:gd name="connsiteX8322" fmla="*/ 2670547 w 9312201"/>
              <a:gd name="connsiteY8322" fmla="*/ 1490323 h 4927186"/>
              <a:gd name="connsiteX8323" fmla="*/ 2648727 w 9312201"/>
              <a:gd name="connsiteY8323" fmla="*/ 1468503 h 4927186"/>
              <a:gd name="connsiteX8324" fmla="*/ 2670547 w 9312201"/>
              <a:gd name="connsiteY8324" fmla="*/ 1446683 h 4927186"/>
              <a:gd name="connsiteX8325" fmla="*/ 2592527 w 9312201"/>
              <a:gd name="connsiteY8325" fmla="*/ 1446683 h 4927186"/>
              <a:gd name="connsiteX8326" fmla="*/ 2614347 w 9312201"/>
              <a:gd name="connsiteY8326" fmla="*/ 1468503 h 4927186"/>
              <a:gd name="connsiteX8327" fmla="*/ 2592527 w 9312201"/>
              <a:gd name="connsiteY8327" fmla="*/ 1490323 h 4927186"/>
              <a:gd name="connsiteX8328" fmla="*/ 2570707 w 9312201"/>
              <a:gd name="connsiteY8328" fmla="*/ 1468503 h 4927186"/>
              <a:gd name="connsiteX8329" fmla="*/ 2592527 w 9312201"/>
              <a:gd name="connsiteY8329" fmla="*/ 1446683 h 4927186"/>
              <a:gd name="connsiteX8330" fmla="*/ 2513845 w 9312201"/>
              <a:gd name="connsiteY8330" fmla="*/ 1446683 h 4927186"/>
              <a:gd name="connsiteX8331" fmla="*/ 2536326 w 9312201"/>
              <a:gd name="connsiteY8331" fmla="*/ 1468503 h 4927186"/>
              <a:gd name="connsiteX8332" fmla="*/ 2513845 w 9312201"/>
              <a:gd name="connsiteY8332" fmla="*/ 1490323 h 4927186"/>
              <a:gd name="connsiteX8333" fmla="*/ 2491364 w 9312201"/>
              <a:gd name="connsiteY8333" fmla="*/ 1468503 h 4927186"/>
              <a:gd name="connsiteX8334" fmla="*/ 2513845 w 9312201"/>
              <a:gd name="connsiteY8334" fmla="*/ 1446683 h 4927186"/>
              <a:gd name="connsiteX8335" fmla="*/ 2436486 w 9312201"/>
              <a:gd name="connsiteY8335" fmla="*/ 1446683 h 4927186"/>
              <a:gd name="connsiteX8336" fmla="*/ 2458306 w 9312201"/>
              <a:gd name="connsiteY8336" fmla="*/ 1468503 h 4927186"/>
              <a:gd name="connsiteX8337" fmla="*/ 2436486 w 9312201"/>
              <a:gd name="connsiteY8337" fmla="*/ 1490323 h 4927186"/>
              <a:gd name="connsiteX8338" fmla="*/ 2414666 w 9312201"/>
              <a:gd name="connsiteY8338" fmla="*/ 1468503 h 4927186"/>
              <a:gd name="connsiteX8339" fmla="*/ 2436486 w 9312201"/>
              <a:gd name="connsiteY8339" fmla="*/ 1446683 h 4927186"/>
              <a:gd name="connsiteX8340" fmla="*/ 2358465 w 9312201"/>
              <a:gd name="connsiteY8340" fmla="*/ 1446683 h 4927186"/>
              <a:gd name="connsiteX8341" fmla="*/ 2380285 w 9312201"/>
              <a:gd name="connsiteY8341" fmla="*/ 1468503 h 4927186"/>
              <a:gd name="connsiteX8342" fmla="*/ 2358465 w 9312201"/>
              <a:gd name="connsiteY8342" fmla="*/ 1490323 h 4927186"/>
              <a:gd name="connsiteX8343" fmla="*/ 2336645 w 9312201"/>
              <a:gd name="connsiteY8343" fmla="*/ 1468503 h 4927186"/>
              <a:gd name="connsiteX8344" fmla="*/ 2358465 w 9312201"/>
              <a:gd name="connsiteY8344" fmla="*/ 1446683 h 4927186"/>
              <a:gd name="connsiteX8345" fmla="*/ 1345530 w 9312201"/>
              <a:gd name="connsiteY8345" fmla="*/ 1446683 h 4927186"/>
              <a:gd name="connsiteX8346" fmla="*/ 1367350 w 9312201"/>
              <a:gd name="connsiteY8346" fmla="*/ 1468503 h 4927186"/>
              <a:gd name="connsiteX8347" fmla="*/ 1345530 w 9312201"/>
              <a:gd name="connsiteY8347" fmla="*/ 1490323 h 4927186"/>
              <a:gd name="connsiteX8348" fmla="*/ 1323709 w 9312201"/>
              <a:gd name="connsiteY8348" fmla="*/ 1468503 h 4927186"/>
              <a:gd name="connsiteX8349" fmla="*/ 1345530 w 9312201"/>
              <a:gd name="connsiteY8349" fmla="*/ 1446683 h 4927186"/>
              <a:gd name="connsiteX8350" fmla="*/ 1268169 w 9312201"/>
              <a:gd name="connsiteY8350" fmla="*/ 1446683 h 4927186"/>
              <a:gd name="connsiteX8351" fmla="*/ 1290660 w 9312201"/>
              <a:gd name="connsiteY8351" fmla="*/ 1468503 h 4927186"/>
              <a:gd name="connsiteX8352" fmla="*/ 1268169 w 9312201"/>
              <a:gd name="connsiteY8352" fmla="*/ 1490323 h 4927186"/>
              <a:gd name="connsiteX8353" fmla="*/ 1245691 w 9312201"/>
              <a:gd name="connsiteY8353" fmla="*/ 1468503 h 4927186"/>
              <a:gd name="connsiteX8354" fmla="*/ 1268169 w 9312201"/>
              <a:gd name="connsiteY8354" fmla="*/ 1446683 h 4927186"/>
              <a:gd name="connsiteX8355" fmla="*/ 1190817 w 9312201"/>
              <a:gd name="connsiteY8355" fmla="*/ 1446683 h 4927186"/>
              <a:gd name="connsiteX8356" fmla="*/ 1212636 w 9312201"/>
              <a:gd name="connsiteY8356" fmla="*/ 1468503 h 4927186"/>
              <a:gd name="connsiteX8357" fmla="*/ 1190817 w 9312201"/>
              <a:gd name="connsiteY8357" fmla="*/ 1490323 h 4927186"/>
              <a:gd name="connsiteX8358" fmla="*/ 1168996 w 9312201"/>
              <a:gd name="connsiteY8358" fmla="*/ 1468503 h 4927186"/>
              <a:gd name="connsiteX8359" fmla="*/ 1190817 w 9312201"/>
              <a:gd name="connsiteY8359" fmla="*/ 1446683 h 4927186"/>
              <a:gd name="connsiteX8360" fmla="*/ 1112792 w 9312201"/>
              <a:gd name="connsiteY8360" fmla="*/ 1446683 h 4927186"/>
              <a:gd name="connsiteX8361" fmla="*/ 1134608 w 9312201"/>
              <a:gd name="connsiteY8361" fmla="*/ 1468503 h 4927186"/>
              <a:gd name="connsiteX8362" fmla="*/ 1112792 w 9312201"/>
              <a:gd name="connsiteY8362" fmla="*/ 1490323 h 4927186"/>
              <a:gd name="connsiteX8363" fmla="*/ 1090972 w 9312201"/>
              <a:gd name="connsiteY8363" fmla="*/ 1468503 h 4927186"/>
              <a:gd name="connsiteX8364" fmla="*/ 1112792 w 9312201"/>
              <a:gd name="connsiteY8364" fmla="*/ 1446683 h 4927186"/>
              <a:gd name="connsiteX8365" fmla="*/ 1034768 w 9312201"/>
              <a:gd name="connsiteY8365" fmla="*/ 1446683 h 4927186"/>
              <a:gd name="connsiteX8366" fmla="*/ 1056586 w 9312201"/>
              <a:gd name="connsiteY8366" fmla="*/ 1468503 h 4927186"/>
              <a:gd name="connsiteX8367" fmla="*/ 1034768 w 9312201"/>
              <a:gd name="connsiteY8367" fmla="*/ 1490323 h 4927186"/>
              <a:gd name="connsiteX8368" fmla="*/ 1012952 w 9312201"/>
              <a:gd name="connsiteY8368" fmla="*/ 1468503 h 4927186"/>
              <a:gd name="connsiteX8369" fmla="*/ 1034768 w 9312201"/>
              <a:gd name="connsiteY8369" fmla="*/ 1446683 h 4927186"/>
              <a:gd name="connsiteX8370" fmla="*/ 956746 w 9312201"/>
              <a:gd name="connsiteY8370" fmla="*/ 1446683 h 4927186"/>
              <a:gd name="connsiteX8371" fmla="*/ 978570 w 9312201"/>
              <a:gd name="connsiteY8371" fmla="*/ 1468503 h 4927186"/>
              <a:gd name="connsiteX8372" fmla="*/ 956746 w 9312201"/>
              <a:gd name="connsiteY8372" fmla="*/ 1490323 h 4927186"/>
              <a:gd name="connsiteX8373" fmla="*/ 934926 w 9312201"/>
              <a:gd name="connsiteY8373" fmla="*/ 1468503 h 4927186"/>
              <a:gd name="connsiteX8374" fmla="*/ 956746 w 9312201"/>
              <a:gd name="connsiteY8374" fmla="*/ 1446683 h 4927186"/>
              <a:gd name="connsiteX8375" fmla="*/ 880048 w 9312201"/>
              <a:gd name="connsiteY8375" fmla="*/ 1446683 h 4927186"/>
              <a:gd name="connsiteX8376" fmla="*/ 901869 w 9312201"/>
              <a:gd name="connsiteY8376" fmla="*/ 1468503 h 4927186"/>
              <a:gd name="connsiteX8377" fmla="*/ 880048 w 9312201"/>
              <a:gd name="connsiteY8377" fmla="*/ 1490323 h 4927186"/>
              <a:gd name="connsiteX8378" fmla="*/ 858229 w 9312201"/>
              <a:gd name="connsiteY8378" fmla="*/ 1468503 h 4927186"/>
              <a:gd name="connsiteX8379" fmla="*/ 880048 w 9312201"/>
              <a:gd name="connsiteY8379" fmla="*/ 1446683 h 4927186"/>
              <a:gd name="connsiteX8380" fmla="*/ 800708 w 9312201"/>
              <a:gd name="connsiteY8380" fmla="*/ 1446683 h 4927186"/>
              <a:gd name="connsiteX8381" fmla="*/ 822526 w 9312201"/>
              <a:gd name="connsiteY8381" fmla="*/ 1468503 h 4927186"/>
              <a:gd name="connsiteX8382" fmla="*/ 800708 w 9312201"/>
              <a:gd name="connsiteY8382" fmla="*/ 1490323 h 4927186"/>
              <a:gd name="connsiteX8383" fmla="*/ 778885 w 9312201"/>
              <a:gd name="connsiteY8383" fmla="*/ 1468503 h 4927186"/>
              <a:gd name="connsiteX8384" fmla="*/ 800708 w 9312201"/>
              <a:gd name="connsiteY8384" fmla="*/ 1446683 h 4927186"/>
              <a:gd name="connsiteX8385" fmla="*/ 411924 w 9312201"/>
              <a:gd name="connsiteY8385" fmla="*/ 1446683 h 4927186"/>
              <a:gd name="connsiteX8386" fmla="*/ 433742 w 9312201"/>
              <a:gd name="connsiteY8386" fmla="*/ 1468503 h 4927186"/>
              <a:gd name="connsiteX8387" fmla="*/ 411924 w 9312201"/>
              <a:gd name="connsiteY8387" fmla="*/ 1490323 h 4927186"/>
              <a:gd name="connsiteX8388" fmla="*/ 390105 w 9312201"/>
              <a:gd name="connsiteY8388" fmla="*/ 1468503 h 4927186"/>
              <a:gd name="connsiteX8389" fmla="*/ 411924 w 9312201"/>
              <a:gd name="connsiteY8389" fmla="*/ 1446683 h 4927186"/>
              <a:gd name="connsiteX8390" fmla="*/ 333903 w 9312201"/>
              <a:gd name="connsiteY8390" fmla="*/ 1446683 h 4927186"/>
              <a:gd name="connsiteX8391" fmla="*/ 355723 w 9312201"/>
              <a:gd name="connsiteY8391" fmla="*/ 1468503 h 4927186"/>
              <a:gd name="connsiteX8392" fmla="*/ 333903 w 9312201"/>
              <a:gd name="connsiteY8392" fmla="*/ 1490323 h 4927186"/>
              <a:gd name="connsiteX8393" fmla="*/ 312083 w 9312201"/>
              <a:gd name="connsiteY8393" fmla="*/ 1468503 h 4927186"/>
              <a:gd name="connsiteX8394" fmla="*/ 333903 w 9312201"/>
              <a:gd name="connsiteY8394" fmla="*/ 1446683 h 4927186"/>
              <a:gd name="connsiteX8395" fmla="*/ 255882 w 9312201"/>
              <a:gd name="connsiteY8395" fmla="*/ 1446683 h 4927186"/>
              <a:gd name="connsiteX8396" fmla="*/ 277701 w 9312201"/>
              <a:gd name="connsiteY8396" fmla="*/ 1468503 h 4927186"/>
              <a:gd name="connsiteX8397" fmla="*/ 255882 w 9312201"/>
              <a:gd name="connsiteY8397" fmla="*/ 1490323 h 4927186"/>
              <a:gd name="connsiteX8398" fmla="*/ 234062 w 9312201"/>
              <a:gd name="connsiteY8398" fmla="*/ 1468503 h 4927186"/>
              <a:gd name="connsiteX8399" fmla="*/ 255882 w 9312201"/>
              <a:gd name="connsiteY8399" fmla="*/ 1446683 h 4927186"/>
              <a:gd name="connsiteX8400" fmla="*/ 177862 w 9312201"/>
              <a:gd name="connsiteY8400" fmla="*/ 1446683 h 4927186"/>
              <a:gd name="connsiteX8401" fmla="*/ 199683 w 9312201"/>
              <a:gd name="connsiteY8401" fmla="*/ 1468503 h 4927186"/>
              <a:gd name="connsiteX8402" fmla="*/ 177862 w 9312201"/>
              <a:gd name="connsiteY8402" fmla="*/ 1490323 h 4927186"/>
              <a:gd name="connsiteX8403" fmla="*/ 156042 w 9312201"/>
              <a:gd name="connsiteY8403" fmla="*/ 1468503 h 4927186"/>
              <a:gd name="connsiteX8404" fmla="*/ 177862 w 9312201"/>
              <a:gd name="connsiteY8404" fmla="*/ 1446683 h 4927186"/>
              <a:gd name="connsiteX8405" fmla="*/ 1968363 w 9312201"/>
              <a:gd name="connsiteY8405" fmla="*/ 1446682 h 4927186"/>
              <a:gd name="connsiteX8406" fmla="*/ 1990183 w 9312201"/>
              <a:gd name="connsiteY8406" fmla="*/ 1468502 h 4927186"/>
              <a:gd name="connsiteX8407" fmla="*/ 1968363 w 9312201"/>
              <a:gd name="connsiteY8407" fmla="*/ 1490322 h 4927186"/>
              <a:gd name="connsiteX8408" fmla="*/ 1946543 w 9312201"/>
              <a:gd name="connsiteY8408" fmla="*/ 1468502 h 4927186"/>
              <a:gd name="connsiteX8409" fmla="*/ 1968363 w 9312201"/>
              <a:gd name="connsiteY8409" fmla="*/ 1446682 h 4927186"/>
              <a:gd name="connsiteX8410" fmla="*/ 1891011 w 9312201"/>
              <a:gd name="connsiteY8410" fmla="*/ 1446682 h 4927186"/>
              <a:gd name="connsiteX8411" fmla="*/ 1913495 w 9312201"/>
              <a:gd name="connsiteY8411" fmla="*/ 1468502 h 4927186"/>
              <a:gd name="connsiteX8412" fmla="*/ 1891011 w 9312201"/>
              <a:gd name="connsiteY8412" fmla="*/ 1490322 h 4927186"/>
              <a:gd name="connsiteX8413" fmla="*/ 1868529 w 9312201"/>
              <a:gd name="connsiteY8413" fmla="*/ 1468502 h 4927186"/>
              <a:gd name="connsiteX8414" fmla="*/ 1891011 w 9312201"/>
              <a:gd name="connsiteY8414" fmla="*/ 1446682 h 4927186"/>
              <a:gd name="connsiteX8415" fmla="*/ 1813657 w 9312201"/>
              <a:gd name="connsiteY8415" fmla="*/ 1446682 h 4927186"/>
              <a:gd name="connsiteX8416" fmla="*/ 1835474 w 9312201"/>
              <a:gd name="connsiteY8416" fmla="*/ 1468502 h 4927186"/>
              <a:gd name="connsiteX8417" fmla="*/ 1813657 w 9312201"/>
              <a:gd name="connsiteY8417" fmla="*/ 1490322 h 4927186"/>
              <a:gd name="connsiteX8418" fmla="*/ 1791833 w 9312201"/>
              <a:gd name="connsiteY8418" fmla="*/ 1468502 h 4927186"/>
              <a:gd name="connsiteX8419" fmla="*/ 1813657 w 9312201"/>
              <a:gd name="connsiteY8419" fmla="*/ 1446682 h 4927186"/>
              <a:gd name="connsiteX8420" fmla="*/ 1735633 w 9312201"/>
              <a:gd name="connsiteY8420" fmla="*/ 1446682 h 4927186"/>
              <a:gd name="connsiteX8421" fmla="*/ 1757457 w 9312201"/>
              <a:gd name="connsiteY8421" fmla="*/ 1468502 h 4927186"/>
              <a:gd name="connsiteX8422" fmla="*/ 1735633 w 9312201"/>
              <a:gd name="connsiteY8422" fmla="*/ 1490322 h 4927186"/>
              <a:gd name="connsiteX8423" fmla="*/ 1713819 w 9312201"/>
              <a:gd name="connsiteY8423" fmla="*/ 1468502 h 4927186"/>
              <a:gd name="connsiteX8424" fmla="*/ 1735633 w 9312201"/>
              <a:gd name="connsiteY8424" fmla="*/ 1446682 h 4927186"/>
              <a:gd name="connsiteX8425" fmla="*/ 1657611 w 9312201"/>
              <a:gd name="connsiteY8425" fmla="*/ 1446682 h 4927186"/>
              <a:gd name="connsiteX8426" fmla="*/ 1679436 w 9312201"/>
              <a:gd name="connsiteY8426" fmla="*/ 1468502 h 4927186"/>
              <a:gd name="connsiteX8427" fmla="*/ 1657611 w 9312201"/>
              <a:gd name="connsiteY8427" fmla="*/ 1490322 h 4927186"/>
              <a:gd name="connsiteX8428" fmla="*/ 1635796 w 9312201"/>
              <a:gd name="connsiteY8428" fmla="*/ 1468502 h 4927186"/>
              <a:gd name="connsiteX8429" fmla="*/ 1657611 w 9312201"/>
              <a:gd name="connsiteY8429" fmla="*/ 1446682 h 4927186"/>
              <a:gd name="connsiteX8430" fmla="*/ 1580257 w 9312201"/>
              <a:gd name="connsiteY8430" fmla="*/ 1446682 h 4927186"/>
              <a:gd name="connsiteX8431" fmla="*/ 1602734 w 9312201"/>
              <a:gd name="connsiteY8431" fmla="*/ 1468502 h 4927186"/>
              <a:gd name="connsiteX8432" fmla="*/ 1580257 w 9312201"/>
              <a:gd name="connsiteY8432" fmla="*/ 1490322 h 4927186"/>
              <a:gd name="connsiteX8433" fmla="*/ 1557771 w 9312201"/>
              <a:gd name="connsiteY8433" fmla="*/ 1468502 h 4927186"/>
              <a:gd name="connsiteX8434" fmla="*/ 1580257 w 9312201"/>
              <a:gd name="connsiteY8434" fmla="*/ 1446682 h 4927186"/>
              <a:gd name="connsiteX8435" fmla="*/ 1502899 w 9312201"/>
              <a:gd name="connsiteY8435" fmla="*/ 1446682 h 4927186"/>
              <a:gd name="connsiteX8436" fmla="*/ 1524717 w 9312201"/>
              <a:gd name="connsiteY8436" fmla="*/ 1468502 h 4927186"/>
              <a:gd name="connsiteX8437" fmla="*/ 1502899 w 9312201"/>
              <a:gd name="connsiteY8437" fmla="*/ 1490322 h 4927186"/>
              <a:gd name="connsiteX8438" fmla="*/ 1481077 w 9312201"/>
              <a:gd name="connsiteY8438" fmla="*/ 1468502 h 4927186"/>
              <a:gd name="connsiteX8439" fmla="*/ 1502899 w 9312201"/>
              <a:gd name="connsiteY8439" fmla="*/ 1446682 h 4927186"/>
              <a:gd name="connsiteX8440" fmla="*/ 1424212 w 9312201"/>
              <a:gd name="connsiteY8440" fmla="*/ 1446682 h 4927186"/>
              <a:gd name="connsiteX8441" fmla="*/ 1446695 w 9312201"/>
              <a:gd name="connsiteY8441" fmla="*/ 1468502 h 4927186"/>
              <a:gd name="connsiteX8442" fmla="*/ 1424212 w 9312201"/>
              <a:gd name="connsiteY8442" fmla="*/ 1490322 h 4927186"/>
              <a:gd name="connsiteX8443" fmla="*/ 1401732 w 9312201"/>
              <a:gd name="connsiteY8443" fmla="*/ 1468502 h 4927186"/>
              <a:gd name="connsiteX8444" fmla="*/ 1424212 w 9312201"/>
              <a:gd name="connsiteY8444" fmla="*/ 1446682 h 4927186"/>
              <a:gd name="connsiteX8445" fmla="*/ 8822259 w 9312201"/>
              <a:gd name="connsiteY8445" fmla="*/ 1368662 h 4927186"/>
              <a:gd name="connsiteX8446" fmla="*/ 8844079 w 9312201"/>
              <a:gd name="connsiteY8446" fmla="*/ 1391143 h 4927186"/>
              <a:gd name="connsiteX8447" fmla="*/ 8822259 w 9312201"/>
              <a:gd name="connsiteY8447" fmla="*/ 1413624 h 4927186"/>
              <a:gd name="connsiteX8448" fmla="*/ 8800439 w 9312201"/>
              <a:gd name="connsiteY8448" fmla="*/ 1391143 h 4927186"/>
              <a:gd name="connsiteX8449" fmla="*/ 8822259 w 9312201"/>
              <a:gd name="connsiteY8449" fmla="*/ 1368662 h 4927186"/>
              <a:gd name="connsiteX8450" fmla="*/ 8744900 w 9312201"/>
              <a:gd name="connsiteY8450" fmla="*/ 1368662 h 4927186"/>
              <a:gd name="connsiteX8451" fmla="*/ 8767381 w 9312201"/>
              <a:gd name="connsiteY8451" fmla="*/ 1391143 h 4927186"/>
              <a:gd name="connsiteX8452" fmla="*/ 8744900 w 9312201"/>
              <a:gd name="connsiteY8452" fmla="*/ 1413624 h 4927186"/>
              <a:gd name="connsiteX8453" fmla="*/ 8722419 w 9312201"/>
              <a:gd name="connsiteY8453" fmla="*/ 1391143 h 4927186"/>
              <a:gd name="connsiteX8454" fmla="*/ 8744900 w 9312201"/>
              <a:gd name="connsiteY8454" fmla="*/ 1368662 h 4927186"/>
              <a:gd name="connsiteX8455" fmla="*/ 8667540 w 9312201"/>
              <a:gd name="connsiteY8455" fmla="*/ 1368662 h 4927186"/>
              <a:gd name="connsiteX8456" fmla="*/ 8689360 w 9312201"/>
              <a:gd name="connsiteY8456" fmla="*/ 1391143 h 4927186"/>
              <a:gd name="connsiteX8457" fmla="*/ 8667540 w 9312201"/>
              <a:gd name="connsiteY8457" fmla="*/ 1413624 h 4927186"/>
              <a:gd name="connsiteX8458" fmla="*/ 8645720 w 9312201"/>
              <a:gd name="connsiteY8458" fmla="*/ 1391143 h 4927186"/>
              <a:gd name="connsiteX8459" fmla="*/ 8667540 w 9312201"/>
              <a:gd name="connsiteY8459" fmla="*/ 1368662 h 4927186"/>
              <a:gd name="connsiteX8460" fmla="*/ 8589520 w 9312201"/>
              <a:gd name="connsiteY8460" fmla="*/ 1368662 h 4927186"/>
              <a:gd name="connsiteX8461" fmla="*/ 8611340 w 9312201"/>
              <a:gd name="connsiteY8461" fmla="*/ 1391143 h 4927186"/>
              <a:gd name="connsiteX8462" fmla="*/ 8589520 w 9312201"/>
              <a:gd name="connsiteY8462" fmla="*/ 1413624 h 4927186"/>
              <a:gd name="connsiteX8463" fmla="*/ 8567700 w 9312201"/>
              <a:gd name="connsiteY8463" fmla="*/ 1391143 h 4927186"/>
              <a:gd name="connsiteX8464" fmla="*/ 8589520 w 9312201"/>
              <a:gd name="connsiteY8464" fmla="*/ 1368662 h 4927186"/>
              <a:gd name="connsiteX8465" fmla="*/ 8432818 w 9312201"/>
              <a:gd name="connsiteY8465" fmla="*/ 1368662 h 4927186"/>
              <a:gd name="connsiteX8466" fmla="*/ 8455299 w 9312201"/>
              <a:gd name="connsiteY8466" fmla="*/ 1391143 h 4927186"/>
              <a:gd name="connsiteX8467" fmla="*/ 8432818 w 9312201"/>
              <a:gd name="connsiteY8467" fmla="*/ 1413624 h 4927186"/>
              <a:gd name="connsiteX8468" fmla="*/ 8410337 w 9312201"/>
              <a:gd name="connsiteY8468" fmla="*/ 1391143 h 4927186"/>
              <a:gd name="connsiteX8469" fmla="*/ 8432818 w 9312201"/>
              <a:gd name="connsiteY8469" fmla="*/ 1368662 h 4927186"/>
              <a:gd name="connsiteX8470" fmla="*/ 8355459 w 9312201"/>
              <a:gd name="connsiteY8470" fmla="*/ 1368662 h 4927186"/>
              <a:gd name="connsiteX8471" fmla="*/ 8377279 w 9312201"/>
              <a:gd name="connsiteY8471" fmla="*/ 1391143 h 4927186"/>
              <a:gd name="connsiteX8472" fmla="*/ 8355459 w 9312201"/>
              <a:gd name="connsiteY8472" fmla="*/ 1413624 h 4927186"/>
              <a:gd name="connsiteX8473" fmla="*/ 8333639 w 9312201"/>
              <a:gd name="connsiteY8473" fmla="*/ 1391143 h 4927186"/>
              <a:gd name="connsiteX8474" fmla="*/ 8355459 w 9312201"/>
              <a:gd name="connsiteY8474" fmla="*/ 1368662 h 4927186"/>
              <a:gd name="connsiteX8475" fmla="*/ 8277438 w 9312201"/>
              <a:gd name="connsiteY8475" fmla="*/ 1368662 h 4927186"/>
              <a:gd name="connsiteX8476" fmla="*/ 8299258 w 9312201"/>
              <a:gd name="connsiteY8476" fmla="*/ 1391143 h 4927186"/>
              <a:gd name="connsiteX8477" fmla="*/ 8277438 w 9312201"/>
              <a:gd name="connsiteY8477" fmla="*/ 1413624 h 4927186"/>
              <a:gd name="connsiteX8478" fmla="*/ 8255618 w 9312201"/>
              <a:gd name="connsiteY8478" fmla="*/ 1391143 h 4927186"/>
              <a:gd name="connsiteX8479" fmla="*/ 8277438 w 9312201"/>
              <a:gd name="connsiteY8479" fmla="*/ 1368662 h 4927186"/>
              <a:gd name="connsiteX8480" fmla="*/ 8199418 w 9312201"/>
              <a:gd name="connsiteY8480" fmla="*/ 1368662 h 4927186"/>
              <a:gd name="connsiteX8481" fmla="*/ 8221238 w 9312201"/>
              <a:gd name="connsiteY8481" fmla="*/ 1391143 h 4927186"/>
              <a:gd name="connsiteX8482" fmla="*/ 8199418 w 9312201"/>
              <a:gd name="connsiteY8482" fmla="*/ 1413624 h 4927186"/>
              <a:gd name="connsiteX8483" fmla="*/ 8177598 w 9312201"/>
              <a:gd name="connsiteY8483" fmla="*/ 1391143 h 4927186"/>
              <a:gd name="connsiteX8484" fmla="*/ 8199418 w 9312201"/>
              <a:gd name="connsiteY8484" fmla="*/ 1368662 h 4927186"/>
              <a:gd name="connsiteX8485" fmla="*/ 8121398 w 9312201"/>
              <a:gd name="connsiteY8485" fmla="*/ 1368662 h 4927186"/>
              <a:gd name="connsiteX8486" fmla="*/ 8143218 w 9312201"/>
              <a:gd name="connsiteY8486" fmla="*/ 1391143 h 4927186"/>
              <a:gd name="connsiteX8487" fmla="*/ 8121398 w 9312201"/>
              <a:gd name="connsiteY8487" fmla="*/ 1413624 h 4927186"/>
              <a:gd name="connsiteX8488" fmla="*/ 8099578 w 9312201"/>
              <a:gd name="connsiteY8488" fmla="*/ 1391143 h 4927186"/>
              <a:gd name="connsiteX8489" fmla="*/ 8121398 w 9312201"/>
              <a:gd name="connsiteY8489" fmla="*/ 1368662 h 4927186"/>
              <a:gd name="connsiteX8490" fmla="*/ 8044700 w 9312201"/>
              <a:gd name="connsiteY8490" fmla="*/ 1368662 h 4927186"/>
              <a:gd name="connsiteX8491" fmla="*/ 8066520 w 9312201"/>
              <a:gd name="connsiteY8491" fmla="*/ 1391143 h 4927186"/>
              <a:gd name="connsiteX8492" fmla="*/ 8044700 w 9312201"/>
              <a:gd name="connsiteY8492" fmla="*/ 1413624 h 4927186"/>
              <a:gd name="connsiteX8493" fmla="*/ 8022880 w 9312201"/>
              <a:gd name="connsiteY8493" fmla="*/ 1391143 h 4927186"/>
              <a:gd name="connsiteX8494" fmla="*/ 8044700 w 9312201"/>
              <a:gd name="connsiteY8494" fmla="*/ 1368662 h 4927186"/>
              <a:gd name="connsiteX8495" fmla="*/ 7966679 w 9312201"/>
              <a:gd name="connsiteY8495" fmla="*/ 1368662 h 4927186"/>
              <a:gd name="connsiteX8496" fmla="*/ 7988499 w 9312201"/>
              <a:gd name="connsiteY8496" fmla="*/ 1391143 h 4927186"/>
              <a:gd name="connsiteX8497" fmla="*/ 7966679 w 9312201"/>
              <a:gd name="connsiteY8497" fmla="*/ 1413624 h 4927186"/>
              <a:gd name="connsiteX8498" fmla="*/ 7944859 w 9312201"/>
              <a:gd name="connsiteY8498" fmla="*/ 1391143 h 4927186"/>
              <a:gd name="connsiteX8499" fmla="*/ 7966679 w 9312201"/>
              <a:gd name="connsiteY8499" fmla="*/ 1368662 h 4927186"/>
              <a:gd name="connsiteX8500" fmla="*/ 7888658 w 9312201"/>
              <a:gd name="connsiteY8500" fmla="*/ 1368662 h 4927186"/>
              <a:gd name="connsiteX8501" fmla="*/ 7910478 w 9312201"/>
              <a:gd name="connsiteY8501" fmla="*/ 1391143 h 4927186"/>
              <a:gd name="connsiteX8502" fmla="*/ 7888658 w 9312201"/>
              <a:gd name="connsiteY8502" fmla="*/ 1413624 h 4927186"/>
              <a:gd name="connsiteX8503" fmla="*/ 7866838 w 9312201"/>
              <a:gd name="connsiteY8503" fmla="*/ 1391143 h 4927186"/>
              <a:gd name="connsiteX8504" fmla="*/ 7888658 w 9312201"/>
              <a:gd name="connsiteY8504" fmla="*/ 1368662 h 4927186"/>
              <a:gd name="connsiteX8505" fmla="*/ 7809316 w 9312201"/>
              <a:gd name="connsiteY8505" fmla="*/ 1368662 h 4927186"/>
              <a:gd name="connsiteX8506" fmla="*/ 7831136 w 9312201"/>
              <a:gd name="connsiteY8506" fmla="*/ 1391143 h 4927186"/>
              <a:gd name="connsiteX8507" fmla="*/ 7809316 w 9312201"/>
              <a:gd name="connsiteY8507" fmla="*/ 1413624 h 4927186"/>
              <a:gd name="connsiteX8508" fmla="*/ 7787496 w 9312201"/>
              <a:gd name="connsiteY8508" fmla="*/ 1391143 h 4927186"/>
              <a:gd name="connsiteX8509" fmla="*/ 7809316 w 9312201"/>
              <a:gd name="connsiteY8509" fmla="*/ 1368662 h 4927186"/>
              <a:gd name="connsiteX8510" fmla="*/ 7731957 w 9312201"/>
              <a:gd name="connsiteY8510" fmla="*/ 1368662 h 4927186"/>
              <a:gd name="connsiteX8511" fmla="*/ 7754438 w 9312201"/>
              <a:gd name="connsiteY8511" fmla="*/ 1391143 h 4927186"/>
              <a:gd name="connsiteX8512" fmla="*/ 7731957 w 9312201"/>
              <a:gd name="connsiteY8512" fmla="*/ 1413624 h 4927186"/>
              <a:gd name="connsiteX8513" fmla="*/ 7709476 w 9312201"/>
              <a:gd name="connsiteY8513" fmla="*/ 1391143 h 4927186"/>
              <a:gd name="connsiteX8514" fmla="*/ 7731957 w 9312201"/>
              <a:gd name="connsiteY8514" fmla="*/ 1368662 h 4927186"/>
              <a:gd name="connsiteX8515" fmla="*/ 7654597 w 9312201"/>
              <a:gd name="connsiteY8515" fmla="*/ 1368662 h 4927186"/>
              <a:gd name="connsiteX8516" fmla="*/ 7676417 w 9312201"/>
              <a:gd name="connsiteY8516" fmla="*/ 1391143 h 4927186"/>
              <a:gd name="connsiteX8517" fmla="*/ 7654597 w 9312201"/>
              <a:gd name="connsiteY8517" fmla="*/ 1413624 h 4927186"/>
              <a:gd name="connsiteX8518" fmla="*/ 7632777 w 9312201"/>
              <a:gd name="connsiteY8518" fmla="*/ 1391143 h 4927186"/>
              <a:gd name="connsiteX8519" fmla="*/ 7654597 w 9312201"/>
              <a:gd name="connsiteY8519" fmla="*/ 1368662 h 4927186"/>
              <a:gd name="connsiteX8520" fmla="*/ 7576577 w 9312201"/>
              <a:gd name="connsiteY8520" fmla="*/ 1368662 h 4927186"/>
              <a:gd name="connsiteX8521" fmla="*/ 7598397 w 9312201"/>
              <a:gd name="connsiteY8521" fmla="*/ 1391143 h 4927186"/>
              <a:gd name="connsiteX8522" fmla="*/ 7576577 w 9312201"/>
              <a:gd name="connsiteY8522" fmla="*/ 1413624 h 4927186"/>
              <a:gd name="connsiteX8523" fmla="*/ 7554757 w 9312201"/>
              <a:gd name="connsiteY8523" fmla="*/ 1391143 h 4927186"/>
              <a:gd name="connsiteX8524" fmla="*/ 7576577 w 9312201"/>
              <a:gd name="connsiteY8524" fmla="*/ 1368662 h 4927186"/>
              <a:gd name="connsiteX8525" fmla="*/ 7498556 w 9312201"/>
              <a:gd name="connsiteY8525" fmla="*/ 1368662 h 4927186"/>
              <a:gd name="connsiteX8526" fmla="*/ 7520376 w 9312201"/>
              <a:gd name="connsiteY8526" fmla="*/ 1391143 h 4927186"/>
              <a:gd name="connsiteX8527" fmla="*/ 7498556 w 9312201"/>
              <a:gd name="connsiteY8527" fmla="*/ 1413624 h 4927186"/>
              <a:gd name="connsiteX8528" fmla="*/ 7476736 w 9312201"/>
              <a:gd name="connsiteY8528" fmla="*/ 1391143 h 4927186"/>
              <a:gd name="connsiteX8529" fmla="*/ 7498556 w 9312201"/>
              <a:gd name="connsiteY8529" fmla="*/ 1368662 h 4927186"/>
              <a:gd name="connsiteX8530" fmla="*/ 7421198 w 9312201"/>
              <a:gd name="connsiteY8530" fmla="*/ 1368662 h 4927186"/>
              <a:gd name="connsiteX8531" fmla="*/ 7443679 w 9312201"/>
              <a:gd name="connsiteY8531" fmla="*/ 1391143 h 4927186"/>
              <a:gd name="connsiteX8532" fmla="*/ 7421198 w 9312201"/>
              <a:gd name="connsiteY8532" fmla="*/ 1413624 h 4927186"/>
              <a:gd name="connsiteX8533" fmla="*/ 7398717 w 9312201"/>
              <a:gd name="connsiteY8533" fmla="*/ 1391143 h 4927186"/>
              <a:gd name="connsiteX8534" fmla="*/ 7421198 w 9312201"/>
              <a:gd name="connsiteY8534" fmla="*/ 1368662 h 4927186"/>
              <a:gd name="connsiteX8535" fmla="*/ 7343838 w 9312201"/>
              <a:gd name="connsiteY8535" fmla="*/ 1368662 h 4927186"/>
              <a:gd name="connsiteX8536" fmla="*/ 7365658 w 9312201"/>
              <a:gd name="connsiteY8536" fmla="*/ 1391143 h 4927186"/>
              <a:gd name="connsiteX8537" fmla="*/ 7343838 w 9312201"/>
              <a:gd name="connsiteY8537" fmla="*/ 1413624 h 4927186"/>
              <a:gd name="connsiteX8538" fmla="*/ 7322018 w 9312201"/>
              <a:gd name="connsiteY8538" fmla="*/ 1391143 h 4927186"/>
              <a:gd name="connsiteX8539" fmla="*/ 7343838 w 9312201"/>
              <a:gd name="connsiteY8539" fmla="*/ 1368662 h 4927186"/>
              <a:gd name="connsiteX8540" fmla="*/ 7264495 w 9312201"/>
              <a:gd name="connsiteY8540" fmla="*/ 1368662 h 4927186"/>
              <a:gd name="connsiteX8541" fmla="*/ 7286315 w 9312201"/>
              <a:gd name="connsiteY8541" fmla="*/ 1391143 h 4927186"/>
              <a:gd name="connsiteX8542" fmla="*/ 7264495 w 9312201"/>
              <a:gd name="connsiteY8542" fmla="*/ 1413624 h 4927186"/>
              <a:gd name="connsiteX8543" fmla="*/ 7242675 w 9312201"/>
              <a:gd name="connsiteY8543" fmla="*/ 1391143 h 4927186"/>
              <a:gd name="connsiteX8544" fmla="*/ 7264495 w 9312201"/>
              <a:gd name="connsiteY8544" fmla="*/ 1368662 h 4927186"/>
              <a:gd name="connsiteX8545" fmla="*/ 7186475 w 9312201"/>
              <a:gd name="connsiteY8545" fmla="*/ 1368662 h 4927186"/>
              <a:gd name="connsiteX8546" fmla="*/ 7208295 w 9312201"/>
              <a:gd name="connsiteY8546" fmla="*/ 1391143 h 4927186"/>
              <a:gd name="connsiteX8547" fmla="*/ 7186475 w 9312201"/>
              <a:gd name="connsiteY8547" fmla="*/ 1413624 h 4927186"/>
              <a:gd name="connsiteX8548" fmla="*/ 7164655 w 9312201"/>
              <a:gd name="connsiteY8548" fmla="*/ 1391143 h 4927186"/>
              <a:gd name="connsiteX8549" fmla="*/ 7186475 w 9312201"/>
              <a:gd name="connsiteY8549" fmla="*/ 1368662 h 4927186"/>
              <a:gd name="connsiteX8550" fmla="*/ 7109116 w 9312201"/>
              <a:gd name="connsiteY8550" fmla="*/ 1368662 h 4927186"/>
              <a:gd name="connsiteX8551" fmla="*/ 7131597 w 9312201"/>
              <a:gd name="connsiteY8551" fmla="*/ 1391143 h 4927186"/>
              <a:gd name="connsiteX8552" fmla="*/ 7109116 w 9312201"/>
              <a:gd name="connsiteY8552" fmla="*/ 1413624 h 4927186"/>
              <a:gd name="connsiteX8553" fmla="*/ 7086635 w 9312201"/>
              <a:gd name="connsiteY8553" fmla="*/ 1391143 h 4927186"/>
              <a:gd name="connsiteX8554" fmla="*/ 7109116 w 9312201"/>
              <a:gd name="connsiteY8554" fmla="*/ 1368662 h 4927186"/>
              <a:gd name="connsiteX8555" fmla="*/ 7031757 w 9312201"/>
              <a:gd name="connsiteY8555" fmla="*/ 1368662 h 4927186"/>
              <a:gd name="connsiteX8556" fmla="*/ 7053577 w 9312201"/>
              <a:gd name="connsiteY8556" fmla="*/ 1391143 h 4927186"/>
              <a:gd name="connsiteX8557" fmla="*/ 7031757 w 9312201"/>
              <a:gd name="connsiteY8557" fmla="*/ 1413624 h 4927186"/>
              <a:gd name="connsiteX8558" fmla="*/ 7009937 w 9312201"/>
              <a:gd name="connsiteY8558" fmla="*/ 1391143 h 4927186"/>
              <a:gd name="connsiteX8559" fmla="*/ 7031757 w 9312201"/>
              <a:gd name="connsiteY8559" fmla="*/ 1368662 h 4927186"/>
              <a:gd name="connsiteX8560" fmla="*/ 6953736 w 9312201"/>
              <a:gd name="connsiteY8560" fmla="*/ 1368662 h 4927186"/>
              <a:gd name="connsiteX8561" fmla="*/ 6975556 w 9312201"/>
              <a:gd name="connsiteY8561" fmla="*/ 1391143 h 4927186"/>
              <a:gd name="connsiteX8562" fmla="*/ 6953736 w 9312201"/>
              <a:gd name="connsiteY8562" fmla="*/ 1413624 h 4927186"/>
              <a:gd name="connsiteX8563" fmla="*/ 6931916 w 9312201"/>
              <a:gd name="connsiteY8563" fmla="*/ 1391143 h 4927186"/>
              <a:gd name="connsiteX8564" fmla="*/ 6953736 w 9312201"/>
              <a:gd name="connsiteY8564" fmla="*/ 1368662 h 4927186"/>
              <a:gd name="connsiteX8565" fmla="*/ 6875716 w 9312201"/>
              <a:gd name="connsiteY8565" fmla="*/ 1368662 h 4927186"/>
              <a:gd name="connsiteX8566" fmla="*/ 6897536 w 9312201"/>
              <a:gd name="connsiteY8566" fmla="*/ 1391143 h 4927186"/>
              <a:gd name="connsiteX8567" fmla="*/ 6875716 w 9312201"/>
              <a:gd name="connsiteY8567" fmla="*/ 1413624 h 4927186"/>
              <a:gd name="connsiteX8568" fmla="*/ 6853896 w 9312201"/>
              <a:gd name="connsiteY8568" fmla="*/ 1391143 h 4927186"/>
              <a:gd name="connsiteX8569" fmla="*/ 6875716 w 9312201"/>
              <a:gd name="connsiteY8569" fmla="*/ 1368662 h 4927186"/>
              <a:gd name="connsiteX8570" fmla="*/ 6798356 w 9312201"/>
              <a:gd name="connsiteY8570" fmla="*/ 1368662 h 4927186"/>
              <a:gd name="connsiteX8571" fmla="*/ 6820837 w 9312201"/>
              <a:gd name="connsiteY8571" fmla="*/ 1391143 h 4927186"/>
              <a:gd name="connsiteX8572" fmla="*/ 6798356 w 9312201"/>
              <a:gd name="connsiteY8572" fmla="*/ 1413624 h 4927186"/>
              <a:gd name="connsiteX8573" fmla="*/ 6775875 w 9312201"/>
              <a:gd name="connsiteY8573" fmla="*/ 1391143 h 4927186"/>
              <a:gd name="connsiteX8574" fmla="*/ 6798356 w 9312201"/>
              <a:gd name="connsiteY8574" fmla="*/ 1368662 h 4927186"/>
              <a:gd name="connsiteX8575" fmla="*/ 6719675 w 9312201"/>
              <a:gd name="connsiteY8575" fmla="*/ 1368662 h 4927186"/>
              <a:gd name="connsiteX8576" fmla="*/ 6741495 w 9312201"/>
              <a:gd name="connsiteY8576" fmla="*/ 1391143 h 4927186"/>
              <a:gd name="connsiteX8577" fmla="*/ 6719675 w 9312201"/>
              <a:gd name="connsiteY8577" fmla="*/ 1413624 h 4927186"/>
              <a:gd name="connsiteX8578" fmla="*/ 6697855 w 9312201"/>
              <a:gd name="connsiteY8578" fmla="*/ 1391143 h 4927186"/>
              <a:gd name="connsiteX8579" fmla="*/ 6719675 w 9312201"/>
              <a:gd name="connsiteY8579" fmla="*/ 1368662 h 4927186"/>
              <a:gd name="connsiteX8580" fmla="*/ 6641655 w 9312201"/>
              <a:gd name="connsiteY8580" fmla="*/ 1368662 h 4927186"/>
              <a:gd name="connsiteX8581" fmla="*/ 6663475 w 9312201"/>
              <a:gd name="connsiteY8581" fmla="*/ 1391143 h 4927186"/>
              <a:gd name="connsiteX8582" fmla="*/ 6641655 w 9312201"/>
              <a:gd name="connsiteY8582" fmla="*/ 1413624 h 4927186"/>
              <a:gd name="connsiteX8583" fmla="*/ 6619835 w 9312201"/>
              <a:gd name="connsiteY8583" fmla="*/ 1391143 h 4927186"/>
              <a:gd name="connsiteX8584" fmla="*/ 6641655 w 9312201"/>
              <a:gd name="connsiteY8584" fmla="*/ 1368662 h 4927186"/>
              <a:gd name="connsiteX8585" fmla="*/ 6563634 w 9312201"/>
              <a:gd name="connsiteY8585" fmla="*/ 1368662 h 4927186"/>
              <a:gd name="connsiteX8586" fmla="*/ 6585454 w 9312201"/>
              <a:gd name="connsiteY8586" fmla="*/ 1391143 h 4927186"/>
              <a:gd name="connsiteX8587" fmla="*/ 6563634 w 9312201"/>
              <a:gd name="connsiteY8587" fmla="*/ 1413624 h 4927186"/>
              <a:gd name="connsiteX8588" fmla="*/ 6541814 w 9312201"/>
              <a:gd name="connsiteY8588" fmla="*/ 1391143 h 4927186"/>
              <a:gd name="connsiteX8589" fmla="*/ 6563634 w 9312201"/>
              <a:gd name="connsiteY8589" fmla="*/ 1368662 h 4927186"/>
              <a:gd name="connsiteX8590" fmla="*/ 6485613 w 9312201"/>
              <a:gd name="connsiteY8590" fmla="*/ 1368662 h 4927186"/>
              <a:gd name="connsiteX8591" fmla="*/ 6507433 w 9312201"/>
              <a:gd name="connsiteY8591" fmla="*/ 1391143 h 4927186"/>
              <a:gd name="connsiteX8592" fmla="*/ 6485613 w 9312201"/>
              <a:gd name="connsiteY8592" fmla="*/ 1413624 h 4927186"/>
              <a:gd name="connsiteX8593" fmla="*/ 6463793 w 9312201"/>
              <a:gd name="connsiteY8593" fmla="*/ 1391143 h 4927186"/>
              <a:gd name="connsiteX8594" fmla="*/ 6485613 w 9312201"/>
              <a:gd name="connsiteY8594" fmla="*/ 1368662 h 4927186"/>
              <a:gd name="connsiteX8595" fmla="*/ 6408916 w 9312201"/>
              <a:gd name="connsiteY8595" fmla="*/ 1368662 h 4927186"/>
              <a:gd name="connsiteX8596" fmla="*/ 6430736 w 9312201"/>
              <a:gd name="connsiteY8596" fmla="*/ 1391143 h 4927186"/>
              <a:gd name="connsiteX8597" fmla="*/ 6408916 w 9312201"/>
              <a:gd name="connsiteY8597" fmla="*/ 1413624 h 4927186"/>
              <a:gd name="connsiteX8598" fmla="*/ 6387096 w 9312201"/>
              <a:gd name="connsiteY8598" fmla="*/ 1391143 h 4927186"/>
              <a:gd name="connsiteX8599" fmla="*/ 6408916 w 9312201"/>
              <a:gd name="connsiteY8599" fmla="*/ 1368662 h 4927186"/>
              <a:gd name="connsiteX8600" fmla="*/ 6330896 w 9312201"/>
              <a:gd name="connsiteY8600" fmla="*/ 1368662 h 4927186"/>
              <a:gd name="connsiteX8601" fmla="*/ 6352716 w 9312201"/>
              <a:gd name="connsiteY8601" fmla="*/ 1391143 h 4927186"/>
              <a:gd name="connsiteX8602" fmla="*/ 6330896 w 9312201"/>
              <a:gd name="connsiteY8602" fmla="*/ 1413624 h 4927186"/>
              <a:gd name="connsiteX8603" fmla="*/ 6309076 w 9312201"/>
              <a:gd name="connsiteY8603" fmla="*/ 1391143 h 4927186"/>
              <a:gd name="connsiteX8604" fmla="*/ 6330896 w 9312201"/>
              <a:gd name="connsiteY8604" fmla="*/ 1368662 h 4927186"/>
              <a:gd name="connsiteX8605" fmla="*/ 6252875 w 9312201"/>
              <a:gd name="connsiteY8605" fmla="*/ 1368662 h 4927186"/>
              <a:gd name="connsiteX8606" fmla="*/ 6274695 w 9312201"/>
              <a:gd name="connsiteY8606" fmla="*/ 1391143 h 4927186"/>
              <a:gd name="connsiteX8607" fmla="*/ 6252875 w 9312201"/>
              <a:gd name="connsiteY8607" fmla="*/ 1413624 h 4927186"/>
              <a:gd name="connsiteX8608" fmla="*/ 6231055 w 9312201"/>
              <a:gd name="connsiteY8608" fmla="*/ 1391143 h 4927186"/>
              <a:gd name="connsiteX8609" fmla="*/ 6252875 w 9312201"/>
              <a:gd name="connsiteY8609" fmla="*/ 1368662 h 4927186"/>
              <a:gd name="connsiteX8610" fmla="*/ 6174854 w 9312201"/>
              <a:gd name="connsiteY8610" fmla="*/ 1368662 h 4927186"/>
              <a:gd name="connsiteX8611" fmla="*/ 6196674 w 9312201"/>
              <a:gd name="connsiteY8611" fmla="*/ 1391143 h 4927186"/>
              <a:gd name="connsiteX8612" fmla="*/ 6174854 w 9312201"/>
              <a:gd name="connsiteY8612" fmla="*/ 1413624 h 4927186"/>
              <a:gd name="connsiteX8613" fmla="*/ 6153034 w 9312201"/>
              <a:gd name="connsiteY8613" fmla="*/ 1391143 h 4927186"/>
              <a:gd name="connsiteX8614" fmla="*/ 6174854 w 9312201"/>
              <a:gd name="connsiteY8614" fmla="*/ 1368662 h 4927186"/>
              <a:gd name="connsiteX8615" fmla="*/ 6096834 w 9312201"/>
              <a:gd name="connsiteY8615" fmla="*/ 1368662 h 4927186"/>
              <a:gd name="connsiteX8616" fmla="*/ 6118654 w 9312201"/>
              <a:gd name="connsiteY8616" fmla="*/ 1391143 h 4927186"/>
              <a:gd name="connsiteX8617" fmla="*/ 6096834 w 9312201"/>
              <a:gd name="connsiteY8617" fmla="*/ 1413624 h 4927186"/>
              <a:gd name="connsiteX8618" fmla="*/ 6075014 w 9312201"/>
              <a:gd name="connsiteY8618" fmla="*/ 1391143 h 4927186"/>
              <a:gd name="connsiteX8619" fmla="*/ 6096834 w 9312201"/>
              <a:gd name="connsiteY8619" fmla="*/ 1368662 h 4927186"/>
              <a:gd name="connsiteX8620" fmla="*/ 6018814 w 9312201"/>
              <a:gd name="connsiteY8620" fmla="*/ 1368662 h 4927186"/>
              <a:gd name="connsiteX8621" fmla="*/ 6040634 w 9312201"/>
              <a:gd name="connsiteY8621" fmla="*/ 1391143 h 4927186"/>
              <a:gd name="connsiteX8622" fmla="*/ 6018814 w 9312201"/>
              <a:gd name="connsiteY8622" fmla="*/ 1413624 h 4927186"/>
              <a:gd name="connsiteX8623" fmla="*/ 5996994 w 9312201"/>
              <a:gd name="connsiteY8623" fmla="*/ 1391143 h 4927186"/>
              <a:gd name="connsiteX8624" fmla="*/ 6018814 w 9312201"/>
              <a:gd name="connsiteY8624" fmla="*/ 1368662 h 4927186"/>
              <a:gd name="connsiteX8625" fmla="*/ 5940793 w 9312201"/>
              <a:gd name="connsiteY8625" fmla="*/ 1368662 h 4927186"/>
              <a:gd name="connsiteX8626" fmla="*/ 5962613 w 9312201"/>
              <a:gd name="connsiteY8626" fmla="*/ 1391143 h 4927186"/>
              <a:gd name="connsiteX8627" fmla="*/ 5940793 w 9312201"/>
              <a:gd name="connsiteY8627" fmla="*/ 1413624 h 4927186"/>
              <a:gd name="connsiteX8628" fmla="*/ 5918973 w 9312201"/>
              <a:gd name="connsiteY8628" fmla="*/ 1391143 h 4927186"/>
              <a:gd name="connsiteX8629" fmla="*/ 5940793 w 9312201"/>
              <a:gd name="connsiteY8629" fmla="*/ 1368662 h 4927186"/>
              <a:gd name="connsiteX8630" fmla="*/ 5862773 w 9312201"/>
              <a:gd name="connsiteY8630" fmla="*/ 1368662 h 4927186"/>
              <a:gd name="connsiteX8631" fmla="*/ 5884593 w 9312201"/>
              <a:gd name="connsiteY8631" fmla="*/ 1391143 h 4927186"/>
              <a:gd name="connsiteX8632" fmla="*/ 5862773 w 9312201"/>
              <a:gd name="connsiteY8632" fmla="*/ 1413624 h 4927186"/>
              <a:gd name="connsiteX8633" fmla="*/ 5840953 w 9312201"/>
              <a:gd name="connsiteY8633" fmla="*/ 1391143 h 4927186"/>
              <a:gd name="connsiteX8634" fmla="*/ 5862773 w 9312201"/>
              <a:gd name="connsiteY8634" fmla="*/ 1368662 h 4927186"/>
              <a:gd name="connsiteX8635" fmla="*/ 5785413 w 9312201"/>
              <a:gd name="connsiteY8635" fmla="*/ 1368662 h 4927186"/>
              <a:gd name="connsiteX8636" fmla="*/ 5807894 w 9312201"/>
              <a:gd name="connsiteY8636" fmla="*/ 1391143 h 4927186"/>
              <a:gd name="connsiteX8637" fmla="*/ 5785413 w 9312201"/>
              <a:gd name="connsiteY8637" fmla="*/ 1413624 h 4927186"/>
              <a:gd name="connsiteX8638" fmla="*/ 5762932 w 9312201"/>
              <a:gd name="connsiteY8638" fmla="*/ 1391143 h 4927186"/>
              <a:gd name="connsiteX8639" fmla="*/ 5785413 w 9312201"/>
              <a:gd name="connsiteY8639" fmla="*/ 1368662 h 4927186"/>
              <a:gd name="connsiteX8640" fmla="*/ 5708054 w 9312201"/>
              <a:gd name="connsiteY8640" fmla="*/ 1368662 h 4927186"/>
              <a:gd name="connsiteX8641" fmla="*/ 5729874 w 9312201"/>
              <a:gd name="connsiteY8641" fmla="*/ 1391143 h 4927186"/>
              <a:gd name="connsiteX8642" fmla="*/ 5708054 w 9312201"/>
              <a:gd name="connsiteY8642" fmla="*/ 1413624 h 4927186"/>
              <a:gd name="connsiteX8643" fmla="*/ 5686234 w 9312201"/>
              <a:gd name="connsiteY8643" fmla="*/ 1391143 h 4927186"/>
              <a:gd name="connsiteX8644" fmla="*/ 5708054 w 9312201"/>
              <a:gd name="connsiteY8644" fmla="*/ 1368662 h 4927186"/>
              <a:gd name="connsiteX8645" fmla="*/ 5630034 w 9312201"/>
              <a:gd name="connsiteY8645" fmla="*/ 1368662 h 4927186"/>
              <a:gd name="connsiteX8646" fmla="*/ 5651854 w 9312201"/>
              <a:gd name="connsiteY8646" fmla="*/ 1391143 h 4927186"/>
              <a:gd name="connsiteX8647" fmla="*/ 5630034 w 9312201"/>
              <a:gd name="connsiteY8647" fmla="*/ 1413624 h 4927186"/>
              <a:gd name="connsiteX8648" fmla="*/ 5608214 w 9312201"/>
              <a:gd name="connsiteY8648" fmla="*/ 1391143 h 4927186"/>
              <a:gd name="connsiteX8649" fmla="*/ 5630034 w 9312201"/>
              <a:gd name="connsiteY8649" fmla="*/ 1368662 h 4927186"/>
              <a:gd name="connsiteX8650" fmla="*/ 5552013 w 9312201"/>
              <a:gd name="connsiteY8650" fmla="*/ 1368662 h 4927186"/>
              <a:gd name="connsiteX8651" fmla="*/ 5573833 w 9312201"/>
              <a:gd name="connsiteY8651" fmla="*/ 1391143 h 4927186"/>
              <a:gd name="connsiteX8652" fmla="*/ 5552013 w 9312201"/>
              <a:gd name="connsiteY8652" fmla="*/ 1413624 h 4927186"/>
              <a:gd name="connsiteX8653" fmla="*/ 5530193 w 9312201"/>
              <a:gd name="connsiteY8653" fmla="*/ 1391143 h 4927186"/>
              <a:gd name="connsiteX8654" fmla="*/ 5552013 w 9312201"/>
              <a:gd name="connsiteY8654" fmla="*/ 1368662 h 4927186"/>
              <a:gd name="connsiteX8655" fmla="*/ 5473331 w 9312201"/>
              <a:gd name="connsiteY8655" fmla="*/ 1368662 h 4927186"/>
              <a:gd name="connsiteX8656" fmla="*/ 5495812 w 9312201"/>
              <a:gd name="connsiteY8656" fmla="*/ 1391143 h 4927186"/>
              <a:gd name="connsiteX8657" fmla="*/ 5473331 w 9312201"/>
              <a:gd name="connsiteY8657" fmla="*/ 1413624 h 4927186"/>
              <a:gd name="connsiteX8658" fmla="*/ 5450850 w 9312201"/>
              <a:gd name="connsiteY8658" fmla="*/ 1391143 h 4927186"/>
              <a:gd name="connsiteX8659" fmla="*/ 5473331 w 9312201"/>
              <a:gd name="connsiteY8659" fmla="*/ 1368662 h 4927186"/>
              <a:gd name="connsiteX8660" fmla="*/ 5395972 w 9312201"/>
              <a:gd name="connsiteY8660" fmla="*/ 1368662 h 4927186"/>
              <a:gd name="connsiteX8661" fmla="*/ 5417792 w 9312201"/>
              <a:gd name="connsiteY8661" fmla="*/ 1391143 h 4927186"/>
              <a:gd name="connsiteX8662" fmla="*/ 5395972 w 9312201"/>
              <a:gd name="connsiteY8662" fmla="*/ 1413624 h 4927186"/>
              <a:gd name="connsiteX8663" fmla="*/ 5374152 w 9312201"/>
              <a:gd name="connsiteY8663" fmla="*/ 1391143 h 4927186"/>
              <a:gd name="connsiteX8664" fmla="*/ 5395972 w 9312201"/>
              <a:gd name="connsiteY8664" fmla="*/ 1368662 h 4927186"/>
              <a:gd name="connsiteX8665" fmla="*/ 5317953 w 9312201"/>
              <a:gd name="connsiteY8665" fmla="*/ 1368662 h 4927186"/>
              <a:gd name="connsiteX8666" fmla="*/ 5339773 w 9312201"/>
              <a:gd name="connsiteY8666" fmla="*/ 1391143 h 4927186"/>
              <a:gd name="connsiteX8667" fmla="*/ 5317953 w 9312201"/>
              <a:gd name="connsiteY8667" fmla="*/ 1413624 h 4927186"/>
              <a:gd name="connsiteX8668" fmla="*/ 5296133 w 9312201"/>
              <a:gd name="connsiteY8668" fmla="*/ 1391143 h 4927186"/>
              <a:gd name="connsiteX8669" fmla="*/ 5317953 w 9312201"/>
              <a:gd name="connsiteY8669" fmla="*/ 1368662 h 4927186"/>
              <a:gd name="connsiteX8670" fmla="*/ 5239932 w 9312201"/>
              <a:gd name="connsiteY8670" fmla="*/ 1368662 h 4927186"/>
              <a:gd name="connsiteX8671" fmla="*/ 5261752 w 9312201"/>
              <a:gd name="connsiteY8671" fmla="*/ 1391143 h 4927186"/>
              <a:gd name="connsiteX8672" fmla="*/ 5239932 w 9312201"/>
              <a:gd name="connsiteY8672" fmla="*/ 1413624 h 4927186"/>
              <a:gd name="connsiteX8673" fmla="*/ 5218112 w 9312201"/>
              <a:gd name="connsiteY8673" fmla="*/ 1391143 h 4927186"/>
              <a:gd name="connsiteX8674" fmla="*/ 5239932 w 9312201"/>
              <a:gd name="connsiteY8674" fmla="*/ 1368662 h 4927186"/>
              <a:gd name="connsiteX8675" fmla="*/ 5162572 w 9312201"/>
              <a:gd name="connsiteY8675" fmla="*/ 1368662 h 4927186"/>
              <a:gd name="connsiteX8676" fmla="*/ 5185053 w 9312201"/>
              <a:gd name="connsiteY8676" fmla="*/ 1391143 h 4927186"/>
              <a:gd name="connsiteX8677" fmla="*/ 5162572 w 9312201"/>
              <a:gd name="connsiteY8677" fmla="*/ 1413624 h 4927186"/>
              <a:gd name="connsiteX8678" fmla="*/ 5140091 w 9312201"/>
              <a:gd name="connsiteY8678" fmla="*/ 1391143 h 4927186"/>
              <a:gd name="connsiteX8679" fmla="*/ 5162572 w 9312201"/>
              <a:gd name="connsiteY8679" fmla="*/ 1368662 h 4927186"/>
              <a:gd name="connsiteX8680" fmla="*/ 5085212 w 9312201"/>
              <a:gd name="connsiteY8680" fmla="*/ 1368662 h 4927186"/>
              <a:gd name="connsiteX8681" fmla="*/ 5107032 w 9312201"/>
              <a:gd name="connsiteY8681" fmla="*/ 1391143 h 4927186"/>
              <a:gd name="connsiteX8682" fmla="*/ 5085212 w 9312201"/>
              <a:gd name="connsiteY8682" fmla="*/ 1413624 h 4927186"/>
              <a:gd name="connsiteX8683" fmla="*/ 5063392 w 9312201"/>
              <a:gd name="connsiteY8683" fmla="*/ 1391143 h 4927186"/>
              <a:gd name="connsiteX8684" fmla="*/ 5085212 w 9312201"/>
              <a:gd name="connsiteY8684" fmla="*/ 1368662 h 4927186"/>
              <a:gd name="connsiteX8685" fmla="*/ 5007193 w 9312201"/>
              <a:gd name="connsiteY8685" fmla="*/ 1368662 h 4927186"/>
              <a:gd name="connsiteX8686" fmla="*/ 5029013 w 9312201"/>
              <a:gd name="connsiteY8686" fmla="*/ 1391143 h 4927186"/>
              <a:gd name="connsiteX8687" fmla="*/ 5007193 w 9312201"/>
              <a:gd name="connsiteY8687" fmla="*/ 1413624 h 4927186"/>
              <a:gd name="connsiteX8688" fmla="*/ 4985373 w 9312201"/>
              <a:gd name="connsiteY8688" fmla="*/ 1391143 h 4927186"/>
              <a:gd name="connsiteX8689" fmla="*/ 5007193 w 9312201"/>
              <a:gd name="connsiteY8689" fmla="*/ 1368662 h 4927186"/>
              <a:gd name="connsiteX8690" fmla="*/ 4850490 w 9312201"/>
              <a:gd name="connsiteY8690" fmla="*/ 1368662 h 4927186"/>
              <a:gd name="connsiteX8691" fmla="*/ 4872971 w 9312201"/>
              <a:gd name="connsiteY8691" fmla="*/ 1391143 h 4927186"/>
              <a:gd name="connsiteX8692" fmla="*/ 4850490 w 9312201"/>
              <a:gd name="connsiteY8692" fmla="*/ 1413624 h 4927186"/>
              <a:gd name="connsiteX8693" fmla="*/ 4828009 w 9312201"/>
              <a:gd name="connsiteY8693" fmla="*/ 1391143 h 4927186"/>
              <a:gd name="connsiteX8694" fmla="*/ 4850490 w 9312201"/>
              <a:gd name="connsiteY8694" fmla="*/ 1368662 h 4927186"/>
              <a:gd name="connsiteX8695" fmla="*/ 4773132 w 9312201"/>
              <a:gd name="connsiteY8695" fmla="*/ 1368662 h 4927186"/>
              <a:gd name="connsiteX8696" fmla="*/ 4794952 w 9312201"/>
              <a:gd name="connsiteY8696" fmla="*/ 1391143 h 4927186"/>
              <a:gd name="connsiteX8697" fmla="*/ 4773132 w 9312201"/>
              <a:gd name="connsiteY8697" fmla="*/ 1413624 h 4927186"/>
              <a:gd name="connsiteX8698" fmla="*/ 4751312 w 9312201"/>
              <a:gd name="connsiteY8698" fmla="*/ 1391143 h 4927186"/>
              <a:gd name="connsiteX8699" fmla="*/ 4773132 w 9312201"/>
              <a:gd name="connsiteY8699" fmla="*/ 1368662 h 4927186"/>
              <a:gd name="connsiteX8700" fmla="*/ 4695111 w 9312201"/>
              <a:gd name="connsiteY8700" fmla="*/ 1368662 h 4927186"/>
              <a:gd name="connsiteX8701" fmla="*/ 4716931 w 9312201"/>
              <a:gd name="connsiteY8701" fmla="*/ 1391143 h 4927186"/>
              <a:gd name="connsiteX8702" fmla="*/ 4695111 w 9312201"/>
              <a:gd name="connsiteY8702" fmla="*/ 1413624 h 4927186"/>
              <a:gd name="connsiteX8703" fmla="*/ 4673291 w 9312201"/>
              <a:gd name="connsiteY8703" fmla="*/ 1391143 h 4927186"/>
              <a:gd name="connsiteX8704" fmla="*/ 4695111 w 9312201"/>
              <a:gd name="connsiteY8704" fmla="*/ 1368662 h 4927186"/>
              <a:gd name="connsiteX8705" fmla="*/ 4617091 w 9312201"/>
              <a:gd name="connsiteY8705" fmla="*/ 1368662 h 4927186"/>
              <a:gd name="connsiteX8706" fmla="*/ 4638911 w 9312201"/>
              <a:gd name="connsiteY8706" fmla="*/ 1391143 h 4927186"/>
              <a:gd name="connsiteX8707" fmla="*/ 4617091 w 9312201"/>
              <a:gd name="connsiteY8707" fmla="*/ 1413624 h 4927186"/>
              <a:gd name="connsiteX8708" fmla="*/ 4595271 w 9312201"/>
              <a:gd name="connsiteY8708" fmla="*/ 1391143 h 4927186"/>
              <a:gd name="connsiteX8709" fmla="*/ 4617091 w 9312201"/>
              <a:gd name="connsiteY8709" fmla="*/ 1368662 h 4927186"/>
              <a:gd name="connsiteX8710" fmla="*/ 4539070 w 9312201"/>
              <a:gd name="connsiteY8710" fmla="*/ 1368662 h 4927186"/>
              <a:gd name="connsiteX8711" fmla="*/ 4560890 w 9312201"/>
              <a:gd name="connsiteY8711" fmla="*/ 1391143 h 4927186"/>
              <a:gd name="connsiteX8712" fmla="*/ 4539070 w 9312201"/>
              <a:gd name="connsiteY8712" fmla="*/ 1413624 h 4927186"/>
              <a:gd name="connsiteX8713" fmla="*/ 4517250 w 9312201"/>
              <a:gd name="connsiteY8713" fmla="*/ 1391143 h 4927186"/>
              <a:gd name="connsiteX8714" fmla="*/ 4539070 w 9312201"/>
              <a:gd name="connsiteY8714" fmla="*/ 1368662 h 4927186"/>
              <a:gd name="connsiteX8715" fmla="*/ 2513845 w 9312201"/>
              <a:gd name="connsiteY8715" fmla="*/ 1368662 h 4927186"/>
              <a:gd name="connsiteX8716" fmla="*/ 2536326 w 9312201"/>
              <a:gd name="connsiteY8716" fmla="*/ 1391143 h 4927186"/>
              <a:gd name="connsiteX8717" fmla="*/ 2513845 w 9312201"/>
              <a:gd name="connsiteY8717" fmla="*/ 1413624 h 4927186"/>
              <a:gd name="connsiteX8718" fmla="*/ 2491364 w 9312201"/>
              <a:gd name="connsiteY8718" fmla="*/ 1391143 h 4927186"/>
              <a:gd name="connsiteX8719" fmla="*/ 2513845 w 9312201"/>
              <a:gd name="connsiteY8719" fmla="*/ 1368662 h 4927186"/>
              <a:gd name="connsiteX8720" fmla="*/ 2436486 w 9312201"/>
              <a:gd name="connsiteY8720" fmla="*/ 1368662 h 4927186"/>
              <a:gd name="connsiteX8721" fmla="*/ 2458306 w 9312201"/>
              <a:gd name="connsiteY8721" fmla="*/ 1391143 h 4927186"/>
              <a:gd name="connsiteX8722" fmla="*/ 2436486 w 9312201"/>
              <a:gd name="connsiteY8722" fmla="*/ 1413624 h 4927186"/>
              <a:gd name="connsiteX8723" fmla="*/ 2414666 w 9312201"/>
              <a:gd name="connsiteY8723" fmla="*/ 1391143 h 4927186"/>
              <a:gd name="connsiteX8724" fmla="*/ 2436486 w 9312201"/>
              <a:gd name="connsiteY8724" fmla="*/ 1368662 h 4927186"/>
              <a:gd name="connsiteX8725" fmla="*/ 2358465 w 9312201"/>
              <a:gd name="connsiteY8725" fmla="*/ 1368662 h 4927186"/>
              <a:gd name="connsiteX8726" fmla="*/ 2380285 w 9312201"/>
              <a:gd name="connsiteY8726" fmla="*/ 1391143 h 4927186"/>
              <a:gd name="connsiteX8727" fmla="*/ 2358465 w 9312201"/>
              <a:gd name="connsiteY8727" fmla="*/ 1413624 h 4927186"/>
              <a:gd name="connsiteX8728" fmla="*/ 2336645 w 9312201"/>
              <a:gd name="connsiteY8728" fmla="*/ 1391143 h 4927186"/>
              <a:gd name="connsiteX8729" fmla="*/ 2358465 w 9312201"/>
              <a:gd name="connsiteY8729" fmla="*/ 1368662 h 4927186"/>
              <a:gd name="connsiteX8730" fmla="*/ 1891011 w 9312201"/>
              <a:gd name="connsiteY8730" fmla="*/ 1368662 h 4927186"/>
              <a:gd name="connsiteX8731" fmla="*/ 1913495 w 9312201"/>
              <a:gd name="connsiteY8731" fmla="*/ 1391143 h 4927186"/>
              <a:gd name="connsiteX8732" fmla="*/ 1891011 w 9312201"/>
              <a:gd name="connsiteY8732" fmla="*/ 1413624 h 4927186"/>
              <a:gd name="connsiteX8733" fmla="*/ 1868529 w 9312201"/>
              <a:gd name="connsiteY8733" fmla="*/ 1391143 h 4927186"/>
              <a:gd name="connsiteX8734" fmla="*/ 1891011 w 9312201"/>
              <a:gd name="connsiteY8734" fmla="*/ 1368662 h 4927186"/>
              <a:gd name="connsiteX8735" fmla="*/ 1813657 w 9312201"/>
              <a:gd name="connsiteY8735" fmla="*/ 1368662 h 4927186"/>
              <a:gd name="connsiteX8736" fmla="*/ 1835474 w 9312201"/>
              <a:gd name="connsiteY8736" fmla="*/ 1391143 h 4927186"/>
              <a:gd name="connsiteX8737" fmla="*/ 1813657 w 9312201"/>
              <a:gd name="connsiteY8737" fmla="*/ 1413624 h 4927186"/>
              <a:gd name="connsiteX8738" fmla="*/ 1791833 w 9312201"/>
              <a:gd name="connsiteY8738" fmla="*/ 1391143 h 4927186"/>
              <a:gd name="connsiteX8739" fmla="*/ 1813657 w 9312201"/>
              <a:gd name="connsiteY8739" fmla="*/ 1368662 h 4927186"/>
              <a:gd name="connsiteX8740" fmla="*/ 1735633 w 9312201"/>
              <a:gd name="connsiteY8740" fmla="*/ 1368662 h 4927186"/>
              <a:gd name="connsiteX8741" fmla="*/ 1757457 w 9312201"/>
              <a:gd name="connsiteY8741" fmla="*/ 1391143 h 4927186"/>
              <a:gd name="connsiteX8742" fmla="*/ 1735633 w 9312201"/>
              <a:gd name="connsiteY8742" fmla="*/ 1413624 h 4927186"/>
              <a:gd name="connsiteX8743" fmla="*/ 1713819 w 9312201"/>
              <a:gd name="connsiteY8743" fmla="*/ 1391143 h 4927186"/>
              <a:gd name="connsiteX8744" fmla="*/ 1735633 w 9312201"/>
              <a:gd name="connsiteY8744" fmla="*/ 1368662 h 4927186"/>
              <a:gd name="connsiteX8745" fmla="*/ 1657611 w 9312201"/>
              <a:gd name="connsiteY8745" fmla="*/ 1368662 h 4927186"/>
              <a:gd name="connsiteX8746" fmla="*/ 1679436 w 9312201"/>
              <a:gd name="connsiteY8746" fmla="*/ 1391143 h 4927186"/>
              <a:gd name="connsiteX8747" fmla="*/ 1657611 w 9312201"/>
              <a:gd name="connsiteY8747" fmla="*/ 1413624 h 4927186"/>
              <a:gd name="connsiteX8748" fmla="*/ 1635796 w 9312201"/>
              <a:gd name="connsiteY8748" fmla="*/ 1391143 h 4927186"/>
              <a:gd name="connsiteX8749" fmla="*/ 1657611 w 9312201"/>
              <a:gd name="connsiteY8749" fmla="*/ 1368662 h 4927186"/>
              <a:gd name="connsiteX8750" fmla="*/ 1580257 w 9312201"/>
              <a:gd name="connsiteY8750" fmla="*/ 1368662 h 4927186"/>
              <a:gd name="connsiteX8751" fmla="*/ 1602734 w 9312201"/>
              <a:gd name="connsiteY8751" fmla="*/ 1391143 h 4927186"/>
              <a:gd name="connsiteX8752" fmla="*/ 1580257 w 9312201"/>
              <a:gd name="connsiteY8752" fmla="*/ 1413624 h 4927186"/>
              <a:gd name="connsiteX8753" fmla="*/ 1557771 w 9312201"/>
              <a:gd name="connsiteY8753" fmla="*/ 1391143 h 4927186"/>
              <a:gd name="connsiteX8754" fmla="*/ 1580257 w 9312201"/>
              <a:gd name="connsiteY8754" fmla="*/ 1368662 h 4927186"/>
              <a:gd name="connsiteX8755" fmla="*/ 1502899 w 9312201"/>
              <a:gd name="connsiteY8755" fmla="*/ 1368662 h 4927186"/>
              <a:gd name="connsiteX8756" fmla="*/ 1524717 w 9312201"/>
              <a:gd name="connsiteY8756" fmla="*/ 1391143 h 4927186"/>
              <a:gd name="connsiteX8757" fmla="*/ 1502899 w 9312201"/>
              <a:gd name="connsiteY8757" fmla="*/ 1413624 h 4927186"/>
              <a:gd name="connsiteX8758" fmla="*/ 1481077 w 9312201"/>
              <a:gd name="connsiteY8758" fmla="*/ 1391143 h 4927186"/>
              <a:gd name="connsiteX8759" fmla="*/ 1502899 w 9312201"/>
              <a:gd name="connsiteY8759" fmla="*/ 1368662 h 4927186"/>
              <a:gd name="connsiteX8760" fmla="*/ 1424212 w 9312201"/>
              <a:gd name="connsiteY8760" fmla="*/ 1368662 h 4927186"/>
              <a:gd name="connsiteX8761" fmla="*/ 1446695 w 9312201"/>
              <a:gd name="connsiteY8761" fmla="*/ 1391143 h 4927186"/>
              <a:gd name="connsiteX8762" fmla="*/ 1424212 w 9312201"/>
              <a:gd name="connsiteY8762" fmla="*/ 1413624 h 4927186"/>
              <a:gd name="connsiteX8763" fmla="*/ 1401732 w 9312201"/>
              <a:gd name="connsiteY8763" fmla="*/ 1391143 h 4927186"/>
              <a:gd name="connsiteX8764" fmla="*/ 1424212 w 9312201"/>
              <a:gd name="connsiteY8764" fmla="*/ 1368662 h 4927186"/>
              <a:gd name="connsiteX8765" fmla="*/ 1345530 w 9312201"/>
              <a:gd name="connsiteY8765" fmla="*/ 1368662 h 4927186"/>
              <a:gd name="connsiteX8766" fmla="*/ 1367350 w 9312201"/>
              <a:gd name="connsiteY8766" fmla="*/ 1391143 h 4927186"/>
              <a:gd name="connsiteX8767" fmla="*/ 1345530 w 9312201"/>
              <a:gd name="connsiteY8767" fmla="*/ 1413624 h 4927186"/>
              <a:gd name="connsiteX8768" fmla="*/ 1323709 w 9312201"/>
              <a:gd name="connsiteY8768" fmla="*/ 1391143 h 4927186"/>
              <a:gd name="connsiteX8769" fmla="*/ 1345530 w 9312201"/>
              <a:gd name="connsiteY8769" fmla="*/ 1368662 h 4927186"/>
              <a:gd name="connsiteX8770" fmla="*/ 1268169 w 9312201"/>
              <a:gd name="connsiteY8770" fmla="*/ 1368662 h 4927186"/>
              <a:gd name="connsiteX8771" fmla="*/ 1290660 w 9312201"/>
              <a:gd name="connsiteY8771" fmla="*/ 1391143 h 4927186"/>
              <a:gd name="connsiteX8772" fmla="*/ 1268169 w 9312201"/>
              <a:gd name="connsiteY8772" fmla="*/ 1413624 h 4927186"/>
              <a:gd name="connsiteX8773" fmla="*/ 1245691 w 9312201"/>
              <a:gd name="connsiteY8773" fmla="*/ 1391143 h 4927186"/>
              <a:gd name="connsiteX8774" fmla="*/ 1268169 w 9312201"/>
              <a:gd name="connsiteY8774" fmla="*/ 1368662 h 4927186"/>
              <a:gd name="connsiteX8775" fmla="*/ 1190817 w 9312201"/>
              <a:gd name="connsiteY8775" fmla="*/ 1368662 h 4927186"/>
              <a:gd name="connsiteX8776" fmla="*/ 1212636 w 9312201"/>
              <a:gd name="connsiteY8776" fmla="*/ 1391143 h 4927186"/>
              <a:gd name="connsiteX8777" fmla="*/ 1190817 w 9312201"/>
              <a:gd name="connsiteY8777" fmla="*/ 1413624 h 4927186"/>
              <a:gd name="connsiteX8778" fmla="*/ 1168996 w 9312201"/>
              <a:gd name="connsiteY8778" fmla="*/ 1391143 h 4927186"/>
              <a:gd name="connsiteX8779" fmla="*/ 1190817 w 9312201"/>
              <a:gd name="connsiteY8779" fmla="*/ 1368662 h 4927186"/>
              <a:gd name="connsiteX8780" fmla="*/ 1112792 w 9312201"/>
              <a:gd name="connsiteY8780" fmla="*/ 1368662 h 4927186"/>
              <a:gd name="connsiteX8781" fmla="*/ 1134608 w 9312201"/>
              <a:gd name="connsiteY8781" fmla="*/ 1391143 h 4927186"/>
              <a:gd name="connsiteX8782" fmla="*/ 1112792 w 9312201"/>
              <a:gd name="connsiteY8782" fmla="*/ 1413624 h 4927186"/>
              <a:gd name="connsiteX8783" fmla="*/ 1090972 w 9312201"/>
              <a:gd name="connsiteY8783" fmla="*/ 1391143 h 4927186"/>
              <a:gd name="connsiteX8784" fmla="*/ 1112792 w 9312201"/>
              <a:gd name="connsiteY8784" fmla="*/ 1368662 h 4927186"/>
              <a:gd name="connsiteX8785" fmla="*/ 1034768 w 9312201"/>
              <a:gd name="connsiteY8785" fmla="*/ 1368662 h 4927186"/>
              <a:gd name="connsiteX8786" fmla="*/ 1056586 w 9312201"/>
              <a:gd name="connsiteY8786" fmla="*/ 1391143 h 4927186"/>
              <a:gd name="connsiteX8787" fmla="*/ 1034768 w 9312201"/>
              <a:gd name="connsiteY8787" fmla="*/ 1413624 h 4927186"/>
              <a:gd name="connsiteX8788" fmla="*/ 1012952 w 9312201"/>
              <a:gd name="connsiteY8788" fmla="*/ 1391143 h 4927186"/>
              <a:gd name="connsiteX8789" fmla="*/ 1034768 w 9312201"/>
              <a:gd name="connsiteY8789" fmla="*/ 1368662 h 4927186"/>
              <a:gd name="connsiteX8790" fmla="*/ 956746 w 9312201"/>
              <a:gd name="connsiteY8790" fmla="*/ 1368662 h 4927186"/>
              <a:gd name="connsiteX8791" fmla="*/ 978570 w 9312201"/>
              <a:gd name="connsiteY8791" fmla="*/ 1391143 h 4927186"/>
              <a:gd name="connsiteX8792" fmla="*/ 956746 w 9312201"/>
              <a:gd name="connsiteY8792" fmla="*/ 1413624 h 4927186"/>
              <a:gd name="connsiteX8793" fmla="*/ 934926 w 9312201"/>
              <a:gd name="connsiteY8793" fmla="*/ 1391143 h 4927186"/>
              <a:gd name="connsiteX8794" fmla="*/ 956746 w 9312201"/>
              <a:gd name="connsiteY8794" fmla="*/ 1368662 h 4927186"/>
              <a:gd name="connsiteX8795" fmla="*/ 880048 w 9312201"/>
              <a:gd name="connsiteY8795" fmla="*/ 1368662 h 4927186"/>
              <a:gd name="connsiteX8796" fmla="*/ 901869 w 9312201"/>
              <a:gd name="connsiteY8796" fmla="*/ 1391143 h 4927186"/>
              <a:gd name="connsiteX8797" fmla="*/ 880048 w 9312201"/>
              <a:gd name="connsiteY8797" fmla="*/ 1413624 h 4927186"/>
              <a:gd name="connsiteX8798" fmla="*/ 858229 w 9312201"/>
              <a:gd name="connsiteY8798" fmla="*/ 1391143 h 4927186"/>
              <a:gd name="connsiteX8799" fmla="*/ 880048 w 9312201"/>
              <a:gd name="connsiteY8799" fmla="*/ 1368662 h 4927186"/>
              <a:gd name="connsiteX8800" fmla="*/ 800708 w 9312201"/>
              <a:gd name="connsiteY8800" fmla="*/ 1368662 h 4927186"/>
              <a:gd name="connsiteX8801" fmla="*/ 822526 w 9312201"/>
              <a:gd name="connsiteY8801" fmla="*/ 1391143 h 4927186"/>
              <a:gd name="connsiteX8802" fmla="*/ 800708 w 9312201"/>
              <a:gd name="connsiteY8802" fmla="*/ 1413624 h 4927186"/>
              <a:gd name="connsiteX8803" fmla="*/ 778885 w 9312201"/>
              <a:gd name="connsiteY8803" fmla="*/ 1391143 h 4927186"/>
              <a:gd name="connsiteX8804" fmla="*/ 800708 w 9312201"/>
              <a:gd name="connsiteY8804" fmla="*/ 1368662 h 4927186"/>
              <a:gd name="connsiteX8805" fmla="*/ 722684 w 9312201"/>
              <a:gd name="connsiteY8805" fmla="*/ 1368662 h 4927186"/>
              <a:gd name="connsiteX8806" fmla="*/ 744504 w 9312201"/>
              <a:gd name="connsiteY8806" fmla="*/ 1391143 h 4927186"/>
              <a:gd name="connsiteX8807" fmla="*/ 722684 w 9312201"/>
              <a:gd name="connsiteY8807" fmla="*/ 1413624 h 4927186"/>
              <a:gd name="connsiteX8808" fmla="*/ 700862 w 9312201"/>
              <a:gd name="connsiteY8808" fmla="*/ 1391143 h 4927186"/>
              <a:gd name="connsiteX8809" fmla="*/ 722684 w 9312201"/>
              <a:gd name="connsiteY8809" fmla="*/ 1368662 h 4927186"/>
              <a:gd name="connsiteX8810" fmla="*/ 644665 w 9312201"/>
              <a:gd name="connsiteY8810" fmla="*/ 1368662 h 4927186"/>
              <a:gd name="connsiteX8811" fmla="*/ 666485 w 9312201"/>
              <a:gd name="connsiteY8811" fmla="*/ 1391143 h 4927186"/>
              <a:gd name="connsiteX8812" fmla="*/ 644665 w 9312201"/>
              <a:gd name="connsiteY8812" fmla="*/ 1413624 h 4927186"/>
              <a:gd name="connsiteX8813" fmla="*/ 622842 w 9312201"/>
              <a:gd name="connsiteY8813" fmla="*/ 1391143 h 4927186"/>
              <a:gd name="connsiteX8814" fmla="*/ 644665 w 9312201"/>
              <a:gd name="connsiteY8814" fmla="*/ 1368662 h 4927186"/>
              <a:gd name="connsiteX8815" fmla="*/ 567304 w 9312201"/>
              <a:gd name="connsiteY8815" fmla="*/ 1368662 h 4927186"/>
              <a:gd name="connsiteX8816" fmla="*/ 589784 w 9312201"/>
              <a:gd name="connsiteY8816" fmla="*/ 1391143 h 4927186"/>
              <a:gd name="connsiteX8817" fmla="*/ 567304 w 9312201"/>
              <a:gd name="connsiteY8817" fmla="*/ 1413624 h 4927186"/>
              <a:gd name="connsiteX8818" fmla="*/ 544822 w 9312201"/>
              <a:gd name="connsiteY8818" fmla="*/ 1391143 h 4927186"/>
              <a:gd name="connsiteX8819" fmla="*/ 567304 w 9312201"/>
              <a:gd name="connsiteY8819" fmla="*/ 1368662 h 4927186"/>
              <a:gd name="connsiteX8820" fmla="*/ 489945 w 9312201"/>
              <a:gd name="connsiteY8820" fmla="*/ 1368662 h 4927186"/>
              <a:gd name="connsiteX8821" fmla="*/ 511765 w 9312201"/>
              <a:gd name="connsiteY8821" fmla="*/ 1391143 h 4927186"/>
              <a:gd name="connsiteX8822" fmla="*/ 489945 w 9312201"/>
              <a:gd name="connsiteY8822" fmla="*/ 1413624 h 4927186"/>
              <a:gd name="connsiteX8823" fmla="*/ 468126 w 9312201"/>
              <a:gd name="connsiteY8823" fmla="*/ 1391143 h 4927186"/>
              <a:gd name="connsiteX8824" fmla="*/ 489945 w 9312201"/>
              <a:gd name="connsiteY8824" fmla="*/ 1368662 h 4927186"/>
              <a:gd name="connsiteX8825" fmla="*/ 411924 w 9312201"/>
              <a:gd name="connsiteY8825" fmla="*/ 1368662 h 4927186"/>
              <a:gd name="connsiteX8826" fmla="*/ 433742 w 9312201"/>
              <a:gd name="connsiteY8826" fmla="*/ 1391143 h 4927186"/>
              <a:gd name="connsiteX8827" fmla="*/ 411924 w 9312201"/>
              <a:gd name="connsiteY8827" fmla="*/ 1413624 h 4927186"/>
              <a:gd name="connsiteX8828" fmla="*/ 390105 w 9312201"/>
              <a:gd name="connsiteY8828" fmla="*/ 1391143 h 4927186"/>
              <a:gd name="connsiteX8829" fmla="*/ 411924 w 9312201"/>
              <a:gd name="connsiteY8829" fmla="*/ 1368662 h 4927186"/>
              <a:gd name="connsiteX8830" fmla="*/ 333903 w 9312201"/>
              <a:gd name="connsiteY8830" fmla="*/ 1368662 h 4927186"/>
              <a:gd name="connsiteX8831" fmla="*/ 355723 w 9312201"/>
              <a:gd name="connsiteY8831" fmla="*/ 1391143 h 4927186"/>
              <a:gd name="connsiteX8832" fmla="*/ 333903 w 9312201"/>
              <a:gd name="connsiteY8832" fmla="*/ 1413624 h 4927186"/>
              <a:gd name="connsiteX8833" fmla="*/ 312083 w 9312201"/>
              <a:gd name="connsiteY8833" fmla="*/ 1391143 h 4927186"/>
              <a:gd name="connsiteX8834" fmla="*/ 333903 w 9312201"/>
              <a:gd name="connsiteY8834" fmla="*/ 1368662 h 4927186"/>
              <a:gd name="connsiteX8835" fmla="*/ 255883 w 9312201"/>
              <a:gd name="connsiteY8835" fmla="*/ 1368662 h 4927186"/>
              <a:gd name="connsiteX8836" fmla="*/ 277701 w 9312201"/>
              <a:gd name="connsiteY8836" fmla="*/ 1391143 h 4927186"/>
              <a:gd name="connsiteX8837" fmla="*/ 255883 w 9312201"/>
              <a:gd name="connsiteY8837" fmla="*/ 1413624 h 4927186"/>
              <a:gd name="connsiteX8838" fmla="*/ 234062 w 9312201"/>
              <a:gd name="connsiteY8838" fmla="*/ 1391143 h 4927186"/>
              <a:gd name="connsiteX8839" fmla="*/ 255883 w 9312201"/>
              <a:gd name="connsiteY8839" fmla="*/ 1368662 h 4927186"/>
              <a:gd name="connsiteX8840" fmla="*/ 177862 w 9312201"/>
              <a:gd name="connsiteY8840" fmla="*/ 1368662 h 4927186"/>
              <a:gd name="connsiteX8841" fmla="*/ 199683 w 9312201"/>
              <a:gd name="connsiteY8841" fmla="*/ 1391143 h 4927186"/>
              <a:gd name="connsiteX8842" fmla="*/ 177862 w 9312201"/>
              <a:gd name="connsiteY8842" fmla="*/ 1413624 h 4927186"/>
              <a:gd name="connsiteX8843" fmla="*/ 156042 w 9312201"/>
              <a:gd name="connsiteY8843" fmla="*/ 1391143 h 4927186"/>
              <a:gd name="connsiteX8844" fmla="*/ 177862 w 9312201"/>
              <a:gd name="connsiteY8844" fmla="*/ 1368662 h 4927186"/>
              <a:gd name="connsiteX8845" fmla="*/ 99841 w 9312201"/>
              <a:gd name="connsiteY8845" fmla="*/ 1368662 h 4927186"/>
              <a:gd name="connsiteX8846" fmla="*/ 121661 w 9312201"/>
              <a:gd name="connsiteY8846" fmla="*/ 1391143 h 4927186"/>
              <a:gd name="connsiteX8847" fmla="*/ 99841 w 9312201"/>
              <a:gd name="connsiteY8847" fmla="*/ 1413624 h 4927186"/>
              <a:gd name="connsiteX8848" fmla="*/ 78021 w 9312201"/>
              <a:gd name="connsiteY8848" fmla="*/ 1391143 h 4927186"/>
              <a:gd name="connsiteX8849" fmla="*/ 99841 w 9312201"/>
              <a:gd name="connsiteY8849" fmla="*/ 1368662 h 4927186"/>
              <a:gd name="connsiteX8850" fmla="*/ 9056320 w 9312201"/>
              <a:gd name="connsiteY8850" fmla="*/ 1291964 h 4927186"/>
              <a:gd name="connsiteX8851" fmla="*/ 9078140 w 9312201"/>
              <a:gd name="connsiteY8851" fmla="*/ 1313784 h 4927186"/>
              <a:gd name="connsiteX8852" fmla="*/ 9056320 w 9312201"/>
              <a:gd name="connsiteY8852" fmla="*/ 1335604 h 4927186"/>
              <a:gd name="connsiteX8853" fmla="*/ 9034500 w 9312201"/>
              <a:gd name="connsiteY8853" fmla="*/ 1313784 h 4927186"/>
              <a:gd name="connsiteX8854" fmla="*/ 9056320 w 9312201"/>
              <a:gd name="connsiteY8854" fmla="*/ 1291964 h 4927186"/>
              <a:gd name="connsiteX8855" fmla="*/ 8978300 w 9312201"/>
              <a:gd name="connsiteY8855" fmla="*/ 1291964 h 4927186"/>
              <a:gd name="connsiteX8856" fmla="*/ 9000120 w 9312201"/>
              <a:gd name="connsiteY8856" fmla="*/ 1313784 h 4927186"/>
              <a:gd name="connsiteX8857" fmla="*/ 8978300 w 9312201"/>
              <a:gd name="connsiteY8857" fmla="*/ 1335604 h 4927186"/>
              <a:gd name="connsiteX8858" fmla="*/ 8956480 w 9312201"/>
              <a:gd name="connsiteY8858" fmla="*/ 1313784 h 4927186"/>
              <a:gd name="connsiteX8859" fmla="*/ 8978300 w 9312201"/>
              <a:gd name="connsiteY8859" fmla="*/ 1291964 h 4927186"/>
              <a:gd name="connsiteX8860" fmla="*/ 8900279 w 9312201"/>
              <a:gd name="connsiteY8860" fmla="*/ 1291964 h 4927186"/>
              <a:gd name="connsiteX8861" fmla="*/ 8922099 w 9312201"/>
              <a:gd name="connsiteY8861" fmla="*/ 1313784 h 4927186"/>
              <a:gd name="connsiteX8862" fmla="*/ 8900279 w 9312201"/>
              <a:gd name="connsiteY8862" fmla="*/ 1335604 h 4927186"/>
              <a:gd name="connsiteX8863" fmla="*/ 8878459 w 9312201"/>
              <a:gd name="connsiteY8863" fmla="*/ 1313784 h 4927186"/>
              <a:gd name="connsiteX8864" fmla="*/ 8900279 w 9312201"/>
              <a:gd name="connsiteY8864" fmla="*/ 1291964 h 4927186"/>
              <a:gd name="connsiteX8865" fmla="*/ 8822259 w 9312201"/>
              <a:gd name="connsiteY8865" fmla="*/ 1291964 h 4927186"/>
              <a:gd name="connsiteX8866" fmla="*/ 8844079 w 9312201"/>
              <a:gd name="connsiteY8866" fmla="*/ 1313784 h 4927186"/>
              <a:gd name="connsiteX8867" fmla="*/ 8822259 w 9312201"/>
              <a:gd name="connsiteY8867" fmla="*/ 1335604 h 4927186"/>
              <a:gd name="connsiteX8868" fmla="*/ 8800439 w 9312201"/>
              <a:gd name="connsiteY8868" fmla="*/ 1313784 h 4927186"/>
              <a:gd name="connsiteX8869" fmla="*/ 8822259 w 9312201"/>
              <a:gd name="connsiteY8869" fmla="*/ 1291964 h 4927186"/>
              <a:gd name="connsiteX8870" fmla="*/ 8744900 w 9312201"/>
              <a:gd name="connsiteY8870" fmla="*/ 1291964 h 4927186"/>
              <a:gd name="connsiteX8871" fmla="*/ 8767381 w 9312201"/>
              <a:gd name="connsiteY8871" fmla="*/ 1313784 h 4927186"/>
              <a:gd name="connsiteX8872" fmla="*/ 8744900 w 9312201"/>
              <a:gd name="connsiteY8872" fmla="*/ 1335604 h 4927186"/>
              <a:gd name="connsiteX8873" fmla="*/ 8722419 w 9312201"/>
              <a:gd name="connsiteY8873" fmla="*/ 1313784 h 4927186"/>
              <a:gd name="connsiteX8874" fmla="*/ 8744900 w 9312201"/>
              <a:gd name="connsiteY8874" fmla="*/ 1291964 h 4927186"/>
              <a:gd name="connsiteX8875" fmla="*/ 8667540 w 9312201"/>
              <a:gd name="connsiteY8875" fmla="*/ 1291964 h 4927186"/>
              <a:gd name="connsiteX8876" fmla="*/ 8689360 w 9312201"/>
              <a:gd name="connsiteY8876" fmla="*/ 1313784 h 4927186"/>
              <a:gd name="connsiteX8877" fmla="*/ 8667540 w 9312201"/>
              <a:gd name="connsiteY8877" fmla="*/ 1335604 h 4927186"/>
              <a:gd name="connsiteX8878" fmla="*/ 8645720 w 9312201"/>
              <a:gd name="connsiteY8878" fmla="*/ 1313784 h 4927186"/>
              <a:gd name="connsiteX8879" fmla="*/ 8667540 w 9312201"/>
              <a:gd name="connsiteY8879" fmla="*/ 1291964 h 4927186"/>
              <a:gd name="connsiteX8880" fmla="*/ 8589520 w 9312201"/>
              <a:gd name="connsiteY8880" fmla="*/ 1291964 h 4927186"/>
              <a:gd name="connsiteX8881" fmla="*/ 8611340 w 9312201"/>
              <a:gd name="connsiteY8881" fmla="*/ 1313784 h 4927186"/>
              <a:gd name="connsiteX8882" fmla="*/ 8589520 w 9312201"/>
              <a:gd name="connsiteY8882" fmla="*/ 1335604 h 4927186"/>
              <a:gd name="connsiteX8883" fmla="*/ 8567700 w 9312201"/>
              <a:gd name="connsiteY8883" fmla="*/ 1313784 h 4927186"/>
              <a:gd name="connsiteX8884" fmla="*/ 8589520 w 9312201"/>
              <a:gd name="connsiteY8884" fmla="*/ 1291964 h 4927186"/>
              <a:gd name="connsiteX8885" fmla="*/ 8511500 w 9312201"/>
              <a:gd name="connsiteY8885" fmla="*/ 1291964 h 4927186"/>
              <a:gd name="connsiteX8886" fmla="*/ 8533320 w 9312201"/>
              <a:gd name="connsiteY8886" fmla="*/ 1313784 h 4927186"/>
              <a:gd name="connsiteX8887" fmla="*/ 8511500 w 9312201"/>
              <a:gd name="connsiteY8887" fmla="*/ 1335604 h 4927186"/>
              <a:gd name="connsiteX8888" fmla="*/ 8489680 w 9312201"/>
              <a:gd name="connsiteY8888" fmla="*/ 1313784 h 4927186"/>
              <a:gd name="connsiteX8889" fmla="*/ 8511500 w 9312201"/>
              <a:gd name="connsiteY8889" fmla="*/ 1291964 h 4927186"/>
              <a:gd name="connsiteX8890" fmla="*/ 8432818 w 9312201"/>
              <a:gd name="connsiteY8890" fmla="*/ 1291964 h 4927186"/>
              <a:gd name="connsiteX8891" fmla="*/ 8455299 w 9312201"/>
              <a:gd name="connsiteY8891" fmla="*/ 1313784 h 4927186"/>
              <a:gd name="connsiteX8892" fmla="*/ 8432818 w 9312201"/>
              <a:gd name="connsiteY8892" fmla="*/ 1335604 h 4927186"/>
              <a:gd name="connsiteX8893" fmla="*/ 8410337 w 9312201"/>
              <a:gd name="connsiteY8893" fmla="*/ 1313784 h 4927186"/>
              <a:gd name="connsiteX8894" fmla="*/ 8432818 w 9312201"/>
              <a:gd name="connsiteY8894" fmla="*/ 1291964 h 4927186"/>
              <a:gd name="connsiteX8895" fmla="*/ 8355459 w 9312201"/>
              <a:gd name="connsiteY8895" fmla="*/ 1291964 h 4927186"/>
              <a:gd name="connsiteX8896" fmla="*/ 8377279 w 9312201"/>
              <a:gd name="connsiteY8896" fmla="*/ 1313784 h 4927186"/>
              <a:gd name="connsiteX8897" fmla="*/ 8355459 w 9312201"/>
              <a:gd name="connsiteY8897" fmla="*/ 1335604 h 4927186"/>
              <a:gd name="connsiteX8898" fmla="*/ 8333639 w 9312201"/>
              <a:gd name="connsiteY8898" fmla="*/ 1313784 h 4927186"/>
              <a:gd name="connsiteX8899" fmla="*/ 8355459 w 9312201"/>
              <a:gd name="connsiteY8899" fmla="*/ 1291964 h 4927186"/>
              <a:gd name="connsiteX8900" fmla="*/ 8277438 w 9312201"/>
              <a:gd name="connsiteY8900" fmla="*/ 1291964 h 4927186"/>
              <a:gd name="connsiteX8901" fmla="*/ 8299258 w 9312201"/>
              <a:gd name="connsiteY8901" fmla="*/ 1313784 h 4927186"/>
              <a:gd name="connsiteX8902" fmla="*/ 8277438 w 9312201"/>
              <a:gd name="connsiteY8902" fmla="*/ 1335604 h 4927186"/>
              <a:gd name="connsiteX8903" fmla="*/ 8255618 w 9312201"/>
              <a:gd name="connsiteY8903" fmla="*/ 1313784 h 4927186"/>
              <a:gd name="connsiteX8904" fmla="*/ 8277438 w 9312201"/>
              <a:gd name="connsiteY8904" fmla="*/ 1291964 h 4927186"/>
              <a:gd name="connsiteX8905" fmla="*/ 8199418 w 9312201"/>
              <a:gd name="connsiteY8905" fmla="*/ 1291964 h 4927186"/>
              <a:gd name="connsiteX8906" fmla="*/ 8221238 w 9312201"/>
              <a:gd name="connsiteY8906" fmla="*/ 1313784 h 4927186"/>
              <a:gd name="connsiteX8907" fmla="*/ 8199418 w 9312201"/>
              <a:gd name="connsiteY8907" fmla="*/ 1335604 h 4927186"/>
              <a:gd name="connsiteX8908" fmla="*/ 8177598 w 9312201"/>
              <a:gd name="connsiteY8908" fmla="*/ 1313784 h 4927186"/>
              <a:gd name="connsiteX8909" fmla="*/ 8199418 w 9312201"/>
              <a:gd name="connsiteY8909" fmla="*/ 1291964 h 4927186"/>
              <a:gd name="connsiteX8910" fmla="*/ 8121398 w 9312201"/>
              <a:gd name="connsiteY8910" fmla="*/ 1291964 h 4927186"/>
              <a:gd name="connsiteX8911" fmla="*/ 8143218 w 9312201"/>
              <a:gd name="connsiteY8911" fmla="*/ 1313784 h 4927186"/>
              <a:gd name="connsiteX8912" fmla="*/ 8121398 w 9312201"/>
              <a:gd name="connsiteY8912" fmla="*/ 1335604 h 4927186"/>
              <a:gd name="connsiteX8913" fmla="*/ 8099578 w 9312201"/>
              <a:gd name="connsiteY8913" fmla="*/ 1313784 h 4927186"/>
              <a:gd name="connsiteX8914" fmla="*/ 8121398 w 9312201"/>
              <a:gd name="connsiteY8914" fmla="*/ 1291964 h 4927186"/>
              <a:gd name="connsiteX8915" fmla="*/ 8044700 w 9312201"/>
              <a:gd name="connsiteY8915" fmla="*/ 1291964 h 4927186"/>
              <a:gd name="connsiteX8916" fmla="*/ 8066520 w 9312201"/>
              <a:gd name="connsiteY8916" fmla="*/ 1313784 h 4927186"/>
              <a:gd name="connsiteX8917" fmla="*/ 8044700 w 9312201"/>
              <a:gd name="connsiteY8917" fmla="*/ 1335604 h 4927186"/>
              <a:gd name="connsiteX8918" fmla="*/ 8022880 w 9312201"/>
              <a:gd name="connsiteY8918" fmla="*/ 1313784 h 4927186"/>
              <a:gd name="connsiteX8919" fmla="*/ 8044700 w 9312201"/>
              <a:gd name="connsiteY8919" fmla="*/ 1291964 h 4927186"/>
              <a:gd name="connsiteX8920" fmla="*/ 7966679 w 9312201"/>
              <a:gd name="connsiteY8920" fmla="*/ 1291964 h 4927186"/>
              <a:gd name="connsiteX8921" fmla="*/ 7988499 w 9312201"/>
              <a:gd name="connsiteY8921" fmla="*/ 1313784 h 4927186"/>
              <a:gd name="connsiteX8922" fmla="*/ 7966679 w 9312201"/>
              <a:gd name="connsiteY8922" fmla="*/ 1335604 h 4927186"/>
              <a:gd name="connsiteX8923" fmla="*/ 7944859 w 9312201"/>
              <a:gd name="connsiteY8923" fmla="*/ 1313784 h 4927186"/>
              <a:gd name="connsiteX8924" fmla="*/ 7966679 w 9312201"/>
              <a:gd name="connsiteY8924" fmla="*/ 1291964 h 4927186"/>
              <a:gd name="connsiteX8925" fmla="*/ 7888658 w 9312201"/>
              <a:gd name="connsiteY8925" fmla="*/ 1291964 h 4927186"/>
              <a:gd name="connsiteX8926" fmla="*/ 7910478 w 9312201"/>
              <a:gd name="connsiteY8926" fmla="*/ 1313784 h 4927186"/>
              <a:gd name="connsiteX8927" fmla="*/ 7888658 w 9312201"/>
              <a:gd name="connsiteY8927" fmla="*/ 1335604 h 4927186"/>
              <a:gd name="connsiteX8928" fmla="*/ 7866838 w 9312201"/>
              <a:gd name="connsiteY8928" fmla="*/ 1313784 h 4927186"/>
              <a:gd name="connsiteX8929" fmla="*/ 7888658 w 9312201"/>
              <a:gd name="connsiteY8929" fmla="*/ 1291964 h 4927186"/>
              <a:gd name="connsiteX8930" fmla="*/ 7809316 w 9312201"/>
              <a:gd name="connsiteY8930" fmla="*/ 1291964 h 4927186"/>
              <a:gd name="connsiteX8931" fmla="*/ 7831136 w 9312201"/>
              <a:gd name="connsiteY8931" fmla="*/ 1313784 h 4927186"/>
              <a:gd name="connsiteX8932" fmla="*/ 7809316 w 9312201"/>
              <a:gd name="connsiteY8932" fmla="*/ 1335604 h 4927186"/>
              <a:gd name="connsiteX8933" fmla="*/ 7787496 w 9312201"/>
              <a:gd name="connsiteY8933" fmla="*/ 1313784 h 4927186"/>
              <a:gd name="connsiteX8934" fmla="*/ 7809316 w 9312201"/>
              <a:gd name="connsiteY8934" fmla="*/ 1291964 h 4927186"/>
              <a:gd name="connsiteX8935" fmla="*/ 7731957 w 9312201"/>
              <a:gd name="connsiteY8935" fmla="*/ 1291964 h 4927186"/>
              <a:gd name="connsiteX8936" fmla="*/ 7754438 w 9312201"/>
              <a:gd name="connsiteY8936" fmla="*/ 1313784 h 4927186"/>
              <a:gd name="connsiteX8937" fmla="*/ 7731957 w 9312201"/>
              <a:gd name="connsiteY8937" fmla="*/ 1335604 h 4927186"/>
              <a:gd name="connsiteX8938" fmla="*/ 7709476 w 9312201"/>
              <a:gd name="connsiteY8938" fmla="*/ 1313784 h 4927186"/>
              <a:gd name="connsiteX8939" fmla="*/ 7731957 w 9312201"/>
              <a:gd name="connsiteY8939" fmla="*/ 1291964 h 4927186"/>
              <a:gd name="connsiteX8940" fmla="*/ 7654597 w 9312201"/>
              <a:gd name="connsiteY8940" fmla="*/ 1291964 h 4927186"/>
              <a:gd name="connsiteX8941" fmla="*/ 7676417 w 9312201"/>
              <a:gd name="connsiteY8941" fmla="*/ 1313784 h 4927186"/>
              <a:gd name="connsiteX8942" fmla="*/ 7654597 w 9312201"/>
              <a:gd name="connsiteY8942" fmla="*/ 1335604 h 4927186"/>
              <a:gd name="connsiteX8943" fmla="*/ 7632777 w 9312201"/>
              <a:gd name="connsiteY8943" fmla="*/ 1313784 h 4927186"/>
              <a:gd name="connsiteX8944" fmla="*/ 7654597 w 9312201"/>
              <a:gd name="connsiteY8944" fmla="*/ 1291964 h 4927186"/>
              <a:gd name="connsiteX8945" fmla="*/ 7576577 w 9312201"/>
              <a:gd name="connsiteY8945" fmla="*/ 1291964 h 4927186"/>
              <a:gd name="connsiteX8946" fmla="*/ 7598397 w 9312201"/>
              <a:gd name="connsiteY8946" fmla="*/ 1313784 h 4927186"/>
              <a:gd name="connsiteX8947" fmla="*/ 7576577 w 9312201"/>
              <a:gd name="connsiteY8947" fmla="*/ 1335604 h 4927186"/>
              <a:gd name="connsiteX8948" fmla="*/ 7554757 w 9312201"/>
              <a:gd name="connsiteY8948" fmla="*/ 1313784 h 4927186"/>
              <a:gd name="connsiteX8949" fmla="*/ 7576577 w 9312201"/>
              <a:gd name="connsiteY8949" fmla="*/ 1291964 h 4927186"/>
              <a:gd name="connsiteX8950" fmla="*/ 7498556 w 9312201"/>
              <a:gd name="connsiteY8950" fmla="*/ 1291964 h 4927186"/>
              <a:gd name="connsiteX8951" fmla="*/ 7520376 w 9312201"/>
              <a:gd name="connsiteY8951" fmla="*/ 1313784 h 4927186"/>
              <a:gd name="connsiteX8952" fmla="*/ 7498556 w 9312201"/>
              <a:gd name="connsiteY8952" fmla="*/ 1335604 h 4927186"/>
              <a:gd name="connsiteX8953" fmla="*/ 7476736 w 9312201"/>
              <a:gd name="connsiteY8953" fmla="*/ 1313784 h 4927186"/>
              <a:gd name="connsiteX8954" fmla="*/ 7498556 w 9312201"/>
              <a:gd name="connsiteY8954" fmla="*/ 1291964 h 4927186"/>
              <a:gd name="connsiteX8955" fmla="*/ 7421198 w 9312201"/>
              <a:gd name="connsiteY8955" fmla="*/ 1291964 h 4927186"/>
              <a:gd name="connsiteX8956" fmla="*/ 7443679 w 9312201"/>
              <a:gd name="connsiteY8956" fmla="*/ 1313784 h 4927186"/>
              <a:gd name="connsiteX8957" fmla="*/ 7421198 w 9312201"/>
              <a:gd name="connsiteY8957" fmla="*/ 1335604 h 4927186"/>
              <a:gd name="connsiteX8958" fmla="*/ 7398717 w 9312201"/>
              <a:gd name="connsiteY8958" fmla="*/ 1313784 h 4927186"/>
              <a:gd name="connsiteX8959" fmla="*/ 7421198 w 9312201"/>
              <a:gd name="connsiteY8959" fmla="*/ 1291964 h 4927186"/>
              <a:gd name="connsiteX8960" fmla="*/ 7343838 w 9312201"/>
              <a:gd name="connsiteY8960" fmla="*/ 1291964 h 4927186"/>
              <a:gd name="connsiteX8961" fmla="*/ 7365658 w 9312201"/>
              <a:gd name="connsiteY8961" fmla="*/ 1313784 h 4927186"/>
              <a:gd name="connsiteX8962" fmla="*/ 7343838 w 9312201"/>
              <a:gd name="connsiteY8962" fmla="*/ 1335604 h 4927186"/>
              <a:gd name="connsiteX8963" fmla="*/ 7322018 w 9312201"/>
              <a:gd name="connsiteY8963" fmla="*/ 1313784 h 4927186"/>
              <a:gd name="connsiteX8964" fmla="*/ 7343838 w 9312201"/>
              <a:gd name="connsiteY8964" fmla="*/ 1291964 h 4927186"/>
              <a:gd name="connsiteX8965" fmla="*/ 7264495 w 9312201"/>
              <a:gd name="connsiteY8965" fmla="*/ 1291964 h 4927186"/>
              <a:gd name="connsiteX8966" fmla="*/ 7286315 w 9312201"/>
              <a:gd name="connsiteY8966" fmla="*/ 1313784 h 4927186"/>
              <a:gd name="connsiteX8967" fmla="*/ 7264495 w 9312201"/>
              <a:gd name="connsiteY8967" fmla="*/ 1335604 h 4927186"/>
              <a:gd name="connsiteX8968" fmla="*/ 7242675 w 9312201"/>
              <a:gd name="connsiteY8968" fmla="*/ 1313784 h 4927186"/>
              <a:gd name="connsiteX8969" fmla="*/ 7264495 w 9312201"/>
              <a:gd name="connsiteY8969" fmla="*/ 1291964 h 4927186"/>
              <a:gd name="connsiteX8970" fmla="*/ 7186475 w 9312201"/>
              <a:gd name="connsiteY8970" fmla="*/ 1291964 h 4927186"/>
              <a:gd name="connsiteX8971" fmla="*/ 7208295 w 9312201"/>
              <a:gd name="connsiteY8971" fmla="*/ 1313784 h 4927186"/>
              <a:gd name="connsiteX8972" fmla="*/ 7186475 w 9312201"/>
              <a:gd name="connsiteY8972" fmla="*/ 1335604 h 4927186"/>
              <a:gd name="connsiteX8973" fmla="*/ 7164655 w 9312201"/>
              <a:gd name="connsiteY8973" fmla="*/ 1313784 h 4927186"/>
              <a:gd name="connsiteX8974" fmla="*/ 7186475 w 9312201"/>
              <a:gd name="connsiteY8974" fmla="*/ 1291964 h 4927186"/>
              <a:gd name="connsiteX8975" fmla="*/ 7109116 w 9312201"/>
              <a:gd name="connsiteY8975" fmla="*/ 1291964 h 4927186"/>
              <a:gd name="connsiteX8976" fmla="*/ 7131597 w 9312201"/>
              <a:gd name="connsiteY8976" fmla="*/ 1313784 h 4927186"/>
              <a:gd name="connsiteX8977" fmla="*/ 7109116 w 9312201"/>
              <a:gd name="connsiteY8977" fmla="*/ 1335604 h 4927186"/>
              <a:gd name="connsiteX8978" fmla="*/ 7086635 w 9312201"/>
              <a:gd name="connsiteY8978" fmla="*/ 1313784 h 4927186"/>
              <a:gd name="connsiteX8979" fmla="*/ 7109116 w 9312201"/>
              <a:gd name="connsiteY8979" fmla="*/ 1291964 h 4927186"/>
              <a:gd name="connsiteX8980" fmla="*/ 7031757 w 9312201"/>
              <a:gd name="connsiteY8980" fmla="*/ 1291964 h 4927186"/>
              <a:gd name="connsiteX8981" fmla="*/ 7053577 w 9312201"/>
              <a:gd name="connsiteY8981" fmla="*/ 1313784 h 4927186"/>
              <a:gd name="connsiteX8982" fmla="*/ 7031757 w 9312201"/>
              <a:gd name="connsiteY8982" fmla="*/ 1335604 h 4927186"/>
              <a:gd name="connsiteX8983" fmla="*/ 7009937 w 9312201"/>
              <a:gd name="connsiteY8983" fmla="*/ 1313784 h 4927186"/>
              <a:gd name="connsiteX8984" fmla="*/ 7031757 w 9312201"/>
              <a:gd name="connsiteY8984" fmla="*/ 1291964 h 4927186"/>
              <a:gd name="connsiteX8985" fmla="*/ 6953736 w 9312201"/>
              <a:gd name="connsiteY8985" fmla="*/ 1291964 h 4927186"/>
              <a:gd name="connsiteX8986" fmla="*/ 6975556 w 9312201"/>
              <a:gd name="connsiteY8986" fmla="*/ 1313784 h 4927186"/>
              <a:gd name="connsiteX8987" fmla="*/ 6953736 w 9312201"/>
              <a:gd name="connsiteY8987" fmla="*/ 1335604 h 4927186"/>
              <a:gd name="connsiteX8988" fmla="*/ 6931916 w 9312201"/>
              <a:gd name="connsiteY8988" fmla="*/ 1313784 h 4927186"/>
              <a:gd name="connsiteX8989" fmla="*/ 6953736 w 9312201"/>
              <a:gd name="connsiteY8989" fmla="*/ 1291964 h 4927186"/>
              <a:gd name="connsiteX8990" fmla="*/ 6875716 w 9312201"/>
              <a:gd name="connsiteY8990" fmla="*/ 1291964 h 4927186"/>
              <a:gd name="connsiteX8991" fmla="*/ 6897536 w 9312201"/>
              <a:gd name="connsiteY8991" fmla="*/ 1313784 h 4927186"/>
              <a:gd name="connsiteX8992" fmla="*/ 6875716 w 9312201"/>
              <a:gd name="connsiteY8992" fmla="*/ 1335604 h 4927186"/>
              <a:gd name="connsiteX8993" fmla="*/ 6853896 w 9312201"/>
              <a:gd name="connsiteY8993" fmla="*/ 1313784 h 4927186"/>
              <a:gd name="connsiteX8994" fmla="*/ 6875716 w 9312201"/>
              <a:gd name="connsiteY8994" fmla="*/ 1291964 h 4927186"/>
              <a:gd name="connsiteX8995" fmla="*/ 6798356 w 9312201"/>
              <a:gd name="connsiteY8995" fmla="*/ 1291964 h 4927186"/>
              <a:gd name="connsiteX8996" fmla="*/ 6820837 w 9312201"/>
              <a:gd name="connsiteY8996" fmla="*/ 1313784 h 4927186"/>
              <a:gd name="connsiteX8997" fmla="*/ 6798356 w 9312201"/>
              <a:gd name="connsiteY8997" fmla="*/ 1335604 h 4927186"/>
              <a:gd name="connsiteX8998" fmla="*/ 6775875 w 9312201"/>
              <a:gd name="connsiteY8998" fmla="*/ 1313784 h 4927186"/>
              <a:gd name="connsiteX8999" fmla="*/ 6798356 w 9312201"/>
              <a:gd name="connsiteY8999" fmla="*/ 1291964 h 4927186"/>
              <a:gd name="connsiteX9000" fmla="*/ 6719675 w 9312201"/>
              <a:gd name="connsiteY9000" fmla="*/ 1291964 h 4927186"/>
              <a:gd name="connsiteX9001" fmla="*/ 6741495 w 9312201"/>
              <a:gd name="connsiteY9001" fmla="*/ 1313784 h 4927186"/>
              <a:gd name="connsiteX9002" fmla="*/ 6719675 w 9312201"/>
              <a:gd name="connsiteY9002" fmla="*/ 1335604 h 4927186"/>
              <a:gd name="connsiteX9003" fmla="*/ 6697855 w 9312201"/>
              <a:gd name="connsiteY9003" fmla="*/ 1313784 h 4927186"/>
              <a:gd name="connsiteX9004" fmla="*/ 6719675 w 9312201"/>
              <a:gd name="connsiteY9004" fmla="*/ 1291964 h 4927186"/>
              <a:gd name="connsiteX9005" fmla="*/ 6641655 w 9312201"/>
              <a:gd name="connsiteY9005" fmla="*/ 1291964 h 4927186"/>
              <a:gd name="connsiteX9006" fmla="*/ 6663475 w 9312201"/>
              <a:gd name="connsiteY9006" fmla="*/ 1313784 h 4927186"/>
              <a:gd name="connsiteX9007" fmla="*/ 6641655 w 9312201"/>
              <a:gd name="connsiteY9007" fmla="*/ 1335604 h 4927186"/>
              <a:gd name="connsiteX9008" fmla="*/ 6619835 w 9312201"/>
              <a:gd name="connsiteY9008" fmla="*/ 1313784 h 4927186"/>
              <a:gd name="connsiteX9009" fmla="*/ 6641655 w 9312201"/>
              <a:gd name="connsiteY9009" fmla="*/ 1291964 h 4927186"/>
              <a:gd name="connsiteX9010" fmla="*/ 6563634 w 9312201"/>
              <a:gd name="connsiteY9010" fmla="*/ 1291964 h 4927186"/>
              <a:gd name="connsiteX9011" fmla="*/ 6585454 w 9312201"/>
              <a:gd name="connsiteY9011" fmla="*/ 1313784 h 4927186"/>
              <a:gd name="connsiteX9012" fmla="*/ 6563634 w 9312201"/>
              <a:gd name="connsiteY9012" fmla="*/ 1335604 h 4927186"/>
              <a:gd name="connsiteX9013" fmla="*/ 6541814 w 9312201"/>
              <a:gd name="connsiteY9013" fmla="*/ 1313784 h 4927186"/>
              <a:gd name="connsiteX9014" fmla="*/ 6563634 w 9312201"/>
              <a:gd name="connsiteY9014" fmla="*/ 1291964 h 4927186"/>
              <a:gd name="connsiteX9015" fmla="*/ 6485613 w 9312201"/>
              <a:gd name="connsiteY9015" fmla="*/ 1291964 h 4927186"/>
              <a:gd name="connsiteX9016" fmla="*/ 6507433 w 9312201"/>
              <a:gd name="connsiteY9016" fmla="*/ 1313784 h 4927186"/>
              <a:gd name="connsiteX9017" fmla="*/ 6485613 w 9312201"/>
              <a:gd name="connsiteY9017" fmla="*/ 1335604 h 4927186"/>
              <a:gd name="connsiteX9018" fmla="*/ 6463793 w 9312201"/>
              <a:gd name="connsiteY9018" fmla="*/ 1313784 h 4927186"/>
              <a:gd name="connsiteX9019" fmla="*/ 6485613 w 9312201"/>
              <a:gd name="connsiteY9019" fmla="*/ 1291964 h 4927186"/>
              <a:gd name="connsiteX9020" fmla="*/ 6408916 w 9312201"/>
              <a:gd name="connsiteY9020" fmla="*/ 1291964 h 4927186"/>
              <a:gd name="connsiteX9021" fmla="*/ 6430736 w 9312201"/>
              <a:gd name="connsiteY9021" fmla="*/ 1313784 h 4927186"/>
              <a:gd name="connsiteX9022" fmla="*/ 6408916 w 9312201"/>
              <a:gd name="connsiteY9022" fmla="*/ 1335604 h 4927186"/>
              <a:gd name="connsiteX9023" fmla="*/ 6387096 w 9312201"/>
              <a:gd name="connsiteY9023" fmla="*/ 1313784 h 4927186"/>
              <a:gd name="connsiteX9024" fmla="*/ 6408916 w 9312201"/>
              <a:gd name="connsiteY9024" fmla="*/ 1291964 h 4927186"/>
              <a:gd name="connsiteX9025" fmla="*/ 6330896 w 9312201"/>
              <a:gd name="connsiteY9025" fmla="*/ 1291964 h 4927186"/>
              <a:gd name="connsiteX9026" fmla="*/ 6352716 w 9312201"/>
              <a:gd name="connsiteY9026" fmla="*/ 1313784 h 4927186"/>
              <a:gd name="connsiteX9027" fmla="*/ 6330896 w 9312201"/>
              <a:gd name="connsiteY9027" fmla="*/ 1335604 h 4927186"/>
              <a:gd name="connsiteX9028" fmla="*/ 6309076 w 9312201"/>
              <a:gd name="connsiteY9028" fmla="*/ 1313784 h 4927186"/>
              <a:gd name="connsiteX9029" fmla="*/ 6330896 w 9312201"/>
              <a:gd name="connsiteY9029" fmla="*/ 1291964 h 4927186"/>
              <a:gd name="connsiteX9030" fmla="*/ 6252875 w 9312201"/>
              <a:gd name="connsiteY9030" fmla="*/ 1291964 h 4927186"/>
              <a:gd name="connsiteX9031" fmla="*/ 6274695 w 9312201"/>
              <a:gd name="connsiteY9031" fmla="*/ 1313784 h 4927186"/>
              <a:gd name="connsiteX9032" fmla="*/ 6252875 w 9312201"/>
              <a:gd name="connsiteY9032" fmla="*/ 1335604 h 4927186"/>
              <a:gd name="connsiteX9033" fmla="*/ 6231055 w 9312201"/>
              <a:gd name="connsiteY9033" fmla="*/ 1313784 h 4927186"/>
              <a:gd name="connsiteX9034" fmla="*/ 6252875 w 9312201"/>
              <a:gd name="connsiteY9034" fmla="*/ 1291964 h 4927186"/>
              <a:gd name="connsiteX9035" fmla="*/ 6174854 w 9312201"/>
              <a:gd name="connsiteY9035" fmla="*/ 1291964 h 4927186"/>
              <a:gd name="connsiteX9036" fmla="*/ 6196674 w 9312201"/>
              <a:gd name="connsiteY9036" fmla="*/ 1313784 h 4927186"/>
              <a:gd name="connsiteX9037" fmla="*/ 6174854 w 9312201"/>
              <a:gd name="connsiteY9037" fmla="*/ 1335604 h 4927186"/>
              <a:gd name="connsiteX9038" fmla="*/ 6153034 w 9312201"/>
              <a:gd name="connsiteY9038" fmla="*/ 1313784 h 4927186"/>
              <a:gd name="connsiteX9039" fmla="*/ 6174854 w 9312201"/>
              <a:gd name="connsiteY9039" fmla="*/ 1291964 h 4927186"/>
              <a:gd name="connsiteX9040" fmla="*/ 6096834 w 9312201"/>
              <a:gd name="connsiteY9040" fmla="*/ 1291964 h 4927186"/>
              <a:gd name="connsiteX9041" fmla="*/ 6118654 w 9312201"/>
              <a:gd name="connsiteY9041" fmla="*/ 1313784 h 4927186"/>
              <a:gd name="connsiteX9042" fmla="*/ 6096834 w 9312201"/>
              <a:gd name="connsiteY9042" fmla="*/ 1335604 h 4927186"/>
              <a:gd name="connsiteX9043" fmla="*/ 6075014 w 9312201"/>
              <a:gd name="connsiteY9043" fmla="*/ 1313784 h 4927186"/>
              <a:gd name="connsiteX9044" fmla="*/ 6096834 w 9312201"/>
              <a:gd name="connsiteY9044" fmla="*/ 1291964 h 4927186"/>
              <a:gd name="connsiteX9045" fmla="*/ 6018814 w 9312201"/>
              <a:gd name="connsiteY9045" fmla="*/ 1291964 h 4927186"/>
              <a:gd name="connsiteX9046" fmla="*/ 6040634 w 9312201"/>
              <a:gd name="connsiteY9046" fmla="*/ 1313784 h 4927186"/>
              <a:gd name="connsiteX9047" fmla="*/ 6018814 w 9312201"/>
              <a:gd name="connsiteY9047" fmla="*/ 1335604 h 4927186"/>
              <a:gd name="connsiteX9048" fmla="*/ 5996994 w 9312201"/>
              <a:gd name="connsiteY9048" fmla="*/ 1313784 h 4927186"/>
              <a:gd name="connsiteX9049" fmla="*/ 6018814 w 9312201"/>
              <a:gd name="connsiteY9049" fmla="*/ 1291964 h 4927186"/>
              <a:gd name="connsiteX9050" fmla="*/ 5940793 w 9312201"/>
              <a:gd name="connsiteY9050" fmla="*/ 1291964 h 4927186"/>
              <a:gd name="connsiteX9051" fmla="*/ 5962613 w 9312201"/>
              <a:gd name="connsiteY9051" fmla="*/ 1313784 h 4927186"/>
              <a:gd name="connsiteX9052" fmla="*/ 5940793 w 9312201"/>
              <a:gd name="connsiteY9052" fmla="*/ 1335604 h 4927186"/>
              <a:gd name="connsiteX9053" fmla="*/ 5918973 w 9312201"/>
              <a:gd name="connsiteY9053" fmla="*/ 1313784 h 4927186"/>
              <a:gd name="connsiteX9054" fmla="*/ 5940793 w 9312201"/>
              <a:gd name="connsiteY9054" fmla="*/ 1291964 h 4927186"/>
              <a:gd name="connsiteX9055" fmla="*/ 5862773 w 9312201"/>
              <a:gd name="connsiteY9055" fmla="*/ 1291964 h 4927186"/>
              <a:gd name="connsiteX9056" fmla="*/ 5884593 w 9312201"/>
              <a:gd name="connsiteY9056" fmla="*/ 1313784 h 4927186"/>
              <a:gd name="connsiteX9057" fmla="*/ 5862773 w 9312201"/>
              <a:gd name="connsiteY9057" fmla="*/ 1335604 h 4927186"/>
              <a:gd name="connsiteX9058" fmla="*/ 5840953 w 9312201"/>
              <a:gd name="connsiteY9058" fmla="*/ 1313784 h 4927186"/>
              <a:gd name="connsiteX9059" fmla="*/ 5862773 w 9312201"/>
              <a:gd name="connsiteY9059" fmla="*/ 1291964 h 4927186"/>
              <a:gd name="connsiteX9060" fmla="*/ 5785413 w 9312201"/>
              <a:gd name="connsiteY9060" fmla="*/ 1291964 h 4927186"/>
              <a:gd name="connsiteX9061" fmla="*/ 5807894 w 9312201"/>
              <a:gd name="connsiteY9061" fmla="*/ 1313784 h 4927186"/>
              <a:gd name="connsiteX9062" fmla="*/ 5785413 w 9312201"/>
              <a:gd name="connsiteY9062" fmla="*/ 1335604 h 4927186"/>
              <a:gd name="connsiteX9063" fmla="*/ 5762932 w 9312201"/>
              <a:gd name="connsiteY9063" fmla="*/ 1313784 h 4927186"/>
              <a:gd name="connsiteX9064" fmla="*/ 5785413 w 9312201"/>
              <a:gd name="connsiteY9064" fmla="*/ 1291964 h 4927186"/>
              <a:gd name="connsiteX9065" fmla="*/ 5708054 w 9312201"/>
              <a:gd name="connsiteY9065" fmla="*/ 1291964 h 4927186"/>
              <a:gd name="connsiteX9066" fmla="*/ 5729874 w 9312201"/>
              <a:gd name="connsiteY9066" fmla="*/ 1313784 h 4927186"/>
              <a:gd name="connsiteX9067" fmla="*/ 5708054 w 9312201"/>
              <a:gd name="connsiteY9067" fmla="*/ 1335604 h 4927186"/>
              <a:gd name="connsiteX9068" fmla="*/ 5686234 w 9312201"/>
              <a:gd name="connsiteY9068" fmla="*/ 1313784 h 4927186"/>
              <a:gd name="connsiteX9069" fmla="*/ 5708054 w 9312201"/>
              <a:gd name="connsiteY9069" fmla="*/ 1291964 h 4927186"/>
              <a:gd name="connsiteX9070" fmla="*/ 5630034 w 9312201"/>
              <a:gd name="connsiteY9070" fmla="*/ 1291964 h 4927186"/>
              <a:gd name="connsiteX9071" fmla="*/ 5651854 w 9312201"/>
              <a:gd name="connsiteY9071" fmla="*/ 1313784 h 4927186"/>
              <a:gd name="connsiteX9072" fmla="*/ 5630034 w 9312201"/>
              <a:gd name="connsiteY9072" fmla="*/ 1335604 h 4927186"/>
              <a:gd name="connsiteX9073" fmla="*/ 5608214 w 9312201"/>
              <a:gd name="connsiteY9073" fmla="*/ 1313784 h 4927186"/>
              <a:gd name="connsiteX9074" fmla="*/ 5630034 w 9312201"/>
              <a:gd name="connsiteY9074" fmla="*/ 1291964 h 4927186"/>
              <a:gd name="connsiteX9075" fmla="*/ 5552013 w 9312201"/>
              <a:gd name="connsiteY9075" fmla="*/ 1291964 h 4927186"/>
              <a:gd name="connsiteX9076" fmla="*/ 5573833 w 9312201"/>
              <a:gd name="connsiteY9076" fmla="*/ 1313784 h 4927186"/>
              <a:gd name="connsiteX9077" fmla="*/ 5552013 w 9312201"/>
              <a:gd name="connsiteY9077" fmla="*/ 1335604 h 4927186"/>
              <a:gd name="connsiteX9078" fmla="*/ 5530193 w 9312201"/>
              <a:gd name="connsiteY9078" fmla="*/ 1313784 h 4927186"/>
              <a:gd name="connsiteX9079" fmla="*/ 5552013 w 9312201"/>
              <a:gd name="connsiteY9079" fmla="*/ 1291964 h 4927186"/>
              <a:gd name="connsiteX9080" fmla="*/ 5473331 w 9312201"/>
              <a:gd name="connsiteY9080" fmla="*/ 1291964 h 4927186"/>
              <a:gd name="connsiteX9081" fmla="*/ 5495812 w 9312201"/>
              <a:gd name="connsiteY9081" fmla="*/ 1313784 h 4927186"/>
              <a:gd name="connsiteX9082" fmla="*/ 5473331 w 9312201"/>
              <a:gd name="connsiteY9082" fmla="*/ 1335604 h 4927186"/>
              <a:gd name="connsiteX9083" fmla="*/ 5450850 w 9312201"/>
              <a:gd name="connsiteY9083" fmla="*/ 1313784 h 4927186"/>
              <a:gd name="connsiteX9084" fmla="*/ 5473331 w 9312201"/>
              <a:gd name="connsiteY9084" fmla="*/ 1291964 h 4927186"/>
              <a:gd name="connsiteX9085" fmla="*/ 5395972 w 9312201"/>
              <a:gd name="connsiteY9085" fmla="*/ 1291964 h 4927186"/>
              <a:gd name="connsiteX9086" fmla="*/ 5417792 w 9312201"/>
              <a:gd name="connsiteY9086" fmla="*/ 1313784 h 4927186"/>
              <a:gd name="connsiteX9087" fmla="*/ 5395972 w 9312201"/>
              <a:gd name="connsiteY9087" fmla="*/ 1335604 h 4927186"/>
              <a:gd name="connsiteX9088" fmla="*/ 5374152 w 9312201"/>
              <a:gd name="connsiteY9088" fmla="*/ 1313784 h 4927186"/>
              <a:gd name="connsiteX9089" fmla="*/ 5395972 w 9312201"/>
              <a:gd name="connsiteY9089" fmla="*/ 1291964 h 4927186"/>
              <a:gd name="connsiteX9090" fmla="*/ 5317953 w 9312201"/>
              <a:gd name="connsiteY9090" fmla="*/ 1291964 h 4927186"/>
              <a:gd name="connsiteX9091" fmla="*/ 5339773 w 9312201"/>
              <a:gd name="connsiteY9091" fmla="*/ 1313784 h 4927186"/>
              <a:gd name="connsiteX9092" fmla="*/ 5317953 w 9312201"/>
              <a:gd name="connsiteY9092" fmla="*/ 1335604 h 4927186"/>
              <a:gd name="connsiteX9093" fmla="*/ 5296133 w 9312201"/>
              <a:gd name="connsiteY9093" fmla="*/ 1313784 h 4927186"/>
              <a:gd name="connsiteX9094" fmla="*/ 5317953 w 9312201"/>
              <a:gd name="connsiteY9094" fmla="*/ 1291964 h 4927186"/>
              <a:gd name="connsiteX9095" fmla="*/ 5239932 w 9312201"/>
              <a:gd name="connsiteY9095" fmla="*/ 1291964 h 4927186"/>
              <a:gd name="connsiteX9096" fmla="*/ 5261752 w 9312201"/>
              <a:gd name="connsiteY9096" fmla="*/ 1313784 h 4927186"/>
              <a:gd name="connsiteX9097" fmla="*/ 5239932 w 9312201"/>
              <a:gd name="connsiteY9097" fmla="*/ 1335604 h 4927186"/>
              <a:gd name="connsiteX9098" fmla="*/ 5218112 w 9312201"/>
              <a:gd name="connsiteY9098" fmla="*/ 1313784 h 4927186"/>
              <a:gd name="connsiteX9099" fmla="*/ 5239932 w 9312201"/>
              <a:gd name="connsiteY9099" fmla="*/ 1291964 h 4927186"/>
              <a:gd name="connsiteX9100" fmla="*/ 5162572 w 9312201"/>
              <a:gd name="connsiteY9100" fmla="*/ 1291964 h 4927186"/>
              <a:gd name="connsiteX9101" fmla="*/ 5185053 w 9312201"/>
              <a:gd name="connsiteY9101" fmla="*/ 1313784 h 4927186"/>
              <a:gd name="connsiteX9102" fmla="*/ 5162572 w 9312201"/>
              <a:gd name="connsiteY9102" fmla="*/ 1335604 h 4927186"/>
              <a:gd name="connsiteX9103" fmla="*/ 5140091 w 9312201"/>
              <a:gd name="connsiteY9103" fmla="*/ 1313784 h 4927186"/>
              <a:gd name="connsiteX9104" fmla="*/ 5162572 w 9312201"/>
              <a:gd name="connsiteY9104" fmla="*/ 1291964 h 4927186"/>
              <a:gd name="connsiteX9105" fmla="*/ 5085212 w 9312201"/>
              <a:gd name="connsiteY9105" fmla="*/ 1291964 h 4927186"/>
              <a:gd name="connsiteX9106" fmla="*/ 5107032 w 9312201"/>
              <a:gd name="connsiteY9106" fmla="*/ 1313784 h 4927186"/>
              <a:gd name="connsiteX9107" fmla="*/ 5085212 w 9312201"/>
              <a:gd name="connsiteY9107" fmla="*/ 1335604 h 4927186"/>
              <a:gd name="connsiteX9108" fmla="*/ 5063392 w 9312201"/>
              <a:gd name="connsiteY9108" fmla="*/ 1313784 h 4927186"/>
              <a:gd name="connsiteX9109" fmla="*/ 5085212 w 9312201"/>
              <a:gd name="connsiteY9109" fmla="*/ 1291964 h 4927186"/>
              <a:gd name="connsiteX9110" fmla="*/ 5007193 w 9312201"/>
              <a:gd name="connsiteY9110" fmla="*/ 1291964 h 4927186"/>
              <a:gd name="connsiteX9111" fmla="*/ 5029013 w 9312201"/>
              <a:gd name="connsiteY9111" fmla="*/ 1313784 h 4927186"/>
              <a:gd name="connsiteX9112" fmla="*/ 5007193 w 9312201"/>
              <a:gd name="connsiteY9112" fmla="*/ 1335604 h 4927186"/>
              <a:gd name="connsiteX9113" fmla="*/ 4985373 w 9312201"/>
              <a:gd name="connsiteY9113" fmla="*/ 1313784 h 4927186"/>
              <a:gd name="connsiteX9114" fmla="*/ 5007193 w 9312201"/>
              <a:gd name="connsiteY9114" fmla="*/ 1291964 h 4927186"/>
              <a:gd name="connsiteX9115" fmla="*/ 4928511 w 9312201"/>
              <a:gd name="connsiteY9115" fmla="*/ 1291964 h 4927186"/>
              <a:gd name="connsiteX9116" fmla="*/ 4950992 w 9312201"/>
              <a:gd name="connsiteY9116" fmla="*/ 1313784 h 4927186"/>
              <a:gd name="connsiteX9117" fmla="*/ 4928511 w 9312201"/>
              <a:gd name="connsiteY9117" fmla="*/ 1335604 h 4927186"/>
              <a:gd name="connsiteX9118" fmla="*/ 4906030 w 9312201"/>
              <a:gd name="connsiteY9118" fmla="*/ 1313784 h 4927186"/>
              <a:gd name="connsiteX9119" fmla="*/ 4928511 w 9312201"/>
              <a:gd name="connsiteY9119" fmla="*/ 1291964 h 4927186"/>
              <a:gd name="connsiteX9120" fmla="*/ 4773132 w 9312201"/>
              <a:gd name="connsiteY9120" fmla="*/ 1291964 h 4927186"/>
              <a:gd name="connsiteX9121" fmla="*/ 4794952 w 9312201"/>
              <a:gd name="connsiteY9121" fmla="*/ 1313784 h 4927186"/>
              <a:gd name="connsiteX9122" fmla="*/ 4773132 w 9312201"/>
              <a:gd name="connsiteY9122" fmla="*/ 1335604 h 4927186"/>
              <a:gd name="connsiteX9123" fmla="*/ 4751312 w 9312201"/>
              <a:gd name="connsiteY9123" fmla="*/ 1313784 h 4927186"/>
              <a:gd name="connsiteX9124" fmla="*/ 4773132 w 9312201"/>
              <a:gd name="connsiteY9124" fmla="*/ 1291964 h 4927186"/>
              <a:gd name="connsiteX9125" fmla="*/ 4695111 w 9312201"/>
              <a:gd name="connsiteY9125" fmla="*/ 1291964 h 4927186"/>
              <a:gd name="connsiteX9126" fmla="*/ 4716931 w 9312201"/>
              <a:gd name="connsiteY9126" fmla="*/ 1313784 h 4927186"/>
              <a:gd name="connsiteX9127" fmla="*/ 4695111 w 9312201"/>
              <a:gd name="connsiteY9127" fmla="*/ 1335604 h 4927186"/>
              <a:gd name="connsiteX9128" fmla="*/ 4673291 w 9312201"/>
              <a:gd name="connsiteY9128" fmla="*/ 1313784 h 4927186"/>
              <a:gd name="connsiteX9129" fmla="*/ 4695111 w 9312201"/>
              <a:gd name="connsiteY9129" fmla="*/ 1291964 h 4927186"/>
              <a:gd name="connsiteX9130" fmla="*/ 4617091 w 9312201"/>
              <a:gd name="connsiteY9130" fmla="*/ 1291964 h 4927186"/>
              <a:gd name="connsiteX9131" fmla="*/ 4638911 w 9312201"/>
              <a:gd name="connsiteY9131" fmla="*/ 1313784 h 4927186"/>
              <a:gd name="connsiteX9132" fmla="*/ 4617091 w 9312201"/>
              <a:gd name="connsiteY9132" fmla="*/ 1335604 h 4927186"/>
              <a:gd name="connsiteX9133" fmla="*/ 4595271 w 9312201"/>
              <a:gd name="connsiteY9133" fmla="*/ 1313784 h 4927186"/>
              <a:gd name="connsiteX9134" fmla="*/ 4617091 w 9312201"/>
              <a:gd name="connsiteY9134" fmla="*/ 1291964 h 4927186"/>
              <a:gd name="connsiteX9135" fmla="*/ 4539070 w 9312201"/>
              <a:gd name="connsiteY9135" fmla="*/ 1291964 h 4927186"/>
              <a:gd name="connsiteX9136" fmla="*/ 4560890 w 9312201"/>
              <a:gd name="connsiteY9136" fmla="*/ 1313784 h 4927186"/>
              <a:gd name="connsiteX9137" fmla="*/ 4539070 w 9312201"/>
              <a:gd name="connsiteY9137" fmla="*/ 1335604 h 4927186"/>
              <a:gd name="connsiteX9138" fmla="*/ 4517250 w 9312201"/>
              <a:gd name="connsiteY9138" fmla="*/ 1313784 h 4927186"/>
              <a:gd name="connsiteX9139" fmla="*/ 4539070 w 9312201"/>
              <a:gd name="connsiteY9139" fmla="*/ 1291964 h 4927186"/>
              <a:gd name="connsiteX9140" fmla="*/ 2670547 w 9312201"/>
              <a:gd name="connsiteY9140" fmla="*/ 1291964 h 4927186"/>
              <a:gd name="connsiteX9141" fmla="*/ 2692367 w 9312201"/>
              <a:gd name="connsiteY9141" fmla="*/ 1313784 h 4927186"/>
              <a:gd name="connsiteX9142" fmla="*/ 2670547 w 9312201"/>
              <a:gd name="connsiteY9142" fmla="*/ 1335604 h 4927186"/>
              <a:gd name="connsiteX9143" fmla="*/ 2648727 w 9312201"/>
              <a:gd name="connsiteY9143" fmla="*/ 1313784 h 4927186"/>
              <a:gd name="connsiteX9144" fmla="*/ 2670547 w 9312201"/>
              <a:gd name="connsiteY9144" fmla="*/ 1291964 h 4927186"/>
              <a:gd name="connsiteX9145" fmla="*/ 2592527 w 9312201"/>
              <a:gd name="connsiteY9145" fmla="*/ 1291964 h 4927186"/>
              <a:gd name="connsiteX9146" fmla="*/ 2614347 w 9312201"/>
              <a:gd name="connsiteY9146" fmla="*/ 1313784 h 4927186"/>
              <a:gd name="connsiteX9147" fmla="*/ 2592527 w 9312201"/>
              <a:gd name="connsiteY9147" fmla="*/ 1335604 h 4927186"/>
              <a:gd name="connsiteX9148" fmla="*/ 2570707 w 9312201"/>
              <a:gd name="connsiteY9148" fmla="*/ 1313784 h 4927186"/>
              <a:gd name="connsiteX9149" fmla="*/ 2592527 w 9312201"/>
              <a:gd name="connsiteY9149" fmla="*/ 1291964 h 4927186"/>
              <a:gd name="connsiteX9150" fmla="*/ 2436486 w 9312201"/>
              <a:gd name="connsiteY9150" fmla="*/ 1291964 h 4927186"/>
              <a:gd name="connsiteX9151" fmla="*/ 2458306 w 9312201"/>
              <a:gd name="connsiteY9151" fmla="*/ 1313784 h 4927186"/>
              <a:gd name="connsiteX9152" fmla="*/ 2436486 w 9312201"/>
              <a:gd name="connsiteY9152" fmla="*/ 1335604 h 4927186"/>
              <a:gd name="connsiteX9153" fmla="*/ 2414666 w 9312201"/>
              <a:gd name="connsiteY9153" fmla="*/ 1313784 h 4927186"/>
              <a:gd name="connsiteX9154" fmla="*/ 2436486 w 9312201"/>
              <a:gd name="connsiteY9154" fmla="*/ 1291964 h 4927186"/>
              <a:gd name="connsiteX9155" fmla="*/ 2358465 w 9312201"/>
              <a:gd name="connsiteY9155" fmla="*/ 1291964 h 4927186"/>
              <a:gd name="connsiteX9156" fmla="*/ 2380285 w 9312201"/>
              <a:gd name="connsiteY9156" fmla="*/ 1313784 h 4927186"/>
              <a:gd name="connsiteX9157" fmla="*/ 2358465 w 9312201"/>
              <a:gd name="connsiteY9157" fmla="*/ 1335604 h 4927186"/>
              <a:gd name="connsiteX9158" fmla="*/ 2336645 w 9312201"/>
              <a:gd name="connsiteY9158" fmla="*/ 1313784 h 4927186"/>
              <a:gd name="connsiteX9159" fmla="*/ 2358465 w 9312201"/>
              <a:gd name="connsiteY9159" fmla="*/ 1291964 h 4927186"/>
              <a:gd name="connsiteX9160" fmla="*/ 2203086 w 9312201"/>
              <a:gd name="connsiteY9160" fmla="*/ 1291964 h 4927186"/>
              <a:gd name="connsiteX9161" fmla="*/ 2225567 w 9312201"/>
              <a:gd name="connsiteY9161" fmla="*/ 1313784 h 4927186"/>
              <a:gd name="connsiteX9162" fmla="*/ 2203086 w 9312201"/>
              <a:gd name="connsiteY9162" fmla="*/ 1335604 h 4927186"/>
              <a:gd name="connsiteX9163" fmla="*/ 2180605 w 9312201"/>
              <a:gd name="connsiteY9163" fmla="*/ 1313784 h 4927186"/>
              <a:gd name="connsiteX9164" fmla="*/ 2203086 w 9312201"/>
              <a:gd name="connsiteY9164" fmla="*/ 1291964 h 4927186"/>
              <a:gd name="connsiteX9165" fmla="*/ 1968363 w 9312201"/>
              <a:gd name="connsiteY9165" fmla="*/ 1291964 h 4927186"/>
              <a:gd name="connsiteX9166" fmla="*/ 1990183 w 9312201"/>
              <a:gd name="connsiteY9166" fmla="*/ 1313784 h 4927186"/>
              <a:gd name="connsiteX9167" fmla="*/ 1968363 w 9312201"/>
              <a:gd name="connsiteY9167" fmla="*/ 1335604 h 4927186"/>
              <a:gd name="connsiteX9168" fmla="*/ 1946543 w 9312201"/>
              <a:gd name="connsiteY9168" fmla="*/ 1313784 h 4927186"/>
              <a:gd name="connsiteX9169" fmla="*/ 1968363 w 9312201"/>
              <a:gd name="connsiteY9169" fmla="*/ 1291964 h 4927186"/>
              <a:gd name="connsiteX9170" fmla="*/ 1891011 w 9312201"/>
              <a:gd name="connsiteY9170" fmla="*/ 1291964 h 4927186"/>
              <a:gd name="connsiteX9171" fmla="*/ 1913495 w 9312201"/>
              <a:gd name="connsiteY9171" fmla="*/ 1313784 h 4927186"/>
              <a:gd name="connsiteX9172" fmla="*/ 1891011 w 9312201"/>
              <a:gd name="connsiteY9172" fmla="*/ 1335604 h 4927186"/>
              <a:gd name="connsiteX9173" fmla="*/ 1868529 w 9312201"/>
              <a:gd name="connsiteY9173" fmla="*/ 1313784 h 4927186"/>
              <a:gd name="connsiteX9174" fmla="*/ 1891011 w 9312201"/>
              <a:gd name="connsiteY9174" fmla="*/ 1291964 h 4927186"/>
              <a:gd name="connsiteX9175" fmla="*/ 1813657 w 9312201"/>
              <a:gd name="connsiteY9175" fmla="*/ 1291964 h 4927186"/>
              <a:gd name="connsiteX9176" fmla="*/ 1835474 w 9312201"/>
              <a:gd name="connsiteY9176" fmla="*/ 1313784 h 4927186"/>
              <a:gd name="connsiteX9177" fmla="*/ 1813657 w 9312201"/>
              <a:gd name="connsiteY9177" fmla="*/ 1335604 h 4927186"/>
              <a:gd name="connsiteX9178" fmla="*/ 1791833 w 9312201"/>
              <a:gd name="connsiteY9178" fmla="*/ 1313784 h 4927186"/>
              <a:gd name="connsiteX9179" fmla="*/ 1813657 w 9312201"/>
              <a:gd name="connsiteY9179" fmla="*/ 1291964 h 4927186"/>
              <a:gd name="connsiteX9180" fmla="*/ 1735633 w 9312201"/>
              <a:gd name="connsiteY9180" fmla="*/ 1291964 h 4927186"/>
              <a:gd name="connsiteX9181" fmla="*/ 1757457 w 9312201"/>
              <a:gd name="connsiteY9181" fmla="*/ 1313784 h 4927186"/>
              <a:gd name="connsiteX9182" fmla="*/ 1735633 w 9312201"/>
              <a:gd name="connsiteY9182" fmla="*/ 1335604 h 4927186"/>
              <a:gd name="connsiteX9183" fmla="*/ 1713819 w 9312201"/>
              <a:gd name="connsiteY9183" fmla="*/ 1313784 h 4927186"/>
              <a:gd name="connsiteX9184" fmla="*/ 1735633 w 9312201"/>
              <a:gd name="connsiteY9184" fmla="*/ 1291964 h 4927186"/>
              <a:gd name="connsiteX9185" fmla="*/ 1657611 w 9312201"/>
              <a:gd name="connsiteY9185" fmla="*/ 1291964 h 4927186"/>
              <a:gd name="connsiteX9186" fmla="*/ 1679436 w 9312201"/>
              <a:gd name="connsiteY9186" fmla="*/ 1313784 h 4927186"/>
              <a:gd name="connsiteX9187" fmla="*/ 1657611 w 9312201"/>
              <a:gd name="connsiteY9187" fmla="*/ 1335604 h 4927186"/>
              <a:gd name="connsiteX9188" fmla="*/ 1635796 w 9312201"/>
              <a:gd name="connsiteY9188" fmla="*/ 1313784 h 4927186"/>
              <a:gd name="connsiteX9189" fmla="*/ 1657611 w 9312201"/>
              <a:gd name="connsiteY9189" fmla="*/ 1291964 h 4927186"/>
              <a:gd name="connsiteX9190" fmla="*/ 1580257 w 9312201"/>
              <a:gd name="connsiteY9190" fmla="*/ 1291964 h 4927186"/>
              <a:gd name="connsiteX9191" fmla="*/ 1602734 w 9312201"/>
              <a:gd name="connsiteY9191" fmla="*/ 1313784 h 4927186"/>
              <a:gd name="connsiteX9192" fmla="*/ 1580257 w 9312201"/>
              <a:gd name="connsiteY9192" fmla="*/ 1335604 h 4927186"/>
              <a:gd name="connsiteX9193" fmla="*/ 1557771 w 9312201"/>
              <a:gd name="connsiteY9193" fmla="*/ 1313784 h 4927186"/>
              <a:gd name="connsiteX9194" fmla="*/ 1580257 w 9312201"/>
              <a:gd name="connsiteY9194" fmla="*/ 1291964 h 4927186"/>
              <a:gd name="connsiteX9195" fmla="*/ 1502899 w 9312201"/>
              <a:gd name="connsiteY9195" fmla="*/ 1291964 h 4927186"/>
              <a:gd name="connsiteX9196" fmla="*/ 1524717 w 9312201"/>
              <a:gd name="connsiteY9196" fmla="*/ 1313784 h 4927186"/>
              <a:gd name="connsiteX9197" fmla="*/ 1502899 w 9312201"/>
              <a:gd name="connsiteY9197" fmla="*/ 1335604 h 4927186"/>
              <a:gd name="connsiteX9198" fmla="*/ 1481077 w 9312201"/>
              <a:gd name="connsiteY9198" fmla="*/ 1313784 h 4927186"/>
              <a:gd name="connsiteX9199" fmla="*/ 1502899 w 9312201"/>
              <a:gd name="connsiteY9199" fmla="*/ 1291964 h 4927186"/>
              <a:gd name="connsiteX9200" fmla="*/ 1424212 w 9312201"/>
              <a:gd name="connsiteY9200" fmla="*/ 1291964 h 4927186"/>
              <a:gd name="connsiteX9201" fmla="*/ 1446695 w 9312201"/>
              <a:gd name="connsiteY9201" fmla="*/ 1313784 h 4927186"/>
              <a:gd name="connsiteX9202" fmla="*/ 1424212 w 9312201"/>
              <a:gd name="connsiteY9202" fmla="*/ 1335604 h 4927186"/>
              <a:gd name="connsiteX9203" fmla="*/ 1401732 w 9312201"/>
              <a:gd name="connsiteY9203" fmla="*/ 1313784 h 4927186"/>
              <a:gd name="connsiteX9204" fmla="*/ 1424212 w 9312201"/>
              <a:gd name="connsiteY9204" fmla="*/ 1291964 h 4927186"/>
              <a:gd name="connsiteX9205" fmla="*/ 1345530 w 9312201"/>
              <a:gd name="connsiteY9205" fmla="*/ 1291964 h 4927186"/>
              <a:gd name="connsiteX9206" fmla="*/ 1367350 w 9312201"/>
              <a:gd name="connsiteY9206" fmla="*/ 1313784 h 4927186"/>
              <a:gd name="connsiteX9207" fmla="*/ 1345530 w 9312201"/>
              <a:gd name="connsiteY9207" fmla="*/ 1335604 h 4927186"/>
              <a:gd name="connsiteX9208" fmla="*/ 1323709 w 9312201"/>
              <a:gd name="connsiteY9208" fmla="*/ 1313784 h 4927186"/>
              <a:gd name="connsiteX9209" fmla="*/ 1345530 w 9312201"/>
              <a:gd name="connsiteY9209" fmla="*/ 1291964 h 4927186"/>
              <a:gd name="connsiteX9210" fmla="*/ 1268169 w 9312201"/>
              <a:gd name="connsiteY9210" fmla="*/ 1291964 h 4927186"/>
              <a:gd name="connsiteX9211" fmla="*/ 1290660 w 9312201"/>
              <a:gd name="connsiteY9211" fmla="*/ 1313784 h 4927186"/>
              <a:gd name="connsiteX9212" fmla="*/ 1268169 w 9312201"/>
              <a:gd name="connsiteY9212" fmla="*/ 1335604 h 4927186"/>
              <a:gd name="connsiteX9213" fmla="*/ 1245691 w 9312201"/>
              <a:gd name="connsiteY9213" fmla="*/ 1313784 h 4927186"/>
              <a:gd name="connsiteX9214" fmla="*/ 1268169 w 9312201"/>
              <a:gd name="connsiteY9214" fmla="*/ 1291964 h 4927186"/>
              <a:gd name="connsiteX9215" fmla="*/ 1190817 w 9312201"/>
              <a:gd name="connsiteY9215" fmla="*/ 1291964 h 4927186"/>
              <a:gd name="connsiteX9216" fmla="*/ 1212636 w 9312201"/>
              <a:gd name="connsiteY9216" fmla="*/ 1313784 h 4927186"/>
              <a:gd name="connsiteX9217" fmla="*/ 1190817 w 9312201"/>
              <a:gd name="connsiteY9217" fmla="*/ 1335604 h 4927186"/>
              <a:gd name="connsiteX9218" fmla="*/ 1168996 w 9312201"/>
              <a:gd name="connsiteY9218" fmla="*/ 1313784 h 4927186"/>
              <a:gd name="connsiteX9219" fmla="*/ 1190817 w 9312201"/>
              <a:gd name="connsiteY9219" fmla="*/ 1291964 h 4927186"/>
              <a:gd name="connsiteX9220" fmla="*/ 1112792 w 9312201"/>
              <a:gd name="connsiteY9220" fmla="*/ 1291964 h 4927186"/>
              <a:gd name="connsiteX9221" fmla="*/ 1134608 w 9312201"/>
              <a:gd name="connsiteY9221" fmla="*/ 1313784 h 4927186"/>
              <a:gd name="connsiteX9222" fmla="*/ 1112792 w 9312201"/>
              <a:gd name="connsiteY9222" fmla="*/ 1335604 h 4927186"/>
              <a:gd name="connsiteX9223" fmla="*/ 1090972 w 9312201"/>
              <a:gd name="connsiteY9223" fmla="*/ 1313784 h 4927186"/>
              <a:gd name="connsiteX9224" fmla="*/ 1112792 w 9312201"/>
              <a:gd name="connsiteY9224" fmla="*/ 1291964 h 4927186"/>
              <a:gd name="connsiteX9225" fmla="*/ 1034768 w 9312201"/>
              <a:gd name="connsiteY9225" fmla="*/ 1291964 h 4927186"/>
              <a:gd name="connsiteX9226" fmla="*/ 1056586 w 9312201"/>
              <a:gd name="connsiteY9226" fmla="*/ 1313784 h 4927186"/>
              <a:gd name="connsiteX9227" fmla="*/ 1034768 w 9312201"/>
              <a:gd name="connsiteY9227" fmla="*/ 1335604 h 4927186"/>
              <a:gd name="connsiteX9228" fmla="*/ 1012952 w 9312201"/>
              <a:gd name="connsiteY9228" fmla="*/ 1313784 h 4927186"/>
              <a:gd name="connsiteX9229" fmla="*/ 1034768 w 9312201"/>
              <a:gd name="connsiteY9229" fmla="*/ 1291964 h 4927186"/>
              <a:gd name="connsiteX9230" fmla="*/ 956746 w 9312201"/>
              <a:gd name="connsiteY9230" fmla="*/ 1291964 h 4927186"/>
              <a:gd name="connsiteX9231" fmla="*/ 978570 w 9312201"/>
              <a:gd name="connsiteY9231" fmla="*/ 1313784 h 4927186"/>
              <a:gd name="connsiteX9232" fmla="*/ 956746 w 9312201"/>
              <a:gd name="connsiteY9232" fmla="*/ 1335604 h 4927186"/>
              <a:gd name="connsiteX9233" fmla="*/ 934926 w 9312201"/>
              <a:gd name="connsiteY9233" fmla="*/ 1313784 h 4927186"/>
              <a:gd name="connsiteX9234" fmla="*/ 956746 w 9312201"/>
              <a:gd name="connsiteY9234" fmla="*/ 1291964 h 4927186"/>
              <a:gd name="connsiteX9235" fmla="*/ 880048 w 9312201"/>
              <a:gd name="connsiteY9235" fmla="*/ 1291964 h 4927186"/>
              <a:gd name="connsiteX9236" fmla="*/ 901869 w 9312201"/>
              <a:gd name="connsiteY9236" fmla="*/ 1313784 h 4927186"/>
              <a:gd name="connsiteX9237" fmla="*/ 880048 w 9312201"/>
              <a:gd name="connsiteY9237" fmla="*/ 1335604 h 4927186"/>
              <a:gd name="connsiteX9238" fmla="*/ 858229 w 9312201"/>
              <a:gd name="connsiteY9238" fmla="*/ 1313784 h 4927186"/>
              <a:gd name="connsiteX9239" fmla="*/ 880048 w 9312201"/>
              <a:gd name="connsiteY9239" fmla="*/ 1291964 h 4927186"/>
              <a:gd name="connsiteX9240" fmla="*/ 800708 w 9312201"/>
              <a:gd name="connsiteY9240" fmla="*/ 1291964 h 4927186"/>
              <a:gd name="connsiteX9241" fmla="*/ 822526 w 9312201"/>
              <a:gd name="connsiteY9241" fmla="*/ 1313784 h 4927186"/>
              <a:gd name="connsiteX9242" fmla="*/ 800708 w 9312201"/>
              <a:gd name="connsiteY9242" fmla="*/ 1335604 h 4927186"/>
              <a:gd name="connsiteX9243" fmla="*/ 778885 w 9312201"/>
              <a:gd name="connsiteY9243" fmla="*/ 1313784 h 4927186"/>
              <a:gd name="connsiteX9244" fmla="*/ 800708 w 9312201"/>
              <a:gd name="connsiteY9244" fmla="*/ 1291964 h 4927186"/>
              <a:gd name="connsiteX9245" fmla="*/ 722684 w 9312201"/>
              <a:gd name="connsiteY9245" fmla="*/ 1291964 h 4927186"/>
              <a:gd name="connsiteX9246" fmla="*/ 744504 w 9312201"/>
              <a:gd name="connsiteY9246" fmla="*/ 1313784 h 4927186"/>
              <a:gd name="connsiteX9247" fmla="*/ 722684 w 9312201"/>
              <a:gd name="connsiteY9247" fmla="*/ 1335604 h 4927186"/>
              <a:gd name="connsiteX9248" fmla="*/ 700862 w 9312201"/>
              <a:gd name="connsiteY9248" fmla="*/ 1313784 h 4927186"/>
              <a:gd name="connsiteX9249" fmla="*/ 722684 w 9312201"/>
              <a:gd name="connsiteY9249" fmla="*/ 1291964 h 4927186"/>
              <a:gd name="connsiteX9250" fmla="*/ 644665 w 9312201"/>
              <a:gd name="connsiteY9250" fmla="*/ 1291964 h 4927186"/>
              <a:gd name="connsiteX9251" fmla="*/ 666485 w 9312201"/>
              <a:gd name="connsiteY9251" fmla="*/ 1313784 h 4927186"/>
              <a:gd name="connsiteX9252" fmla="*/ 644665 w 9312201"/>
              <a:gd name="connsiteY9252" fmla="*/ 1335604 h 4927186"/>
              <a:gd name="connsiteX9253" fmla="*/ 622842 w 9312201"/>
              <a:gd name="connsiteY9253" fmla="*/ 1313784 h 4927186"/>
              <a:gd name="connsiteX9254" fmla="*/ 644665 w 9312201"/>
              <a:gd name="connsiteY9254" fmla="*/ 1291964 h 4927186"/>
              <a:gd name="connsiteX9255" fmla="*/ 567304 w 9312201"/>
              <a:gd name="connsiteY9255" fmla="*/ 1291964 h 4927186"/>
              <a:gd name="connsiteX9256" fmla="*/ 589784 w 9312201"/>
              <a:gd name="connsiteY9256" fmla="*/ 1313784 h 4927186"/>
              <a:gd name="connsiteX9257" fmla="*/ 567304 w 9312201"/>
              <a:gd name="connsiteY9257" fmla="*/ 1335604 h 4927186"/>
              <a:gd name="connsiteX9258" fmla="*/ 544822 w 9312201"/>
              <a:gd name="connsiteY9258" fmla="*/ 1313784 h 4927186"/>
              <a:gd name="connsiteX9259" fmla="*/ 567304 w 9312201"/>
              <a:gd name="connsiteY9259" fmla="*/ 1291964 h 4927186"/>
              <a:gd name="connsiteX9260" fmla="*/ 489945 w 9312201"/>
              <a:gd name="connsiteY9260" fmla="*/ 1291964 h 4927186"/>
              <a:gd name="connsiteX9261" fmla="*/ 511765 w 9312201"/>
              <a:gd name="connsiteY9261" fmla="*/ 1313784 h 4927186"/>
              <a:gd name="connsiteX9262" fmla="*/ 489945 w 9312201"/>
              <a:gd name="connsiteY9262" fmla="*/ 1335604 h 4927186"/>
              <a:gd name="connsiteX9263" fmla="*/ 468126 w 9312201"/>
              <a:gd name="connsiteY9263" fmla="*/ 1313784 h 4927186"/>
              <a:gd name="connsiteX9264" fmla="*/ 489945 w 9312201"/>
              <a:gd name="connsiteY9264" fmla="*/ 1291964 h 4927186"/>
              <a:gd name="connsiteX9265" fmla="*/ 411924 w 9312201"/>
              <a:gd name="connsiteY9265" fmla="*/ 1291964 h 4927186"/>
              <a:gd name="connsiteX9266" fmla="*/ 433742 w 9312201"/>
              <a:gd name="connsiteY9266" fmla="*/ 1313784 h 4927186"/>
              <a:gd name="connsiteX9267" fmla="*/ 411924 w 9312201"/>
              <a:gd name="connsiteY9267" fmla="*/ 1335604 h 4927186"/>
              <a:gd name="connsiteX9268" fmla="*/ 390105 w 9312201"/>
              <a:gd name="connsiteY9268" fmla="*/ 1313784 h 4927186"/>
              <a:gd name="connsiteX9269" fmla="*/ 411924 w 9312201"/>
              <a:gd name="connsiteY9269" fmla="*/ 1291964 h 4927186"/>
              <a:gd name="connsiteX9270" fmla="*/ 333903 w 9312201"/>
              <a:gd name="connsiteY9270" fmla="*/ 1291964 h 4927186"/>
              <a:gd name="connsiteX9271" fmla="*/ 355723 w 9312201"/>
              <a:gd name="connsiteY9271" fmla="*/ 1313784 h 4927186"/>
              <a:gd name="connsiteX9272" fmla="*/ 333903 w 9312201"/>
              <a:gd name="connsiteY9272" fmla="*/ 1335604 h 4927186"/>
              <a:gd name="connsiteX9273" fmla="*/ 312083 w 9312201"/>
              <a:gd name="connsiteY9273" fmla="*/ 1313784 h 4927186"/>
              <a:gd name="connsiteX9274" fmla="*/ 333903 w 9312201"/>
              <a:gd name="connsiteY9274" fmla="*/ 1291964 h 4927186"/>
              <a:gd name="connsiteX9275" fmla="*/ 255883 w 9312201"/>
              <a:gd name="connsiteY9275" fmla="*/ 1291964 h 4927186"/>
              <a:gd name="connsiteX9276" fmla="*/ 277701 w 9312201"/>
              <a:gd name="connsiteY9276" fmla="*/ 1313784 h 4927186"/>
              <a:gd name="connsiteX9277" fmla="*/ 255883 w 9312201"/>
              <a:gd name="connsiteY9277" fmla="*/ 1335604 h 4927186"/>
              <a:gd name="connsiteX9278" fmla="*/ 234062 w 9312201"/>
              <a:gd name="connsiteY9278" fmla="*/ 1313784 h 4927186"/>
              <a:gd name="connsiteX9279" fmla="*/ 255883 w 9312201"/>
              <a:gd name="connsiteY9279" fmla="*/ 1291964 h 4927186"/>
              <a:gd name="connsiteX9280" fmla="*/ 177862 w 9312201"/>
              <a:gd name="connsiteY9280" fmla="*/ 1291964 h 4927186"/>
              <a:gd name="connsiteX9281" fmla="*/ 199683 w 9312201"/>
              <a:gd name="connsiteY9281" fmla="*/ 1313784 h 4927186"/>
              <a:gd name="connsiteX9282" fmla="*/ 177862 w 9312201"/>
              <a:gd name="connsiteY9282" fmla="*/ 1335604 h 4927186"/>
              <a:gd name="connsiteX9283" fmla="*/ 156042 w 9312201"/>
              <a:gd name="connsiteY9283" fmla="*/ 1313784 h 4927186"/>
              <a:gd name="connsiteX9284" fmla="*/ 177862 w 9312201"/>
              <a:gd name="connsiteY9284" fmla="*/ 1291964 h 4927186"/>
              <a:gd name="connsiteX9285" fmla="*/ 99841 w 9312201"/>
              <a:gd name="connsiteY9285" fmla="*/ 1291964 h 4927186"/>
              <a:gd name="connsiteX9286" fmla="*/ 121661 w 9312201"/>
              <a:gd name="connsiteY9286" fmla="*/ 1313784 h 4927186"/>
              <a:gd name="connsiteX9287" fmla="*/ 99841 w 9312201"/>
              <a:gd name="connsiteY9287" fmla="*/ 1335604 h 4927186"/>
              <a:gd name="connsiteX9288" fmla="*/ 78021 w 9312201"/>
              <a:gd name="connsiteY9288" fmla="*/ 1313784 h 4927186"/>
              <a:gd name="connsiteX9289" fmla="*/ 99841 w 9312201"/>
              <a:gd name="connsiteY9289" fmla="*/ 1291964 h 4927186"/>
              <a:gd name="connsiteX9290" fmla="*/ 5708054 w 9312201"/>
              <a:gd name="connsiteY9290" fmla="*/ 1213944 h 4927186"/>
              <a:gd name="connsiteX9291" fmla="*/ 5729874 w 9312201"/>
              <a:gd name="connsiteY9291" fmla="*/ 1235764 h 4927186"/>
              <a:gd name="connsiteX9292" fmla="*/ 5708054 w 9312201"/>
              <a:gd name="connsiteY9292" fmla="*/ 1257584 h 4927186"/>
              <a:gd name="connsiteX9293" fmla="*/ 5686234 w 9312201"/>
              <a:gd name="connsiteY9293" fmla="*/ 1235764 h 4927186"/>
              <a:gd name="connsiteX9294" fmla="*/ 5708054 w 9312201"/>
              <a:gd name="connsiteY9294" fmla="*/ 1213944 h 4927186"/>
              <a:gd name="connsiteX9295" fmla="*/ 5630034 w 9312201"/>
              <a:gd name="connsiteY9295" fmla="*/ 1213944 h 4927186"/>
              <a:gd name="connsiteX9296" fmla="*/ 5651854 w 9312201"/>
              <a:gd name="connsiteY9296" fmla="*/ 1235764 h 4927186"/>
              <a:gd name="connsiteX9297" fmla="*/ 5630034 w 9312201"/>
              <a:gd name="connsiteY9297" fmla="*/ 1257584 h 4927186"/>
              <a:gd name="connsiteX9298" fmla="*/ 5608214 w 9312201"/>
              <a:gd name="connsiteY9298" fmla="*/ 1235764 h 4927186"/>
              <a:gd name="connsiteX9299" fmla="*/ 5630034 w 9312201"/>
              <a:gd name="connsiteY9299" fmla="*/ 1213944 h 4927186"/>
              <a:gd name="connsiteX9300" fmla="*/ 5552013 w 9312201"/>
              <a:gd name="connsiteY9300" fmla="*/ 1213944 h 4927186"/>
              <a:gd name="connsiteX9301" fmla="*/ 5573833 w 9312201"/>
              <a:gd name="connsiteY9301" fmla="*/ 1235764 h 4927186"/>
              <a:gd name="connsiteX9302" fmla="*/ 5552013 w 9312201"/>
              <a:gd name="connsiteY9302" fmla="*/ 1257584 h 4927186"/>
              <a:gd name="connsiteX9303" fmla="*/ 5530193 w 9312201"/>
              <a:gd name="connsiteY9303" fmla="*/ 1235764 h 4927186"/>
              <a:gd name="connsiteX9304" fmla="*/ 5552013 w 9312201"/>
              <a:gd name="connsiteY9304" fmla="*/ 1213944 h 4927186"/>
              <a:gd name="connsiteX9305" fmla="*/ 5473331 w 9312201"/>
              <a:gd name="connsiteY9305" fmla="*/ 1213944 h 4927186"/>
              <a:gd name="connsiteX9306" fmla="*/ 5495812 w 9312201"/>
              <a:gd name="connsiteY9306" fmla="*/ 1235764 h 4927186"/>
              <a:gd name="connsiteX9307" fmla="*/ 5473331 w 9312201"/>
              <a:gd name="connsiteY9307" fmla="*/ 1257584 h 4927186"/>
              <a:gd name="connsiteX9308" fmla="*/ 5450850 w 9312201"/>
              <a:gd name="connsiteY9308" fmla="*/ 1235764 h 4927186"/>
              <a:gd name="connsiteX9309" fmla="*/ 5473331 w 9312201"/>
              <a:gd name="connsiteY9309" fmla="*/ 1213944 h 4927186"/>
              <a:gd name="connsiteX9310" fmla="*/ 5395972 w 9312201"/>
              <a:gd name="connsiteY9310" fmla="*/ 1213944 h 4927186"/>
              <a:gd name="connsiteX9311" fmla="*/ 5417792 w 9312201"/>
              <a:gd name="connsiteY9311" fmla="*/ 1235764 h 4927186"/>
              <a:gd name="connsiteX9312" fmla="*/ 5395972 w 9312201"/>
              <a:gd name="connsiteY9312" fmla="*/ 1257584 h 4927186"/>
              <a:gd name="connsiteX9313" fmla="*/ 5374152 w 9312201"/>
              <a:gd name="connsiteY9313" fmla="*/ 1235764 h 4927186"/>
              <a:gd name="connsiteX9314" fmla="*/ 5395972 w 9312201"/>
              <a:gd name="connsiteY9314" fmla="*/ 1213944 h 4927186"/>
              <a:gd name="connsiteX9315" fmla="*/ 5317953 w 9312201"/>
              <a:gd name="connsiteY9315" fmla="*/ 1213944 h 4927186"/>
              <a:gd name="connsiteX9316" fmla="*/ 5339773 w 9312201"/>
              <a:gd name="connsiteY9316" fmla="*/ 1235764 h 4927186"/>
              <a:gd name="connsiteX9317" fmla="*/ 5317953 w 9312201"/>
              <a:gd name="connsiteY9317" fmla="*/ 1257584 h 4927186"/>
              <a:gd name="connsiteX9318" fmla="*/ 5296133 w 9312201"/>
              <a:gd name="connsiteY9318" fmla="*/ 1235764 h 4927186"/>
              <a:gd name="connsiteX9319" fmla="*/ 5317953 w 9312201"/>
              <a:gd name="connsiteY9319" fmla="*/ 1213944 h 4927186"/>
              <a:gd name="connsiteX9320" fmla="*/ 5239932 w 9312201"/>
              <a:gd name="connsiteY9320" fmla="*/ 1213944 h 4927186"/>
              <a:gd name="connsiteX9321" fmla="*/ 5261752 w 9312201"/>
              <a:gd name="connsiteY9321" fmla="*/ 1235764 h 4927186"/>
              <a:gd name="connsiteX9322" fmla="*/ 5239932 w 9312201"/>
              <a:gd name="connsiteY9322" fmla="*/ 1257584 h 4927186"/>
              <a:gd name="connsiteX9323" fmla="*/ 5218112 w 9312201"/>
              <a:gd name="connsiteY9323" fmla="*/ 1235764 h 4927186"/>
              <a:gd name="connsiteX9324" fmla="*/ 5239932 w 9312201"/>
              <a:gd name="connsiteY9324" fmla="*/ 1213944 h 4927186"/>
              <a:gd name="connsiteX9325" fmla="*/ 4773132 w 9312201"/>
              <a:gd name="connsiteY9325" fmla="*/ 1213944 h 4927186"/>
              <a:gd name="connsiteX9326" fmla="*/ 4794952 w 9312201"/>
              <a:gd name="connsiteY9326" fmla="*/ 1235764 h 4927186"/>
              <a:gd name="connsiteX9327" fmla="*/ 4773132 w 9312201"/>
              <a:gd name="connsiteY9327" fmla="*/ 1257584 h 4927186"/>
              <a:gd name="connsiteX9328" fmla="*/ 4751312 w 9312201"/>
              <a:gd name="connsiteY9328" fmla="*/ 1235764 h 4927186"/>
              <a:gd name="connsiteX9329" fmla="*/ 4773132 w 9312201"/>
              <a:gd name="connsiteY9329" fmla="*/ 1213944 h 4927186"/>
              <a:gd name="connsiteX9330" fmla="*/ 4695111 w 9312201"/>
              <a:gd name="connsiteY9330" fmla="*/ 1213944 h 4927186"/>
              <a:gd name="connsiteX9331" fmla="*/ 4716931 w 9312201"/>
              <a:gd name="connsiteY9331" fmla="*/ 1235764 h 4927186"/>
              <a:gd name="connsiteX9332" fmla="*/ 4695111 w 9312201"/>
              <a:gd name="connsiteY9332" fmla="*/ 1257584 h 4927186"/>
              <a:gd name="connsiteX9333" fmla="*/ 4673291 w 9312201"/>
              <a:gd name="connsiteY9333" fmla="*/ 1235764 h 4927186"/>
              <a:gd name="connsiteX9334" fmla="*/ 4695111 w 9312201"/>
              <a:gd name="connsiteY9334" fmla="*/ 1213944 h 4927186"/>
              <a:gd name="connsiteX9335" fmla="*/ 4617091 w 9312201"/>
              <a:gd name="connsiteY9335" fmla="*/ 1213944 h 4927186"/>
              <a:gd name="connsiteX9336" fmla="*/ 4638911 w 9312201"/>
              <a:gd name="connsiteY9336" fmla="*/ 1235764 h 4927186"/>
              <a:gd name="connsiteX9337" fmla="*/ 4617091 w 9312201"/>
              <a:gd name="connsiteY9337" fmla="*/ 1257584 h 4927186"/>
              <a:gd name="connsiteX9338" fmla="*/ 4595271 w 9312201"/>
              <a:gd name="connsiteY9338" fmla="*/ 1235764 h 4927186"/>
              <a:gd name="connsiteX9339" fmla="*/ 4617091 w 9312201"/>
              <a:gd name="connsiteY9339" fmla="*/ 1213944 h 4927186"/>
              <a:gd name="connsiteX9340" fmla="*/ 2670547 w 9312201"/>
              <a:gd name="connsiteY9340" fmla="*/ 1213944 h 4927186"/>
              <a:gd name="connsiteX9341" fmla="*/ 2692367 w 9312201"/>
              <a:gd name="connsiteY9341" fmla="*/ 1235764 h 4927186"/>
              <a:gd name="connsiteX9342" fmla="*/ 2670547 w 9312201"/>
              <a:gd name="connsiteY9342" fmla="*/ 1257584 h 4927186"/>
              <a:gd name="connsiteX9343" fmla="*/ 2648727 w 9312201"/>
              <a:gd name="connsiteY9343" fmla="*/ 1235764 h 4927186"/>
              <a:gd name="connsiteX9344" fmla="*/ 2670547 w 9312201"/>
              <a:gd name="connsiteY9344" fmla="*/ 1213944 h 4927186"/>
              <a:gd name="connsiteX9345" fmla="*/ 2592527 w 9312201"/>
              <a:gd name="connsiteY9345" fmla="*/ 1213944 h 4927186"/>
              <a:gd name="connsiteX9346" fmla="*/ 2614347 w 9312201"/>
              <a:gd name="connsiteY9346" fmla="*/ 1235764 h 4927186"/>
              <a:gd name="connsiteX9347" fmla="*/ 2592527 w 9312201"/>
              <a:gd name="connsiteY9347" fmla="*/ 1257584 h 4927186"/>
              <a:gd name="connsiteX9348" fmla="*/ 2570707 w 9312201"/>
              <a:gd name="connsiteY9348" fmla="*/ 1235764 h 4927186"/>
              <a:gd name="connsiteX9349" fmla="*/ 2592527 w 9312201"/>
              <a:gd name="connsiteY9349" fmla="*/ 1213944 h 4927186"/>
              <a:gd name="connsiteX9350" fmla="*/ 2513845 w 9312201"/>
              <a:gd name="connsiteY9350" fmla="*/ 1213944 h 4927186"/>
              <a:gd name="connsiteX9351" fmla="*/ 2536326 w 9312201"/>
              <a:gd name="connsiteY9351" fmla="*/ 1235764 h 4927186"/>
              <a:gd name="connsiteX9352" fmla="*/ 2513845 w 9312201"/>
              <a:gd name="connsiteY9352" fmla="*/ 1257584 h 4927186"/>
              <a:gd name="connsiteX9353" fmla="*/ 2491364 w 9312201"/>
              <a:gd name="connsiteY9353" fmla="*/ 1235764 h 4927186"/>
              <a:gd name="connsiteX9354" fmla="*/ 2513845 w 9312201"/>
              <a:gd name="connsiteY9354" fmla="*/ 1213944 h 4927186"/>
              <a:gd name="connsiteX9355" fmla="*/ 2436486 w 9312201"/>
              <a:gd name="connsiteY9355" fmla="*/ 1213944 h 4927186"/>
              <a:gd name="connsiteX9356" fmla="*/ 2458306 w 9312201"/>
              <a:gd name="connsiteY9356" fmla="*/ 1235764 h 4927186"/>
              <a:gd name="connsiteX9357" fmla="*/ 2436486 w 9312201"/>
              <a:gd name="connsiteY9357" fmla="*/ 1257584 h 4927186"/>
              <a:gd name="connsiteX9358" fmla="*/ 2414666 w 9312201"/>
              <a:gd name="connsiteY9358" fmla="*/ 1235764 h 4927186"/>
              <a:gd name="connsiteX9359" fmla="*/ 2436486 w 9312201"/>
              <a:gd name="connsiteY9359" fmla="*/ 1213944 h 4927186"/>
              <a:gd name="connsiteX9360" fmla="*/ 2358465 w 9312201"/>
              <a:gd name="connsiteY9360" fmla="*/ 1213944 h 4927186"/>
              <a:gd name="connsiteX9361" fmla="*/ 2380285 w 9312201"/>
              <a:gd name="connsiteY9361" fmla="*/ 1235764 h 4927186"/>
              <a:gd name="connsiteX9362" fmla="*/ 2358465 w 9312201"/>
              <a:gd name="connsiteY9362" fmla="*/ 1257584 h 4927186"/>
              <a:gd name="connsiteX9363" fmla="*/ 2336645 w 9312201"/>
              <a:gd name="connsiteY9363" fmla="*/ 1235764 h 4927186"/>
              <a:gd name="connsiteX9364" fmla="*/ 2358465 w 9312201"/>
              <a:gd name="connsiteY9364" fmla="*/ 1213944 h 4927186"/>
              <a:gd name="connsiteX9365" fmla="*/ 2203086 w 9312201"/>
              <a:gd name="connsiteY9365" fmla="*/ 1213944 h 4927186"/>
              <a:gd name="connsiteX9366" fmla="*/ 2225567 w 9312201"/>
              <a:gd name="connsiteY9366" fmla="*/ 1235764 h 4927186"/>
              <a:gd name="connsiteX9367" fmla="*/ 2203086 w 9312201"/>
              <a:gd name="connsiteY9367" fmla="*/ 1257584 h 4927186"/>
              <a:gd name="connsiteX9368" fmla="*/ 2180605 w 9312201"/>
              <a:gd name="connsiteY9368" fmla="*/ 1235764 h 4927186"/>
              <a:gd name="connsiteX9369" fmla="*/ 2203086 w 9312201"/>
              <a:gd name="connsiteY9369" fmla="*/ 1213944 h 4927186"/>
              <a:gd name="connsiteX9370" fmla="*/ 2125727 w 9312201"/>
              <a:gd name="connsiteY9370" fmla="*/ 1213944 h 4927186"/>
              <a:gd name="connsiteX9371" fmla="*/ 2147547 w 9312201"/>
              <a:gd name="connsiteY9371" fmla="*/ 1235764 h 4927186"/>
              <a:gd name="connsiteX9372" fmla="*/ 2125727 w 9312201"/>
              <a:gd name="connsiteY9372" fmla="*/ 1257584 h 4927186"/>
              <a:gd name="connsiteX9373" fmla="*/ 2103907 w 9312201"/>
              <a:gd name="connsiteY9373" fmla="*/ 1235764 h 4927186"/>
              <a:gd name="connsiteX9374" fmla="*/ 2125727 w 9312201"/>
              <a:gd name="connsiteY9374" fmla="*/ 1213944 h 4927186"/>
              <a:gd name="connsiteX9375" fmla="*/ 2047706 w 9312201"/>
              <a:gd name="connsiteY9375" fmla="*/ 1213944 h 4927186"/>
              <a:gd name="connsiteX9376" fmla="*/ 2069526 w 9312201"/>
              <a:gd name="connsiteY9376" fmla="*/ 1235764 h 4927186"/>
              <a:gd name="connsiteX9377" fmla="*/ 2047706 w 9312201"/>
              <a:gd name="connsiteY9377" fmla="*/ 1257584 h 4927186"/>
              <a:gd name="connsiteX9378" fmla="*/ 2025886 w 9312201"/>
              <a:gd name="connsiteY9378" fmla="*/ 1235764 h 4927186"/>
              <a:gd name="connsiteX9379" fmla="*/ 2047706 w 9312201"/>
              <a:gd name="connsiteY9379" fmla="*/ 1213944 h 4927186"/>
              <a:gd name="connsiteX9380" fmla="*/ 9212361 w 9312201"/>
              <a:gd name="connsiteY9380" fmla="*/ 1213943 h 4927186"/>
              <a:gd name="connsiteX9381" fmla="*/ 9234181 w 9312201"/>
              <a:gd name="connsiteY9381" fmla="*/ 1235763 h 4927186"/>
              <a:gd name="connsiteX9382" fmla="*/ 9212361 w 9312201"/>
              <a:gd name="connsiteY9382" fmla="*/ 1257583 h 4927186"/>
              <a:gd name="connsiteX9383" fmla="*/ 9190541 w 9312201"/>
              <a:gd name="connsiteY9383" fmla="*/ 1235763 h 4927186"/>
              <a:gd name="connsiteX9384" fmla="*/ 9212361 w 9312201"/>
              <a:gd name="connsiteY9384" fmla="*/ 1213943 h 4927186"/>
              <a:gd name="connsiteX9385" fmla="*/ 9056320 w 9312201"/>
              <a:gd name="connsiteY9385" fmla="*/ 1213943 h 4927186"/>
              <a:gd name="connsiteX9386" fmla="*/ 9078140 w 9312201"/>
              <a:gd name="connsiteY9386" fmla="*/ 1235763 h 4927186"/>
              <a:gd name="connsiteX9387" fmla="*/ 9056320 w 9312201"/>
              <a:gd name="connsiteY9387" fmla="*/ 1257583 h 4927186"/>
              <a:gd name="connsiteX9388" fmla="*/ 9034500 w 9312201"/>
              <a:gd name="connsiteY9388" fmla="*/ 1235763 h 4927186"/>
              <a:gd name="connsiteX9389" fmla="*/ 9056320 w 9312201"/>
              <a:gd name="connsiteY9389" fmla="*/ 1213943 h 4927186"/>
              <a:gd name="connsiteX9390" fmla="*/ 8978300 w 9312201"/>
              <a:gd name="connsiteY9390" fmla="*/ 1213943 h 4927186"/>
              <a:gd name="connsiteX9391" fmla="*/ 9000120 w 9312201"/>
              <a:gd name="connsiteY9391" fmla="*/ 1235763 h 4927186"/>
              <a:gd name="connsiteX9392" fmla="*/ 8978300 w 9312201"/>
              <a:gd name="connsiteY9392" fmla="*/ 1257583 h 4927186"/>
              <a:gd name="connsiteX9393" fmla="*/ 8956480 w 9312201"/>
              <a:gd name="connsiteY9393" fmla="*/ 1235763 h 4927186"/>
              <a:gd name="connsiteX9394" fmla="*/ 8978300 w 9312201"/>
              <a:gd name="connsiteY9394" fmla="*/ 1213943 h 4927186"/>
              <a:gd name="connsiteX9395" fmla="*/ 8900279 w 9312201"/>
              <a:gd name="connsiteY9395" fmla="*/ 1213943 h 4927186"/>
              <a:gd name="connsiteX9396" fmla="*/ 8922099 w 9312201"/>
              <a:gd name="connsiteY9396" fmla="*/ 1235763 h 4927186"/>
              <a:gd name="connsiteX9397" fmla="*/ 8900279 w 9312201"/>
              <a:gd name="connsiteY9397" fmla="*/ 1257583 h 4927186"/>
              <a:gd name="connsiteX9398" fmla="*/ 8878459 w 9312201"/>
              <a:gd name="connsiteY9398" fmla="*/ 1235763 h 4927186"/>
              <a:gd name="connsiteX9399" fmla="*/ 8900279 w 9312201"/>
              <a:gd name="connsiteY9399" fmla="*/ 1213943 h 4927186"/>
              <a:gd name="connsiteX9400" fmla="*/ 8822259 w 9312201"/>
              <a:gd name="connsiteY9400" fmla="*/ 1213943 h 4927186"/>
              <a:gd name="connsiteX9401" fmla="*/ 8844079 w 9312201"/>
              <a:gd name="connsiteY9401" fmla="*/ 1235763 h 4927186"/>
              <a:gd name="connsiteX9402" fmla="*/ 8822259 w 9312201"/>
              <a:gd name="connsiteY9402" fmla="*/ 1257583 h 4927186"/>
              <a:gd name="connsiteX9403" fmla="*/ 8800439 w 9312201"/>
              <a:gd name="connsiteY9403" fmla="*/ 1235763 h 4927186"/>
              <a:gd name="connsiteX9404" fmla="*/ 8822259 w 9312201"/>
              <a:gd name="connsiteY9404" fmla="*/ 1213943 h 4927186"/>
              <a:gd name="connsiteX9405" fmla="*/ 8744900 w 9312201"/>
              <a:gd name="connsiteY9405" fmla="*/ 1213943 h 4927186"/>
              <a:gd name="connsiteX9406" fmla="*/ 8767381 w 9312201"/>
              <a:gd name="connsiteY9406" fmla="*/ 1235763 h 4927186"/>
              <a:gd name="connsiteX9407" fmla="*/ 8744900 w 9312201"/>
              <a:gd name="connsiteY9407" fmla="*/ 1257583 h 4927186"/>
              <a:gd name="connsiteX9408" fmla="*/ 8722419 w 9312201"/>
              <a:gd name="connsiteY9408" fmla="*/ 1235763 h 4927186"/>
              <a:gd name="connsiteX9409" fmla="*/ 8744900 w 9312201"/>
              <a:gd name="connsiteY9409" fmla="*/ 1213943 h 4927186"/>
              <a:gd name="connsiteX9410" fmla="*/ 8667540 w 9312201"/>
              <a:gd name="connsiteY9410" fmla="*/ 1213943 h 4927186"/>
              <a:gd name="connsiteX9411" fmla="*/ 8689360 w 9312201"/>
              <a:gd name="connsiteY9411" fmla="*/ 1235763 h 4927186"/>
              <a:gd name="connsiteX9412" fmla="*/ 8667540 w 9312201"/>
              <a:gd name="connsiteY9412" fmla="*/ 1257583 h 4927186"/>
              <a:gd name="connsiteX9413" fmla="*/ 8645720 w 9312201"/>
              <a:gd name="connsiteY9413" fmla="*/ 1235763 h 4927186"/>
              <a:gd name="connsiteX9414" fmla="*/ 8667540 w 9312201"/>
              <a:gd name="connsiteY9414" fmla="*/ 1213943 h 4927186"/>
              <a:gd name="connsiteX9415" fmla="*/ 8589520 w 9312201"/>
              <a:gd name="connsiteY9415" fmla="*/ 1213943 h 4927186"/>
              <a:gd name="connsiteX9416" fmla="*/ 8611340 w 9312201"/>
              <a:gd name="connsiteY9416" fmla="*/ 1235763 h 4927186"/>
              <a:gd name="connsiteX9417" fmla="*/ 8589520 w 9312201"/>
              <a:gd name="connsiteY9417" fmla="*/ 1257583 h 4927186"/>
              <a:gd name="connsiteX9418" fmla="*/ 8567700 w 9312201"/>
              <a:gd name="connsiteY9418" fmla="*/ 1235763 h 4927186"/>
              <a:gd name="connsiteX9419" fmla="*/ 8589520 w 9312201"/>
              <a:gd name="connsiteY9419" fmla="*/ 1213943 h 4927186"/>
              <a:gd name="connsiteX9420" fmla="*/ 8511500 w 9312201"/>
              <a:gd name="connsiteY9420" fmla="*/ 1213943 h 4927186"/>
              <a:gd name="connsiteX9421" fmla="*/ 8533320 w 9312201"/>
              <a:gd name="connsiteY9421" fmla="*/ 1235763 h 4927186"/>
              <a:gd name="connsiteX9422" fmla="*/ 8511500 w 9312201"/>
              <a:gd name="connsiteY9422" fmla="*/ 1257583 h 4927186"/>
              <a:gd name="connsiteX9423" fmla="*/ 8489680 w 9312201"/>
              <a:gd name="connsiteY9423" fmla="*/ 1235763 h 4927186"/>
              <a:gd name="connsiteX9424" fmla="*/ 8511500 w 9312201"/>
              <a:gd name="connsiteY9424" fmla="*/ 1213943 h 4927186"/>
              <a:gd name="connsiteX9425" fmla="*/ 8432818 w 9312201"/>
              <a:gd name="connsiteY9425" fmla="*/ 1213943 h 4927186"/>
              <a:gd name="connsiteX9426" fmla="*/ 8455299 w 9312201"/>
              <a:gd name="connsiteY9426" fmla="*/ 1235763 h 4927186"/>
              <a:gd name="connsiteX9427" fmla="*/ 8432818 w 9312201"/>
              <a:gd name="connsiteY9427" fmla="*/ 1257583 h 4927186"/>
              <a:gd name="connsiteX9428" fmla="*/ 8410337 w 9312201"/>
              <a:gd name="connsiteY9428" fmla="*/ 1235763 h 4927186"/>
              <a:gd name="connsiteX9429" fmla="*/ 8432818 w 9312201"/>
              <a:gd name="connsiteY9429" fmla="*/ 1213943 h 4927186"/>
              <a:gd name="connsiteX9430" fmla="*/ 8355459 w 9312201"/>
              <a:gd name="connsiteY9430" fmla="*/ 1213943 h 4927186"/>
              <a:gd name="connsiteX9431" fmla="*/ 8377279 w 9312201"/>
              <a:gd name="connsiteY9431" fmla="*/ 1235763 h 4927186"/>
              <a:gd name="connsiteX9432" fmla="*/ 8355459 w 9312201"/>
              <a:gd name="connsiteY9432" fmla="*/ 1257583 h 4927186"/>
              <a:gd name="connsiteX9433" fmla="*/ 8333639 w 9312201"/>
              <a:gd name="connsiteY9433" fmla="*/ 1235763 h 4927186"/>
              <a:gd name="connsiteX9434" fmla="*/ 8355459 w 9312201"/>
              <a:gd name="connsiteY9434" fmla="*/ 1213943 h 4927186"/>
              <a:gd name="connsiteX9435" fmla="*/ 8277438 w 9312201"/>
              <a:gd name="connsiteY9435" fmla="*/ 1213943 h 4927186"/>
              <a:gd name="connsiteX9436" fmla="*/ 8299258 w 9312201"/>
              <a:gd name="connsiteY9436" fmla="*/ 1235763 h 4927186"/>
              <a:gd name="connsiteX9437" fmla="*/ 8277438 w 9312201"/>
              <a:gd name="connsiteY9437" fmla="*/ 1257583 h 4927186"/>
              <a:gd name="connsiteX9438" fmla="*/ 8255618 w 9312201"/>
              <a:gd name="connsiteY9438" fmla="*/ 1235763 h 4927186"/>
              <a:gd name="connsiteX9439" fmla="*/ 8277438 w 9312201"/>
              <a:gd name="connsiteY9439" fmla="*/ 1213943 h 4927186"/>
              <a:gd name="connsiteX9440" fmla="*/ 8199418 w 9312201"/>
              <a:gd name="connsiteY9440" fmla="*/ 1213943 h 4927186"/>
              <a:gd name="connsiteX9441" fmla="*/ 8221238 w 9312201"/>
              <a:gd name="connsiteY9441" fmla="*/ 1235763 h 4927186"/>
              <a:gd name="connsiteX9442" fmla="*/ 8199418 w 9312201"/>
              <a:gd name="connsiteY9442" fmla="*/ 1257583 h 4927186"/>
              <a:gd name="connsiteX9443" fmla="*/ 8177598 w 9312201"/>
              <a:gd name="connsiteY9443" fmla="*/ 1235763 h 4927186"/>
              <a:gd name="connsiteX9444" fmla="*/ 8199418 w 9312201"/>
              <a:gd name="connsiteY9444" fmla="*/ 1213943 h 4927186"/>
              <a:gd name="connsiteX9445" fmla="*/ 8121398 w 9312201"/>
              <a:gd name="connsiteY9445" fmla="*/ 1213943 h 4927186"/>
              <a:gd name="connsiteX9446" fmla="*/ 8143218 w 9312201"/>
              <a:gd name="connsiteY9446" fmla="*/ 1235763 h 4927186"/>
              <a:gd name="connsiteX9447" fmla="*/ 8121398 w 9312201"/>
              <a:gd name="connsiteY9447" fmla="*/ 1257583 h 4927186"/>
              <a:gd name="connsiteX9448" fmla="*/ 8099578 w 9312201"/>
              <a:gd name="connsiteY9448" fmla="*/ 1235763 h 4927186"/>
              <a:gd name="connsiteX9449" fmla="*/ 8121398 w 9312201"/>
              <a:gd name="connsiteY9449" fmla="*/ 1213943 h 4927186"/>
              <a:gd name="connsiteX9450" fmla="*/ 8044700 w 9312201"/>
              <a:gd name="connsiteY9450" fmla="*/ 1213943 h 4927186"/>
              <a:gd name="connsiteX9451" fmla="*/ 8066520 w 9312201"/>
              <a:gd name="connsiteY9451" fmla="*/ 1235763 h 4927186"/>
              <a:gd name="connsiteX9452" fmla="*/ 8044700 w 9312201"/>
              <a:gd name="connsiteY9452" fmla="*/ 1257583 h 4927186"/>
              <a:gd name="connsiteX9453" fmla="*/ 8022880 w 9312201"/>
              <a:gd name="connsiteY9453" fmla="*/ 1235763 h 4927186"/>
              <a:gd name="connsiteX9454" fmla="*/ 8044700 w 9312201"/>
              <a:gd name="connsiteY9454" fmla="*/ 1213943 h 4927186"/>
              <a:gd name="connsiteX9455" fmla="*/ 7966679 w 9312201"/>
              <a:gd name="connsiteY9455" fmla="*/ 1213943 h 4927186"/>
              <a:gd name="connsiteX9456" fmla="*/ 7988499 w 9312201"/>
              <a:gd name="connsiteY9456" fmla="*/ 1235763 h 4927186"/>
              <a:gd name="connsiteX9457" fmla="*/ 7966679 w 9312201"/>
              <a:gd name="connsiteY9457" fmla="*/ 1257583 h 4927186"/>
              <a:gd name="connsiteX9458" fmla="*/ 7944859 w 9312201"/>
              <a:gd name="connsiteY9458" fmla="*/ 1235763 h 4927186"/>
              <a:gd name="connsiteX9459" fmla="*/ 7966679 w 9312201"/>
              <a:gd name="connsiteY9459" fmla="*/ 1213943 h 4927186"/>
              <a:gd name="connsiteX9460" fmla="*/ 7888658 w 9312201"/>
              <a:gd name="connsiteY9460" fmla="*/ 1213943 h 4927186"/>
              <a:gd name="connsiteX9461" fmla="*/ 7910478 w 9312201"/>
              <a:gd name="connsiteY9461" fmla="*/ 1235763 h 4927186"/>
              <a:gd name="connsiteX9462" fmla="*/ 7888658 w 9312201"/>
              <a:gd name="connsiteY9462" fmla="*/ 1257583 h 4927186"/>
              <a:gd name="connsiteX9463" fmla="*/ 7866838 w 9312201"/>
              <a:gd name="connsiteY9463" fmla="*/ 1235763 h 4927186"/>
              <a:gd name="connsiteX9464" fmla="*/ 7888658 w 9312201"/>
              <a:gd name="connsiteY9464" fmla="*/ 1213943 h 4927186"/>
              <a:gd name="connsiteX9465" fmla="*/ 7809316 w 9312201"/>
              <a:gd name="connsiteY9465" fmla="*/ 1213943 h 4927186"/>
              <a:gd name="connsiteX9466" fmla="*/ 7831136 w 9312201"/>
              <a:gd name="connsiteY9466" fmla="*/ 1235763 h 4927186"/>
              <a:gd name="connsiteX9467" fmla="*/ 7809316 w 9312201"/>
              <a:gd name="connsiteY9467" fmla="*/ 1257583 h 4927186"/>
              <a:gd name="connsiteX9468" fmla="*/ 7787496 w 9312201"/>
              <a:gd name="connsiteY9468" fmla="*/ 1235763 h 4927186"/>
              <a:gd name="connsiteX9469" fmla="*/ 7809316 w 9312201"/>
              <a:gd name="connsiteY9469" fmla="*/ 1213943 h 4927186"/>
              <a:gd name="connsiteX9470" fmla="*/ 7731957 w 9312201"/>
              <a:gd name="connsiteY9470" fmla="*/ 1213943 h 4927186"/>
              <a:gd name="connsiteX9471" fmla="*/ 7754438 w 9312201"/>
              <a:gd name="connsiteY9471" fmla="*/ 1235763 h 4927186"/>
              <a:gd name="connsiteX9472" fmla="*/ 7731957 w 9312201"/>
              <a:gd name="connsiteY9472" fmla="*/ 1257583 h 4927186"/>
              <a:gd name="connsiteX9473" fmla="*/ 7709476 w 9312201"/>
              <a:gd name="connsiteY9473" fmla="*/ 1235763 h 4927186"/>
              <a:gd name="connsiteX9474" fmla="*/ 7731957 w 9312201"/>
              <a:gd name="connsiteY9474" fmla="*/ 1213943 h 4927186"/>
              <a:gd name="connsiteX9475" fmla="*/ 7654597 w 9312201"/>
              <a:gd name="connsiteY9475" fmla="*/ 1213943 h 4927186"/>
              <a:gd name="connsiteX9476" fmla="*/ 7676417 w 9312201"/>
              <a:gd name="connsiteY9476" fmla="*/ 1235763 h 4927186"/>
              <a:gd name="connsiteX9477" fmla="*/ 7654597 w 9312201"/>
              <a:gd name="connsiteY9477" fmla="*/ 1257583 h 4927186"/>
              <a:gd name="connsiteX9478" fmla="*/ 7632777 w 9312201"/>
              <a:gd name="connsiteY9478" fmla="*/ 1235763 h 4927186"/>
              <a:gd name="connsiteX9479" fmla="*/ 7654597 w 9312201"/>
              <a:gd name="connsiteY9479" fmla="*/ 1213943 h 4927186"/>
              <a:gd name="connsiteX9480" fmla="*/ 7576577 w 9312201"/>
              <a:gd name="connsiteY9480" fmla="*/ 1213943 h 4927186"/>
              <a:gd name="connsiteX9481" fmla="*/ 7598397 w 9312201"/>
              <a:gd name="connsiteY9481" fmla="*/ 1235763 h 4927186"/>
              <a:gd name="connsiteX9482" fmla="*/ 7576577 w 9312201"/>
              <a:gd name="connsiteY9482" fmla="*/ 1257583 h 4927186"/>
              <a:gd name="connsiteX9483" fmla="*/ 7554757 w 9312201"/>
              <a:gd name="connsiteY9483" fmla="*/ 1235763 h 4927186"/>
              <a:gd name="connsiteX9484" fmla="*/ 7576577 w 9312201"/>
              <a:gd name="connsiteY9484" fmla="*/ 1213943 h 4927186"/>
              <a:gd name="connsiteX9485" fmla="*/ 7498556 w 9312201"/>
              <a:gd name="connsiteY9485" fmla="*/ 1213943 h 4927186"/>
              <a:gd name="connsiteX9486" fmla="*/ 7520376 w 9312201"/>
              <a:gd name="connsiteY9486" fmla="*/ 1235763 h 4927186"/>
              <a:gd name="connsiteX9487" fmla="*/ 7498556 w 9312201"/>
              <a:gd name="connsiteY9487" fmla="*/ 1257583 h 4927186"/>
              <a:gd name="connsiteX9488" fmla="*/ 7476736 w 9312201"/>
              <a:gd name="connsiteY9488" fmla="*/ 1235763 h 4927186"/>
              <a:gd name="connsiteX9489" fmla="*/ 7498556 w 9312201"/>
              <a:gd name="connsiteY9489" fmla="*/ 1213943 h 4927186"/>
              <a:gd name="connsiteX9490" fmla="*/ 7421198 w 9312201"/>
              <a:gd name="connsiteY9490" fmla="*/ 1213943 h 4927186"/>
              <a:gd name="connsiteX9491" fmla="*/ 7443679 w 9312201"/>
              <a:gd name="connsiteY9491" fmla="*/ 1235763 h 4927186"/>
              <a:gd name="connsiteX9492" fmla="*/ 7421198 w 9312201"/>
              <a:gd name="connsiteY9492" fmla="*/ 1257583 h 4927186"/>
              <a:gd name="connsiteX9493" fmla="*/ 7398717 w 9312201"/>
              <a:gd name="connsiteY9493" fmla="*/ 1235763 h 4927186"/>
              <a:gd name="connsiteX9494" fmla="*/ 7421198 w 9312201"/>
              <a:gd name="connsiteY9494" fmla="*/ 1213943 h 4927186"/>
              <a:gd name="connsiteX9495" fmla="*/ 7343838 w 9312201"/>
              <a:gd name="connsiteY9495" fmla="*/ 1213943 h 4927186"/>
              <a:gd name="connsiteX9496" fmla="*/ 7365658 w 9312201"/>
              <a:gd name="connsiteY9496" fmla="*/ 1235763 h 4927186"/>
              <a:gd name="connsiteX9497" fmla="*/ 7343838 w 9312201"/>
              <a:gd name="connsiteY9497" fmla="*/ 1257583 h 4927186"/>
              <a:gd name="connsiteX9498" fmla="*/ 7322018 w 9312201"/>
              <a:gd name="connsiteY9498" fmla="*/ 1235763 h 4927186"/>
              <a:gd name="connsiteX9499" fmla="*/ 7343838 w 9312201"/>
              <a:gd name="connsiteY9499" fmla="*/ 1213943 h 4927186"/>
              <a:gd name="connsiteX9500" fmla="*/ 7264495 w 9312201"/>
              <a:gd name="connsiteY9500" fmla="*/ 1213943 h 4927186"/>
              <a:gd name="connsiteX9501" fmla="*/ 7286315 w 9312201"/>
              <a:gd name="connsiteY9501" fmla="*/ 1235763 h 4927186"/>
              <a:gd name="connsiteX9502" fmla="*/ 7264495 w 9312201"/>
              <a:gd name="connsiteY9502" fmla="*/ 1257583 h 4927186"/>
              <a:gd name="connsiteX9503" fmla="*/ 7242675 w 9312201"/>
              <a:gd name="connsiteY9503" fmla="*/ 1235763 h 4927186"/>
              <a:gd name="connsiteX9504" fmla="*/ 7264495 w 9312201"/>
              <a:gd name="connsiteY9504" fmla="*/ 1213943 h 4927186"/>
              <a:gd name="connsiteX9505" fmla="*/ 7186475 w 9312201"/>
              <a:gd name="connsiteY9505" fmla="*/ 1213943 h 4927186"/>
              <a:gd name="connsiteX9506" fmla="*/ 7208295 w 9312201"/>
              <a:gd name="connsiteY9506" fmla="*/ 1235763 h 4927186"/>
              <a:gd name="connsiteX9507" fmla="*/ 7186475 w 9312201"/>
              <a:gd name="connsiteY9507" fmla="*/ 1257583 h 4927186"/>
              <a:gd name="connsiteX9508" fmla="*/ 7164655 w 9312201"/>
              <a:gd name="connsiteY9508" fmla="*/ 1235763 h 4927186"/>
              <a:gd name="connsiteX9509" fmla="*/ 7186475 w 9312201"/>
              <a:gd name="connsiteY9509" fmla="*/ 1213943 h 4927186"/>
              <a:gd name="connsiteX9510" fmla="*/ 7109116 w 9312201"/>
              <a:gd name="connsiteY9510" fmla="*/ 1213943 h 4927186"/>
              <a:gd name="connsiteX9511" fmla="*/ 7131597 w 9312201"/>
              <a:gd name="connsiteY9511" fmla="*/ 1235763 h 4927186"/>
              <a:gd name="connsiteX9512" fmla="*/ 7109116 w 9312201"/>
              <a:gd name="connsiteY9512" fmla="*/ 1257583 h 4927186"/>
              <a:gd name="connsiteX9513" fmla="*/ 7086635 w 9312201"/>
              <a:gd name="connsiteY9513" fmla="*/ 1235763 h 4927186"/>
              <a:gd name="connsiteX9514" fmla="*/ 7109116 w 9312201"/>
              <a:gd name="connsiteY9514" fmla="*/ 1213943 h 4927186"/>
              <a:gd name="connsiteX9515" fmla="*/ 7031757 w 9312201"/>
              <a:gd name="connsiteY9515" fmla="*/ 1213943 h 4927186"/>
              <a:gd name="connsiteX9516" fmla="*/ 7053577 w 9312201"/>
              <a:gd name="connsiteY9516" fmla="*/ 1235763 h 4927186"/>
              <a:gd name="connsiteX9517" fmla="*/ 7031757 w 9312201"/>
              <a:gd name="connsiteY9517" fmla="*/ 1257583 h 4927186"/>
              <a:gd name="connsiteX9518" fmla="*/ 7009937 w 9312201"/>
              <a:gd name="connsiteY9518" fmla="*/ 1235763 h 4927186"/>
              <a:gd name="connsiteX9519" fmla="*/ 7031757 w 9312201"/>
              <a:gd name="connsiteY9519" fmla="*/ 1213943 h 4927186"/>
              <a:gd name="connsiteX9520" fmla="*/ 6953736 w 9312201"/>
              <a:gd name="connsiteY9520" fmla="*/ 1213943 h 4927186"/>
              <a:gd name="connsiteX9521" fmla="*/ 6975556 w 9312201"/>
              <a:gd name="connsiteY9521" fmla="*/ 1235763 h 4927186"/>
              <a:gd name="connsiteX9522" fmla="*/ 6953736 w 9312201"/>
              <a:gd name="connsiteY9522" fmla="*/ 1257583 h 4927186"/>
              <a:gd name="connsiteX9523" fmla="*/ 6931916 w 9312201"/>
              <a:gd name="connsiteY9523" fmla="*/ 1235763 h 4927186"/>
              <a:gd name="connsiteX9524" fmla="*/ 6953736 w 9312201"/>
              <a:gd name="connsiteY9524" fmla="*/ 1213943 h 4927186"/>
              <a:gd name="connsiteX9525" fmla="*/ 6875716 w 9312201"/>
              <a:gd name="connsiteY9525" fmla="*/ 1213943 h 4927186"/>
              <a:gd name="connsiteX9526" fmla="*/ 6897536 w 9312201"/>
              <a:gd name="connsiteY9526" fmla="*/ 1235763 h 4927186"/>
              <a:gd name="connsiteX9527" fmla="*/ 6875716 w 9312201"/>
              <a:gd name="connsiteY9527" fmla="*/ 1257583 h 4927186"/>
              <a:gd name="connsiteX9528" fmla="*/ 6853896 w 9312201"/>
              <a:gd name="connsiteY9528" fmla="*/ 1235763 h 4927186"/>
              <a:gd name="connsiteX9529" fmla="*/ 6875716 w 9312201"/>
              <a:gd name="connsiteY9529" fmla="*/ 1213943 h 4927186"/>
              <a:gd name="connsiteX9530" fmla="*/ 6798356 w 9312201"/>
              <a:gd name="connsiteY9530" fmla="*/ 1213943 h 4927186"/>
              <a:gd name="connsiteX9531" fmla="*/ 6820837 w 9312201"/>
              <a:gd name="connsiteY9531" fmla="*/ 1235763 h 4927186"/>
              <a:gd name="connsiteX9532" fmla="*/ 6798356 w 9312201"/>
              <a:gd name="connsiteY9532" fmla="*/ 1257583 h 4927186"/>
              <a:gd name="connsiteX9533" fmla="*/ 6775875 w 9312201"/>
              <a:gd name="connsiteY9533" fmla="*/ 1235763 h 4927186"/>
              <a:gd name="connsiteX9534" fmla="*/ 6798356 w 9312201"/>
              <a:gd name="connsiteY9534" fmla="*/ 1213943 h 4927186"/>
              <a:gd name="connsiteX9535" fmla="*/ 6719675 w 9312201"/>
              <a:gd name="connsiteY9535" fmla="*/ 1213943 h 4927186"/>
              <a:gd name="connsiteX9536" fmla="*/ 6741495 w 9312201"/>
              <a:gd name="connsiteY9536" fmla="*/ 1235763 h 4927186"/>
              <a:gd name="connsiteX9537" fmla="*/ 6719675 w 9312201"/>
              <a:gd name="connsiteY9537" fmla="*/ 1257583 h 4927186"/>
              <a:gd name="connsiteX9538" fmla="*/ 6697855 w 9312201"/>
              <a:gd name="connsiteY9538" fmla="*/ 1235763 h 4927186"/>
              <a:gd name="connsiteX9539" fmla="*/ 6719675 w 9312201"/>
              <a:gd name="connsiteY9539" fmla="*/ 1213943 h 4927186"/>
              <a:gd name="connsiteX9540" fmla="*/ 6641655 w 9312201"/>
              <a:gd name="connsiteY9540" fmla="*/ 1213943 h 4927186"/>
              <a:gd name="connsiteX9541" fmla="*/ 6663475 w 9312201"/>
              <a:gd name="connsiteY9541" fmla="*/ 1235763 h 4927186"/>
              <a:gd name="connsiteX9542" fmla="*/ 6641655 w 9312201"/>
              <a:gd name="connsiteY9542" fmla="*/ 1257583 h 4927186"/>
              <a:gd name="connsiteX9543" fmla="*/ 6619835 w 9312201"/>
              <a:gd name="connsiteY9543" fmla="*/ 1235763 h 4927186"/>
              <a:gd name="connsiteX9544" fmla="*/ 6641655 w 9312201"/>
              <a:gd name="connsiteY9544" fmla="*/ 1213943 h 4927186"/>
              <a:gd name="connsiteX9545" fmla="*/ 6563634 w 9312201"/>
              <a:gd name="connsiteY9545" fmla="*/ 1213943 h 4927186"/>
              <a:gd name="connsiteX9546" fmla="*/ 6585454 w 9312201"/>
              <a:gd name="connsiteY9546" fmla="*/ 1235763 h 4927186"/>
              <a:gd name="connsiteX9547" fmla="*/ 6563634 w 9312201"/>
              <a:gd name="connsiteY9547" fmla="*/ 1257583 h 4927186"/>
              <a:gd name="connsiteX9548" fmla="*/ 6541814 w 9312201"/>
              <a:gd name="connsiteY9548" fmla="*/ 1235763 h 4927186"/>
              <a:gd name="connsiteX9549" fmla="*/ 6563634 w 9312201"/>
              <a:gd name="connsiteY9549" fmla="*/ 1213943 h 4927186"/>
              <a:gd name="connsiteX9550" fmla="*/ 6485613 w 9312201"/>
              <a:gd name="connsiteY9550" fmla="*/ 1213943 h 4927186"/>
              <a:gd name="connsiteX9551" fmla="*/ 6507433 w 9312201"/>
              <a:gd name="connsiteY9551" fmla="*/ 1235763 h 4927186"/>
              <a:gd name="connsiteX9552" fmla="*/ 6485613 w 9312201"/>
              <a:gd name="connsiteY9552" fmla="*/ 1257583 h 4927186"/>
              <a:gd name="connsiteX9553" fmla="*/ 6463793 w 9312201"/>
              <a:gd name="connsiteY9553" fmla="*/ 1235763 h 4927186"/>
              <a:gd name="connsiteX9554" fmla="*/ 6485613 w 9312201"/>
              <a:gd name="connsiteY9554" fmla="*/ 1213943 h 4927186"/>
              <a:gd name="connsiteX9555" fmla="*/ 6408916 w 9312201"/>
              <a:gd name="connsiteY9555" fmla="*/ 1213943 h 4927186"/>
              <a:gd name="connsiteX9556" fmla="*/ 6430736 w 9312201"/>
              <a:gd name="connsiteY9556" fmla="*/ 1235763 h 4927186"/>
              <a:gd name="connsiteX9557" fmla="*/ 6408916 w 9312201"/>
              <a:gd name="connsiteY9557" fmla="*/ 1257583 h 4927186"/>
              <a:gd name="connsiteX9558" fmla="*/ 6387096 w 9312201"/>
              <a:gd name="connsiteY9558" fmla="*/ 1235763 h 4927186"/>
              <a:gd name="connsiteX9559" fmla="*/ 6408916 w 9312201"/>
              <a:gd name="connsiteY9559" fmla="*/ 1213943 h 4927186"/>
              <a:gd name="connsiteX9560" fmla="*/ 6330896 w 9312201"/>
              <a:gd name="connsiteY9560" fmla="*/ 1213943 h 4927186"/>
              <a:gd name="connsiteX9561" fmla="*/ 6352716 w 9312201"/>
              <a:gd name="connsiteY9561" fmla="*/ 1235763 h 4927186"/>
              <a:gd name="connsiteX9562" fmla="*/ 6330896 w 9312201"/>
              <a:gd name="connsiteY9562" fmla="*/ 1257583 h 4927186"/>
              <a:gd name="connsiteX9563" fmla="*/ 6309076 w 9312201"/>
              <a:gd name="connsiteY9563" fmla="*/ 1235763 h 4927186"/>
              <a:gd name="connsiteX9564" fmla="*/ 6330896 w 9312201"/>
              <a:gd name="connsiteY9564" fmla="*/ 1213943 h 4927186"/>
              <a:gd name="connsiteX9565" fmla="*/ 6252875 w 9312201"/>
              <a:gd name="connsiteY9565" fmla="*/ 1213943 h 4927186"/>
              <a:gd name="connsiteX9566" fmla="*/ 6274695 w 9312201"/>
              <a:gd name="connsiteY9566" fmla="*/ 1235763 h 4927186"/>
              <a:gd name="connsiteX9567" fmla="*/ 6252875 w 9312201"/>
              <a:gd name="connsiteY9567" fmla="*/ 1257583 h 4927186"/>
              <a:gd name="connsiteX9568" fmla="*/ 6231055 w 9312201"/>
              <a:gd name="connsiteY9568" fmla="*/ 1235763 h 4927186"/>
              <a:gd name="connsiteX9569" fmla="*/ 6252875 w 9312201"/>
              <a:gd name="connsiteY9569" fmla="*/ 1213943 h 4927186"/>
              <a:gd name="connsiteX9570" fmla="*/ 6174854 w 9312201"/>
              <a:gd name="connsiteY9570" fmla="*/ 1213943 h 4927186"/>
              <a:gd name="connsiteX9571" fmla="*/ 6196674 w 9312201"/>
              <a:gd name="connsiteY9571" fmla="*/ 1235763 h 4927186"/>
              <a:gd name="connsiteX9572" fmla="*/ 6174854 w 9312201"/>
              <a:gd name="connsiteY9572" fmla="*/ 1257583 h 4927186"/>
              <a:gd name="connsiteX9573" fmla="*/ 6153034 w 9312201"/>
              <a:gd name="connsiteY9573" fmla="*/ 1235763 h 4927186"/>
              <a:gd name="connsiteX9574" fmla="*/ 6174854 w 9312201"/>
              <a:gd name="connsiteY9574" fmla="*/ 1213943 h 4927186"/>
              <a:gd name="connsiteX9575" fmla="*/ 6096834 w 9312201"/>
              <a:gd name="connsiteY9575" fmla="*/ 1213943 h 4927186"/>
              <a:gd name="connsiteX9576" fmla="*/ 6118654 w 9312201"/>
              <a:gd name="connsiteY9576" fmla="*/ 1235763 h 4927186"/>
              <a:gd name="connsiteX9577" fmla="*/ 6096834 w 9312201"/>
              <a:gd name="connsiteY9577" fmla="*/ 1257583 h 4927186"/>
              <a:gd name="connsiteX9578" fmla="*/ 6075014 w 9312201"/>
              <a:gd name="connsiteY9578" fmla="*/ 1235763 h 4927186"/>
              <a:gd name="connsiteX9579" fmla="*/ 6096834 w 9312201"/>
              <a:gd name="connsiteY9579" fmla="*/ 1213943 h 4927186"/>
              <a:gd name="connsiteX9580" fmla="*/ 6018814 w 9312201"/>
              <a:gd name="connsiteY9580" fmla="*/ 1213943 h 4927186"/>
              <a:gd name="connsiteX9581" fmla="*/ 6040634 w 9312201"/>
              <a:gd name="connsiteY9581" fmla="*/ 1235763 h 4927186"/>
              <a:gd name="connsiteX9582" fmla="*/ 6018814 w 9312201"/>
              <a:gd name="connsiteY9582" fmla="*/ 1257583 h 4927186"/>
              <a:gd name="connsiteX9583" fmla="*/ 5996994 w 9312201"/>
              <a:gd name="connsiteY9583" fmla="*/ 1235763 h 4927186"/>
              <a:gd name="connsiteX9584" fmla="*/ 6018814 w 9312201"/>
              <a:gd name="connsiteY9584" fmla="*/ 1213943 h 4927186"/>
              <a:gd name="connsiteX9585" fmla="*/ 5940793 w 9312201"/>
              <a:gd name="connsiteY9585" fmla="*/ 1213943 h 4927186"/>
              <a:gd name="connsiteX9586" fmla="*/ 5962613 w 9312201"/>
              <a:gd name="connsiteY9586" fmla="*/ 1235763 h 4927186"/>
              <a:gd name="connsiteX9587" fmla="*/ 5940793 w 9312201"/>
              <a:gd name="connsiteY9587" fmla="*/ 1257583 h 4927186"/>
              <a:gd name="connsiteX9588" fmla="*/ 5918973 w 9312201"/>
              <a:gd name="connsiteY9588" fmla="*/ 1235763 h 4927186"/>
              <a:gd name="connsiteX9589" fmla="*/ 5940793 w 9312201"/>
              <a:gd name="connsiteY9589" fmla="*/ 1213943 h 4927186"/>
              <a:gd name="connsiteX9590" fmla="*/ 5862773 w 9312201"/>
              <a:gd name="connsiteY9590" fmla="*/ 1213943 h 4927186"/>
              <a:gd name="connsiteX9591" fmla="*/ 5884593 w 9312201"/>
              <a:gd name="connsiteY9591" fmla="*/ 1235763 h 4927186"/>
              <a:gd name="connsiteX9592" fmla="*/ 5862773 w 9312201"/>
              <a:gd name="connsiteY9592" fmla="*/ 1257583 h 4927186"/>
              <a:gd name="connsiteX9593" fmla="*/ 5840953 w 9312201"/>
              <a:gd name="connsiteY9593" fmla="*/ 1235763 h 4927186"/>
              <a:gd name="connsiteX9594" fmla="*/ 5862773 w 9312201"/>
              <a:gd name="connsiteY9594" fmla="*/ 1213943 h 4927186"/>
              <a:gd name="connsiteX9595" fmla="*/ 5785413 w 9312201"/>
              <a:gd name="connsiteY9595" fmla="*/ 1213943 h 4927186"/>
              <a:gd name="connsiteX9596" fmla="*/ 5807894 w 9312201"/>
              <a:gd name="connsiteY9596" fmla="*/ 1235763 h 4927186"/>
              <a:gd name="connsiteX9597" fmla="*/ 5785413 w 9312201"/>
              <a:gd name="connsiteY9597" fmla="*/ 1257583 h 4927186"/>
              <a:gd name="connsiteX9598" fmla="*/ 5762932 w 9312201"/>
              <a:gd name="connsiteY9598" fmla="*/ 1235763 h 4927186"/>
              <a:gd name="connsiteX9599" fmla="*/ 5785413 w 9312201"/>
              <a:gd name="connsiteY9599" fmla="*/ 1213943 h 4927186"/>
              <a:gd name="connsiteX9600" fmla="*/ 5162572 w 9312201"/>
              <a:gd name="connsiteY9600" fmla="*/ 1213943 h 4927186"/>
              <a:gd name="connsiteX9601" fmla="*/ 5185053 w 9312201"/>
              <a:gd name="connsiteY9601" fmla="*/ 1235763 h 4927186"/>
              <a:gd name="connsiteX9602" fmla="*/ 5162572 w 9312201"/>
              <a:gd name="connsiteY9602" fmla="*/ 1257583 h 4927186"/>
              <a:gd name="connsiteX9603" fmla="*/ 5140091 w 9312201"/>
              <a:gd name="connsiteY9603" fmla="*/ 1235763 h 4927186"/>
              <a:gd name="connsiteX9604" fmla="*/ 5162572 w 9312201"/>
              <a:gd name="connsiteY9604" fmla="*/ 1213943 h 4927186"/>
              <a:gd name="connsiteX9605" fmla="*/ 5085212 w 9312201"/>
              <a:gd name="connsiteY9605" fmla="*/ 1213943 h 4927186"/>
              <a:gd name="connsiteX9606" fmla="*/ 5107032 w 9312201"/>
              <a:gd name="connsiteY9606" fmla="*/ 1235763 h 4927186"/>
              <a:gd name="connsiteX9607" fmla="*/ 5085212 w 9312201"/>
              <a:gd name="connsiteY9607" fmla="*/ 1257583 h 4927186"/>
              <a:gd name="connsiteX9608" fmla="*/ 5063392 w 9312201"/>
              <a:gd name="connsiteY9608" fmla="*/ 1235763 h 4927186"/>
              <a:gd name="connsiteX9609" fmla="*/ 5085212 w 9312201"/>
              <a:gd name="connsiteY9609" fmla="*/ 1213943 h 4927186"/>
              <a:gd name="connsiteX9610" fmla="*/ 5007193 w 9312201"/>
              <a:gd name="connsiteY9610" fmla="*/ 1213943 h 4927186"/>
              <a:gd name="connsiteX9611" fmla="*/ 5029013 w 9312201"/>
              <a:gd name="connsiteY9611" fmla="*/ 1235763 h 4927186"/>
              <a:gd name="connsiteX9612" fmla="*/ 5007193 w 9312201"/>
              <a:gd name="connsiteY9612" fmla="*/ 1257583 h 4927186"/>
              <a:gd name="connsiteX9613" fmla="*/ 4985373 w 9312201"/>
              <a:gd name="connsiteY9613" fmla="*/ 1235763 h 4927186"/>
              <a:gd name="connsiteX9614" fmla="*/ 5007193 w 9312201"/>
              <a:gd name="connsiteY9614" fmla="*/ 1213943 h 4927186"/>
              <a:gd name="connsiteX9615" fmla="*/ 4928511 w 9312201"/>
              <a:gd name="connsiteY9615" fmla="*/ 1213943 h 4927186"/>
              <a:gd name="connsiteX9616" fmla="*/ 4950992 w 9312201"/>
              <a:gd name="connsiteY9616" fmla="*/ 1235763 h 4927186"/>
              <a:gd name="connsiteX9617" fmla="*/ 4928511 w 9312201"/>
              <a:gd name="connsiteY9617" fmla="*/ 1257583 h 4927186"/>
              <a:gd name="connsiteX9618" fmla="*/ 4906030 w 9312201"/>
              <a:gd name="connsiteY9618" fmla="*/ 1235763 h 4927186"/>
              <a:gd name="connsiteX9619" fmla="*/ 4928511 w 9312201"/>
              <a:gd name="connsiteY9619" fmla="*/ 1213943 h 4927186"/>
              <a:gd name="connsiteX9620" fmla="*/ 4850490 w 9312201"/>
              <a:gd name="connsiteY9620" fmla="*/ 1213943 h 4927186"/>
              <a:gd name="connsiteX9621" fmla="*/ 4872971 w 9312201"/>
              <a:gd name="connsiteY9621" fmla="*/ 1235763 h 4927186"/>
              <a:gd name="connsiteX9622" fmla="*/ 4850490 w 9312201"/>
              <a:gd name="connsiteY9622" fmla="*/ 1257583 h 4927186"/>
              <a:gd name="connsiteX9623" fmla="*/ 4828009 w 9312201"/>
              <a:gd name="connsiteY9623" fmla="*/ 1235763 h 4927186"/>
              <a:gd name="connsiteX9624" fmla="*/ 4850490 w 9312201"/>
              <a:gd name="connsiteY9624" fmla="*/ 1213943 h 4927186"/>
              <a:gd name="connsiteX9625" fmla="*/ 1968363 w 9312201"/>
              <a:gd name="connsiteY9625" fmla="*/ 1213943 h 4927186"/>
              <a:gd name="connsiteX9626" fmla="*/ 1990183 w 9312201"/>
              <a:gd name="connsiteY9626" fmla="*/ 1235763 h 4927186"/>
              <a:gd name="connsiteX9627" fmla="*/ 1968363 w 9312201"/>
              <a:gd name="connsiteY9627" fmla="*/ 1257583 h 4927186"/>
              <a:gd name="connsiteX9628" fmla="*/ 1946543 w 9312201"/>
              <a:gd name="connsiteY9628" fmla="*/ 1235763 h 4927186"/>
              <a:gd name="connsiteX9629" fmla="*/ 1968363 w 9312201"/>
              <a:gd name="connsiteY9629" fmla="*/ 1213943 h 4927186"/>
              <a:gd name="connsiteX9630" fmla="*/ 1891011 w 9312201"/>
              <a:gd name="connsiteY9630" fmla="*/ 1213943 h 4927186"/>
              <a:gd name="connsiteX9631" fmla="*/ 1913495 w 9312201"/>
              <a:gd name="connsiteY9631" fmla="*/ 1235763 h 4927186"/>
              <a:gd name="connsiteX9632" fmla="*/ 1891011 w 9312201"/>
              <a:gd name="connsiteY9632" fmla="*/ 1257583 h 4927186"/>
              <a:gd name="connsiteX9633" fmla="*/ 1868529 w 9312201"/>
              <a:gd name="connsiteY9633" fmla="*/ 1235763 h 4927186"/>
              <a:gd name="connsiteX9634" fmla="*/ 1891011 w 9312201"/>
              <a:gd name="connsiteY9634" fmla="*/ 1213943 h 4927186"/>
              <a:gd name="connsiteX9635" fmla="*/ 1813657 w 9312201"/>
              <a:gd name="connsiteY9635" fmla="*/ 1213943 h 4927186"/>
              <a:gd name="connsiteX9636" fmla="*/ 1835474 w 9312201"/>
              <a:gd name="connsiteY9636" fmla="*/ 1235763 h 4927186"/>
              <a:gd name="connsiteX9637" fmla="*/ 1813657 w 9312201"/>
              <a:gd name="connsiteY9637" fmla="*/ 1257583 h 4927186"/>
              <a:gd name="connsiteX9638" fmla="*/ 1791833 w 9312201"/>
              <a:gd name="connsiteY9638" fmla="*/ 1235763 h 4927186"/>
              <a:gd name="connsiteX9639" fmla="*/ 1813657 w 9312201"/>
              <a:gd name="connsiteY9639" fmla="*/ 1213943 h 4927186"/>
              <a:gd name="connsiteX9640" fmla="*/ 1735633 w 9312201"/>
              <a:gd name="connsiteY9640" fmla="*/ 1213943 h 4927186"/>
              <a:gd name="connsiteX9641" fmla="*/ 1757457 w 9312201"/>
              <a:gd name="connsiteY9641" fmla="*/ 1235763 h 4927186"/>
              <a:gd name="connsiteX9642" fmla="*/ 1735633 w 9312201"/>
              <a:gd name="connsiteY9642" fmla="*/ 1257583 h 4927186"/>
              <a:gd name="connsiteX9643" fmla="*/ 1713819 w 9312201"/>
              <a:gd name="connsiteY9643" fmla="*/ 1235763 h 4927186"/>
              <a:gd name="connsiteX9644" fmla="*/ 1735633 w 9312201"/>
              <a:gd name="connsiteY9644" fmla="*/ 1213943 h 4927186"/>
              <a:gd name="connsiteX9645" fmla="*/ 1657611 w 9312201"/>
              <a:gd name="connsiteY9645" fmla="*/ 1213943 h 4927186"/>
              <a:gd name="connsiteX9646" fmla="*/ 1679436 w 9312201"/>
              <a:gd name="connsiteY9646" fmla="*/ 1235763 h 4927186"/>
              <a:gd name="connsiteX9647" fmla="*/ 1657611 w 9312201"/>
              <a:gd name="connsiteY9647" fmla="*/ 1257583 h 4927186"/>
              <a:gd name="connsiteX9648" fmla="*/ 1635796 w 9312201"/>
              <a:gd name="connsiteY9648" fmla="*/ 1235763 h 4927186"/>
              <a:gd name="connsiteX9649" fmla="*/ 1657611 w 9312201"/>
              <a:gd name="connsiteY9649" fmla="*/ 1213943 h 4927186"/>
              <a:gd name="connsiteX9650" fmla="*/ 1580257 w 9312201"/>
              <a:gd name="connsiteY9650" fmla="*/ 1213943 h 4927186"/>
              <a:gd name="connsiteX9651" fmla="*/ 1602734 w 9312201"/>
              <a:gd name="connsiteY9651" fmla="*/ 1235763 h 4927186"/>
              <a:gd name="connsiteX9652" fmla="*/ 1580257 w 9312201"/>
              <a:gd name="connsiteY9652" fmla="*/ 1257583 h 4927186"/>
              <a:gd name="connsiteX9653" fmla="*/ 1557771 w 9312201"/>
              <a:gd name="connsiteY9653" fmla="*/ 1235763 h 4927186"/>
              <a:gd name="connsiteX9654" fmla="*/ 1580257 w 9312201"/>
              <a:gd name="connsiteY9654" fmla="*/ 1213943 h 4927186"/>
              <a:gd name="connsiteX9655" fmla="*/ 1502899 w 9312201"/>
              <a:gd name="connsiteY9655" fmla="*/ 1213943 h 4927186"/>
              <a:gd name="connsiteX9656" fmla="*/ 1524717 w 9312201"/>
              <a:gd name="connsiteY9656" fmla="*/ 1235763 h 4927186"/>
              <a:gd name="connsiteX9657" fmla="*/ 1502899 w 9312201"/>
              <a:gd name="connsiteY9657" fmla="*/ 1257583 h 4927186"/>
              <a:gd name="connsiteX9658" fmla="*/ 1481077 w 9312201"/>
              <a:gd name="connsiteY9658" fmla="*/ 1235763 h 4927186"/>
              <a:gd name="connsiteX9659" fmla="*/ 1502899 w 9312201"/>
              <a:gd name="connsiteY9659" fmla="*/ 1213943 h 4927186"/>
              <a:gd name="connsiteX9660" fmla="*/ 1424212 w 9312201"/>
              <a:gd name="connsiteY9660" fmla="*/ 1213943 h 4927186"/>
              <a:gd name="connsiteX9661" fmla="*/ 1446695 w 9312201"/>
              <a:gd name="connsiteY9661" fmla="*/ 1235763 h 4927186"/>
              <a:gd name="connsiteX9662" fmla="*/ 1424212 w 9312201"/>
              <a:gd name="connsiteY9662" fmla="*/ 1257583 h 4927186"/>
              <a:gd name="connsiteX9663" fmla="*/ 1401732 w 9312201"/>
              <a:gd name="connsiteY9663" fmla="*/ 1235763 h 4927186"/>
              <a:gd name="connsiteX9664" fmla="*/ 1424212 w 9312201"/>
              <a:gd name="connsiteY9664" fmla="*/ 1213943 h 4927186"/>
              <a:gd name="connsiteX9665" fmla="*/ 1345530 w 9312201"/>
              <a:gd name="connsiteY9665" fmla="*/ 1213943 h 4927186"/>
              <a:gd name="connsiteX9666" fmla="*/ 1367350 w 9312201"/>
              <a:gd name="connsiteY9666" fmla="*/ 1235763 h 4927186"/>
              <a:gd name="connsiteX9667" fmla="*/ 1345530 w 9312201"/>
              <a:gd name="connsiteY9667" fmla="*/ 1257583 h 4927186"/>
              <a:gd name="connsiteX9668" fmla="*/ 1323709 w 9312201"/>
              <a:gd name="connsiteY9668" fmla="*/ 1235763 h 4927186"/>
              <a:gd name="connsiteX9669" fmla="*/ 1345530 w 9312201"/>
              <a:gd name="connsiteY9669" fmla="*/ 1213943 h 4927186"/>
              <a:gd name="connsiteX9670" fmla="*/ 1268169 w 9312201"/>
              <a:gd name="connsiteY9670" fmla="*/ 1213943 h 4927186"/>
              <a:gd name="connsiteX9671" fmla="*/ 1290660 w 9312201"/>
              <a:gd name="connsiteY9671" fmla="*/ 1235763 h 4927186"/>
              <a:gd name="connsiteX9672" fmla="*/ 1268169 w 9312201"/>
              <a:gd name="connsiteY9672" fmla="*/ 1257583 h 4927186"/>
              <a:gd name="connsiteX9673" fmla="*/ 1245691 w 9312201"/>
              <a:gd name="connsiteY9673" fmla="*/ 1235763 h 4927186"/>
              <a:gd name="connsiteX9674" fmla="*/ 1268169 w 9312201"/>
              <a:gd name="connsiteY9674" fmla="*/ 1213943 h 4927186"/>
              <a:gd name="connsiteX9675" fmla="*/ 1190817 w 9312201"/>
              <a:gd name="connsiteY9675" fmla="*/ 1213943 h 4927186"/>
              <a:gd name="connsiteX9676" fmla="*/ 1212636 w 9312201"/>
              <a:gd name="connsiteY9676" fmla="*/ 1235763 h 4927186"/>
              <a:gd name="connsiteX9677" fmla="*/ 1190817 w 9312201"/>
              <a:gd name="connsiteY9677" fmla="*/ 1257583 h 4927186"/>
              <a:gd name="connsiteX9678" fmla="*/ 1168996 w 9312201"/>
              <a:gd name="connsiteY9678" fmla="*/ 1235763 h 4927186"/>
              <a:gd name="connsiteX9679" fmla="*/ 1190817 w 9312201"/>
              <a:gd name="connsiteY9679" fmla="*/ 1213943 h 4927186"/>
              <a:gd name="connsiteX9680" fmla="*/ 1112792 w 9312201"/>
              <a:gd name="connsiteY9680" fmla="*/ 1213943 h 4927186"/>
              <a:gd name="connsiteX9681" fmla="*/ 1134609 w 9312201"/>
              <a:gd name="connsiteY9681" fmla="*/ 1235763 h 4927186"/>
              <a:gd name="connsiteX9682" fmla="*/ 1112792 w 9312201"/>
              <a:gd name="connsiteY9682" fmla="*/ 1257583 h 4927186"/>
              <a:gd name="connsiteX9683" fmla="*/ 1090972 w 9312201"/>
              <a:gd name="connsiteY9683" fmla="*/ 1235763 h 4927186"/>
              <a:gd name="connsiteX9684" fmla="*/ 1112792 w 9312201"/>
              <a:gd name="connsiteY9684" fmla="*/ 1213943 h 4927186"/>
              <a:gd name="connsiteX9685" fmla="*/ 1034768 w 9312201"/>
              <a:gd name="connsiteY9685" fmla="*/ 1213943 h 4927186"/>
              <a:gd name="connsiteX9686" fmla="*/ 1056586 w 9312201"/>
              <a:gd name="connsiteY9686" fmla="*/ 1235763 h 4927186"/>
              <a:gd name="connsiteX9687" fmla="*/ 1034768 w 9312201"/>
              <a:gd name="connsiteY9687" fmla="*/ 1257583 h 4927186"/>
              <a:gd name="connsiteX9688" fmla="*/ 1012952 w 9312201"/>
              <a:gd name="connsiteY9688" fmla="*/ 1235763 h 4927186"/>
              <a:gd name="connsiteX9689" fmla="*/ 1034768 w 9312201"/>
              <a:gd name="connsiteY9689" fmla="*/ 1213943 h 4927186"/>
              <a:gd name="connsiteX9690" fmla="*/ 956746 w 9312201"/>
              <a:gd name="connsiteY9690" fmla="*/ 1213943 h 4927186"/>
              <a:gd name="connsiteX9691" fmla="*/ 978570 w 9312201"/>
              <a:gd name="connsiteY9691" fmla="*/ 1235763 h 4927186"/>
              <a:gd name="connsiteX9692" fmla="*/ 956746 w 9312201"/>
              <a:gd name="connsiteY9692" fmla="*/ 1257583 h 4927186"/>
              <a:gd name="connsiteX9693" fmla="*/ 934926 w 9312201"/>
              <a:gd name="connsiteY9693" fmla="*/ 1235763 h 4927186"/>
              <a:gd name="connsiteX9694" fmla="*/ 956746 w 9312201"/>
              <a:gd name="connsiteY9694" fmla="*/ 1213943 h 4927186"/>
              <a:gd name="connsiteX9695" fmla="*/ 880049 w 9312201"/>
              <a:gd name="connsiteY9695" fmla="*/ 1213943 h 4927186"/>
              <a:gd name="connsiteX9696" fmla="*/ 901869 w 9312201"/>
              <a:gd name="connsiteY9696" fmla="*/ 1235763 h 4927186"/>
              <a:gd name="connsiteX9697" fmla="*/ 880049 w 9312201"/>
              <a:gd name="connsiteY9697" fmla="*/ 1257583 h 4927186"/>
              <a:gd name="connsiteX9698" fmla="*/ 858229 w 9312201"/>
              <a:gd name="connsiteY9698" fmla="*/ 1235763 h 4927186"/>
              <a:gd name="connsiteX9699" fmla="*/ 880049 w 9312201"/>
              <a:gd name="connsiteY9699" fmla="*/ 1213943 h 4927186"/>
              <a:gd name="connsiteX9700" fmla="*/ 800708 w 9312201"/>
              <a:gd name="connsiteY9700" fmla="*/ 1213943 h 4927186"/>
              <a:gd name="connsiteX9701" fmla="*/ 822526 w 9312201"/>
              <a:gd name="connsiteY9701" fmla="*/ 1235763 h 4927186"/>
              <a:gd name="connsiteX9702" fmla="*/ 800708 w 9312201"/>
              <a:gd name="connsiteY9702" fmla="*/ 1257583 h 4927186"/>
              <a:gd name="connsiteX9703" fmla="*/ 778885 w 9312201"/>
              <a:gd name="connsiteY9703" fmla="*/ 1235763 h 4927186"/>
              <a:gd name="connsiteX9704" fmla="*/ 800708 w 9312201"/>
              <a:gd name="connsiteY9704" fmla="*/ 1213943 h 4927186"/>
              <a:gd name="connsiteX9705" fmla="*/ 722684 w 9312201"/>
              <a:gd name="connsiteY9705" fmla="*/ 1213943 h 4927186"/>
              <a:gd name="connsiteX9706" fmla="*/ 744504 w 9312201"/>
              <a:gd name="connsiteY9706" fmla="*/ 1235763 h 4927186"/>
              <a:gd name="connsiteX9707" fmla="*/ 722684 w 9312201"/>
              <a:gd name="connsiteY9707" fmla="*/ 1257583 h 4927186"/>
              <a:gd name="connsiteX9708" fmla="*/ 700862 w 9312201"/>
              <a:gd name="connsiteY9708" fmla="*/ 1235763 h 4927186"/>
              <a:gd name="connsiteX9709" fmla="*/ 722684 w 9312201"/>
              <a:gd name="connsiteY9709" fmla="*/ 1213943 h 4927186"/>
              <a:gd name="connsiteX9710" fmla="*/ 644665 w 9312201"/>
              <a:gd name="connsiteY9710" fmla="*/ 1213943 h 4927186"/>
              <a:gd name="connsiteX9711" fmla="*/ 666485 w 9312201"/>
              <a:gd name="connsiteY9711" fmla="*/ 1235763 h 4927186"/>
              <a:gd name="connsiteX9712" fmla="*/ 644665 w 9312201"/>
              <a:gd name="connsiteY9712" fmla="*/ 1257583 h 4927186"/>
              <a:gd name="connsiteX9713" fmla="*/ 622842 w 9312201"/>
              <a:gd name="connsiteY9713" fmla="*/ 1235763 h 4927186"/>
              <a:gd name="connsiteX9714" fmla="*/ 644665 w 9312201"/>
              <a:gd name="connsiteY9714" fmla="*/ 1213943 h 4927186"/>
              <a:gd name="connsiteX9715" fmla="*/ 567304 w 9312201"/>
              <a:gd name="connsiteY9715" fmla="*/ 1213943 h 4927186"/>
              <a:gd name="connsiteX9716" fmla="*/ 589784 w 9312201"/>
              <a:gd name="connsiteY9716" fmla="*/ 1235763 h 4927186"/>
              <a:gd name="connsiteX9717" fmla="*/ 567304 w 9312201"/>
              <a:gd name="connsiteY9717" fmla="*/ 1257583 h 4927186"/>
              <a:gd name="connsiteX9718" fmla="*/ 544822 w 9312201"/>
              <a:gd name="connsiteY9718" fmla="*/ 1235763 h 4927186"/>
              <a:gd name="connsiteX9719" fmla="*/ 567304 w 9312201"/>
              <a:gd name="connsiteY9719" fmla="*/ 1213943 h 4927186"/>
              <a:gd name="connsiteX9720" fmla="*/ 489945 w 9312201"/>
              <a:gd name="connsiteY9720" fmla="*/ 1213943 h 4927186"/>
              <a:gd name="connsiteX9721" fmla="*/ 511765 w 9312201"/>
              <a:gd name="connsiteY9721" fmla="*/ 1235763 h 4927186"/>
              <a:gd name="connsiteX9722" fmla="*/ 489945 w 9312201"/>
              <a:gd name="connsiteY9722" fmla="*/ 1257583 h 4927186"/>
              <a:gd name="connsiteX9723" fmla="*/ 468126 w 9312201"/>
              <a:gd name="connsiteY9723" fmla="*/ 1235763 h 4927186"/>
              <a:gd name="connsiteX9724" fmla="*/ 489945 w 9312201"/>
              <a:gd name="connsiteY9724" fmla="*/ 1213943 h 4927186"/>
              <a:gd name="connsiteX9725" fmla="*/ 411925 w 9312201"/>
              <a:gd name="connsiteY9725" fmla="*/ 1213943 h 4927186"/>
              <a:gd name="connsiteX9726" fmla="*/ 433742 w 9312201"/>
              <a:gd name="connsiteY9726" fmla="*/ 1235763 h 4927186"/>
              <a:gd name="connsiteX9727" fmla="*/ 411925 w 9312201"/>
              <a:gd name="connsiteY9727" fmla="*/ 1257583 h 4927186"/>
              <a:gd name="connsiteX9728" fmla="*/ 390105 w 9312201"/>
              <a:gd name="connsiteY9728" fmla="*/ 1235763 h 4927186"/>
              <a:gd name="connsiteX9729" fmla="*/ 411925 w 9312201"/>
              <a:gd name="connsiteY9729" fmla="*/ 1213943 h 4927186"/>
              <a:gd name="connsiteX9730" fmla="*/ 333903 w 9312201"/>
              <a:gd name="connsiteY9730" fmla="*/ 1213943 h 4927186"/>
              <a:gd name="connsiteX9731" fmla="*/ 355723 w 9312201"/>
              <a:gd name="connsiteY9731" fmla="*/ 1235763 h 4927186"/>
              <a:gd name="connsiteX9732" fmla="*/ 333903 w 9312201"/>
              <a:gd name="connsiteY9732" fmla="*/ 1257583 h 4927186"/>
              <a:gd name="connsiteX9733" fmla="*/ 312083 w 9312201"/>
              <a:gd name="connsiteY9733" fmla="*/ 1235763 h 4927186"/>
              <a:gd name="connsiteX9734" fmla="*/ 333903 w 9312201"/>
              <a:gd name="connsiteY9734" fmla="*/ 1213943 h 4927186"/>
              <a:gd name="connsiteX9735" fmla="*/ 255883 w 9312201"/>
              <a:gd name="connsiteY9735" fmla="*/ 1213943 h 4927186"/>
              <a:gd name="connsiteX9736" fmla="*/ 277701 w 9312201"/>
              <a:gd name="connsiteY9736" fmla="*/ 1235763 h 4927186"/>
              <a:gd name="connsiteX9737" fmla="*/ 255883 w 9312201"/>
              <a:gd name="connsiteY9737" fmla="*/ 1257583 h 4927186"/>
              <a:gd name="connsiteX9738" fmla="*/ 234062 w 9312201"/>
              <a:gd name="connsiteY9738" fmla="*/ 1235763 h 4927186"/>
              <a:gd name="connsiteX9739" fmla="*/ 255883 w 9312201"/>
              <a:gd name="connsiteY9739" fmla="*/ 1213943 h 4927186"/>
              <a:gd name="connsiteX9740" fmla="*/ 177862 w 9312201"/>
              <a:gd name="connsiteY9740" fmla="*/ 1213943 h 4927186"/>
              <a:gd name="connsiteX9741" fmla="*/ 199683 w 9312201"/>
              <a:gd name="connsiteY9741" fmla="*/ 1235763 h 4927186"/>
              <a:gd name="connsiteX9742" fmla="*/ 177862 w 9312201"/>
              <a:gd name="connsiteY9742" fmla="*/ 1257583 h 4927186"/>
              <a:gd name="connsiteX9743" fmla="*/ 156042 w 9312201"/>
              <a:gd name="connsiteY9743" fmla="*/ 1235763 h 4927186"/>
              <a:gd name="connsiteX9744" fmla="*/ 177862 w 9312201"/>
              <a:gd name="connsiteY9744" fmla="*/ 1213943 h 4927186"/>
              <a:gd name="connsiteX9745" fmla="*/ 99841 w 9312201"/>
              <a:gd name="connsiteY9745" fmla="*/ 1213943 h 4927186"/>
              <a:gd name="connsiteX9746" fmla="*/ 121661 w 9312201"/>
              <a:gd name="connsiteY9746" fmla="*/ 1235763 h 4927186"/>
              <a:gd name="connsiteX9747" fmla="*/ 99841 w 9312201"/>
              <a:gd name="connsiteY9747" fmla="*/ 1257583 h 4927186"/>
              <a:gd name="connsiteX9748" fmla="*/ 78021 w 9312201"/>
              <a:gd name="connsiteY9748" fmla="*/ 1235763 h 4927186"/>
              <a:gd name="connsiteX9749" fmla="*/ 99841 w 9312201"/>
              <a:gd name="connsiteY9749" fmla="*/ 1213943 h 4927186"/>
              <a:gd name="connsiteX9750" fmla="*/ 21820 w 9312201"/>
              <a:gd name="connsiteY9750" fmla="*/ 1213943 h 4927186"/>
              <a:gd name="connsiteX9751" fmla="*/ 43640 w 9312201"/>
              <a:gd name="connsiteY9751" fmla="*/ 1235763 h 4927186"/>
              <a:gd name="connsiteX9752" fmla="*/ 21820 w 9312201"/>
              <a:gd name="connsiteY9752" fmla="*/ 1257583 h 4927186"/>
              <a:gd name="connsiteX9753" fmla="*/ 0 w 9312201"/>
              <a:gd name="connsiteY9753" fmla="*/ 1235763 h 4927186"/>
              <a:gd name="connsiteX9754" fmla="*/ 21820 w 9312201"/>
              <a:gd name="connsiteY9754" fmla="*/ 1213943 h 4927186"/>
              <a:gd name="connsiteX9755" fmla="*/ 3293388 w 9312201"/>
              <a:gd name="connsiteY9755" fmla="*/ 1170305 h 4927186"/>
              <a:gd name="connsiteX9756" fmla="*/ 3315208 w 9312201"/>
              <a:gd name="connsiteY9756" fmla="*/ 1192125 h 4927186"/>
              <a:gd name="connsiteX9757" fmla="*/ 3293388 w 9312201"/>
              <a:gd name="connsiteY9757" fmla="*/ 1213945 h 4927186"/>
              <a:gd name="connsiteX9758" fmla="*/ 3271568 w 9312201"/>
              <a:gd name="connsiteY9758" fmla="*/ 1192125 h 4927186"/>
              <a:gd name="connsiteX9759" fmla="*/ 3293388 w 9312201"/>
              <a:gd name="connsiteY9759" fmla="*/ 1170305 h 4927186"/>
              <a:gd name="connsiteX9760" fmla="*/ 3215368 w 9312201"/>
              <a:gd name="connsiteY9760" fmla="*/ 1170305 h 4927186"/>
              <a:gd name="connsiteX9761" fmla="*/ 3237188 w 9312201"/>
              <a:gd name="connsiteY9761" fmla="*/ 1192125 h 4927186"/>
              <a:gd name="connsiteX9762" fmla="*/ 3215368 w 9312201"/>
              <a:gd name="connsiteY9762" fmla="*/ 1213945 h 4927186"/>
              <a:gd name="connsiteX9763" fmla="*/ 3193548 w 9312201"/>
              <a:gd name="connsiteY9763" fmla="*/ 1192125 h 4927186"/>
              <a:gd name="connsiteX9764" fmla="*/ 3215368 w 9312201"/>
              <a:gd name="connsiteY9764" fmla="*/ 1170305 h 4927186"/>
              <a:gd name="connsiteX9765" fmla="*/ 9290381 w 9312201"/>
              <a:gd name="connsiteY9765" fmla="*/ 1134601 h 4927186"/>
              <a:gd name="connsiteX9766" fmla="*/ 9312201 w 9312201"/>
              <a:gd name="connsiteY9766" fmla="*/ 1156421 h 4927186"/>
              <a:gd name="connsiteX9767" fmla="*/ 9290381 w 9312201"/>
              <a:gd name="connsiteY9767" fmla="*/ 1178241 h 4927186"/>
              <a:gd name="connsiteX9768" fmla="*/ 9268561 w 9312201"/>
              <a:gd name="connsiteY9768" fmla="*/ 1156421 h 4927186"/>
              <a:gd name="connsiteX9769" fmla="*/ 9290381 w 9312201"/>
              <a:gd name="connsiteY9769" fmla="*/ 1134601 h 4927186"/>
              <a:gd name="connsiteX9770" fmla="*/ 9212361 w 9312201"/>
              <a:gd name="connsiteY9770" fmla="*/ 1134601 h 4927186"/>
              <a:gd name="connsiteX9771" fmla="*/ 9234181 w 9312201"/>
              <a:gd name="connsiteY9771" fmla="*/ 1156421 h 4927186"/>
              <a:gd name="connsiteX9772" fmla="*/ 9212361 w 9312201"/>
              <a:gd name="connsiteY9772" fmla="*/ 1178241 h 4927186"/>
              <a:gd name="connsiteX9773" fmla="*/ 9190541 w 9312201"/>
              <a:gd name="connsiteY9773" fmla="*/ 1156421 h 4927186"/>
              <a:gd name="connsiteX9774" fmla="*/ 9212361 w 9312201"/>
              <a:gd name="connsiteY9774" fmla="*/ 1134601 h 4927186"/>
              <a:gd name="connsiteX9775" fmla="*/ 9134341 w 9312201"/>
              <a:gd name="connsiteY9775" fmla="*/ 1134601 h 4927186"/>
              <a:gd name="connsiteX9776" fmla="*/ 9156161 w 9312201"/>
              <a:gd name="connsiteY9776" fmla="*/ 1156421 h 4927186"/>
              <a:gd name="connsiteX9777" fmla="*/ 9134341 w 9312201"/>
              <a:gd name="connsiteY9777" fmla="*/ 1178241 h 4927186"/>
              <a:gd name="connsiteX9778" fmla="*/ 9112521 w 9312201"/>
              <a:gd name="connsiteY9778" fmla="*/ 1156421 h 4927186"/>
              <a:gd name="connsiteX9779" fmla="*/ 9134341 w 9312201"/>
              <a:gd name="connsiteY9779" fmla="*/ 1134601 h 4927186"/>
              <a:gd name="connsiteX9780" fmla="*/ 9056320 w 9312201"/>
              <a:gd name="connsiteY9780" fmla="*/ 1134601 h 4927186"/>
              <a:gd name="connsiteX9781" fmla="*/ 9078140 w 9312201"/>
              <a:gd name="connsiteY9781" fmla="*/ 1156421 h 4927186"/>
              <a:gd name="connsiteX9782" fmla="*/ 9056320 w 9312201"/>
              <a:gd name="connsiteY9782" fmla="*/ 1178241 h 4927186"/>
              <a:gd name="connsiteX9783" fmla="*/ 9034500 w 9312201"/>
              <a:gd name="connsiteY9783" fmla="*/ 1156421 h 4927186"/>
              <a:gd name="connsiteX9784" fmla="*/ 9056320 w 9312201"/>
              <a:gd name="connsiteY9784" fmla="*/ 1134601 h 4927186"/>
              <a:gd name="connsiteX9785" fmla="*/ 8978300 w 9312201"/>
              <a:gd name="connsiteY9785" fmla="*/ 1134601 h 4927186"/>
              <a:gd name="connsiteX9786" fmla="*/ 9000120 w 9312201"/>
              <a:gd name="connsiteY9786" fmla="*/ 1156421 h 4927186"/>
              <a:gd name="connsiteX9787" fmla="*/ 8978300 w 9312201"/>
              <a:gd name="connsiteY9787" fmla="*/ 1178241 h 4927186"/>
              <a:gd name="connsiteX9788" fmla="*/ 8956480 w 9312201"/>
              <a:gd name="connsiteY9788" fmla="*/ 1156421 h 4927186"/>
              <a:gd name="connsiteX9789" fmla="*/ 8978300 w 9312201"/>
              <a:gd name="connsiteY9789" fmla="*/ 1134601 h 4927186"/>
              <a:gd name="connsiteX9790" fmla="*/ 8900279 w 9312201"/>
              <a:gd name="connsiteY9790" fmla="*/ 1134601 h 4927186"/>
              <a:gd name="connsiteX9791" fmla="*/ 8922099 w 9312201"/>
              <a:gd name="connsiteY9791" fmla="*/ 1156421 h 4927186"/>
              <a:gd name="connsiteX9792" fmla="*/ 8900279 w 9312201"/>
              <a:gd name="connsiteY9792" fmla="*/ 1178241 h 4927186"/>
              <a:gd name="connsiteX9793" fmla="*/ 8878459 w 9312201"/>
              <a:gd name="connsiteY9793" fmla="*/ 1156421 h 4927186"/>
              <a:gd name="connsiteX9794" fmla="*/ 8900279 w 9312201"/>
              <a:gd name="connsiteY9794" fmla="*/ 1134601 h 4927186"/>
              <a:gd name="connsiteX9795" fmla="*/ 8822259 w 9312201"/>
              <a:gd name="connsiteY9795" fmla="*/ 1134601 h 4927186"/>
              <a:gd name="connsiteX9796" fmla="*/ 8844079 w 9312201"/>
              <a:gd name="connsiteY9796" fmla="*/ 1156421 h 4927186"/>
              <a:gd name="connsiteX9797" fmla="*/ 8822259 w 9312201"/>
              <a:gd name="connsiteY9797" fmla="*/ 1178241 h 4927186"/>
              <a:gd name="connsiteX9798" fmla="*/ 8800439 w 9312201"/>
              <a:gd name="connsiteY9798" fmla="*/ 1156421 h 4927186"/>
              <a:gd name="connsiteX9799" fmla="*/ 8822259 w 9312201"/>
              <a:gd name="connsiteY9799" fmla="*/ 1134601 h 4927186"/>
              <a:gd name="connsiteX9800" fmla="*/ 8744900 w 9312201"/>
              <a:gd name="connsiteY9800" fmla="*/ 1134601 h 4927186"/>
              <a:gd name="connsiteX9801" fmla="*/ 8767381 w 9312201"/>
              <a:gd name="connsiteY9801" fmla="*/ 1156421 h 4927186"/>
              <a:gd name="connsiteX9802" fmla="*/ 8744900 w 9312201"/>
              <a:gd name="connsiteY9802" fmla="*/ 1178241 h 4927186"/>
              <a:gd name="connsiteX9803" fmla="*/ 8722419 w 9312201"/>
              <a:gd name="connsiteY9803" fmla="*/ 1156421 h 4927186"/>
              <a:gd name="connsiteX9804" fmla="*/ 8744900 w 9312201"/>
              <a:gd name="connsiteY9804" fmla="*/ 1134601 h 4927186"/>
              <a:gd name="connsiteX9805" fmla="*/ 8667540 w 9312201"/>
              <a:gd name="connsiteY9805" fmla="*/ 1134601 h 4927186"/>
              <a:gd name="connsiteX9806" fmla="*/ 8689360 w 9312201"/>
              <a:gd name="connsiteY9806" fmla="*/ 1156421 h 4927186"/>
              <a:gd name="connsiteX9807" fmla="*/ 8667540 w 9312201"/>
              <a:gd name="connsiteY9807" fmla="*/ 1178241 h 4927186"/>
              <a:gd name="connsiteX9808" fmla="*/ 8645720 w 9312201"/>
              <a:gd name="connsiteY9808" fmla="*/ 1156421 h 4927186"/>
              <a:gd name="connsiteX9809" fmla="*/ 8667540 w 9312201"/>
              <a:gd name="connsiteY9809" fmla="*/ 1134601 h 4927186"/>
              <a:gd name="connsiteX9810" fmla="*/ 8589520 w 9312201"/>
              <a:gd name="connsiteY9810" fmla="*/ 1134601 h 4927186"/>
              <a:gd name="connsiteX9811" fmla="*/ 8611340 w 9312201"/>
              <a:gd name="connsiteY9811" fmla="*/ 1156421 h 4927186"/>
              <a:gd name="connsiteX9812" fmla="*/ 8589520 w 9312201"/>
              <a:gd name="connsiteY9812" fmla="*/ 1178241 h 4927186"/>
              <a:gd name="connsiteX9813" fmla="*/ 8567700 w 9312201"/>
              <a:gd name="connsiteY9813" fmla="*/ 1156421 h 4927186"/>
              <a:gd name="connsiteX9814" fmla="*/ 8589520 w 9312201"/>
              <a:gd name="connsiteY9814" fmla="*/ 1134601 h 4927186"/>
              <a:gd name="connsiteX9815" fmla="*/ 8511500 w 9312201"/>
              <a:gd name="connsiteY9815" fmla="*/ 1134601 h 4927186"/>
              <a:gd name="connsiteX9816" fmla="*/ 8533320 w 9312201"/>
              <a:gd name="connsiteY9816" fmla="*/ 1156421 h 4927186"/>
              <a:gd name="connsiteX9817" fmla="*/ 8511500 w 9312201"/>
              <a:gd name="connsiteY9817" fmla="*/ 1178241 h 4927186"/>
              <a:gd name="connsiteX9818" fmla="*/ 8489680 w 9312201"/>
              <a:gd name="connsiteY9818" fmla="*/ 1156421 h 4927186"/>
              <a:gd name="connsiteX9819" fmla="*/ 8511500 w 9312201"/>
              <a:gd name="connsiteY9819" fmla="*/ 1134601 h 4927186"/>
              <a:gd name="connsiteX9820" fmla="*/ 8432818 w 9312201"/>
              <a:gd name="connsiteY9820" fmla="*/ 1134601 h 4927186"/>
              <a:gd name="connsiteX9821" fmla="*/ 8455299 w 9312201"/>
              <a:gd name="connsiteY9821" fmla="*/ 1156421 h 4927186"/>
              <a:gd name="connsiteX9822" fmla="*/ 8432818 w 9312201"/>
              <a:gd name="connsiteY9822" fmla="*/ 1178241 h 4927186"/>
              <a:gd name="connsiteX9823" fmla="*/ 8410337 w 9312201"/>
              <a:gd name="connsiteY9823" fmla="*/ 1156421 h 4927186"/>
              <a:gd name="connsiteX9824" fmla="*/ 8432818 w 9312201"/>
              <a:gd name="connsiteY9824" fmla="*/ 1134601 h 4927186"/>
              <a:gd name="connsiteX9825" fmla="*/ 8355459 w 9312201"/>
              <a:gd name="connsiteY9825" fmla="*/ 1134601 h 4927186"/>
              <a:gd name="connsiteX9826" fmla="*/ 8377279 w 9312201"/>
              <a:gd name="connsiteY9826" fmla="*/ 1156421 h 4927186"/>
              <a:gd name="connsiteX9827" fmla="*/ 8355459 w 9312201"/>
              <a:gd name="connsiteY9827" fmla="*/ 1178241 h 4927186"/>
              <a:gd name="connsiteX9828" fmla="*/ 8333639 w 9312201"/>
              <a:gd name="connsiteY9828" fmla="*/ 1156421 h 4927186"/>
              <a:gd name="connsiteX9829" fmla="*/ 8355459 w 9312201"/>
              <a:gd name="connsiteY9829" fmla="*/ 1134601 h 4927186"/>
              <a:gd name="connsiteX9830" fmla="*/ 8277438 w 9312201"/>
              <a:gd name="connsiteY9830" fmla="*/ 1134601 h 4927186"/>
              <a:gd name="connsiteX9831" fmla="*/ 8299258 w 9312201"/>
              <a:gd name="connsiteY9831" fmla="*/ 1156421 h 4927186"/>
              <a:gd name="connsiteX9832" fmla="*/ 8277438 w 9312201"/>
              <a:gd name="connsiteY9832" fmla="*/ 1178241 h 4927186"/>
              <a:gd name="connsiteX9833" fmla="*/ 8255618 w 9312201"/>
              <a:gd name="connsiteY9833" fmla="*/ 1156421 h 4927186"/>
              <a:gd name="connsiteX9834" fmla="*/ 8277438 w 9312201"/>
              <a:gd name="connsiteY9834" fmla="*/ 1134601 h 4927186"/>
              <a:gd name="connsiteX9835" fmla="*/ 8199418 w 9312201"/>
              <a:gd name="connsiteY9835" fmla="*/ 1134601 h 4927186"/>
              <a:gd name="connsiteX9836" fmla="*/ 8221238 w 9312201"/>
              <a:gd name="connsiteY9836" fmla="*/ 1156421 h 4927186"/>
              <a:gd name="connsiteX9837" fmla="*/ 8199418 w 9312201"/>
              <a:gd name="connsiteY9837" fmla="*/ 1178241 h 4927186"/>
              <a:gd name="connsiteX9838" fmla="*/ 8177598 w 9312201"/>
              <a:gd name="connsiteY9838" fmla="*/ 1156421 h 4927186"/>
              <a:gd name="connsiteX9839" fmla="*/ 8199418 w 9312201"/>
              <a:gd name="connsiteY9839" fmla="*/ 1134601 h 4927186"/>
              <a:gd name="connsiteX9840" fmla="*/ 8121398 w 9312201"/>
              <a:gd name="connsiteY9840" fmla="*/ 1134601 h 4927186"/>
              <a:gd name="connsiteX9841" fmla="*/ 8143218 w 9312201"/>
              <a:gd name="connsiteY9841" fmla="*/ 1156421 h 4927186"/>
              <a:gd name="connsiteX9842" fmla="*/ 8121398 w 9312201"/>
              <a:gd name="connsiteY9842" fmla="*/ 1178241 h 4927186"/>
              <a:gd name="connsiteX9843" fmla="*/ 8099578 w 9312201"/>
              <a:gd name="connsiteY9843" fmla="*/ 1156421 h 4927186"/>
              <a:gd name="connsiteX9844" fmla="*/ 8121398 w 9312201"/>
              <a:gd name="connsiteY9844" fmla="*/ 1134601 h 4927186"/>
              <a:gd name="connsiteX9845" fmla="*/ 8044700 w 9312201"/>
              <a:gd name="connsiteY9845" fmla="*/ 1134601 h 4927186"/>
              <a:gd name="connsiteX9846" fmla="*/ 8066520 w 9312201"/>
              <a:gd name="connsiteY9846" fmla="*/ 1156421 h 4927186"/>
              <a:gd name="connsiteX9847" fmla="*/ 8044700 w 9312201"/>
              <a:gd name="connsiteY9847" fmla="*/ 1178241 h 4927186"/>
              <a:gd name="connsiteX9848" fmla="*/ 8022880 w 9312201"/>
              <a:gd name="connsiteY9848" fmla="*/ 1156421 h 4927186"/>
              <a:gd name="connsiteX9849" fmla="*/ 8044700 w 9312201"/>
              <a:gd name="connsiteY9849" fmla="*/ 1134601 h 4927186"/>
              <a:gd name="connsiteX9850" fmla="*/ 7966679 w 9312201"/>
              <a:gd name="connsiteY9850" fmla="*/ 1134601 h 4927186"/>
              <a:gd name="connsiteX9851" fmla="*/ 7988499 w 9312201"/>
              <a:gd name="connsiteY9851" fmla="*/ 1156421 h 4927186"/>
              <a:gd name="connsiteX9852" fmla="*/ 7966679 w 9312201"/>
              <a:gd name="connsiteY9852" fmla="*/ 1178241 h 4927186"/>
              <a:gd name="connsiteX9853" fmla="*/ 7944859 w 9312201"/>
              <a:gd name="connsiteY9853" fmla="*/ 1156421 h 4927186"/>
              <a:gd name="connsiteX9854" fmla="*/ 7966679 w 9312201"/>
              <a:gd name="connsiteY9854" fmla="*/ 1134601 h 4927186"/>
              <a:gd name="connsiteX9855" fmla="*/ 7888658 w 9312201"/>
              <a:gd name="connsiteY9855" fmla="*/ 1134601 h 4927186"/>
              <a:gd name="connsiteX9856" fmla="*/ 7910478 w 9312201"/>
              <a:gd name="connsiteY9856" fmla="*/ 1156421 h 4927186"/>
              <a:gd name="connsiteX9857" fmla="*/ 7888658 w 9312201"/>
              <a:gd name="connsiteY9857" fmla="*/ 1178241 h 4927186"/>
              <a:gd name="connsiteX9858" fmla="*/ 7866838 w 9312201"/>
              <a:gd name="connsiteY9858" fmla="*/ 1156421 h 4927186"/>
              <a:gd name="connsiteX9859" fmla="*/ 7888658 w 9312201"/>
              <a:gd name="connsiteY9859" fmla="*/ 1134601 h 4927186"/>
              <a:gd name="connsiteX9860" fmla="*/ 7809316 w 9312201"/>
              <a:gd name="connsiteY9860" fmla="*/ 1134601 h 4927186"/>
              <a:gd name="connsiteX9861" fmla="*/ 7831136 w 9312201"/>
              <a:gd name="connsiteY9861" fmla="*/ 1156421 h 4927186"/>
              <a:gd name="connsiteX9862" fmla="*/ 7809316 w 9312201"/>
              <a:gd name="connsiteY9862" fmla="*/ 1178241 h 4927186"/>
              <a:gd name="connsiteX9863" fmla="*/ 7787496 w 9312201"/>
              <a:gd name="connsiteY9863" fmla="*/ 1156421 h 4927186"/>
              <a:gd name="connsiteX9864" fmla="*/ 7809316 w 9312201"/>
              <a:gd name="connsiteY9864" fmla="*/ 1134601 h 4927186"/>
              <a:gd name="connsiteX9865" fmla="*/ 7731957 w 9312201"/>
              <a:gd name="connsiteY9865" fmla="*/ 1134601 h 4927186"/>
              <a:gd name="connsiteX9866" fmla="*/ 7754438 w 9312201"/>
              <a:gd name="connsiteY9866" fmla="*/ 1156421 h 4927186"/>
              <a:gd name="connsiteX9867" fmla="*/ 7731957 w 9312201"/>
              <a:gd name="connsiteY9867" fmla="*/ 1178241 h 4927186"/>
              <a:gd name="connsiteX9868" fmla="*/ 7709476 w 9312201"/>
              <a:gd name="connsiteY9868" fmla="*/ 1156421 h 4927186"/>
              <a:gd name="connsiteX9869" fmla="*/ 7731957 w 9312201"/>
              <a:gd name="connsiteY9869" fmla="*/ 1134601 h 4927186"/>
              <a:gd name="connsiteX9870" fmla="*/ 7654597 w 9312201"/>
              <a:gd name="connsiteY9870" fmla="*/ 1134601 h 4927186"/>
              <a:gd name="connsiteX9871" fmla="*/ 7676417 w 9312201"/>
              <a:gd name="connsiteY9871" fmla="*/ 1156421 h 4927186"/>
              <a:gd name="connsiteX9872" fmla="*/ 7654597 w 9312201"/>
              <a:gd name="connsiteY9872" fmla="*/ 1178241 h 4927186"/>
              <a:gd name="connsiteX9873" fmla="*/ 7632777 w 9312201"/>
              <a:gd name="connsiteY9873" fmla="*/ 1156421 h 4927186"/>
              <a:gd name="connsiteX9874" fmla="*/ 7654597 w 9312201"/>
              <a:gd name="connsiteY9874" fmla="*/ 1134601 h 4927186"/>
              <a:gd name="connsiteX9875" fmla="*/ 7576577 w 9312201"/>
              <a:gd name="connsiteY9875" fmla="*/ 1134601 h 4927186"/>
              <a:gd name="connsiteX9876" fmla="*/ 7598397 w 9312201"/>
              <a:gd name="connsiteY9876" fmla="*/ 1156421 h 4927186"/>
              <a:gd name="connsiteX9877" fmla="*/ 7576577 w 9312201"/>
              <a:gd name="connsiteY9877" fmla="*/ 1178241 h 4927186"/>
              <a:gd name="connsiteX9878" fmla="*/ 7554757 w 9312201"/>
              <a:gd name="connsiteY9878" fmla="*/ 1156421 h 4927186"/>
              <a:gd name="connsiteX9879" fmla="*/ 7576577 w 9312201"/>
              <a:gd name="connsiteY9879" fmla="*/ 1134601 h 4927186"/>
              <a:gd name="connsiteX9880" fmla="*/ 7498556 w 9312201"/>
              <a:gd name="connsiteY9880" fmla="*/ 1134601 h 4927186"/>
              <a:gd name="connsiteX9881" fmla="*/ 7520376 w 9312201"/>
              <a:gd name="connsiteY9881" fmla="*/ 1156421 h 4927186"/>
              <a:gd name="connsiteX9882" fmla="*/ 7498556 w 9312201"/>
              <a:gd name="connsiteY9882" fmla="*/ 1178241 h 4927186"/>
              <a:gd name="connsiteX9883" fmla="*/ 7476736 w 9312201"/>
              <a:gd name="connsiteY9883" fmla="*/ 1156421 h 4927186"/>
              <a:gd name="connsiteX9884" fmla="*/ 7498556 w 9312201"/>
              <a:gd name="connsiteY9884" fmla="*/ 1134601 h 4927186"/>
              <a:gd name="connsiteX9885" fmla="*/ 7421198 w 9312201"/>
              <a:gd name="connsiteY9885" fmla="*/ 1134601 h 4927186"/>
              <a:gd name="connsiteX9886" fmla="*/ 7443679 w 9312201"/>
              <a:gd name="connsiteY9886" fmla="*/ 1156421 h 4927186"/>
              <a:gd name="connsiteX9887" fmla="*/ 7421198 w 9312201"/>
              <a:gd name="connsiteY9887" fmla="*/ 1178241 h 4927186"/>
              <a:gd name="connsiteX9888" fmla="*/ 7398717 w 9312201"/>
              <a:gd name="connsiteY9888" fmla="*/ 1156421 h 4927186"/>
              <a:gd name="connsiteX9889" fmla="*/ 7421198 w 9312201"/>
              <a:gd name="connsiteY9889" fmla="*/ 1134601 h 4927186"/>
              <a:gd name="connsiteX9890" fmla="*/ 7343838 w 9312201"/>
              <a:gd name="connsiteY9890" fmla="*/ 1134601 h 4927186"/>
              <a:gd name="connsiteX9891" fmla="*/ 7365658 w 9312201"/>
              <a:gd name="connsiteY9891" fmla="*/ 1156421 h 4927186"/>
              <a:gd name="connsiteX9892" fmla="*/ 7343838 w 9312201"/>
              <a:gd name="connsiteY9892" fmla="*/ 1178241 h 4927186"/>
              <a:gd name="connsiteX9893" fmla="*/ 7322018 w 9312201"/>
              <a:gd name="connsiteY9893" fmla="*/ 1156421 h 4927186"/>
              <a:gd name="connsiteX9894" fmla="*/ 7343838 w 9312201"/>
              <a:gd name="connsiteY9894" fmla="*/ 1134601 h 4927186"/>
              <a:gd name="connsiteX9895" fmla="*/ 7264495 w 9312201"/>
              <a:gd name="connsiteY9895" fmla="*/ 1134601 h 4927186"/>
              <a:gd name="connsiteX9896" fmla="*/ 7286315 w 9312201"/>
              <a:gd name="connsiteY9896" fmla="*/ 1156421 h 4927186"/>
              <a:gd name="connsiteX9897" fmla="*/ 7264495 w 9312201"/>
              <a:gd name="connsiteY9897" fmla="*/ 1178241 h 4927186"/>
              <a:gd name="connsiteX9898" fmla="*/ 7242675 w 9312201"/>
              <a:gd name="connsiteY9898" fmla="*/ 1156421 h 4927186"/>
              <a:gd name="connsiteX9899" fmla="*/ 7264495 w 9312201"/>
              <a:gd name="connsiteY9899" fmla="*/ 1134601 h 4927186"/>
              <a:gd name="connsiteX9900" fmla="*/ 7186475 w 9312201"/>
              <a:gd name="connsiteY9900" fmla="*/ 1134601 h 4927186"/>
              <a:gd name="connsiteX9901" fmla="*/ 7208295 w 9312201"/>
              <a:gd name="connsiteY9901" fmla="*/ 1156421 h 4927186"/>
              <a:gd name="connsiteX9902" fmla="*/ 7186475 w 9312201"/>
              <a:gd name="connsiteY9902" fmla="*/ 1178241 h 4927186"/>
              <a:gd name="connsiteX9903" fmla="*/ 7164655 w 9312201"/>
              <a:gd name="connsiteY9903" fmla="*/ 1156421 h 4927186"/>
              <a:gd name="connsiteX9904" fmla="*/ 7186475 w 9312201"/>
              <a:gd name="connsiteY9904" fmla="*/ 1134601 h 4927186"/>
              <a:gd name="connsiteX9905" fmla="*/ 7109116 w 9312201"/>
              <a:gd name="connsiteY9905" fmla="*/ 1134601 h 4927186"/>
              <a:gd name="connsiteX9906" fmla="*/ 7131597 w 9312201"/>
              <a:gd name="connsiteY9906" fmla="*/ 1156421 h 4927186"/>
              <a:gd name="connsiteX9907" fmla="*/ 7109116 w 9312201"/>
              <a:gd name="connsiteY9907" fmla="*/ 1178241 h 4927186"/>
              <a:gd name="connsiteX9908" fmla="*/ 7086635 w 9312201"/>
              <a:gd name="connsiteY9908" fmla="*/ 1156421 h 4927186"/>
              <a:gd name="connsiteX9909" fmla="*/ 7109116 w 9312201"/>
              <a:gd name="connsiteY9909" fmla="*/ 1134601 h 4927186"/>
              <a:gd name="connsiteX9910" fmla="*/ 7031757 w 9312201"/>
              <a:gd name="connsiteY9910" fmla="*/ 1134601 h 4927186"/>
              <a:gd name="connsiteX9911" fmla="*/ 7053577 w 9312201"/>
              <a:gd name="connsiteY9911" fmla="*/ 1156421 h 4927186"/>
              <a:gd name="connsiteX9912" fmla="*/ 7031757 w 9312201"/>
              <a:gd name="connsiteY9912" fmla="*/ 1178241 h 4927186"/>
              <a:gd name="connsiteX9913" fmla="*/ 7009937 w 9312201"/>
              <a:gd name="connsiteY9913" fmla="*/ 1156421 h 4927186"/>
              <a:gd name="connsiteX9914" fmla="*/ 7031757 w 9312201"/>
              <a:gd name="connsiteY9914" fmla="*/ 1134601 h 4927186"/>
              <a:gd name="connsiteX9915" fmla="*/ 6953736 w 9312201"/>
              <a:gd name="connsiteY9915" fmla="*/ 1134601 h 4927186"/>
              <a:gd name="connsiteX9916" fmla="*/ 6975556 w 9312201"/>
              <a:gd name="connsiteY9916" fmla="*/ 1156421 h 4927186"/>
              <a:gd name="connsiteX9917" fmla="*/ 6953736 w 9312201"/>
              <a:gd name="connsiteY9917" fmla="*/ 1178241 h 4927186"/>
              <a:gd name="connsiteX9918" fmla="*/ 6931916 w 9312201"/>
              <a:gd name="connsiteY9918" fmla="*/ 1156421 h 4927186"/>
              <a:gd name="connsiteX9919" fmla="*/ 6953736 w 9312201"/>
              <a:gd name="connsiteY9919" fmla="*/ 1134601 h 4927186"/>
              <a:gd name="connsiteX9920" fmla="*/ 6875716 w 9312201"/>
              <a:gd name="connsiteY9920" fmla="*/ 1134601 h 4927186"/>
              <a:gd name="connsiteX9921" fmla="*/ 6897536 w 9312201"/>
              <a:gd name="connsiteY9921" fmla="*/ 1156421 h 4927186"/>
              <a:gd name="connsiteX9922" fmla="*/ 6875716 w 9312201"/>
              <a:gd name="connsiteY9922" fmla="*/ 1178241 h 4927186"/>
              <a:gd name="connsiteX9923" fmla="*/ 6853896 w 9312201"/>
              <a:gd name="connsiteY9923" fmla="*/ 1156421 h 4927186"/>
              <a:gd name="connsiteX9924" fmla="*/ 6875716 w 9312201"/>
              <a:gd name="connsiteY9924" fmla="*/ 1134601 h 4927186"/>
              <a:gd name="connsiteX9925" fmla="*/ 6798356 w 9312201"/>
              <a:gd name="connsiteY9925" fmla="*/ 1134601 h 4927186"/>
              <a:gd name="connsiteX9926" fmla="*/ 6820837 w 9312201"/>
              <a:gd name="connsiteY9926" fmla="*/ 1156421 h 4927186"/>
              <a:gd name="connsiteX9927" fmla="*/ 6798356 w 9312201"/>
              <a:gd name="connsiteY9927" fmla="*/ 1178241 h 4927186"/>
              <a:gd name="connsiteX9928" fmla="*/ 6775875 w 9312201"/>
              <a:gd name="connsiteY9928" fmla="*/ 1156421 h 4927186"/>
              <a:gd name="connsiteX9929" fmla="*/ 6798356 w 9312201"/>
              <a:gd name="connsiteY9929" fmla="*/ 1134601 h 4927186"/>
              <a:gd name="connsiteX9930" fmla="*/ 6719675 w 9312201"/>
              <a:gd name="connsiteY9930" fmla="*/ 1134601 h 4927186"/>
              <a:gd name="connsiteX9931" fmla="*/ 6741495 w 9312201"/>
              <a:gd name="connsiteY9931" fmla="*/ 1156421 h 4927186"/>
              <a:gd name="connsiteX9932" fmla="*/ 6719675 w 9312201"/>
              <a:gd name="connsiteY9932" fmla="*/ 1178241 h 4927186"/>
              <a:gd name="connsiteX9933" fmla="*/ 6697855 w 9312201"/>
              <a:gd name="connsiteY9933" fmla="*/ 1156421 h 4927186"/>
              <a:gd name="connsiteX9934" fmla="*/ 6719675 w 9312201"/>
              <a:gd name="connsiteY9934" fmla="*/ 1134601 h 4927186"/>
              <a:gd name="connsiteX9935" fmla="*/ 6641655 w 9312201"/>
              <a:gd name="connsiteY9935" fmla="*/ 1134601 h 4927186"/>
              <a:gd name="connsiteX9936" fmla="*/ 6663475 w 9312201"/>
              <a:gd name="connsiteY9936" fmla="*/ 1156421 h 4927186"/>
              <a:gd name="connsiteX9937" fmla="*/ 6641655 w 9312201"/>
              <a:gd name="connsiteY9937" fmla="*/ 1178241 h 4927186"/>
              <a:gd name="connsiteX9938" fmla="*/ 6619835 w 9312201"/>
              <a:gd name="connsiteY9938" fmla="*/ 1156421 h 4927186"/>
              <a:gd name="connsiteX9939" fmla="*/ 6641655 w 9312201"/>
              <a:gd name="connsiteY9939" fmla="*/ 1134601 h 4927186"/>
              <a:gd name="connsiteX9940" fmla="*/ 6563634 w 9312201"/>
              <a:gd name="connsiteY9940" fmla="*/ 1134601 h 4927186"/>
              <a:gd name="connsiteX9941" fmla="*/ 6585454 w 9312201"/>
              <a:gd name="connsiteY9941" fmla="*/ 1156421 h 4927186"/>
              <a:gd name="connsiteX9942" fmla="*/ 6563634 w 9312201"/>
              <a:gd name="connsiteY9942" fmla="*/ 1178241 h 4927186"/>
              <a:gd name="connsiteX9943" fmla="*/ 6541814 w 9312201"/>
              <a:gd name="connsiteY9943" fmla="*/ 1156421 h 4927186"/>
              <a:gd name="connsiteX9944" fmla="*/ 6563634 w 9312201"/>
              <a:gd name="connsiteY9944" fmla="*/ 1134601 h 4927186"/>
              <a:gd name="connsiteX9945" fmla="*/ 6485613 w 9312201"/>
              <a:gd name="connsiteY9945" fmla="*/ 1134601 h 4927186"/>
              <a:gd name="connsiteX9946" fmla="*/ 6507433 w 9312201"/>
              <a:gd name="connsiteY9946" fmla="*/ 1156421 h 4927186"/>
              <a:gd name="connsiteX9947" fmla="*/ 6485613 w 9312201"/>
              <a:gd name="connsiteY9947" fmla="*/ 1178241 h 4927186"/>
              <a:gd name="connsiteX9948" fmla="*/ 6463793 w 9312201"/>
              <a:gd name="connsiteY9948" fmla="*/ 1156421 h 4927186"/>
              <a:gd name="connsiteX9949" fmla="*/ 6485613 w 9312201"/>
              <a:gd name="connsiteY9949" fmla="*/ 1134601 h 4927186"/>
              <a:gd name="connsiteX9950" fmla="*/ 6408916 w 9312201"/>
              <a:gd name="connsiteY9950" fmla="*/ 1134601 h 4927186"/>
              <a:gd name="connsiteX9951" fmla="*/ 6430736 w 9312201"/>
              <a:gd name="connsiteY9951" fmla="*/ 1156421 h 4927186"/>
              <a:gd name="connsiteX9952" fmla="*/ 6408916 w 9312201"/>
              <a:gd name="connsiteY9952" fmla="*/ 1178241 h 4927186"/>
              <a:gd name="connsiteX9953" fmla="*/ 6387096 w 9312201"/>
              <a:gd name="connsiteY9953" fmla="*/ 1156421 h 4927186"/>
              <a:gd name="connsiteX9954" fmla="*/ 6408916 w 9312201"/>
              <a:gd name="connsiteY9954" fmla="*/ 1134601 h 4927186"/>
              <a:gd name="connsiteX9955" fmla="*/ 6330896 w 9312201"/>
              <a:gd name="connsiteY9955" fmla="*/ 1134601 h 4927186"/>
              <a:gd name="connsiteX9956" fmla="*/ 6352716 w 9312201"/>
              <a:gd name="connsiteY9956" fmla="*/ 1156421 h 4927186"/>
              <a:gd name="connsiteX9957" fmla="*/ 6330896 w 9312201"/>
              <a:gd name="connsiteY9957" fmla="*/ 1178241 h 4927186"/>
              <a:gd name="connsiteX9958" fmla="*/ 6309076 w 9312201"/>
              <a:gd name="connsiteY9958" fmla="*/ 1156421 h 4927186"/>
              <a:gd name="connsiteX9959" fmla="*/ 6330896 w 9312201"/>
              <a:gd name="connsiteY9959" fmla="*/ 1134601 h 4927186"/>
              <a:gd name="connsiteX9960" fmla="*/ 6252875 w 9312201"/>
              <a:gd name="connsiteY9960" fmla="*/ 1134601 h 4927186"/>
              <a:gd name="connsiteX9961" fmla="*/ 6274695 w 9312201"/>
              <a:gd name="connsiteY9961" fmla="*/ 1156421 h 4927186"/>
              <a:gd name="connsiteX9962" fmla="*/ 6252875 w 9312201"/>
              <a:gd name="connsiteY9962" fmla="*/ 1178241 h 4927186"/>
              <a:gd name="connsiteX9963" fmla="*/ 6231055 w 9312201"/>
              <a:gd name="connsiteY9963" fmla="*/ 1156421 h 4927186"/>
              <a:gd name="connsiteX9964" fmla="*/ 6252875 w 9312201"/>
              <a:gd name="connsiteY9964" fmla="*/ 1134601 h 4927186"/>
              <a:gd name="connsiteX9965" fmla="*/ 6174854 w 9312201"/>
              <a:gd name="connsiteY9965" fmla="*/ 1134601 h 4927186"/>
              <a:gd name="connsiteX9966" fmla="*/ 6196674 w 9312201"/>
              <a:gd name="connsiteY9966" fmla="*/ 1156421 h 4927186"/>
              <a:gd name="connsiteX9967" fmla="*/ 6174854 w 9312201"/>
              <a:gd name="connsiteY9967" fmla="*/ 1178241 h 4927186"/>
              <a:gd name="connsiteX9968" fmla="*/ 6153034 w 9312201"/>
              <a:gd name="connsiteY9968" fmla="*/ 1156421 h 4927186"/>
              <a:gd name="connsiteX9969" fmla="*/ 6174854 w 9312201"/>
              <a:gd name="connsiteY9969" fmla="*/ 1134601 h 4927186"/>
              <a:gd name="connsiteX9970" fmla="*/ 6096834 w 9312201"/>
              <a:gd name="connsiteY9970" fmla="*/ 1134601 h 4927186"/>
              <a:gd name="connsiteX9971" fmla="*/ 6118654 w 9312201"/>
              <a:gd name="connsiteY9971" fmla="*/ 1156421 h 4927186"/>
              <a:gd name="connsiteX9972" fmla="*/ 6096834 w 9312201"/>
              <a:gd name="connsiteY9972" fmla="*/ 1178241 h 4927186"/>
              <a:gd name="connsiteX9973" fmla="*/ 6075014 w 9312201"/>
              <a:gd name="connsiteY9973" fmla="*/ 1156421 h 4927186"/>
              <a:gd name="connsiteX9974" fmla="*/ 6096834 w 9312201"/>
              <a:gd name="connsiteY9974" fmla="*/ 1134601 h 4927186"/>
              <a:gd name="connsiteX9975" fmla="*/ 6018814 w 9312201"/>
              <a:gd name="connsiteY9975" fmla="*/ 1134601 h 4927186"/>
              <a:gd name="connsiteX9976" fmla="*/ 6040634 w 9312201"/>
              <a:gd name="connsiteY9976" fmla="*/ 1156421 h 4927186"/>
              <a:gd name="connsiteX9977" fmla="*/ 6018814 w 9312201"/>
              <a:gd name="connsiteY9977" fmla="*/ 1178241 h 4927186"/>
              <a:gd name="connsiteX9978" fmla="*/ 5996994 w 9312201"/>
              <a:gd name="connsiteY9978" fmla="*/ 1156421 h 4927186"/>
              <a:gd name="connsiteX9979" fmla="*/ 6018814 w 9312201"/>
              <a:gd name="connsiteY9979" fmla="*/ 1134601 h 4927186"/>
              <a:gd name="connsiteX9980" fmla="*/ 5940793 w 9312201"/>
              <a:gd name="connsiteY9980" fmla="*/ 1134601 h 4927186"/>
              <a:gd name="connsiteX9981" fmla="*/ 5962613 w 9312201"/>
              <a:gd name="connsiteY9981" fmla="*/ 1156421 h 4927186"/>
              <a:gd name="connsiteX9982" fmla="*/ 5940793 w 9312201"/>
              <a:gd name="connsiteY9982" fmla="*/ 1178241 h 4927186"/>
              <a:gd name="connsiteX9983" fmla="*/ 5918973 w 9312201"/>
              <a:gd name="connsiteY9983" fmla="*/ 1156421 h 4927186"/>
              <a:gd name="connsiteX9984" fmla="*/ 5940793 w 9312201"/>
              <a:gd name="connsiteY9984" fmla="*/ 1134601 h 4927186"/>
              <a:gd name="connsiteX9985" fmla="*/ 5862773 w 9312201"/>
              <a:gd name="connsiteY9985" fmla="*/ 1134601 h 4927186"/>
              <a:gd name="connsiteX9986" fmla="*/ 5884593 w 9312201"/>
              <a:gd name="connsiteY9986" fmla="*/ 1156421 h 4927186"/>
              <a:gd name="connsiteX9987" fmla="*/ 5862773 w 9312201"/>
              <a:gd name="connsiteY9987" fmla="*/ 1178241 h 4927186"/>
              <a:gd name="connsiteX9988" fmla="*/ 5840953 w 9312201"/>
              <a:gd name="connsiteY9988" fmla="*/ 1156421 h 4927186"/>
              <a:gd name="connsiteX9989" fmla="*/ 5862773 w 9312201"/>
              <a:gd name="connsiteY9989" fmla="*/ 1134601 h 4927186"/>
              <a:gd name="connsiteX9990" fmla="*/ 5785413 w 9312201"/>
              <a:gd name="connsiteY9990" fmla="*/ 1134601 h 4927186"/>
              <a:gd name="connsiteX9991" fmla="*/ 5807894 w 9312201"/>
              <a:gd name="connsiteY9991" fmla="*/ 1156421 h 4927186"/>
              <a:gd name="connsiteX9992" fmla="*/ 5785413 w 9312201"/>
              <a:gd name="connsiteY9992" fmla="*/ 1178241 h 4927186"/>
              <a:gd name="connsiteX9993" fmla="*/ 5762932 w 9312201"/>
              <a:gd name="connsiteY9993" fmla="*/ 1156421 h 4927186"/>
              <a:gd name="connsiteX9994" fmla="*/ 5785413 w 9312201"/>
              <a:gd name="connsiteY9994" fmla="*/ 1134601 h 4927186"/>
              <a:gd name="connsiteX9995" fmla="*/ 5708054 w 9312201"/>
              <a:gd name="connsiteY9995" fmla="*/ 1134601 h 4927186"/>
              <a:gd name="connsiteX9996" fmla="*/ 5729874 w 9312201"/>
              <a:gd name="connsiteY9996" fmla="*/ 1156421 h 4927186"/>
              <a:gd name="connsiteX9997" fmla="*/ 5708054 w 9312201"/>
              <a:gd name="connsiteY9997" fmla="*/ 1178241 h 4927186"/>
              <a:gd name="connsiteX9998" fmla="*/ 5686234 w 9312201"/>
              <a:gd name="connsiteY9998" fmla="*/ 1156421 h 4927186"/>
              <a:gd name="connsiteX9999" fmla="*/ 5708054 w 9312201"/>
              <a:gd name="connsiteY9999" fmla="*/ 1134601 h 4927186"/>
              <a:gd name="connsiteX10000" fmla="*/ 5630034 w 9312201"/>
              <a:gd name="connsiteY10000" fmla="*/ 1134601 h 4927186"/>
              <a:gd name="connsiteX10001" fmla="*/ 5651854 w 9312201"/>
              <a:gd name="connsiteY10001" fmla="*/ 1156421 h 4927186"/>
              <a:gd name="connsiteX10002" fmla="*/ 5630034 w 9312201"/>
              <a:gd name="connsiteY10002" fmla="*/ 1178241 h 4927186"/>
              <a:gd name="connsiteX10003" fmla="*/ 5608214 w 9312201"/>
              <a:gd name="connsiteY10003" fmla="*/ 1156421 h 4927186"/>
              <a:gd name="connsiteX10004" fmla="*/ 5630034 w 9312201"/>
              <a:gd name="connsiteY10004" fmla="*/ 1134601 h 4927186"/>
              <a:gd name="connsiteX10005" fmla="*/ 5552013 w 9312201"/>
              <a:gd name="connsiteY10005" fmla="*/ 1134601 h 4927186"/>
              <a:gd name="connsiteX10006" fmla="*/ 5573833 w 9312201"/>
              <a:gd name="connsiteY10006" fmla="*/ 1156421 h 4927186"/>
              <a:gd name="connsiteX10007" fmla="*/ 5552013 w 9312201"/>
              <a:gd name="connsiteY10007" fmla="*/ 1178241 h 4927186"/>
              <a:gd name="connsiteX10008" fmla="*/ 5530193 w 9312201"/>
              <a:gd name="connsiteY10008" fmla="*/ 1156421 h 4927186"/>
              <a:gd name="connsiteX10009" fmla="*/ 5552013 w 9312201"/>
              <a:gd name="connsiteY10009" fmla="*/ 1134601 h 4927186"/>
              <a:gd name="connsiteX10010" fmla="*/ 5473331 w 9312201"/>
              <a:gd name="connsiteY10010" fmla="*/ 1134601 h 4927186"/>
              <a:gd name="connsiteX10011" fmla="*/ 5495812 w 9312201"/>
              <a:gd name="connsiteY10011" fmla="*/ 1156421 h 4927186"/>
              <a:gd name="connsiteX10012" fmla="*/ 5473331 w 9312201"/>
              <a:gd name="connsiteY10012" fmla="*/ 1178241 h 4927186"/>
              <a:gd name="connsiteX10013" fmla="*/ 5450850 w 9312201"/>
              <a:gd name="connsiteY10013" fmla="*/ 1156421 h 4927186"/>
              <a:gd name="connsiteX10014" fmla="*/ 5473331 w 9312201"/>
              <a:gd name="connsiteY10014" fmla="*/ 1134601 h 4927186"/>
              <a:gd name="connsiteX10015" fmla="*/ 5395972 w 9312201"/>
              <a:gd name="connsiteY10015" fmla="*/ 1134601 h 4927186"/>
              <a:gd name="connsiteX10016" fmla="*/ 5417792 w 9312201"/>
              <a:gd name="connsiteY10016" fmla="*/ 1156421 h 4927186"/>
              <a:gd name="connsiteX10017" fmla="*/ 5395972 w 9312201"/>
              <a:gd name="connsiteY10017" fmla="*/ 1178241 h 4927186"/>
              <a:gd name="connsiteX10018" fmla="*/ 5374152 w 9312201"/>
              <a:gd name="connsiteY10018" fmla="*/ 1156421 h 4927186"/>
              <a:gd name="connsiteX10019" fmla="*/ 5395972 w 9312201"/>
              <a:gd name="connsiteY10019" fmla="*/ 1134601 h 4927186"/>
              <a:gd name="connsiteX10020" fmla="*/ 5317953 w 9312201"/>
              <a:gd name="connsiteY10020" fmla="*/ 1134601 h 4927186"/>
              <a:gd name="connsiteX10021" fmla="*/ 5339773 w 9312201"/>
              <a:gd name="connsiteY10021" fmla="*/ 1156421 h 4927186"/>
              <a:gd name="connsiteX10022" fmla="*/ 5317953 w 9312201"/>
              <a:gd name="connsiteY10022" fmla="*/ 1178241 h 4927186"/>
              <a:gd name="connsiteX10023" fmla="*/ 5296133 w 9312201"/>
              <a:gd name="connsiteY10023" fmla="*/ 1156421 h 4927186"/>
              <a:gd name="connsiteX10024" fmla="*/ 5317953 w 9312201"/>
              <a:gd name="connsiteY10024" fmla="*/ 1134601 h 4927186"/>
              <a:gd name="connsiteX10025" fmla="*/ 5239932 w 9312201"/>
              <a:gd name="connsiteY10025" fmla="*/ 1134601 h 4927186"/>
              <a:gd name="connsiteX10026" fmla="*/ 5261752 w 9312201"/>
              <a:gd name="connsiteY10026" fmla="*/ 1156421 h 4927186"/>
              <a:gd name="connsiteX10027" fmla="*/ 5239932 w 9312201"/>
              <a:gd name="connsiteY10027" fmla="*/ 1178241 h 4927186"/>
              <a:gd name="connsiteX10028" fmla="*/ 5218112 w 9312201"/>
              <a:gd name="connsiteY10028" fmla="*/ 1156421 h 4927186"/>
              <a:gd name="connsiteX10029" fmla="*/ 5239932 w 9312201"/>
              <a:gd name="connsiteY10029" fmla="*/ 1134601 h 4927186"/>
              <a:gd name="connsiteX10030" fmla="*/ 5162572 w 9312201"/>
              <a:gd name="connsiteY10030" fmla="*/ 1134601 h 4927186"/>
              <a:gd name="connsiteX10031" fmla="*/ 5185053 w 9312201"/>
              <a:gd name="connsiteY10031" fmla="*/ 1156421 h 4927186"/>
              <a:gd name="connsiteX10032" fmla="*/ 5162572 w 9312201"/>
              <a:gd name="connsiteY10032" fmla="*/ 1178241 h 4927186"/>
              <a:gd name="connsiteX10033" fmla="*/ 5140091 w 9312201"/>
              <a:gd name="connsiteY10033" fmla="*/ 1156421 h 4927186"/>
              <a:gd name="connsiteX10034" fmla="*/ 5162572 w 9312201"/>
              <a:gd name="connsiteY10034" fmla="*/ 1134601 h 4927186"/>
              <a:gd name="connsiteX10035" fmla="*/ 5085212 w 9312201"/>
              <a:gd name="connsiteY10035" fmla="*/ 1134601 h 4927186"/>
              <a:gd name="connsiteX10036" fmla="*/ 5107032 w 9312201"/>
              <a:gd name="connsiteY10036" fmla="*/ 1156421 h 4927186"/>
              <a:gd name="connsiteX10037" fmla="*/ 5085212 w 9312201"/>
              <a:gd name="connsiteY10037" fmla="*/ 1178241 h 4927186"/>
              <a:gd name="connsiteX10038" fmla="*/ 5063392 w 9312201"/>
              <a:gd name="connsiteY10038" fmla="*/ 1156421 h 4927186"/>
              <a:gd name="connsiteX10039" fmla="*/ 5085212 w 9312201"/>
              <a:gd name="connsiteY10039" fmla="*/ 1134601 h 4927186"/>
              <a:gd name="connsiteX10040" fmla="*/ 5007193 w 9312201"/>
              <a:gd name="connsiteY10040" fmla="*/ 1134601 h 4927186"/>
              <a:gd name="connsiteX10041" fmla="*/ 5029013 w 9312201"/>
              <a:gd name="connsiteY10041" fmla="*/ 1156421 h 4927186"/>
              <a:gd name="connsiteX10042" fmla="*/ 5007193 w 9312201"/>
              <a:gd name="connsiteY10042" fmla="*/ 1178241 h 4927186"/>
              <a:gd name="connsiteX10043" fmla="*/ 4985373 w 9312201"/>
              <a:gd name="connsiteY10043" fmla="*/ 1156421 h 4927186"/>
              <a:gd name="connsiteX10044" fmla="*/ 5007193 w 9312201"/>
              <a:gd name="connsiteY10044" fmla="*/ 1134601 h 4927186"/>
              <a:gd name="connsiteX10045" fmla="*/ 4928511 w 9312201"/>
              <a:gd name="connsiteY10045" fmla="*/ 1134601 h 4927186"/>
              <a:gd name="connsiteX10046" fmla="*/ 4950992 w 9312201"/>
              <a:gd name="connsiteY10046" fmla="*/ 1156421 h 4927186"/>
              <a:gd name="connsiteX10047" fmla="*/ 4928511 w 9312201"/>
              <a:gd name="connsiteY10047" fmla="*/ 1178241 h 4927186"/>
              <a:gd name="connsiteX10048" fmla="*/ 4906030 w 9312201"/>
              <a:gd name="connsiteY10048" fmla="*/ 1156421 h 4927186"/>
              <a:gd name="connsiteX10049" fmla="*/ 4928511 w 9312201"/>
              <a:gd name="connsiteY10049" fmla="*/ 1134601 h 4927186"/>
              <a:gd name="connsiteX10050" fmla="*/ 4850490 w 9312201"/>
              <a:gd name="connsiteY10050" fmla="*/ 1134601 h 4927186"/>
              <a:gd name="connsiteX10051" fmla="*/ 4872971 w 9312201"/>
              <a:gd name="connsiteY10051" fmla="*/ 1156421 h 4927186"/>
              <a:gd name="connsiteX10052" fmla="*/ 4850490 w 9312201"/>
              <a:gd name="connsiteY10052" fmla="*/ 1178241 h 4927186"/>
              <a:gd name="connsiteX10053" fmla="*/ 4828009 w 9312201"/>
              <a:gd name="connsiteY10053" fmla="*/ 1156421 h 4927186"/>
              <a:gd name="connsiteX10054" fmla="*/ 4850490 w 9312201"/>
              <a:gd name="connsiteY10054" fmla="*/ 1134601 h 4927186"/>
              <a:gd name="connsiteX10055" fmla="*/ 4773132 w 9312201"/>
              <a:gd name="connsiteY10055" fmla="*/ 1134601 h 4927186"/>
              <a:gd name="connsiteX10056" fmla="*/ 4794952 w 9312201"/>
              <a:gd name="connsiteY10056" fmla="*/ 1156421 h 4927186"/>
              <a:gd name="connsiteX10057" fmla="*/ 4773132 w 9312201"/>
              <a:gd name="connsiteY10057" fmla="*/ 1178241 h 4927186"/>
              <a:gd name="connsiteX10058" fmla="*/ 4751312 w 9312201"/>
              <a:gd name="connsiteY10058" fmla="*/ 1156421 h 4927186"/>
              <a:gd name="connsiteX10059" fmla="*/ 4773132 w 9312201"/>
              <a:gd name="connsiteY10059" fmla="*/ 1134601 h 4927186"/>
              <a:gd name="connsiteX10060" fmla="*/ 4695111 w 9312201"/>
              <a:gd name="connsiteY10060" fmla="*/ 1134601 h 4927186"/>
              <a:gd name="connsiteX10061" fmla="*/ 4716931 w 9312201"/>
              <a:gd name="connsiteY10061" fmla="*/ 1156421 h 4927186"/>
              <a:gd name="connsiteX10062" fmla="*/ 4695111 w 9312201"/>
              <a:gd name="connsiteY10062" fmla="*/ 1178241 h 4927186"/>
              <a:gd name="connsiteX10063" fmla="*/ 4673291 w 9312201"/>
              <a:gd name="connsiteY10063" fmla="*/ 1156421 h 4927186"/>
              <a:gd name="connsiteX10064" fmla="*/ 4695111 w 9312201"/>
              <a:gd name="connsiteY10064" fmla="*/ 1134601 h 4927186"/>
              <a:gd name="connsiteX10065" fmla="*/ 2748567 w 9312201"/>
              <a:gd name="connsiteY10065" fmla="*/ 1134601 h 4927186"/>
              <a:gd name="connsiteX10066" fmla="*/ 2770387 w 9312201"/>
              <a:gd name="connsiteY10066" fmla="*/ 1156421 h 4927186"/>
              <a:gd name="connsiteX10067" fmla="*/ 2748567 w 9312201"/>
              <a:gd name="connsiteY10067" fmla="*/ 1178241 h 4927186"/>
              <a:gd name="connsiteX10068" fmla="*/ 2726747 w 9312201"/>
              <a:gd name="connsiteY10068" fmla="*/ 1156421 h 4927186"/>
              <a:gd name="connsiteX10069" fmla="*/ 2748567 w 9312201"/>
              <a:gd name="connsiteY10069" fmla="*/ 1134601 h 4927186"/>
              <a:gd name="connsiteX10070" fmla="*/ 2670547 w 9312201"/>
              <a:gd name="connsiteY10070" fmla="*/ 1134601 h 4927186"/>
              <a:gd name="connsiteX10071" fmla="*/ 2692367 w 9312201"/>
              <a:gd name="connsiteY10071" fmla="*/ 1156421 h 4927186"/>
              <a:gd name="connsiteX10072" fmla="*/ 2670547 w 9312201"/>
              <a:gd name="connsiteY10072" fmla="*/ 1178241 h 4927186"/>
              <a:gd name="connsiteX10073" fmla="*/ 2648727 w 9312201"/>
              <a:gd name="connsiteY10073" fmla="*/ 1156421 h 4927186"/>
              <a:gd name="connsiteX10074" fmla="*/ 2670547 w 9312201"/>
              <a:gd name="connsiteY10074" fmla="*/ 1134601 h 4927186"/>
              <a:gd name="connsiteX10075" fmla="*/ 2592527 w 9312201"/>
              <a:gd name="connsiteY10075" fmla="*/ 1134601 h 4927186"/>
              <a:gd name="connsiteX10076" fmla="*/ 2614347 w 9312201"/>
              <a:gd name="connsiteY10076" fmla="*/ 1156421 h 4927186"/>
              <a:gd name="connsiteX10077" fmla="*/ 2592527 w 9312201"/>
              <a:gd name="connsiteY10077" fmla="*/ 1178241 h 4927186"/>
              <a:gd name="connsiteX10078" fmla="*/ 2570707 w 9312201"/>
              <a:gd name="connsiteY10078" fmla="*/ 1156421 h 4927186"/>
              <a:gd name="connsiteX10079" fmla="*/ 2592527 w 9312201"/>
              <a:gd name="connsiteY10079" fmla="*/ 1134601 h 4927186"/>
              <a:gd name="connsiteX10080" fmla="*/ 2513845 w 9312201"/>
              <a:gd name="connsiteY10080" fmla="*/ 1134601 h 4927186"/>
              <a:gd name="connsiteX10081" fmla="*/ 2536326 w 9312201"/>
              <a:gd name="connsiteY10081" fmla="*/ 1156421 h 4927186"/>
              <a:gd name="connsiteX10082" fmla="*/ 2513845 w 9312201"/>
              <a:gd name="connsiteY10082" fmla="*/ 1178241 h 4927186"/>
              <a:gd name="connsiteX10083" fmla="*/ 2491364 w 9312201"/>
              <a:gd name="connsiteY10083" fmla="*/ 1156421 h 4927186"/>
              <a:gd name="connsiteX10084" fmla="*/ 2513845 w 9312201"/>
              <a:gd name="connsiteY10084" fmla="*/ 1134601 h 4927186"/>
              <a:gd name="connsiteX10085" fmla="*/ 2203086 w 9312201"/>
              <a:gd name="connsiteY10085" fmla="*/ 1134601 h 4927186"/>
              <a:gd name="connsiteX10086" fmla="*/ 2225567 w 9312201"/>
              <a:gd name="connsiteY10086" fmla="*/ 1156421 h 4927186"/>
              <a:gd name="connsiteX10087" fmla="*/ 2203086 w 9312201"/>
              <a:gd name="connsiteY10087" fmla="*/ 1178241 h 4927186"/>
              <a:gd name="connsiteX10088" fmla="*/ 2180605 w 9312201"/>
              <a:gd name="connsiteY10088" fmla="*/ 1156421 h 4927186"/>
              <a:gd name="connsiteX10089" fmla="*/ 2203086 w 9312201"/>
              <a:gd name="connsiteY10089" fmla="*/ 1134601 h 4927186"/>
              <a:gd name="connsiteX10090" fmla="*/ 2125727 w 9312201"/>
              <a:gd name="connsiteY10090" fmla="*/ 1134601 h 4927186"/>
              <a:gd name="connsiteX10091" fmla="*/ 2147547 w 9312201"/>
              <a:gd name="connsiteY10091" fmla="*/ 1156421 h 4927186"/>
              <a:gd name="connsiteX10092" fmla="*/ 2125727 w 9312201"/>
              <a:gd name="connsiteY10092" fmla="*/ 1178241 h 4927186"/>
              <a:gd name="connsiteX10093" fmla="*/ 2103907 w 9312201"/>
              <a:gd name="connsiteY10093" fmla="*/ 1156421 h 4927186"/>
              <a:gd name="connsiteX10094" fmla="*/ 2125727 w 9312201"/>
              <a:gd name="connsiteY10094" fmla="*/ 1134601 h 4927186"/>
              <a:gd name="connsiteX10095" fmla="*/ 2047706 w 9312201"/>
              <a:gd name="connsiteY10095" fmla="*/ 1134601 h 4927186"/>
              <a:gd name="connsiteX10096" fmla="*/ 2069526 w 9312201"/>
              <a:gd name="connsiteY10096" fmla="*/ 1156421 h 4927186"/>
              <a:gd name="connsiteX10097" fmla="*/ 2047706 w 9312201"/>
              <a:gd name="connsiteY10097" fmla="*/ 1178241 h 4927186"/>
              <a:gd name="connsiteX10098" fmla="*/ 2025886 w 9312201"/>
              <a:gd name="connsiteY10098" fmla="*/ 1156421 h 4927186"/>
              <a:gd name="connsiteX10099" fmla="*/ 2047706 w 9312201"/>
              <a:gd name="connsiteY10099" fmla="*/ 1134601 h 4927186"/>
              <a:gd name="connsiteX10100" fmla="*/ 1968363 w 9312201"/>
              <a:gd name="connsiteY10100" fmla="*/ 1134601 h 4927186"/>
              <a:gd name="connsiteX10101" fmla="*/ 1990183 w 9312201"/>
              <a:gd name="connsiteY10101" fmla="*/ 1156421 h 4927186"/>
              <a:gd name="connsiteX10102" fmla="*/ 1968363 w 9312201"/>
              <a:gd name="connsiteY10102" fmla="*/ 1178241 h 4927186"/>
              <a:gd name="connsiteX10103" fmla="*/ 1946543 w 9312201"/>
              <a:gd name="connsiteY10103" fmla="*/ 1156421 h 4927186"/>
              <a:gd name="connsiteX10104" fmla="*/ 1968363 w 9312201"/>
              <a:gd name="connsiteY10104" fmla="*/ 1134601 h 4927186"/>
              <a:gd name="connsiteX10105" fmla="*/ 1891011 w 9312201"/>
              <a:gd name="connsiteY10105" fmla="*/ 1134601 h 4927186"/>
              <a:gd name="connsiteX10106" fmla="*/ 1913495 w 9312201"/>
              <a:gd name="connsiteY10106" fmla="*/ 1156421 h 4927186"/>
              <a:gd name="connsiteX10107" fmla="*/ 1891011 w 9312201"/>
              <a:gd name="connsiteY10107" fmla="*/ 1178241 h 4927186"/>
              <a:gd name="connsiteX10108" fmla="*/ 1868529 w 9312201"/>
              <a:gd name="connsiteY10108" fmla="*/ 1156421 h 4927186"/>
              <a:gd name="connsiteX10109" fmla="*/ 1891011 w 9312201"/>
              <a:gd name="connsiteY10109" fmla="*/ 1134601 h 4927186"/>
              <a:gd name="connsiteX10110" fmla="*/ 1813657 w 9312201"/>
              <a:gd name="connsiteY10110" fmla="*/ 1134601 h 4927186"/>
              <a:gd name="connsiteX10111" fmla="*/ 1835474 w 9312201"/>
              <a:gd name="connsiteY10111" fmla="*/ 1156421 h 4927186"/>
              <a:gd name="connsiteX10112" fmla="*/ 1813657 w 9312201"/>
              <a:gd name="connsiteY10112" fmla="*/ 1178241 h 4927186"/>
              <a:gd name="connsiteX10113" fmla="*/ 1791833 w 9312201"/>
              <a:gd name="connsiteY10113" fmla="*/ 1156421 h 4927186"/>
              <a:gd name="connsiteX10114" fmla="*/ 1813657 w 9312201"/>
              <a:gd name="connsiteY10114" fmla="*/ 1134601 h 4927186"/>
              <a:gd name="connsiteX10115" fmla="*/ 1735633 w 9312201"/>
              <a:gd name="connsiteY10115" fmla="*/ 1134601 h 4927186"/>
              <a:gd name="connsiteX10116" fmla="*/ 1757457 w 9312201"/>
              <a:gd name="connsiteY10116" fmla="*/ 1156421 h 4927186"/>
              <a:gd name="connsiteX10117" fmla="*/ 1735633 w 9312201"/>
              <a:gd name="connsiteY10117" fmla="*/ 1178241 h 4927186"/>
              <a:gd name="connsiteX10118" fmla="*/ 1713819 w 9312201"/>
              <a:gd name="connsiteY10118" fmla="*/ 1156421 h 4927186"/>
              <a:gd name="connsiteX10119" fmla="*/ 1735633 w 9312201"/>
              <a:gd name="connsiteY10119" fmla="*/ 1134601 h 4927186"/>
              <a:gd name="connsiteX10120" fmla="*/ 1657611 w 9312201"/>
              <a:gd name="connsiteY10120" fmla="*/ 1134601 h 4927186"/>
              <a:gd name="connsiteX10121" fmla="*/ 1679436 w 9312201"/>
              <a:gd name="connsiteY10121" fmla="*/ 1156421 h 4927186"/>
              <a:gd name="connsiteX10122" fmla="*/ 1657611 w 9312201"/>
              <a:gd name="connsiteY10122" fmla="*/ 1178241 h 4927186"/>
              <a:gd name="connsiteX10123" fmla="*/ 1635796 w 9312201"/>
              <a:gd name="connsiteY10123" fmla="*/ 1156421 h 4927186"/>
              <a:gd name="connsiteX10124" fmla="*/ 1657611 w 9312201"/>
              <a:gd name="connsiteY10124" fmla="*/ 1134601 h 4927186"/>
              <a:gd name="connsiteX10125" fmla="*/ 1580257 w 9312201"/>
              <a:gd name="connsiteY10125" fmla="*/ 1134601 h 4927186"/>
              <a:gd name="connsiteX10126" fmla="*/ 1602734 w 9312201"/>
              <a:gd name="connsiteY10126" fmla="*/ 1156421 h 4927186"/>
              <a:gd name="connsiteX10127" fmla="*/ 1580257 w 9312201"/>
              <a:gd name="connsiteY10127" fmla="*/ 1178241 h 4927186"/>
              <a:gd name="connsiteX10128" fmla="*/ 1557771 w 9312201"/>
              <a:gd name="connsiteY10128" fmla="*/ 1156421 h 4927186"/>
              <a:gd name="connsiteX10129" fmla="*/ 1580257 w 9312201"/>
              <a:gd name="connsiteY10129" fmla="*/ 1134601 h 4927186"/>
              <a:gd name="connsiteX10130" fmla="*/ 1502899 w 9312201"/>
              <a:gd name="connsiteY10130" fmla="*/ 1134601 h 4927186"/>
              <a:gd name="connsiteX10131" fmla="*/ 1524717 w 9312201"/>
              <a:gd name="connsiteY10131" fmla="*/ 1156421 h 4927186"/>
              <a:gd name="connsiteX10132" fmla="*/ 1502899 w 9312201"/>
              <a:gd name="connsiteY10132" fmla="*/ 1178241 h 4927186"/>
              <a:gd name="connsiteX10133" fmla="*/ 1481077 w 9312201"/>
              <a:gd name="connsiteY10133" fmla="*/ 1156421 h 4927186"/>
              <a:gd name="connsiteX10134" fmla="*/ 1502899 w 9312201"/>
              <a:gd name="connsiteY10134" fmla="*/ 1134601 h 4927186"/>
              <a:gd name="connsiteX10135" fmla="*/ 1424212 w 9312201"/>
              <a:gd name="connsiteY10135" fmla="*/ 1134601 h 4927186"/>
              <a:gd name="connsiteX10136" fmla="*/ 1446695 w 9312201"/>
              <a:gd name="connsiteY10136" fmla="*/ 1156421 h 4927186"/>
              <a:gd name="connsiteX10137" fmla="*/ 1424212 w 9312201"/>
              <a:gd name="connsiteY10137" fmla="*/ 1178241 h 4927186"/>
              <a:gd name="connsiteX10138" fmla="*/ 1401732 w 9312201"/>
              <a:gd name="connsiteY10138" fmla="*/ 1156421 h 4927186"/>
              <a:gd name="connsiteX10139" fmla="*/ 1424212 w 9312201"/>
              <a:gd name="connsiteY10139" fmla="*/ 1134601 h 4927186"/>
              <a:gd name="connsiteX10140" fmla="*/ 1345530 w 9312201"/>
              <a:gd name="connsiteY10140" fmla="*/ 1134601 h 4927186"/>
              <a:gd name="connsiteX10141" fmla="*/ 1367350 w 9312201"/>
              <a:gd name="connsiteY10141" fmla="*/ 1156421 h 4927186"/>
              <a:gd name="connsiteX10142" fmla="*/ 1345530 w 9312201"/>
              <a:gd name="connsiteY10142" fmla="*/ 1178241 h 4927186"/>
              <a:gd name="connsiteX10143" fmla="*/ 1323709 w 9312201"/>
              <a:gd name="connsiteY10143" fmla="*/ 1156421 h 4927186"/>
              <a:gd name="connsiteX10144" fmla="*/ 1345530 w 9312201"/>
              <a:gd name="connsiteY10144" fmla="*/ 1134601 h 4927186"/>
              <a:gd name="connsiteX10145" fmla="*/ 1268169 w 9312201"/>
              <a:gd name="connsiteY10145" fmla="*/ 1134601 h 4927186"/>
              <a:gd name="connsiteX10146" fmla="*/ 1290660 w 9312201"/>
              <a:gd name="connsiteY10146" fmla="*/ 1156421 h 4927186"/>
              <a:gd name="connsiteX10147" fmla="*/ 1268169 w 9312201"/>
              <a:gd name="connsiteY10147" fmla="*/ 1178241 h 4927186"/>
              <a:gd name="connsiteX10148" fmla="*/ 1245691 w 9312201"/>
              <a:gd name="connsiteY10148" fmla="*/ 1156421 h 4927186"/>
              <a:gd name="connsiteX10149" fmla="*/ 1268169 w 9312201"/>
              <a:gd name="connsiteY10149" fmla="*/ 1134601 h 4927186"/>
              <a:gd name="connsiteX10150" fmla="*/ 1190817 w 9312201"/>
              <a:gd name="connsiteY10150" fmla="*/ 1134601 h 4927186"/>
              <a:gd name="connsiteX10151" fmla="*/ 1212636 w 9312201"/>
              <a:gd name="connsiteY10151" fmla="*/ 1156421 h 4927186"/>
              <a:gd name="connsiteX10152" fmla="*/ 1190817 w 9312201"/>
              <a:gd name="connsiteY10152" fmla="*/ 1178241 h 4927186"/>
              <a:gd name="connsiteX10153" fmla="*/ 1168996 w 9312201"/>
              <a:gd name="connsiteY10153" fmla="*/ 1156421 h 4927186"/>
              <a:gd name="connsiteX10154" fmla="*/ 1190817 w 9312201"/>
              <a:gd name="connsiteY10154" fmla="*/ 1134601 h 4927186"/>
              <a:gd name="connsiteX10155" fmla="*/ 1112792 w 9312201"/>
              <a:gd name="connsiteY10155" fmla="*/ 1134601 h 4927186"/>
              <a:gd name="connsiteX10156" fmla="*/ 1134615 w 9312201"/>
              <a:gd name="connsiteY10156" fmla="*/ 1156421 h 4927186"/>
              <a:gd name="connsiteX10157" fmla="*/ 1112792 w 9312201"/>
              <a:gd name="connsiteY10157" fmla="*/ 1178241 h 4927186"/>
              <a:gd name="connsiteX10158" fmla="*/ 1090972 w 9312201"/>
              <a:gd name="connsiteY10158" fmla="*/ 1156421 h 4927186"/>
              <a:gd name="connsiteX10159" fmla="*/ 1112792 w 9312201"/>
              <a:gd name="connsiteY10159" fmla="*/ 1134601 h 4927186"/>
              <a:gd name="connsiteX10160" fmla="*/ 1034768 w 9312201"/>
              <a:gd name="connsiteY10160" fmla="*/ 1134601 h 4927186"/>
              <a:gd name="connsiteX10161" fmla="*/ 1056586 w 9312201"/>
              <a:gd name="connsiteY10161" fmla="*/ 1156421 h 4927186"/>
              <a:gd name="connsiteX10162" fmla="*/ 1034768 w 9312201"/>
              <a:gd name="connsiteY10162" fmla="*/ 1178241 h 4927186"/>
              <a:gd name="connsiteX10163" fmla="*/ 1012952 w 9312201"/>
              <a:gd name="connsiteY10163" fmla="*/ 1156421 h 4927186"/>
              <a:gd name="connsiteX10164" fmla="*/ 1034768 w 9312201"/>
              <a:gd name="connsiteY10164" fmla="*/ 1134601 h 4927186"/>
              <a:gd name="connsiteX10165" fmla="*/ 956746 w 9312201"/>
              <a:gd name="connsiteY10165" fmla="*/ 1134601 h 4927186"/>
              <a:gd name="connsiteX10166" fmla="*/ 978570 w 9312201"/>
              <a:gd name="connsiteY10166" fmla="*/ 1156421 h 4927186"/>
              <a:gd name="connsiteX10167" fmla="*/ 956746 w 9312201"/>
              <a:gd name="connsiteY10167" fmla="*/ 1178241 h 4927186"/>
              <a:gd name="connsiteX10168" fmla="*/ 934926 w 9312201"/>
              <a:gd name="connsiteY10168" fmla="*/ 1156421 h 4927186"/>
              <a:gd name="connsiteX10169" fmla="*/ 956746 w 9312201"/>
              <a:gd name="connsiteY10169" fmla="*/ 1134601 h 4927186"/>
              <a:gd name="connsiteX10170" fmla="*/ 880049 w 9312201"/>
              <a:gd name="connsiteY10170" fmla="*/ 1134601 h 4927186"/>
              <a:gd name="connsiteX10171" fmla="*/ 901869 w 9312201"/>
              <a:gd name="connsiteY10171" fmla="*/ 1156421 h 4927186"/>
              <a:gd name="connsiteX10172" fmla="*/ 880049 w 9312201"/>
              <a:gd name="connsiteY10172" fmla="*/ 1178241 h 4927186"/>
              <a:gd name="connsiteX10173" fmla="*/ 858229 w 9312201"/>
              <a:gd name="connsiteY10173" fmla="*/ 1156421 h 4927186"/>
              <a:gd name="connsiteX10174" fmla="*/ 880049 w 9312201"/>
              <a:gd name="connsiteY10174" fmla="*/ 1134601 h 4927186"/>
              <a:gd name="connsiteX10175" fmla="*/ 800708 w 9312201"/>
              <a:gd name="connsiteY10175" fmla="*/ 1134601 h 4927186"/>
              <a:gd name="connsiteX10176" fmla="*/ 822526 w 9312201"/>
              <a:gd name="connsiteY10176" fmla="*/ 1156421 h 4927186"/>
              <a:gd name="connsiteX10177" fmla="*/ 800708 w 9312201"/>
              <a:gd name="connsiteY10177" fmla="*/ 1178241 h 4927186"/>
              <a:gd name="connsiteX10178" fmla="*/ 778885 w 9312201"/>
              <a:gd name="connsiteY10178" fmla="*/ 1156421 h 4927186"/>
              <a:gd name="connsiteX10179" fmla="*/ 800708 w 9312201"/>
              <a:gd name="connsiteY10179" fmla="*/ 1134601 h 4927186"/>
              <a:gd name="connsiteX10180" fmla="*/ 722684 w 9312201"/>
              <a:gd name="connsiteY10180" fmla="*/ 1134601 h 4927186"/>
              <a:gd name="connsiteX10181" fmla="*/ 744504 w 9312201"/>
              <a:gd name="connsiteY10181" fmla="*/ 1156421 h 4927186"/>
              <a:gd name="connsiteX10182" fmla="*/ 722684 w 9312201"/>
              <a:gd name="connsiteY10182" fmla="*/ 1178241 h 4927186"/>
              <a:gd name="connsiteX10183" fmla="*/ 700862 w 9312201"/>
              <a:gd name="connsiteY10183" fmla="*/ 1156421 h 4927186"/>
              <a:gd name="connsiteX10184" fmla="*/ 722684 w 9312201"/>
              <a:gd name="connsiteY10184" fmla="*/ 1134601 h 4927186"/>
              <a:gd name="connsiteX10185" fmla="*/ 644665 w 9312201"/>
              <a:gd name="connsiteY10185" fmla="*/ 1134601 h 4927186"/>
              <a:gd name="connsiteX10186" fmla="*/ 666485 w 9312201"/>
              <a:gd name="connsiteY10186" fmla="*/ 1156421 h 4927186"/>
              <a:gd name="connsiteX10187" fmla="*/ 644665 w 9312201"/>
              <a:gd name="connsiteY10187" fmla="*/ 1178241 h 4927186"/>
              <a:gd name="connsiteX10188" fmla="*/ 622842 w 9312201"/>
              <a:gd name="connsiteY10188" fmla="*/ 1156421 h 4927186"/>
              <a:gd name="connsiteX10189" fmla="*/ 644665 w 9312201"/>
              <a:gd name="connsiteY10189" fmla="*/ 1134601 h 4927186"/>
              <a:gd name="connsiteX10190" fmla="*/ 567304 w 9312201"/>
              <a:gd name="connsiteY10190" fmla="*/ 1134601 h 4927186"/>
              <a:gd name="connsiteX10191" fmla="*/ 589784 w 9312201"/>
              <a:gd name="connsiteY10191" fmla="*/ 1156421 h 4927186"/>
              <a:gd name="connsiteX10192" fmla="*/ 567304 w 9312201"/>
              <a:gd name="connsiteY10192" fmla="*/ 1178241 h 4927186"/>
              <a:gd name="connsiteX10193" fmla="*/ 544822 w 9312201"/>
              <a:gd name="connsiteY10193" fmla="*/ 1156421 h 4927186"/>
              <a:gd name="connsiteX10194" fmla="*/ 567304 w 9312201"/>
              <a:gd name="connsiteY10194" fmla="*/ 1134601 h 4927186"/>
              <a:gd name="connsiteX10195" fmla="*/ 489945 w 9312201"/>
              <a:gd name="connsiteY10195" fmla="*/ 1134601 h 4927186"/>
              <a:gd name="connsiteX10196" fmla="*/ 511765 w 9312201"/>
              <a:gd name="connsiteY10196" fmla="*/ 1156421 h 4927186"/>
              <a:gd name="connsiteX10197" fmla="*/ 489945 w 9312201"/>
              <a:gd name="connsiteY10197" fmla="*/ 1178241 h 4927186"/>
              <a:gd name="connsiteX10198" fmla="*/ 468126 w 9312201"/>
              <a:gd name="connsiteY10198" fmla="*/ 1156421 h 4927186"/>
              <a:gd name="connsiteX10199" fmla="*/ 489945 w 9312201"/>
              <a:gd name="connsiteY10199" fmla="*/ 1134601 h 4927186"/>
              <a:gd name="connsiteX10200" fmla="*/ 411925 w 9312201"/>
              <a:gd name="connsiteY10200" fmla="*/ 1134601 h 4927186"/>
              <a:gd name="connsiteX10201" fmla="*/ 433742 w 9312201"/>
              <a:gd name="connsiteY10201" fmla="*/ 1156421 h 4927186"/>
              <a:gd name="connsiteX10202" fmla="*/ 411925 w 9312201"/>
              <a:gd name="connsiteY10202" fmla="*/ 1178241 h 4927186"/>
              <a:gd name="connsiteX10203" fmla="*/ 390105 w 9312201"/>
              <a:gd name="connsiteY10203" fmla="*/ 1156421 h 4927186"/>
              <a:gd name="connsiteX10204" fmla="*/ 411925 w 9312201"/>
              <a:gd name="connsiteY10204" fmla="*/ 1134601 h 4927186"/>
              <a:gd name="connsiteX10205" fmla="*/ 333903 w 9312201"/>
              <a:gd name="connsiteY10205" fmla="*/ 1134601 h 4927186"/>
              <a:gd name="connsiteX10206" fmla="*/ 355723 w 9312201"/>
              <a:gd name="connsiteY10206" fmla="*/ 1156421 h 4927186"/>
              <a:gd name="connsiteX10207" fmla="*/ 333903 w 9312201"/>
              <a:gd name="connsiteY10207" fmla="*/ 1178241 h 4927186"/>
              <a:gd name="connsiteX10208" fmla="*/ 312083 w 9312201"/>
              <a:gd name="connsiteY10208" fmla="*/ 1156421 h 4927186"/>
              <a:gd name="connsiteX10209" fmla="*/ 333903 w 9312201"/>
              <a:gd name="connsiteY10209" fmla="*/ 1134601 h 4927186"/>
              <a:gd name="connsiteX10210" fmla="*/ 255883 w 9312201"/>
              <a:gd name="connsiteY10210" fmla="*/ 1134601 h 4927186"/>
              <a:gd name="connsiteX10211" fmla="*/ 277701 w 9312201"/>
              <a:gd name="connsiteY10211" fmla="*/ 1156421 h 4927186"/>
              <a:gd name="connsiteX10212" fmla="*/ 255883 w 9312201"/>
              <a:gd name="connsiteY10212" fmla="*/ 1178241 h 4927186"/>
              <a:gd name="connsiteX10213" fmla="*/ 234062 w 9312201"/>
              <a:gd name="connsiteY10213" fmla="*/ 1156421 h 4927186"/>
              <a:gd name="connsiteX10214" fmla="*/ 255883 w 9312201"/>
              <a:gd name="connsiteY10214" fmla="*/ 1134601 h 4927186"/>
              <a:gd name="connsiteX10215" fmla="*/ 177862 w 9312201"/>
              <a:gd name="connsiteY10215" fmla="*/ 1134601 h 4927186"/>
              <a:gd name="connsiteX10216" fmla="*/ 199683 w 9312201"/>
              <a:gd name="connsiteY10216" fmla="*/ 1156421 h 4927186"/>
              <a:gd name="connsiteX10217" fmla="*/ 177862 w 9312201"/>
              <a:gd name="connsiteY10217" fmla="*/ 1178241 h 4927186"/>
              <a:gd name="connsiteX10218" fmla="*/ 156042 w 9312201"/>
              <a:gd name="connsiteY10218" fmla="*/ 1156421 h 4927186"/>
              <a:gd name="connsiteX10219" fmla="*/ 177862 w 9312201"/>
              <a:gd name="connsiteY10219" fmla="*/ 1134601 h 4927186"/>
              <a:gd name="connsiteX10220" fmla="*/ 99841 w 9312201"/>
              <a:gd name="connsiteY10220" fmla="*/ 1134601 h 4927186"/>
              <a:gd name="connsiteX10221" fmla="*/ 121661 w 9312201"/>
              <a:gd name="connsiteY10221" fmla="*/ 1156421 h 4927186"/>
              <a:gd name="connsiteX10222" fmla="*/ 99841 w 9312201"/>
              <a:gd name="connsiteY10222" fmla="*/ 1178241 h 4927186"/>
              <a:gd name="connsiteX10223" fmla="*/ 78021 w 9312201"/>
              <a:gd name="connsiteY10223" fmla="*/ 1156421 h 4927186"/>
              <a:gd name="connsiteX10224" fmla="*/ 99841 w 9312201"/>
              <a:gd name="connsiteY10224" fmla="*/ 1134601 h 4927186"/>
              <a:gd name="connsiteX10225" fmla="*/ 21820 w 9312201"/>
              <a:gd name="connsiteY10225" fmla="*/ 1134601 h 4927186"/>
              <a:gd name="connsiteX10226" fmla="*/ 43640 w 9312201"/>
              <a:gd name="connsiteY10226" fmla="*/ 1156421 h 4927186"/>
              <a:gd name="connsiteX10227" fmla="*/ 21820 w 9312201"/>
              <a:gd name="connsiteY10227" fmla="*/ 1178241 h 4927186"/>
              <a:gd name="connsiteX10228" fmla="*/ 0 w 9312201"/>
              <a:gd name="connsiteY10228" fmla="*/ 1156421 h 4927186"/>
              <a:gd name="connsiteX10229" fmla="*/ 21820 w 9312201"/>
              <a:gd name="connsiteY10229" fmla="*/ 1134601 h 4927186"/>
              <a:gd name="connsiteX10230" fmla="*/ 3371408 w 9312201"/>
              <a:gd name="connsiteY10230" fmla="*/ 1090962 h 4927186"/>
              <a:gd name="connsiteX10231" fmla="*/ 3393228 w 9312201"/>
              <a:gd name="connsiteY10231" fmla="*/ 1112782 h 4927186"/>
              <a:gd name="connsiteX10232" fmla="*/ 3371408 w 9312201"/>
              <a:gd name="connsiteY10232" fmla="*/ 1134602 h 4927186"/>
              <a:gd name="connsiteX10233" fmla="*/ 3349588 w 9312201"/>
              <a:gd name="connsiteY10233" fmla="*/ 1112782 h 4927186"/>
              <a:gd name="connsiteX10234" fmla="*/ 3371408 w 9312201"/>
              <a:gd name="connsiteY10234" fmla="*/ 1090962 h 4927186"/>
              <a:gd name="connsiteX10235" fmla="*/ 3293388 w 9312201"/>
              <a:gd name="connsiteY10235" fmla="*/ 1090962 h 4927186"/>
              <a:gd name="connsiteX10236" fmla="*/ 3315208 w 9312201"/>
              <a:gd name="connsiteY10236" fmla="*/ 1112782 h 4927186"/>
              <a:gd name="connsiteX10237" fmla="*/ 3293388 w 9312201"/>
              <a:gd name="connsiteY10237" fmla="*/ 1134602 h 4927186"/>
              <a:gd name="connsiteX10238" fmla="*/ 3271568 w 9312201"/>
              <a:gd name="connsiteY10238" fmla="*/ 1112782 h 4927186"/>
              <a:gd name="connsiteX10239" fmla="*/ 3293388 w 9312201"/>
              <a:gd name="connsiteY10239" fmla="*/ 1090962 h 4927186"/>
              <a:gd name="connsiteX10240" fmla="*/ 3215368 w 9312201"/>
              <a:gd name="connsiteY10240" fmla="*/ 1090962 h 4927186"/>
              <a:gd name="connsiteX10241" fmla="*/ 3237188 w 9312201"/>
              <a:gd name="connsiteY10241" fmla="*/ 1112782 h 4927186"/>
              <a:gd name="connsiteX10242" fmla="*/ 3215368 w 9312201"/>
              <a:gd name="connsiteY10242" fmla="*/ 1134602 h 4927186"/>
              <a:gd name="connsiteX10243" fmla="*/ 3193548 w 9312201"/>
              <a:gd name="connsiteY10243" fmla="*/ 1112782 h 4927186"/>
              <a:gd name="connsiteX10244" fmla="*/ 3215368 w 9312201"/>
              <a:gd name="connsiteY10244" fmla="*/ 1090962 h 4927186"/>
              <a:gd name="connsiteX10245" fmla="*/ 3137348 w 9312201"/>
              <a:gd name="connsiteY10245" fmla="*/ 1090962 h 4927186"/>
              <a:gd name="connsiteX10246" fmla="*/ 3159168 w 9312201"/>
              <a:gd name="connsiteY10246" fmla="*/ 1112782 h 4927186"/>
              <a:gd name="connsiteX10247" fmla="*/ 3137348 w 9312201"/>
              <a:gd name="connsiteY10247" fmla="*/ 1134602 h 4927186"/>
              <a:gd name="connsiteX10248" fmla="*/ 3115528 w 9312201"/>
              <a:gd name="connsiteY10248" fmla="*/ 1112782 h 4927186"/>
              <a:gd name="connsiteX10249" fmla="*/ 3137348 w 9312201"/>
              <a:gd name="connsiteY10249" fmla="*/ 1090962 h 4927186"/>
              <a:gd name="connsiteX10250" fmla="*/ 9134341 w 9312201"/>
              <a:gd name="connsiteY10250" fmla="*/ 1056581 h 4927186"/>
              <a:gd name="connsiteX10251" fmla="*/ 9156161 w 9312201"/>
              <a:gd name="connsiteY10251" fmla="*/ 1079062 h 4927186"/>
              <a:gd name="connsiteX10252" fmla="*/ 9134341 w 9312201"/>
              <a:gd name="connsiteY10252" fmla="*/ 1101543 h 4927186"/>
              <a:gd name="connsiteX10253" fmla="*/ 9112521 w 9312201"/>
              <a:gd name="connsiteY10253" fmla="*/ 1079062 h 4927186"/>
              <a:gd name="connsiteX10254" fmla="*/ 9134341 w 9312201"/>
              <a:gd name="connsiteY10254" fmla="*/ 1056581 h 4927186"/>
              <a:gd name="connsiteX10255" fmla="*/ 9056320 w 9312201"/>
              <a:gd name="connsiteY10255" fmla="*/ 1056581 h 4927186"/>
              <a:gd name="connsiteX10256" fmla="*/ 9078140 w 9312201"/>
              <a:gd name="connsiteY10256" fmla="*/ 1079062 h 4927186"/>
              <a:gd name="connsiteX10257" fmla="*/ 9056320 w 9312201"/>
              <a:gd name="connsiteY10257" fmla="*/ 1101543 h 4927186"/>
              <a:gd name="connsiteX10258" fmla="*/ 9034500 w 9312201"/>
              <a:gd name="connsiteY10258" fmla="*/ 1079062 h 4927186"/>
              <a:gd name="connsiteX10259" fmla="*/ 9056320 w 9312201"/>
              <a:gd name="connsiteY10259" fmla="*/ 1056581 h 4927186"/>
              <a:gd name="connsiteX10260" fmla="*/ 8978300 w 9312201"/>
              <a:gd name="connsiteY10260" fmla="*/ 1056581 h 4927186"/>
              <a:gd name="connsiteX10261" fmla="*/ 9000120 w 9312201"/>
              <a:gd name="connsiteY10261" fmla="*/ 1079062 h 4927186"/>
              <a:gd name="connsiteX10262" fmla="*/ 8978300 w 9312201"/>
              <a:gd name="connsiteY10262" fmla="*/ 1101543 h 4927186"/>
              <a:gd name="connsiteX10263" fmla="*/ 8956480 w 9312201"/>
              <a:gd name="connsiteY10263" fmla="*/ 1079062 h 4927186"/>
              <a:gd name="connsiteX10264" fmla="*/ 8978300 w 9312201"/>
              <a:gd name="connsiteY10264" fmla="*/ 1056581 h 4927186"/>
              <a:gd name="connsiteX10265" fmla="*/ 8900279 w 9312201"/>
              <a:gd name="connsiteY10265" fmla="*/ 1056581 h 4927186"/>
              <a:gd name="connsiteX10266" fmla="*/ 8922099 w 9312201"/>
              <a:gd name="connsiteY10266" fmla="*/ 1079062 h 4927186"/>
              <a:gd name="connsiteX10267" fmla="*/ 8900279 w 9312201"/>
              <a:gd name="connsiteY10267" fmla="*/ 1101543 h 4927186"/>
              <a:gd name="connsiteX10268" fmla="*/ 8878459 w 9312201"/>
              <a:gd name="connsiteY10268" fmla="*/ 1079062 h 4927186"/>
              <a:gd name="connsiteX10269" fmla="*/ 8900279 w 9312201"/>
              <a:gd name="connsiteY10269" fmla="*/ 1056581 h 4927186"/>
              <a:gd name="connsiteX10270" fmla="*/ 8822259 w 9312201"/>
              <a:gd name="connsiteY10270" fmla="*/ 1056581 h 4927186"/>
              <a:gd name="connsiteX10271" fmla="*/ 8844079 w 9312201"/>
              <a:gd name="connsiteY10271" fmla="*/ 1079062 h 4927186"/>
              <a:gd name="connsiteX10272" fmla="*/ 8822259 w 9312201"/>
              <a:gd name="connsiteY10272" fmla="*/ 1101543 h 4927186"/>
              <a:gd name="connsiteX10273" fmla="*/ 8800439 w 9312201"/>
              <a:gd name="connsiteY10273" fmla="*/ 1079062 h 4927186"/>
              <a:gd name="connsiteX10274" fmla="*/ 8822259 w 9312201"/>
              <a:gd name="connsiteY10274" fmla="*/ 1056581 h 4927186"/>
              <a:gd name="connsiteX10275" fmla="*/ 8744900 w 9312201"/>
              <a:gd name="connsiteY10275" fmla="*/ 1056581 h 4927186"/>
              <a:gd name="connsiteX10276" fmla="*/ 8767381 w 9312201"/>
              <a:gd name="connsiteY10276" fmla="*/ 1079062 h 4927186"/>
              <a:gd name="connsiteX10277" fmla="*/ 8744900 w 9312201"/>
              <a:gd name="connsiteY10277" fmla="*/ 1101543 h 4927186"/>
              <a:gd name="connsiteX10278" fmla="*/ 8722419 w 9312201"/>
              <a:gd name="connsiteY10278" fmla="*/ 1079062 h 4927186"/>
              <a:gd name="connsiteX10279" fmla="*/ 8744900 w 9312201"/>
              <a:gd name="connsiteY10279" fmla="*/ 1056581 h 4927186"/>
              <a:gd name="connsiteX10280" fmla="*/ 8667540 w 9312201"/>
              <a:gd name="connsiteY10280" fmla="*/ 1056581 h 4927186"/>
              <a:gd name="connsiteX10281" fmla="*/ 8689360 w 9312201"/>
              <a:gd name="connsiteY10281" fmla="*/ 1079062 h 4927186"/>
              <a:gd name="connsiteX10282" fmla="*/ 8667540 w 9312201"/>
              <a:gd name="connsiteY10282" fmla="*/ 1101543 h 4927186"/>
              <a:gd name="connsiteX10283" fmla="*/ 8645720 w 9312201"/>
              <a:gd name="connsiteY10283" fmla="*/ 1079062 h 4927186"/>
              <a:gd name="connsiteX10284" fmla="*/ 8667540 w 9312201"/>
              <a:gd name="connsiteY10284" fmla="*/ 1056581 h 4927186"/>
              <a:gd name="connsiteX10285" fmla="*/ 8589520 w 9312201"/>
              <a:gd name="connsiteY10285" fmla="*/ 1056581 h 4927186"/>
              <a:gd name="connsiteX10286" fmla="*/ 8611340 w 9312201"/>
              <a:gd name="connsiteY10286" fmla="*/ 1079062 h 4927186"/>
              <a:gd name="connsiteX10287" fmla="*/ 8589520 w 9312201"/>
              <a:gd name="connsiteY10287" fmla="*/ 1101543 h 4927186"/>
              <a:gd name="connsiteX10288" fmla="*/ 8567700 w 9312201"/>
              <a:gd name="connsiteY10288" fmla="*/ 1079062 h 4927186"/>
              <a:gd name="connsiteX10289" fmla="*/ 8589520 w 9312201"/>
              <a:gd name="connsiteY10289" fmla="*/ 1056581 h 4927186"/>
              <a:gd name="connsiteX10290" fmla="*/ 8511500 w 9312201"/>
              <a:gd name="connsiteY10290" fmla="*/ 1056581 h 4927186"/>
              <a:gd name="connsiteX10291" fmla="*/ 8533320 w 9312201"/>
              <a:gd name="connsiteY10291" fmla="*/ 1079062 h 4927186"/>
              <a:gd name="connsiteX10292" fmla="*/ 8511500 w 9312201"/>
              <a:gd name="connsiteY10292" fmla="*/ 1101543 h 4927186"/>
              <a:gd name="connsiteX10293" fmla="*/ 8489680 w 9312201"/>
              <a:gd name="connsiteY10293" fmla="*/ 1079062 h 4927186"/>
              <a:gd name="connsiteX10294" fmla="*/ 8511500 w 9312201"/>
              <a:gd name="connsiteY10294" fmla="*/ 1056581 h 4927186"/>
              <a:gd name="connsiteX10295" fmla="*/ 8432818 w 9312201"/>
              <a:gd name="connsiteY10295" fmla="*/ 1056581 h 4927186"/>
              <a:gd name="connsiteX10296" fmla="*/ 8455299 w 9312201"/>
              <a:gd name="connsiteY10296" fmla="*/ 1079062 h 4927186"/>
              <a:gd name="connsiteX10297" fmla="*/ 8432818 w 9312201"/>
              <a:gd name="connsiteY10297" fmla="*/ 1101543 h 4927186"/>
              <a:gd name="connsiteX10298" fmla="*/ 8410337 w 9312201"/>
              <a:gd name="connsiteY10298" fmla="*/ 1079062 h 4927186"/>
              <a:gd name="connsiteX10299" fmla="*/ 8432818 w 9312201"/>
              <a:gd name="connsiteY10299" fmla="*/ 1056581 h 4927186"/>
              <a:gd name="connsiteX10300" fmla="*/ 8355459 w 9312201"/>
              <a:gd name="connsiteY10300" fmla="*/ 1056581 h 4927186"/>
              <a:gd name="connsiteX10301" fmla="*/ 8377279 w 9312201"/>
              <a:gd name="connsiteY10301" fmla="*/ 1079062 h 4927186"/>
              <a:gd name="connsiteX10302" fmla="*/ 8355459 w 9312201"/>
              <a:gd name="connsiteY10302" fmla="*/ 1101543 h 4927186"/>
              <a:gd name="connsiteX10303" fmla="*/ 8333639 w 9312201"/>
              <a:gd name="connsiteY10303" fmla="*/ 1079062 h 4927186"/>
              <a:gd name="connsiteX10304" fmla="*/ 8355459 w 9312201"/>
              <a:gd name="connsiteY10304" fmla="*/ 1056581 h 4927186"/>
              <a:gd name="connsiteX10305" fmla="*/ 8277438 w 9312201"/>
              <a:gd name="connsiteY10305" fmla="*/ 1056581 h 4927186"/>
              <a:gd name="connsiteX10306" fmla="*/ 8299258 w 9312201"/>
              <a:gd name="connsiteY10306" fmla="*/ 1079062 h 4927186"/>
              <a:gd name="connsiteX10307" fmla="*/ 8277438 w 9312201"/>
              <a:gd name="connsiteY10307" fmla="*/ 1101543 h 4927186"/>
              <a:gd name="connsiteX10308" fmla="*/ 8255618 w 9312201"/>
              <a:gd name="connsiteY10308" fmla="*/ 1079062 h 4927186"/>
              <a:gd name="connsiteX10309" fmla="*/ 8277438 w 9312201"/>
              <a:gd name="connsiteY10309" fmla="*/ 1056581 h 4927186"/>
              <a:gd name="connsiteX10310" fmla="*/ 8199418 w 9312201"/>
              <a:gd name="connsiteY10310" fmla="*/ 1056581 h 4927186"/>
              <a:gd name="connsiteX10311" fmla="*/ 8221238 w 9312201"/>
              <a:gd name="connsiteY10311" fmla="*/ 1079062 h 4927186"/>
              <a:gd name="connsiteX10312" fmla="*/ 8199418 w 9312201"/>
              <a:gd name="connsiteY10312" fmla="*/ 1101543 h 4927186"/>
              <a:gd name="connsiteX10313" fmla="*/ 8177598 w 9312201"/>
              <a:gd name="connsiteY10313" fmla="*/ 1079062 h 4927186"/>
              <a:gd name="connsiteX10314" fmla="*/ 8199418 w 9312201"/>
              <a:gd name="connsiteY10314" fmla="*/ 1056581 h 4927186"/>
              <a:gd name="connsiteX10315" fmla="*/ 8121398 w 9312201"/>
              <a:gd name="connsiteY10315" fmla="*/ 1056581 h 4927186"/>
              <a:gd name="connsiteX10316" fmla="*/ 8143218 w 9312201"/>
              <a:gd name="connsiteY10316" fmla="*/ 1079062 h 4927186"/>
              <a:gd name="connsiteX10317" fmla="*/ 8121398 w 9312201"/>
              <a:gd name="connsiteY10317" fmla="*/ 1101543 h 4927186"/>
              <a:gd name="connsiteX10318" fmla="*/ 8099578 w 9312201"/>
              <a:gd name="connsiteY10318" fmla="*/ 1079062 h 4927186"/>
              <a:gd name="connsiteX10319" fmla="*/ 8121398 w 9312201"/>
              <a:gd name="connsiteY10319" fmla="*/ 1056581 h 4927186"/>
              <a:gd name="connsiteX10320" fmla="*/ 8044700 w 9312201"/>
              <a:gd name="connsiteY10320" fmla="*/ 1056581 h 4927186"/>
              <a:gd name="connsiteX10321" fmla="*/ 8066520 w 9312201"/>
              <a:gd name="connsiteY10321" fmla="*/ 1079062 h 4927186"/>
              <a:gd name="connsiteX10322" fmla="*/ 8044700 w 9312201"/>
              <a:gd name="connsiteY10322" fmla="*/ 1101543 h 4927186"/>
              <a:gd name="connsiteX10323" fmla="*/ 8022880 w 9312201"/>
              <a:gd name="connsiteY10323" fmla="*/ 1079062 h 4927186"/>
              <a:gd name="connsiteX10324" fmla="*/ 8044700 w 9312201"/>
              <a:gd name="connsiteY10324" fmla="*/ 1056581 h 4927186"/>
              <a:gd name="connsiteX10325" fmla="*/ 7966679 w 9312201"/>
              <a:gd name="connsiteY10325" fmla="*/ 1056581 h 4927186"/>
              <a:gd name="connsiteX10326" fmla="*/ 7988499 w 9312201"/>
              <a:gd name="connsiteY10326" fmla="*/ 1079062 h 4927186"/>
              <a:gd name="connsiteX10327" fmla="*/ 7966679 w 9312201"/>
              <a:gd name="connsiteY10327" fmla="*/ 1101543 h 4927186"/>
              <a:gd name="connsiteX10328" fmla="*/ 7944859 w 9312201"/>
              <a:gd name="connsiteY10328" fmla="*/ 1079062 h 4927186"/>
              <a:gd name="connsiteX10329" fmla="*/ 7966679 w 9312201"/>
              <a:gd name="connsiteY10329" fmla="*/ 1056581 h 4927186"/>
              <a:gd name="connsiteX10330" fmla="*/ 7421198 w 9312201"/>
              <a:gd name="connsiteY10330" fmla="*/ 1056581 h 4927186"/>
              <a:gd name="connsiteX10331" fmla="*/ 7443679 w 9312201"/>
              <a:gd name="connsiteY10331" fmla="*/ 1079062 h 4927186"/>
              <a:gd name="connsiteX10332" fmla="*/ 7421198 w 9312201"/>
              <a:gd name="connsiteY10332" fmla="*/ 1101543 h 4927186"/>
              <a:gd name="connsiteX10333" fmla="*/ 7398717 w 9312201"/>
              <a:gd name="connsiteY10333" fmla="*/ 1079062 h 4927186"/>
              <a:gd name="connsiteX10334" fmla="*/ 7421198 w 9312201"/>
              <a:gd name="connsiteY10334" fmla="*/ 1056581 h 4927186"/>
              <a:gd name="connsiteX10335" fmla="*/ 7343838 w 9312201"/>
              <a:gd name="connsiteY10335" fmla="*/ 1056581 h 4927186"/>
              <a:gd name="connsiteX10336" fmla="*/ 7365658 w 9312201"/>
              <a:gd name="connsiteY10336" fmla="*/ 1079062 h 4927186"/>
              <a:gd name="connsiteX10337" fmla="*/ 7343838 w 9312201"/>
              <a:gd name="connsiteY10337" fmla="*/ 1101543 h 4927186"/>
              <a:gd name="connsiteX10338" fmla="*/ 7322018 w 9312201"/>
              <a:gd name="connsiteY10338" fmla="*/ 1079062 h 4927186"/>
              <a:gd name="connsiteX10339" fmla="*/ 7343838 w 9312201"/>
              <a:gd name="connsiteY10339" fmla="*/ 1056581 h 4927186"/>
              <a:gd name="connsiteX10340" fmla="*/ 7264495 w 9312201"/>
              <a:gd name="connsiteY10340" fmla="*/ 1056581 h 4927186"/>
              <a:gd name="connsiteX10341" fmla="*/ 7286315 w 9312201"/>
              <a:gd name="connsiteY10341" fmla="*/ 1079062 h 4927186"/>
              <a:gd name="connsiteX10342" fmla="*/ 7264495 w 9312201"/>
              <a:gd name="connsiteY10342" fmla="*/ 1101543 h 4927186"/>
              <a:gd name="connsiteX10343" fmla="*/ 7242675 w 9312201"/>
              <a:gd name="connsiteY10343" fmla="*/ 1079062 h 4927186"/>
              <a:gd name="connsiteX10344" fmla="*/ 7264495 w 9312201"/>
              <a:gd name="connsiteY10344" fmla="*/ 1056581 h 4927186"/>
              <a:gd name="connsiteX10345" fmla="*/ 7186475 w 9312201"/>
              <a:gd name="connsiteY10345" fmla="*/ 1056581 h 4927186"/>
              <a:gd name="connsiteX10346" fmla="*/ 7208295 w 9312201"/>
              <a:gd name="connsiteY10346" fmla="*/ 1079062 h 4927186"/>
              <a:gd name="connsiteX10347" fmla="*/ 7186475 w 9312201"/>
              <a:gd name="connsiteY10347" fmla="*/ 1101543 h 4927186"/>
              <a:gd name="connsiteX10348" fmla="*/ 7164655 w 9312201"/>
              <a:gd name="connsiteY10348" fmla="*/ 1079062 h 4927186"/>
              <a:gd name="connsiteX10349" fmla="*/ 7186475 w 9312201"/>
              <a:gd name="connsiteY10349" fmla="*/ 1056581 h 4927186"/>
              <a:gd name="connsiteX10350" fmla="*/ 7109116 w 9312201"/>
              <a:gd name="connsiteY10350" fmla="*/ 1056581 h 4927186"/>
              <a:gd name="connsiteX10351" fmla="*/ 7131597 w 9312201"/>
              <a:gd name="connsiteY10351" fmla="*/ 1079062 h 4927186"/>
              <a:gd name="connsiteX10352" fmla="*/ 7109116 w 9312201"/>
              <a:gd name="connsiteY10352" fmla="*/ 1101543 h 4927186"/>
              <a:gd name="connsiteX10353" fmla="*/ 7086635 w 9312201"/>
              <a:gd name="connsiteY10353" fmla="*/ 1079062 h 4927186"/>
              <a:gd name="connsiteX10354" fmla="*/ 7109116 w 9312201"/>
              <a:gd name="connsiteY10354" fmla="*/ 1056581 h 4927186"/>
              <a:gd name="connsiteX10355" fmla="*/ 7031757 w 9312201"/>
              <a:gd name="connsiteY10355" fmla="*/ 1056581 h 4927186"/>
              <a:gd name="connsiteX10356" fmla="*/ 7053577 w 9312201"/>
              <a:gd name="connsiteY10356" fmla="*/ 1079062 h 4927186"/>
              <a:gd name="connsiteX10357" fmla="*/ 7031757 w 9312201"/>
              <a:gd name="connsiteY10357" fmla="*/ 1101543 h 4927186"/>
              <a:gd name="connsiteX10358" fmla="*/ 7009937 w 9312201"/>
              <a:gd name="connsiteY10358" fmla="*/ 1079062 h 4927186"/>
              <a:gd name="connsiteX10359" fmla="*/ 7031757 w 9312201"/>
              <a:gd name="connsiteY10359" fmla="*/ 1056581 h 4927186"/>
              <a:gd name="connsiteX10360" fmla="*/ 6953736 w 9312201"/>
              <a:gd name="connsiteY10360" fmla="*/ 1056581 h 4927186"/>
              <a:gd name="connsiteX10361" fmla="*/ 6975556 w 9312201"/>
              <a:gd name="connsiteY10361" fmla="*/ 1079062 h 4927186"/>
              <a:gd name="connsiteX10362" fmla="*/ 6953736 w 9312201"/>
              <a:gd name="connsiteY10362" fmla="*/ 1101543 h 4927186"/>
              <a:gd name="connsiteX10363" fmla="*/ 6931916 w 9312201"/>
              <a:gd name="connsiteY10363" fmla="*/ 1079062 h 4927186"/>
              <a:gd name="connsiteX10364" fmla="*/ 6953736 w 9312201"/>
              <a:gd name="connsiteY10364" fmla="*/ 1056581 h 4927186"/>
              <a:gd name="connsiteX10365" fmla="*/ 6875716 w 9312201"/>
              <a:gd name="connsiteY10365" fmla="*/ 1056581 h 4927186"/>
              <a:gd name="connsiteX10366" fmla="*/ 6897536 w 9312201"/>
              <a:gd name="connsiteY10366" fmla="*/ 1079062 h 4927186"/>
              <a:gd name="connsiteX10367" fmla="*/ 6875716 w 9312201"/>
              <a:gd name="connsiteY10367" fmla="*/ 1101543 h 4927186"/>
              <a:gd name="connsiteX10368" fmla="*/ 6853896 w 9312201"/>
              <a:gd name="connsiteY10368" fmla="*/ 1079062 h 4927186"/>
              <a:gd name="connsiteX10369" fmla="*/ 6875716 w 9312201"/>
              <a:gd name="connsiteY10369" fmla="*/ 1056581 h 4927186"/>
              <a:gd name="connsiteX10370" fmla="*/ 6798356 w 9312201"/>
              <a:gd name="connsiteY10370" fmla="*/ 1056581 h 4927186"/>
              <a:gd name="connsiteX10371" fmla="*/ 6820837 w 9312201"/>
              <a:gd name="connsiteY10371" fmla="*/ 1079062 h 4927186"/>
              <a:gd name="connsiteX10372" fmla="*/ 6798356 w 9312201"/>
              <a:gd name="connsiteY10372" fmla="*/ 1101543 h 4927186"/>
              <a:gd name="connsiteX10373" fmla="*/ 6775875 w 9312201"/>
              <a:gd name="connsiteY10373" fmla="*/ 1079062 h 4927186"/>
              <a:gd name="connsiteX10374" fmla="*/ 6798356 w 9312201"/>
              <a:gd name="connsiteY10374" fmla="*/ 1056581 h 4927186"/>
              <a:gd name="connsiteX10375" fmla="*/ 6719675 w 9312201"/>
              <a:gd name="connsiteY10375" fmla="*/ 1056581 h 4927186"/>
              <a:gd name="connsiteX10376" fmla="*/ 6741495 w 9312201"/>
              <a:gd name="connsiteY10376" fmla="*/ 1079062 h 4927186"/>
              <a:gd name="connsiteX10377" fmla="*/ 6719675 w 9312201"/>
              <a:gd name="connsiteY10377" fmla="*/ 1101543 h 4927186"/>
              <a:gd name="connsiteX10378" fmla="*/ 6697855 w 9312201"/>
              <a:gd name="connsiteY10378" fmla="*/ 1079062 h 4927186"/>
              <a:gd name="connsiteX10379" fmla="*/ 6719675 w 9312201"/>
              <a:gd name="connsiteY10379" fmla="*/ 1056581 h 4927186"/>
              <a:gd name="connsiteX10380" fmla="*/ 6641655 w 9312201"/>
              <a:gd name="connsiteY10380" fmla="*/ 1056581 h 4927186"/>
              <a:gd name="connsiteX10381" fmla="*/ 6663475 w 9312201"/>
              <a:gd name="connsiteY10381" fmla="*/ 1079062 h 4927186"/>
              <a:gd name="connsiteX10382" fmla="*/ 6641655 w 9312201"/>
              <a:gd name="connsiteY10382" fmla="*/ 1101543 h 4927186"/>
              <a:gd name="connsiteX10383" fmla="*/ 6619835 w 9312201"/>
              <a:gd name="connsiteY10383" fmla="*/ 1079062 h 4927186"/>
              <a:gd name="connsiteX10384" fmla="*/ 6641655 w 9312201"/>
              <a:gd name="connsiteY10384" fmla="*/ 1056581 h 4927186"/>
              <a:gd name="connsiteX10385" fmla="*/ 6563634 w 9312201"/>
              <a:gd name="connsiteY10385" fmla="*/ 1056581 h 4927186"/>
              <a:gd name="connsiteX10386" fmla="*/ 6585454 w 9312201"/>
              <a:gd name="connsiteY10386" fmla="*/ 1079062 h 4927186"/>
              <a:gd name="connsiteX10387" fmla="*/ 6563634 w 9312201"/>
              <a:gd name="connsiteY10387" fmla="*/ 1101543 h 4927186"/>
              <a:gd name="connsiteX10388" fmla="*/ 6541814 w 9312201"/>
              <a:gd name="connsiteY10388" fmla="*/ 1079062 h 4927186"/>
              <a:gd name="connsiteX10389" fmla="*/ 6563634 w 9312201"/>
              <a:gd name="connsiteY10389" fmla="*/ 1056581 h 4927186"/>
              <a:gd name="connsiteX10390" fmla="*/ 6485613 w 9312201"/>
              <a:gd name="connsiteY10390" fmla="*/ 1056581 h 4927186"/>
              <a:gd name="connsiteX10391" fmla="*/ 6507433 w 9312201"/>
              <a:gd name="connsiteY10391" fmla="*/ 1079062 h 4927186"/>
              <a:gd name="connsiteX10392" fmla="*/ 6485613 w 9312201"/>
              <a:gd name="connsiteY10392" fmla="*/ 1101543 h 4927186"/>
              <a:gd name="connsiteX10393" fmla="*/ 6463793 w 9312201"/>
              <a:gd name="connsiteY10393" fmla="*/ 1079062 h 4927186"/>
              <a:gd name="connsiteX10394" fmla="*/ 6485613 w 9312201"/>
              <a:gd name="connsiteY10394" fmla="*/ 1056581 h 4927186"/>
              <a:gd name="connsiteX10395" fmla="*/ 6408916 w 9312201"/>
              <a:gd name="connsiteY10395" fmla="*/ 1056581 h 4927186"/>
              <a:gd name="connsiteX10396" fmla="*/ 6430736 w 9312201"/>
              <a:gd name="connsiteY10396" fmla="*/ 1079062 h 4927186"/>
              <a:gd name="connsiteX10397" fmla="*/ 6408916 w 9312201"/>
              <a:gd name="connsiteY10397" fmla="*/ 1101543 h 4927186"/>
              <a:gd name="connsiteX10398" fmla="*/ 6387096 w 9312201"/>
              <a:gd name="connsiteY10398" fmla="*/ 1079062 h 4927186"/>
              <a:gd name="connsiteX10399" fmla="*/ 6408916 w 9312201"/>
              <a:gd name="connsiteY10399" fmla="*/ 1056581 h 4927186"/>
              <a:gd name="connsiteX10400" fmla="*/ 6330896 w 9312201"/>
              <a:gd name="connsiteY10400" fmla="*/ 1056581 h 4927186"/>
              <a:gd name="connsiteX10401" fmla="*/ 6352716 w 9312201"/>
              <a:gd name="connsiteY10401" fmla="*/ 1079062 h 4927186"/>
              <a:gd name="connsiteX10402" fmla="*/ 6330896 w 9312201"/>
              <a:gd name="connsiteY10402" fmla="*/ 1101543 h 4927186"/>
              <a:gd name="connsiteX10403" fmla="*/ 6309076 w 9312201"/>
              <a:gd name="connsiteY10403" fmla="*/ 1079062 h 4927186"/>
              <a:gd name="connsiteX10404" fmla="*/ 6330896 w 9312201"/>
              <a:gd name="connsiteY10404" fmla="*/ 1056581 h 4927186"/>
              <a:gd name="connsiteX10405" fmla="*/ 6252875 w 9312201"/>
              <a:gd name="connsiteY10405" fmla="*/ 1056581 h 4927186"/>
              <a:gd name="connsiteX10406" fmla="*/ 6274695 w 9312201"/>
              <a:gd name="connsiteY10406" fmla="*/ 1079062 h 4927186"/>
              <a:gd name="connsiteX10407" fmla="*/ 6252875 w 9312201"/>
              <a:gd name="connsiteY10407" fmla="*/ 1101543 h 4927186"/>
              <a:gd name="connsiteX10408" fmla="*/ 6231055 w 9312201"/>
              <a:gd name="connsiteY10408" fmla="*/ 1079062 h 4927186"/>
              <a:gd name="connsiteX10409" fmla="*/ 6252875 w 9312201"/>
              <a:gd name="connsiteY10409" fmla="*/ 1056581 h 4927186"/>
              <a:gd name="connsiteX10410" fmla="*/ 6174854 w 9312201"/>
              <a:gd name="connsiteY10410" fmla="*/ 1056581 h 4927186"/>
              <a:gd name="connsiteX10411" fmla="*/ 6196674 w 9312201"/>
              <a:gd name="connsiteY10411" fmla="*/ 1079062 h 4927186"/>
              <a:gd name="connsiteX10412" fmla="*/ 6174854 w 9312201"/>
              <a:gd name="connsiteY10412" fmla="*/ 1101543 h 4927186"/>
              <a:gd name="connsiteX10413" fmla="*/ 6153034 w 9312201"/>
              <a:gd name="connsiteY10413" fmla="*/ 1079062 h 4927186"/>
              <a:gd name="connsiteX10414" fmla="*/ 6174854 w 9312201"/>
              <a:gd name="connsiteY10414" fmla="*/ 1056581 h 4927186"/>
              <a:gd name="connsiteX10415" fmla="*/ 6096834 w 9312201"/>
              <a:gd name="connsiteY10415" fmla="*/ 1056581 h 4927186"/>
              <a:gd name="connsiteX10416" fmla="*/ 6118654 w 9312201"/>
              <a:gd name="connsiteY10416" fmla="*/ 1079062 h 4927186"/>
              <a:gd name="connsiteX10417" fmla="*/ 6096834 w 9312201"/>
              <a:gd name="connsiteY10417" fmla="*/ 1101543 h 4927186"/>
              <a:gd name="connsiteX10418" fmla="*/ 6075014 w 9312201"/>
              <a:gd name="connsiteY10418" fmla="*/ 1079062 h 4927186"/>
              <a:gd name="connsiteX10419" fmla="*/ 6096834 w 9312201"/>
              <a:gd name="connsiteY10419" fmla="*/ 1056581 h 4927186"/>
              <a:gd name="connsiteX10420" fmla="*/ 6018814 w 9312201"/>
              <a:gd name="connsiteY10420" fmla="*/ 1056581 h 4927186"/>
              <a:gd name="connsiteX10421" fmla="*/ 6040634 w 9312201"/>
              <a:gd name="connsiteY10421" fmla="*/ 1079062 h 4927186"/>
              <a:gd name="connsiteX10422" fmla="*/ 6018814 w 9312201"/>
              <a:gd name="connsiteY10422" fmla="*/ 1101543 h 4927186"/>
              <a:gd name="connsiteX10423" fmla="*/ 5996994 w 9312201"/>
              <a:gd name="connsiteY10423" fmla="*/ 1079062 h 4927186"/>
              <a:gd name="connsiteX10424" fmla="*/ 6018814 w 9312201"/>
              <a:gd name="connsiteY10424" fmla="*/ 1056581 h 4927186"/>
              <a:gd name="connsiteX10425" fmla="*/ 5940793 w 9312201"/>
              <a:gd name="connsiteY10425" fmla="*/ 1056581 h 4927186"/>
              <a:gd name="connsiteX10426" fmla="*/ 5962613 w 9312201"/>
              <a:gd name="connsiteY10426" fmla="*/ 1079062 h 4927186"/>
              <a:gd name="connsiteX10427" fmla="*/ 5940793 w 9312201"/>
              <a:gd name="connsiteY10427" fmla="*/ 1101543 h 4927186"/>
              <a:gd name="connsiteX10428" fmla="*/ 5918973 w 9312201"/>
              <a:gd name="connsiteY10428" fmla="*/ 1079062 h 4927186"/>
              <a:gd name="connsiteX10429" fmla="*/ 5940793 w 9312201"/>
              <a:gd name="connsiteY10429" fmla="*/ 1056581 h 4927186"/>
              <a:gd name="connsiteX10430" fmla="*/ 5862773 w 9312201"/>
              <a:gd name="connsiteY10430" fmla="*/ 1056581 h 4927186"/>
              <a:gd name="connsiteX10431" fmla="*/ 5884593 w 9312201"/>
              <a:gd name="connsiteY10431" fmla="*/ 1079062 h 4927186"/>
              <a:gd name="connsiteX10432" fmla="*/ 5862773 w 9312201"/>
              <a:gd name="connsiteY10432" fmla="*/ 1101543 h 4927186"/>
              <a:gd name="connsiteX10433" fmla="*/ 5840953 w 9312201"/>
              <a:gd name="connsiteY10433" fmla="*/ 1079062 h 4927186"/>
              <a:gd name="connsiteX10434" fmla="*/ 5862773 w 9312201"/>
              <a:gd name="connsiteY10434" fmla="*/ 1056581 h 4927186"/>
              <a:gd name="connsiteX10435" fmla="*/ 5785413 w 9312201"/>
              <a:gd name="connsiteY10435" fmla="*/ 1056581 h 4927186"/>
              <a:gd name="connsiteX10436" fmla="*/ 5807894 w 9312201"/>
              <a:gd name="connsiteY10436" fmla="*/ 1079062 h 4927186"/>
              <a:gd name="connsiteX10437" fmla="*/ 5785413 w 9312201"/>
              <a:gd name="connsiteY10437" fmla="*/ 1101543 h 4927186"/>
              <a:gd name="connsiteX10438" fmla="*/ 5762932 w 9312201"/>
              <a:gd name="connsiteY10438" fmla="*/ 1079062 h 4927186"/>
              <a:gd name="connsiteX10439" fmla="*/ 5785413 w 9312201"/>
              <a:gd name="connsiteY10439" fmla="*/ 1056581 h 4927186"/>
              <a:gd name="connsiteX10440" fmla="*/ 5708054 w 9312201"/>
              <a:gd name="connsiteY10440" fmla="*/ 1056581 h 4927186"/>
              <a:gd name="connsiteX10441" fmla="*/ 5729874 w 9312201"/>
              <a:gd name="connsiteY10441" fmla="*/ 1079062 h 4927186"/>
              <a:gd name="connsiteX10442" fmla="*/ 5708054 w 9312201"/>
              <a:gd name="connsiteY10442" fmla="*/ 1101543 h 4927186"/>
              <a:gd name="connsiteX10443" fmla="*/ 5686234 w 9312201"/>
              <a:gd name="connsiteY10443" fmla="*/ 1079062 h 4927186"/>
              <a:gd name="connsiteX10444" fmla="*/ 5708054 w 9312201"/>
              <a:gd name="connsiteY10444" fmla="*/ 1056581 h 4927186"/>
              <a:gd name="connsiteX10445" fmla="*/ 5630034 w 9312201"/>
              <a:gd name="connsiteY10445" fmla="*/ 1056581 h 4927186"/>
              <a:gd name="connsiteX10446" fmla="*/ 5651854 w 9312201"/>
              <a:gd name="connsiteY10446" fmla="*/ 1079062 h 4927186"/>
              <a:gd name="connsiteX10447" fmla="*/ 5630034 w 9312201"/>
              <a:gd name="connsiteY10447" fmla="*/ 1101543 h 4927186"/>
              <a:gd name="connsiteX10448" fmla="*/ 5608214 w 9312201"/>
              <a:gd name="connsiteY10448" fmla="*/ 1079062 h 4927186"/>
              <a:gd name="connsiteX10449" fmla="*/ 5630034 w 9312201"/>
              <a:gd name="connsiteY10449" fmla="*/ 1056581 h 4927186"/>
              <a:gd name="connsiteX10450" fmla="*/ 5552013 w 9312201"/>
              <a:gd name="connsiteY10450" fmla="*/ 1056581 h 4927186"/>
              <a:gd name="connsiteX10451" fmla="*/ 5573833 w 9312201"/>
              <a:gd name="connsiteY10451" fmla="*/ 1079062 h 4927186"/>
              <a:gd name="connsiteX10452" fmla="*/ 5552013 w 9312201"/>
              <a:gd name="connsiteY10452" fmla="*/ 1101543 h 4927186"/>
              <a:gd name="connsiteX10453" fmla="*/ 5530193 w 9312201"/>
              <a:gd name="connsiteY10453" fmla="*/ 1079062 h 4927186"/>
              <a:gd name="connsiteX10454" fmla="*/ 5552013 w 9312201"/>
              <a:gd name="connsiteY10454" fmla="*/ 1056581 h 4927186"/>
              <a:gd name="connsiteX10455" fmla="*/ 5473331 w 9312201"/>
              <a:gd name="connsiteY10455" fmla="*/ 1056581 h 4927186"/>
              <a:gd name="connsiteX10456" fmla="*/ 5495812 w 9312201"/>
              <a:gd name="connsiteY10456" fmla="*/ 1079062 h 4927186"/>
              <a:gd name="connsiteX10457" fmla="*/ 5473331 w 9312201"/>
              <a:gd name="connsiteY10457" fmla="*/ 1101543 h 4927186"/>
              <a:gd name="connsiteX10458" fmla="*/ 5450850 w 9312201"/>
              <a:gd name="connsiteY10458" fmla="*/ 1079062 h 4927186"/>
              <a:gd name="connsiteX10459" fmla="*/ 5473331 w 9312201"/>
              <a:gd name="connsiteY10459" fmla="*/ 1056581 h 4927186"/>
              <a:gd name="connsiteX10460" fmla="*/ 5395972 w 9312201"/>
              <a:gd name="connsiteY10460" fmla="*/ 1056581 h 4927186"/>
              <a:gd name="connsiteX10461" fmla="*/ 5417792 w 9312201"/>
              <a:gd name="connsiteY10461" fmla="*/ 1079062 h 4927186"/>
              <a:gd name="connsiteX10462" fmla="*/ 5395972 w 9312201"/>
              <a:gd name="connsiteY10462" fmla="*/ 1101543 h 4927186"/>
              <a:gd name="connsiteX10463" fmla="*/ 5374152 w 9312201"/>
              <a:gd name="connsiteY10463" fmla="*/ 1079062 h 4927186"/>
              <a:gd name="connsiteX10464" fmla="*/ 5395972 w 9312201"/>
              <a:gd name="connsiteY10464" fmla="*/ 1056581 h 4927186"/>
              <a:gd name="connsiteX10465" fmla="*/ 5317953 w 9312201"/>
              <a:gd name="connsiteY10465" fmla="*/ 1056581 h 4927186"/>
              <a:gd name="connsiteX10466" fmla="*/ 5339773 w 9312201"/>
              <a:gd name="connsiteY10466" fmla="*/ 1079062 h 4927186"/>
              <a:gd name="connsiteX10467" fmla="*/ 5317953 w 9312201"/>
              <a:gd name="connsiteY10467" fmla="*/ 1101543 h 4927186"/>
              <a:gd name="connsiteX10468" fmla="*/ 5296133 w 9312201"/>
              <a:gd name="connsiteY10468" fmla="*/ 1079062 h 4927186"/>
              <a:gd name="connsiteX10469" fmla="*/ 5317953 w 9312201"/>
              <a:gd name="connsiteY10469" fmla="*/ 1056581 h 4927186"/>
              <a:gd name="connsiteX10470" fmla="*/ 5239932 w 9312201"/>
              <a:gd name="connsiteY10470" fmla="*/ 1056581 h 4927186"/>
              <a:gd name="connsiteX10471" fmla="*/ 5261752 w 9312201"/>
              <a:gd name="connsiteY10471" fmla="*/ 1079062 h 4927186"/>
              <a:gd name="connsiteX10472" fmla="*/ 5239932 w 9312201"/>
              <a:gd name="connsiteY10472" fmla="*/ 1101543 h 4927186"/>
              <a:gd name="connsiteX10473" fmla="*/ 5218112 w 9312201"/>
              <a:gd name="connsiteY10473" fmla="*/ 1079062 h 4927186"/>
              <a:gd name="connsiteX10474" fmla="*/ 5239932 w 9312201"/>
              <a:gd name="connsiteY10474" fmla="*/ 1056581 h 4927186"/>
              <a:gd name="connsiteX10475" fmla="*/ 5162572 w 9312201"/>
              <a:gd name="connsiteY10475" fmla="*/ 1056581 h 4927186"/>
              <a:gd name="connsiteX10476" fmla="*/ 5185053 w 9312201"/>
              <a:gd name="connsiteY10476" fmla="*/ 1079062 h 4927186"/>
              <a:gd name="connsiteX10477" fmla="*/ 5162572 w 9312201"/>
              <a:gd name="connsiteY10477" fmla="*/ 1101543 h 4927186"/>
              <a:gd name="connsiteX10478" fmla="*/ 5140091 w 9312201"/>
              <a:gd name="connsiteY10478" fmla="*/ 1079062 h 4927186"/>
              <a:gd name="connsiteX10479" fmla="*/ 5162572 w 9312201"/>
              <a:gd name="connsiteY10479" fmla="*/ 1056581 h 4927186"/>
              <a:gd name="connsiteX10480" fmla="*/ 5085212 w 9312201"/>
              <a:gd name="connsiteY10480" fmla="*/ 1056581 h 4927186"/>
              <a:gd name="connsiteX10481" fmla="*/ 5107032 w 9312201"/>
              <a:gd name="connsiteY10481" fmla="*/ 1079062 h 4927186"/>
              <a:gd name="connsiteX10482" fmla="*/ 5085212 w 9312201"/>
              <a:gd name="connsiteY10482" fmla="*/ 1101543 h 4927186"/>
              <a:gd name="connsiteX10483" fmla="*/ 5063392 w 9312201"/>
              <a:gd name="connsiteY10483" fmla="*/ 1079062 h 4927186"/>
              <a:gd name="connsiteX10484" fmla="*/ 5085212 w 9312201"/>
              <a:gd name="connsiteY10484" fmla="*/ 1056581 h 4927186"/>
              <a:gd name="connsiteX10485" fmla="*/ 5007193 w 9312201"/>
              <a:gd name="connsiteY10485" fmla="*/ 1056581 h 4927186"/>
              <a:gd name="connsiteX10486" fmla="*/ 5029013 w 9312201"/>
              <a:gd name="connsiteY10486" fmla="*/ 1079062 h 4927186"/>
              <a:gd name="connsiteX10487" fmla="*/ 5007193 w 9312201"/>
              <a:gd name="connsiteY10487" fmla="*/ 1101543 h 4927186"/>
              <a:gd name="connsiteX10488" fmla="*/ 4985373 w 9312201"/>
              <a:gd name="connsiteY10488" fmla="*/ 1079062 h 4927186"/>
              <a:gd name="connsiteX10489" fmla="*/ 5007193 w 9312201"/>
              <a:gd name="connsiteY10489" fmla="*/ 1056581 h 4927186"/>
              <a:gd name="connsiteX10490" fmla="*/ 4928511 w 9312201"/>
              <a:gd name="connsiteY10490" fmla="*/ 1056581 h 4927186"/>
              <a:gd name="connsiteX10491" fmla="*/ 4950992 w 9312201"/>
              <a:gd name="connsiteY10491" fmla="*/ 1079062 h 4927186"/>
              <a:gd name="connsiteX10492" fmla="*/ 4928511 w 9312201"/>
              <a:gd name="connsiteY10492" fmla="*/ 1101543 h 4927186"/>
              <a:gd name="connsiteX10493" fmla="*/ 4906030 w 9312201"/>
              <a:gd name="connsiteY10493" fmla="*/ 1079062 h 4927186"/>
              <a:gd name="connsiteX10494" fmla="*/ 4928511 w 9312201"/>
              <a:gd name="connsiteY10494" fmla="*/ 1056581 h 4927186"/>
              <a:gd name="connsiteX10495" fmla="*/ 4850490 w 9312201"/>
              <a:gd name="connsiteY10495" fmla="*/ 1056581 h 4927186"/>
              <a:gd name="connsiteX10496" fmla="*/ 4872971 w 9312201"/>
              <a:gd name="connsiteY10496" fmla="*/ 1079062 h 4927186"/>
              <a:gd name="connsiteX10497" fmla="*/ 4850490 w 9312201"/>
              <a:gd name="connsiteY10497" fmla="*/ 1101543 h 4927186"/>
              <a:gd name="connsiteX10498" fmla="*/ 4828009 w 9312201"/>
              <a:gd name="connsiteY10498" fmla="*/ 1079062 h 4927186"/>
              <a:gd name="connsiteX10499" fmla="*/ 4850490 w 9312201"/>
              <a:gd name="connsiteY10499" fmla="*/ 1056581 h 4927186"/>
              <a:gd name="connsiteX10500" fmla="*/ 4773132 w 9312201"/>
              <a:gd name="connsiteY10500" fmla="*/ 1056581 h 4927186"/>
              <a:gd name="connsiteX10501" fmla="*/ 4794952 w 9312201"/>
              <a:gd name="connsiteY10501" fmla="*/ 1079062 h 4927186"/>
              <a:gd name="connsiteX10502" fmla="*/ 4773132 w 9312201"/>
              <a:gd name="connsiteY10502" fmla="*/ 1101543 h 4927186"/>
              <a:gd name="connsiteX10503" fmla="*/ 4751312 w 9312201"/>
              <a:gd name="connsiteY10503" fmla="*/ 1079062 h 4927186"/>
              <a:gd name="connsiteX10504" fmla="*/ 4773132 w 9312201"/>
              <a:gd name="connsiteY10504" fmla="*/ 1056581 h 4927186"/>
              <a:gd name="connsiteX10505" fmla="*/ 2670547 w 9312201"/>
              <a:gd name="connsiteY10505" fmla="*/ 1056581 h 4927186"/>
              <a:gd name="connsiteX10506" fmla="*/ 2692367 w 9312201"/>
              <a:gd name="connsiteY10506" fmla="*/ 1079062 h 4927186"/>
              <a:gd name="connsiteX10507" fmla="*/ 2670547 w 9312201"/>
              <a:gd name="connsiteY10507" fmla="*/ 1101543 h 4927186"/>
              <a:gd name="connsiteX10508" fmla="*/ 2648727 w 9312201"/>
              <a:gd name="connsiteY10508" fmla="*/ 1079062 h 4927186"/>
              <a:gd name="connsiteX10509" fmla="*/ 2670547 w 9312201"/>
              <a:gd name="connsiteY10509" fmla="*/ 1056581 h 4927186"/>
              <a:gd name="connsiteX10510" fmla="*/ 2592527 w 9312201"/>
              <a:gd name="connsiteY10510" fmla="*/ 1056581 h 4927186"/>
              <a:gd name="connsiteX10511" fmla="*/ 2614347 w 9312201"/>
              <a:gd name="connsiteY10511" fmla="*/ 1079062 h 4927186"/>
              <a:gd name="connsiteX10512" fmla="*/ 2592527 w 9312201"/>
              <a:gd name="connsiteY10512" fmla="*/ 1101543 h 4927186"/>
              <a:gd name="connsiteX10513" fmla="*/ 2570707 w 9312201"/>
              <a:gd name="connsiteY10513" fmla="*/ 1079062 h 4927186"/>
              <a:gd name="connsiteX10514" fmla="*/ 2592527 w 9312201"/>
              <a:gd name="connsiteY10514" fmla="*/ 1056581 h 4927186"/>
              <a:gd name="connsiteX10515" fmla="*/ 2513845 w 9312201"/>
              <a:gd name="connsiteY10515" fmla="*/ 1056581 h 4927186"/>
              <a:gd name="connsiteX10516" fmla="*/ 2536326 w 9312201"/>
              <a:gd name="connsiteY10516" fmla="*/ 1079062 h 4927186"/>
              <a:gd name="connsiteX10517" fmla="*/ 2513845 w 9312201"/>
              <a:gd name="connsiteY10517" fmla="*/ 1101543 h 4927186"/>
              <a:gd name="connsiteX10518" fmla="*/ 2491364 w 9312201"/>
              <a:gd name="connsiteY10518" fmla="*/ 1079062 h 4927186"/>
              <a:gd name="connsiteX10519" fmla="*/ 2513845 w 9312201"/>
              <a:gd name="connsiteY10519" fmla="*/ 1056581 h 4927186"/>
              <a:gd name="connsiteX10520" fmla="*/ 2358465 w 9312201"/>
              <a:gd name="connsiteY10520" fmla="*/ 1056581 h 4927186"/>
              <a:gd name="connsiteX10521" fmla="*/ 2380285 w 9312201"/>
              <a:gd name="connsiteY10521" fmla="*/ 1079062 h 4927186"/>
              <a:gd name="connsiteX10522" fmla="*/ 2358465 w 9312201"/>
              <a:gd name="connsiteY10522" fmla="*/ 1101543 h 4927186"/>
              <a:gd name="connsiteX10523" fmla="*/ 2336645 w 9312201"/>
              <a:gd name="connsiteY10523" fmla="*/ 1079062 h 4927186"/>
              <a:gd name="connsiteX10524" fmla="*/ 2358465 w 9312201"/>
              <a:gd name="connsiteY10524" fmla="*/ 1056581 h 4927186"/>
              <a:gd name="connsiteX10525" fmla="*/ 2203086 w 9312201"/>
              <a:gd name="connsiteY10525" fmla="*/ 1056581 h 4927186"/>
              <a:gd name="connsiteX10526" fmla="*/ 2225567 w 9312201"/>
              <a:gd name="connsiteY10526" fmla="*/ 1079062 h 4927186"/>
              <a:gd name="connsiteX10527" fmla="*/ 2203086 w 9312201"/>
              <a:gd name="connsiteY10527" fmla="*/ 1101543 h 4927186"/>
              <a:gd name="connsiteX10528" fmla="*/ 2180605 w 9312201"/>
              <a:gd name="connsiteY10528" fmla="*/ 1079062 h 4927186"/>
              <a:gd name="connsiteX10529" fmla="*/ 2203086 w 9312201"/>
              <a:gd name="connsiteY10529" fmla="*/ 1056581 h 4927186"/>
              <a:gd name="connsiteX10530" fmla="*/ 2125727 w 9312201"/>
              <a:gd name="connsiteY10530" fmla="*/ 1056581 h 4927186"/>
              <a:gd name="connsiteX10531" fmla="*/ 2147547 w 9312201"/>
              <a:gd name="connsiteY10531" fmla="*/ 1079062 h 4927186"/>
              <a:gd name="connsiteX10532" fmla="*/ 2125727 w 9312201"/>
              <a:gd name="connsiteY10532" fmla="*/ 1101543 h 4927186"/>
              <a:gd name="connsiteX10533" fmla="*/ 2103907 w 9312201"/>
              <a:gd name="connsiteY10533" fmla="*/ 1079062 h 4927186"/>
              <a:gd name="connsiteX10534" fmla="*/ 2125727 w 9312201"/>
              <a:gd name="connsiteY10534" fmla="*/ 1056581 h 4927186"/>
              <a:gd name="connsiteX10535" fmla="*/ 2047706 w 9312201"/>
              <a:gd name="connsiteY10535" fmla="*/ 1056581 h 4927186"/>
              <a:gd name="connsiteX10536" fmla="*/ 2069526 w 9312201"/>
              <a:gd name="connsiteY10536" fmla="*/ 1079062 h 4927186"/>
              <a:gd name="connsiteX10537" fmla="*/ 2047706 w 9312201"/>
              <a:gd name="connsiteY10537" fmla="*/ 1101543 h 4927186"/>
              <a:gd name="connsiteX10538" fmla="*/ 2025886 w 9312201"/>
              <a:gd name="connsiteY10538" fmla="*/ 1079062 h 4927186"/>
              <a:gd name="connsiteX10539" fmla="*/ 2047706 w 9312201"/>
              <a:gd name="connsiteY10539" fmla="*/ 1056581 h 4927186"/>
              <a:gd name="connsiteX10540" fmla="*/ 7888658 w 9312201"/>
              <a:gd name="connsiteY10540" fmla="*/ 1056580 h 4927186"/>
              <a:gd name="connsiteX10541" fmla="*/ 7910478 w 9312201"/>
              <a:gd name="connsiteY10541" fmla="*/ 1079061 h 4927186"/>
              <a:gd name="connsiteX10542" fmla="*/ 7888658 w 9312201"/>
              <a:gd name="connsiteY10542" fmla="*/ 1101542 h 4927186"/>
              <a:gd name="connsiteX10543" fmla="*/ 7866838 w 9312201"/>
              <a:gd name="connsiteY10543" fmla="*/ 1079061 h 4927186"/>
              <a:gd name="connsiteX10544" fmla="*/ 7888658 w 9312201"/>
              <a:gd name="connsiteY10544" fmla="*/ 1056580 h 4927186"/>
              <a:gd name="connsiteX10545" fmla="*/ 7809316 w 9312201"/>
              <a:gd name="connsiteY10545" fmla="*/ 1056580 h 4927186"/>
              <a:gd name="connsiteX10546" fmla="*/ 7831136 w 9312201"/>
              <a:gd name="connsiteY10546" fmla="*/ 1079061 h 4927186"/>
              <a:gd name="connsiteX10547" fmla="*/ 7809316 w 9312201"/>
              <a:gd name="connsiteY10547" fmla="*/ 1101542 h 4927186"/>
              <a:gd name="connsiteX10548" fmla="*/ 7787496 w 9312201"/>
              <a:gd name="connsiteY10548" fmla="*/ 1079061 h 4927186"/>
              <a:gd name="connsiteX10549" fmla="*/ 7809316 w 9312201"/>
              <a:gd name="connsiteY10549" fmla="*/ 1056580 h 4927186"/>
              <a:gd name="connsiteX10550" fmla="*/ 7731957 w 9312201"/>
              <a:gd name="connsiteY10550" fmla="*/ 1056580 h 4927186"/>
              <a:gd name="connsiteX10551" fmla="*/ 7754438 w 9312201"/>
              <a:gd name="connsiteY10551" fmla="*/ 1079061 h 4927186"/>
              <a:gd name="connsiteX10552" fmla="*/ 7731957 w 9312201"/>
              <a:gd name="connsiteY10552" fmla="*/ 1101542 h 4927186"/>
              <a:gd name="connsiteX10553" fmla="*/ 7709476 w 9312201"/>
              <a:gd name="connsiteY10553" fmla="*/ 1079061 h 4927186"/>
              <a:gd name="connsiteX10554" fmla="*/ 7731957 w 9312201"/>
              <a:gd name="connsiteY10554" fmla="*/ 1056580 h 4927186"/>
              <a:gd name="connsiteX10555" fmla="*/ 7654597 w 9312201"/>
              <a:gd name="connsiteY10555" fmla="*/ 1056580 h 4927186"/>
              <a:gd name="connsiteX10556" fmla="*/ 7676417 w 9312201"/>
              <a:gd name="connsiteY10556" fmla="*/ 1079061 h 4927186"/>
              <a:gd name="connsiteX10557" fmla="*/ 7654597 w 9312201"/>
              <a:gd name="connsiteY10557" fmla="*/ 1101542 h 4927186"/>
              <a:gd name="connsiteX10558" fmla="*/ 7632777 w 9312201"/>
              <a:gd name="connsiteY10558" fmla="*/ 1079061 h 4927186"/>
              <a:gd name="connsiteX10559" fmla="*/ 7654597 w 9312201"/>
              <a:gd name="connsiteY10559" fmla="*/ 1056580 h 4927186"/>
              <a:gd name="connsiteX10560" fmla="*/ 7576577 w 9312201"/>
              <a:gd name="connsiteY10560" fmla="*/ 1056580 h 4927186"/>
              <a:gd name="connsiteX10561" fmla="*/ 7598397 w 9312201"/>
              <a:gd name="connsiteY10561" fmla="*/ 1079061 h 4927186"/>
              <a:gd name="connsiteX10562" fmla="*/ 7576577 w 9312201"/>
              <a:gd name="connsiteY10562" fmla="*/ 1101542 h 4927186"/>
              <a:gd name="connsiteX10563" fmla="*/ 7554757 w 9312201"/>
              <a:gd name="connsiteY10563" fmla="*/ 1079061 h 4927186"/>
              <a:gd name="connsiteX10564" fmla="*/ 7576577 w 9312201"/>
              <a:gd name="connsiteY10564" fmla="*/ 1056580 h 4927186"/>
              <a:gd name="connsiteX10565" fmla="*/ 7498556 w 9312201"/>
              <a:gd name="connsiteY10565" fmla="*/ 1056580 h 4927186"/>
              <a:gd name="connsiteX10566" fmla="*/ 7520376 w 9312201"/>
              <a:gd name="connsiteY10566" fmla="*/ 1079061 h 4927186"/>
              <a:gd name="connsiteX10567" fmla="*/ 7498556 w 9312201"/>
              <a:gd name="connsiteY10567" fmla="*/ 1101542 h 4927186"/>
              <a:gd name="connsiteX10568" fmla="*/ 7476736 w 9312201"/>
              <a:gd name="connsiteY10568" fmla="*/ 1079061 h 4927186"/>
              <a:gd name="connsiteX10569" fmla="*/ 7498556 w 9312201"/>
              <a:gd name="connsiteY10569" fmla="*/ 1056580 h 4927186"/>
              <a:gd name="connsiteX10570" fmla="*/ 1968363 w 9312201"/>
              <a:gd name="connsiteY10570" fmla="*/ 1056580 h 4927186"/>
              <a:gd name="connsiteX10571" fmla="*/ 1990183 w 9312201"/>
              <a:gd name="connsiteY10571" fmla="*/ 1079061 h 4927186"/>
              <a:gd name="connsiteX10572" fmla="*/ 1968363 w 9312201"/>
              <a:gd name="connsiteY10572" fmla="*/ 1101542 h 4927186"/>
              <a:gd name="connsiteX10573" fmla="*/ 1946543 w 9312201"/>
              <a:gd name="connsiteY10573" fmla="*/ 1079061 h 4927186"/>
              <a:gd name="connsiteX10574" fmla="*/ 1968363 w 9312201"/>
              <a:gd name="connsiteY10574" fmla="*/ 1056580 h 4927186"/>
              <a:gd name="connsiteX10575" fmla="*/ 1891011 w 9312201"/>
              <a:gd name="connsiteY10575" fmla="*/ 1056580 h 4927186"/>
              <a:gd name="connsiteX10576" fmla="*/ 1913495 w 9312201"/>
              <a:gd name="connsiteY10576" fmla="*/ 1079061 h 4927186"/>
              <a:gd name="connsiteX10577" fmla="*/ 1891011 w 9312201"/>
              <a:gd name="connsiteY10577" fmla="*/ 1101542 h 4927186"/>
              <a:gd name="connsiteX10578" fmla="*/ 1868529 w 9312201"/>
              <a:gd name="connsiteY10578" fmla="*/ 1079061 h 4927186"/>
              <a:gd name="connsiteX10579" fmla="*/ 1891011 w 9312201"/>
              <a:gd name="connsiteY10579" fmla="*/ 1056580 h 4927186"/>
              <a:gd name="connsiteX10580" fmla="*/ 1813657 w 9312201"/>
              <a:gd name="connsiteY10580" fmla="*/ 1056580 h 4927186"/>
              <a:gd name="connsiteX10581" fmla="*/ 1835474 w 9312201"/>
              <a:gd name="connsiteY10581" fmla="*/ 1079061 h 4927186"/>
              <a:gd name="connsiteX10582" fmla="*/ 1813657 w 9312201"/>
              <a:gd name="connsiteY10582" fmla="*/ 1101542 h 4927186"/>
              <a:gd name="connsiteX10583" fmla="*/ 1791833 w 9312201"/>
              <a:gd name="connsiteY10583" fmla="*/ 1079061 h 4927186"/>
              <a:gd name="connsiteX10584" fmla="*/ 1813657 w 9312201"/>
              <a:gd name="connsiteY10584" fmla="*/ 1056580 h 4927186"/>
              <a:gd name="connsiteX10585" fmla="*/ 1735633 w 9312201"/>
              <a:gd name="connsiteY10585" fmla="*/ 1056580 h 4927186"/>
              <a:gd name="connsiteX10586" fmla="*/ 1757457 w 9312201"/>
              <a:gd name="connsiteY10586" fmla="*/ 1079061 h 4927186"/>
              <a:gd name="connsiteX10587" fmla="*/ 1735633 w 9312201"/>
              <a:gd name="connsiteY10587" fmla="*/ 1101542 h 4927186"/>
              <a:gd name="connsiteX10588" fmla="*/ 1713819 w 9312201"/>
              <a:gd name="connsiteY10588" fmla="*/ 1079061 h 4927186"/>
              <a:gd name="connsiteX10589" fmla="*/ 1735633 w 9312201"/>
              <a:gd name="connsiteY10589" fmla="*/ 1056580 h 4927186"/>
              <a:gd name="connsiteX10590" fmla="*/ 1657611 w 9312201"/>
              <a:gd name="connsiteY10590" fmla="*/ 1056580 h 4927186"/>
              <a:gd name="connsiteX10591" fmla="*/ 1679436 w 9312201"/>
              <a:gd name="connsiteY10591" fmla="*/ 1079061 h 4927186"/>
              <a:gd name="connsiteX10592" fmla="*/ 1657611 w 9312201"/>
              <a:gd name="connsiteY10592" fmla="*/ 1101542 h 4927186"/>
              <a:gd name="connsiteX10593" fmla="*/ 1635796 w 9312201"/>
              <a:gd name="connsiteY10593" fmla="*/ 1079061 h 4927186"/>
              <a:gd name="connsiteX10594" fmla="*/ 1657611 w 9312201"/>
              <a:gd name="connsiteY10594" fmla="*/ 1056580 h 4927186"/>
              <a:gd name="connsiteX10595" fmla="*/ 1580257 w 9312201"/>
              <a:gd name="connsiteY10595" fmla="*/ 1056580 h 4927186"/>
              <a:gd name="connsiteX10596" fmla="*/ 1602734 w 9312201"/>
              <a:gd name="connsiteY10596" fmla="*/ 1079061 h 4927186"/>
              <a:gd name="connsiteX10597" fmla="*/ 1580257 w 9312201"/>
              <a:gd name="connsiteY10597" fmla="*/ 1101542 h 4927186"/>
              <a:gd name="connsiteX10598" fmla="*/ 1557771 w 9312201"/>
              <a:gd name="connsiteY10598" fmla="*/ 1079061 h 4927186"/>
              <a:gd name="connsiteX10599" fmla="*/ 1580257 w 9312201"/>
              <a:gd name="connsiteY10599" fmla="*/ 1056580 h 4927186"/>
              <a:gd name="connsiteX10600" fmla="*/ 1345530 w 9312201"/>
              <a:gd name="connsiteY10600" fmla="*/ 1056580 h 4927186"/>
              <a:gd name="connsiteX10601" fmla="*/ 1367350 w 9312201"/>
              <a:gd name="connsiteY10601" fmla="*/ 1079061 h 4927186"/>
              <a:gd name="connsiteX10602" fmla="*/ 1345530 w 9312201"/>
              <a:gd name="connsiteY10602" fmla="*/ 1101542 h 4927186"/>
              <a:gd name="connsiteX10603" fmla="*/ 1323709 w 9312201"/>
              <a:gd name="connsiteY10603" fmla="*/ 1079061 h 4927186"/>
              <a:gd name="connsiteX10604" fmla="*/ 1345530 w 9312201"/>
              <a:gd name="connsiteY10604" fmla="*/ 1056580 h 4927186"/>
              <a:gd name="connsiteX10605" fmla="*/ 1268169 w 9312201"/>
              <a:gd name="connsiteY10605" fmla="*/ 1056580 h 4927186"/>
              <a:gd name="connsiteX10606" fmla="*/ 1290660 w 9312201"/>
              <a:gd name="connsiteY10606" fmla="*/ 1079061 h 4927186"/>
              <a:gd name="connsiteX10607" fmla="*/ 1268169 w 9312201"/>
              <a:gd name="connsiteY10607" fmla="*/ 1101542 h 4927186"/>
              <a:gd name="connsiteX10608" fmla="*/ 1245691 w 9312201"/>
              <a:gd name="connsiteY10608" fmla="*/ 1079061 h 4927186"/>
              <a:gd name="connsiteX10609" fmla="*/ 1268169 w 9312201"/>
              <a:gd name="connsiteY10609" fmla="*/ 1056580 h 4927186"/>
              <a:gd name="connsiteX10610" fmla="*/ 1190817 w 9312201"/>
              <a:gd name="connsiteY10610" fmla="*/ 1056580 h 4927186"/>
              <a:gd name="connsiteX10611" fmla="*/ 1212636 w 9312201"/>
              <a:gd name="connsiteY10611" fmla="*/ 1079061 h 4927186"/>
              <a:gd name="connsiteX10612" fmla="*/ 1190817 w 9312201"/>
              <a:gd name="connsiteY10612" fmla="*/ 1101542 h 4927186"/>
              <a:gd name="connsiteX10613" fmla="*/ 1168996 w 9312201"/>
              <a:gd name="connsiteY10613" fmla="*/ 1079061 h 4927186"/>
              <a:gd name="connsiteX10614" fmla="*/ 1190817 w 9312201"/>
              <a:gd name="connsiteY10614" fmla="*/ 1056580 h 4927186"/>
              <a:gd name="connsiteX10615" fmla="*/ 1112792 w 9312201"/>
              <a:gd name="connsiteY10615" fmla="*/ 1056580 h 4927186"/>
              <a:gd name="connsiteX10616" fmla="*/ 1134615 w 9312201"/>
              <a:gd name="connsiteY10616" fmla="*/ 1079061 h 4927186"/>
              <a:gd name="connsiteX10617" fmla="*/ 1112792 w 9312201"/>
              <a:gd name="connsiteY10617" fmla="*/ 1101542 h 4927186"/>
              <a:gd name="connsiteX10618" fmla="*/ 1090972 w 9312201"/>
              <a:gd name="connsiteY10618" fmla="*/ 1079061 h 4927186"/>
              <a:gd name="connsiteX10619" fmla="*/ 1112792 w 9312201"/>
              <a:gd name="connsiteY10619" fmla="*/ 1056580 h 4927186"/>
              <a:gd name="connsiteX10620" fmla="*/ 1034768 w 9312201"/>
              <a:gd name="connsiteY10620" fmla="*/ 1056580 h 4927186"/>
              <a:gd name="connsiteX10621" fmla="*/ 1056586 w 9312201"/>
              <a:gd name="connsiteY10621" fmla="*/ 1079061 h 4927186"/>
              <a:gd name="connsiteX10622" fmla="*/ 1034768 w 9312201"/>
              <a:gd name="connsiteY10622" fmla="*/ 1101542 h 4927186"/>
              <a:gd name="connsiteX10623" fmla="*/ 1012952 w 9312201"/>
              <a:gd name="connsiteY10623" fmla="*/ 1079061 h 4927186"/>
              <a:gd name="connsiteX10624" fmla="*/ 1034768 w 9312201"/>
              <a:gd name="connsiteY10624" fmla="*/ 1056580 h 4927186"/>
              <a:gd name="connsiteX10625" fmla="*/ 956746 w 9312201"/>
              <a:gd name="connsiteY10625" fmla="*/ 1056580 h 4927186"/>
              <a:gd name="connsiteX10626" fmla="*/ 978570 w 9312201"/>
              <a:gd name="connsiteY10626" fmla="*/ 1079061 h 4927186"/>
              <a:gd name="connsiteX10627" fmla="*/ 956746 w 9312201"/>
              <a:gd name="connsiteY10627" fmla="*/ 1101542 h 4927186"/>
              <a:gd name="connsiteX10628" fmla="*/ 934926 w 9312201"/>
              <a:gd name="connsiteY10628" fmla="*/ 1079061 h 4927186"/>
              <a:gd name="connsiteX10629" fmla="*/ 956746 w 9312201"/>
              <a:gd name="connsiteY10629" fmla="*/ 1056580 h 4927186"/>
              <a:gd name="connsiteX10630" fmla="*/ 880049 w 9312201"/>
              <a:gd name="connsiteY10630" fmla="*/ 1056580 h 4927186"/>
              <a:gd name="connsiteX10631" fmla="*/ 901874 w 9312201"/>
              <a:gd name="connsiteY10631" fmla="*/ 1079061 h 4927186"/>
              <a:gd name="connsiteX10632" fmla="*/ 880049 w 9312201"/>
              <a:gd name="connsiteY10632" fmla="*/ 1101542 h 4927186"/>
              <a:gd name="connsiteX10633" fmla="*/ 858229 w 9312201"/>
              <a:gd name="connsiteY10633" fmla="*/ 1079061 h 4927186"/>
              <a:gd name="connsiteX10634" fmla="*/ 880049 w 9312201"/>
              <a:gd name="connsiteY10634" fmla="*/ 1056580 h 4927186"/>
              <a:gd name="connsiteX10635" fmla="*/ 800708 w 9312201"/>
              <a:gd name="connsiteY10635" fmla="*/ 1056580 h 4927186"/>
              <a:gd name="connsiteX10636" fmla="*/ 822526 w 9312201"/>
              <a:gd name="connsiteY10636" fmla="*/ 1079061 h 4927186"/>
              <a:gd name="connsiteX10637" fmla="*/ 800708 w 9312201"/>
              <a:gd name="connsiteY10637" fmla="*/ 1101542 h 4927186"/>
              <a:gd name="connsiteX10638" fmla="*/ 778888 w 9312201"/>
              <a:gd name="connsiteY10638" fmla="*/ 1079061 h 4927186"/>
              <a:gd name="connsiteX10639" fmla="*/ 800708 w 9312201"/>
              <a:gd name="connsiteY10639" fmla="*/ 1056580 h 4927186"/>
              <a:gd name="connsiteX10640" fmla="*/ 722684 w 9312201"/>
              <a:gd name="connsiteY10640" fmla="*/ 1056580 h 4927186"/>
              <a:gd name="connsiteX10641" fmla="*/ 744504 w 9312201"/>
              <a:gd name="connsiteY10641" fmla="*/ 1079061 h 4927186"/>
              <a:gd name="connsiteX10642" fmla="*/ 722684 w 9312201"/>
              <a:gd name="connsiteY10642" fmla="*/ 1101542 h 4927186"/>
              <a:gd name="connsiteX10643" fmla="*/ 700862 w 9312201"/>
              <a:gd name="connsiteY10643" fmla="*/ 1079061 h 4927186"/>
              <a:gd name="connsiteX10644" fmla="*/ 722684 w 9312201"/>
              <a:gd name="connsiteY10644" fmla="*/ 1056580 h 4927186"/>
              <a:gd name="connsiteX10645" fmla="*/ 644665 w 9312201"/>
              <a:gd name="connsiteY10645" fmla="*/ 1056580 h 4927186"/>
              <a:gd name="connsiteX10646" fmla="*/ 666485 w 9312201"/>
              <a:gd name="connsiteY10646" fmla="*/ 1079061 h 4927186"/>
              <a:gd name="connsiteX10647" fmla="*/ 644665 w 9312201"/>
              <a:gd name="connsiteY10647" fmla="*/ 1101542 h 4927186"/>
              <a:gd name="connsiteX10648" fmla="*/ 622842 w 9312201"/>
              <a:gd name="connsiteY10648" fmla="*/ 1079061 h 4927186"/>
              <a:gd name="connsiteX10649" fmla="*/ 644665 w 9312201"/>
              <a:gd name="connsiteY10649" fmla="*/ 1056580 h 4927186"/>
              <a:gd name="connsiteX10650" fmla="*/ 567304 w 9312201"/>
              <a:gd name="connsiteY10650" fmla="*/ 1056580 h 4927186"/>
              <a:gd name="connsiteX10651" fmla="*/ 589784 w 9312201"/>
              <a:gd name="connsiteY10651" fmla="*/ 1079061 h 4927186"/>
              <a:gd name="connsiteX10652" fmla="*/ 567304 w 9312201"/>
              <a:gd name="connsiteY10652" fmla="*/ 1101542 h 4927186"/>
              <a:gd name="connsiteX10653" fmla="*/ 544822 w 9312201"/>
              <a:gd name="connsiteY10653" fmla="*/ 1079061 h 4927186"/>
              <a:gd name="connsiteX10654" fmla="*/ 567304 w 9312201"/>
              <a:gd name="connsiteY10654" fmla="*/ 1056580 h 4927186"/>
              <a:gd name="connsiteX10655" fmla="*/ 489945 w 9312201"/>
              <a:gd name="connsiteY10655" fmla="*/ 1056580 h 4927186"/>
              <a:gd name="connsiteX10656" fmla="*/ 511765 w 9312201"/>
              <a:gd name="connsiteY10656" fmla="*/ 1079061 h 4927186"/>
              <a:gd name="connsiteX10657" fmla="*/ 489945 w 9312201"/>
              <a:gd name="connsiteY10657" fmla="*/ 1101542 h 4927186"/>
              <a:gd name="connsiteX10658" fmla="*/ 468126 w 9312201"/>
              <a:gd name="connsiteY10658" fmla="*/ 1079061 h 4927186"/>
              <a:gd name="connsiteX10659" fmla="*/ 489945 w 9312201"/>
              <a:gd name="connsiteY10659" fmla="*/ 1056580 h 4927186"/>
              <a:gd name="connsiteX10660" fmla="*/ 411925 w 9312201"/>
              <a:gd name="connsiteY10660" fmla="*/ 1056580 h 4927186"/>
              <a:gd name="connsiteX10661" fmla="*/ 433742 w 9312201"/>
              <a:gd name="connsiteY10661" fmla="*/ 1079061 h 4927186"/>
              <a:gd name="connsiteX10662" fmla="*/ 411925 w 9312201"/>
              <a:gd name="connsiteY10662" fmla="*/ 1101542 h 4927186"/>
              <a:gd name="connsiteX10663" fmla="*/ 390105 w 9312201"/>
              <a:gd name="connsiteY10663" fmla="*/ 1079061 h 4927186"/>
              <a:gd name="connsiteX10664" fmla="*/ 411925 w 9312201"/>
              <a:gd name="connsiteY10664" fmla="*/ 1056580 h 4927186"/>
              <a:gd name="connsiteX10665" fmla="*/ 333903 w 9312201"/>
              <a:gd name="connsiteY10665" fmla="*/ 1056580 h 4927186"/>
              <a:gd name="connsiteX10666" fmla="*/ 355723 w 9312201"/>
              <a:gd name="connsiteY10666" fmla="*/ 1079061 h 4927186"/>
              <a:gd name="connsiteX10667" fmla="*/ 333903 w 9312201"/>
              <a:gd name="connsiteY10667" fmla="*/ 1101542 h 4927186"/>
              <a:gd name="connsiteX10668" fmla="*/ 312083 w 9312201"/>
              <a:gd name="connsiteY10668" fmla="*/ 1079061 h 4927186"/>
              <a:gd name="connsiteX10669" fmla="*/ 333903 w 9312201"/>
              <a:gd name="connsiteY10669" fmla="*/ 1056580 h 4927186"/>
              <a:gd name="connsiteX10670" fmla="*/ 255883 w 9312201"/>
              <a:gd name="connsiteY10670" fmla="*/ 1056580 h 4927186"/>
              <a:gd name="connsiteX10671" fmla="*/ 277701 w 9312201"/>
              <a:gd name="connsiteY10671" fmla="*/ 1079061 h 4927186"/>
              <a:gd name="connsiteX10672" fmla="*/ 255883 w 9312201"/>
              <a:gd name="connsiteY10672" fmla="*/ 1101542 h 4927186"/>
              <a:gd name="connsiteX10673" fmla="*/ 234062 w 9312201"/>
              <a:gd name="connsiteY10673" fmla="*/ 1079061 h 4927186"/>
              <a:gd name="connsiteX10674" fmla="*/ 255883 w 9312201"/>
              <a:gd name="connsiteY10674" fmla="*/ 1056580 h 4927186"/>
              <a:gd name="connsiteX10675" fmla="*/ 177862 w 9312201"/>
              <a:gd name="connsiteY10675" fmla="*/ 1056580 h 4927186"/>
              <a:gd name="connsiteX10676" fmla="*/ 199683 w 9312201"/>
              <a:gd name="connsiteY10676" fmla="*/ 1079061 h 4927186"/>
              <a:gd name="connsiteX10677" fmla="*/ 177862 w 9312201"/>
              <a:gd name="connsiteY10677" fmla="*/ 1101542 h 4927186"/>
              <a:gd name="connsiteX10678" fmla="*/ 156042 w 9312201"/>
              <a:gd name="connsiteY10678" fmla="*/ 1079061 h 4927186"/>
              <a:gd name="connsiteX10679" fmla="*/ 177862 w 9312201"/>
              <a:gd name="connsiteY10679" fmla="*/ 1056580 h 4927186"/>
              <a:gd name="connsiteX10680" fmla="*/ 99841 w 9312201"/>
              <a:gd name="connsiteY10680" fmla="*/ 1056580 h 4927186"/>
              <a:gd name="connsiteX10681" fmla="*/ 121661 w 9312201"/>
              <a:gd name="connsiteY10681" fmla="*/ 1079061 h 4927186"/>
              <a:gd name="connsiteX10682" fmla="*/ 99841 w 9312201"/>
              <a:gd name="connsiteY10682" fmla="*/ 1101542 h 4927186"/>
              <a:gd name="connsiteX10683" fmla="*/ 78021 w 9312201"/>
              <a:gd name="connsiteY10683" fmla="*/ 1079061 h 4927186"/>
              <a:gd name="connsiteX10684" fmla="*/ 99841 w 9312201"/>
              <a:gd name="connsiteY10684" fmla="*/ 1056580 h 4927186"/>
              <a:gd name="connsiteX10685" fmla="*/ 21820 w 9312201"/>
              <a:gd name="connsiteY10685" fmla="*/ 1056580 h 4927186"/>
              <a:gd name="connsiteX10686" fmla="*/ 43640 w 9312201"/>
              <a:gd name="connsiteY10686" fmla="*/ 1079061 h 4927186"/>
              <a:gd name="connsiteX10687" fmla="*/ 21820 w 9312201"/>
              <a:gd name="connsiteY10687" fmla="*/ 1101542 h 4927186"/>
              <a:gd name="connsiteX10688" fmla="*/ 0 w 9312201"/>
              <a:gd name="connsiteY10688" fmla="*/ 1079061 h 4927186"/>
              <a:gd name="connsiteX10689" fmla="*/ 21820 w 9312201"/>
              <a:gd name="connsiteY10689" fmla="*/ 1056580 h 4927186"/>
              <a:gd name="connsiteX10690" fmla="*/ 3371408 w 9312201"/>
              <a:gd name="connsiteY10690" fmla="*/ 1012942 h 4927186"/>
              <a:gd name="connsiteX10691" fmla="*/ 3393228 w 9312201"/>
              <a:gd name="connsiteY10691" fmla="*/ 1034762 h 4927186"/>
              <a:gd name="connsiteX10692" fmla="*/ 3371408 w 9312201"/>
              <a:gd name="connsiteY10692" fmla="*/ 1056582 h 4927186"/>
              <a:gd name="connsiteX10693" fmla="*/ 3349588 w 9312201"/>
              <a:gd name="connsiteY10693" fmla="*/ 1034762 h 4927186"/>
              <a:gd name="connsiteX10694" fmla="*/ 3371408 w 9312201"/>
              <a:gd name="connsiteY10694" fmla="*/ 1012942 h 4927186"/>
              <a:gd name="connsiteX10695" fmla="*/ 3293388 w 9312201"/>
              <a:gd name="connsiteY10695" fmla="*/ 1012942 h 4927186"/>
              <a:gd name="connsiteX10696" fmla="*/ 3315208 w 9312201"/>
              <a:gd name="connsiteY10696" fmla="*/ 1034762 h 4927186"/>
              <a:gd name="connsiteX10697" fmla="*/ 3293388 w 9312201"/>
              <a:gd name="connsiteY10697" fmla="*/ 1056582 h 4927186"/>
              <a:gd name="connsiteX10698" fmla="*/ 3271568 w 9312201"/>
              <a:gd name="connsiteY10698" fmla="*/ 1034762 h 4927186"/>
              <a:gd name="connsiteX10699" fmla="*/ 3293388 w 9312201"/>
              <a:gd name="connsiteY10699" fmla="*/ 1012942 h 4927186"/>
              <a:gd name="connsiteX10700" fmla="*/ 3215368 w 9312201"/>
              <a:gd name="connsiteY10700" fmla="*/ 1012942 h 4927186"/>
              <a:gd name="connsiteX10701" fmla="*/ 3237188 w 9312201"/>
              <a:gd name="connsiteY10701" fmla="*/ 1034762 h 4927186"/>
              <a:gd name="connsiteX10702" fmla="*/ 3215368 w 9312201"/>
              <a:gd name="connsiteY10702" fmla="*/ 1056582 h 4927186"/>
              <a:gd name="connsiteX10703" fmla="*/ 3193548 w 9312201"/>
              <a:gd name="connsiteY10703" fmla="*/ 1034762 h 4927186"/>
              <a:gd name="connsiteX10704" fmla="*/ 3215368 w 9312201"/>
              <a:gd name="connsiteY10704" fmla="*/ 1012942 h 4927186"/>
              <a:gd name="connsiteX10705" fmla="*/ 3137348 w 9312201"/>
              <a:gd name="connsiteY10705" fmla="*/ 1012942 h 4927186"/>
              <a:gd name="connsiteX10706" fmla="*/ 3159168 w 9312201"/>
              <a:gd name="connsiteY10706" fmla="*/ 1034762 h 4927186"/>
              <a:gd name="connsiteX10707" fmla="*/ 3137348 w 9312201"/>
              <a:gd name="connsiteY10707" fmla="*/ 1056582 h 4927186"/>
              <a:gd name="connsiteX10708" fmla="*/ 3115528 w 9312201"/>
              <a:gd name="connsiteY10708" fmla="*/ 1034762 h 4927186"/>
              <a:gd name="connsiteX10709" fmla="*/ 3137348 w 9312201"/>
              <a:gd name="connsiteY10709" fmla="*/ 1012942 h 4927186"/>
              <a:gd name="connsiteX10710" fmla="*/ 6953736 w 9312201"/>
              <a:gd name="connsiteY10710" fmla="*/ 979883 h 4927186"/>
              <a:gd name="connsiteX10711" fmla="*/ 6975556 w 9312201"/>
              <a:gd name="connsiteY10711" fmla="*/ 1001703 h 4927186"/>
              <a:gd name="connsiteX10712" fmla="*/ 6953736 w 9312201"/>
              <a:gd name="connsiteY10712" fmla="*/ 1023523 h 4927186"/>
              <a:gd name="connsiteX10713" fmla="*/ 6931916 w 9312201"/>
              <a:gd name="connsiteY10713" fmla="*/ 1001703 h 4927186"/>
              <a:gd name="connsiteX10714" fmla="*/ 6953736 w 9312201"/>
              <a:gd name="connsiteY10714" fmla="*/ 979883 h 4927186"/>
              <a:gd name="connsiteX10715" fmla="*/ 6875716 w 9312201"/>
              <a:gd name="connsiteY10715" fmla="*/ 979883 h 4927186"/>
              <a:gd name="connsiteX10716" fmla="*/ 6897536 w 9312201"/>
              <a:gd name="connsiteY10716" fmla="*/ 1001703 h 4927186"/>
              <a:gd name="connsiteX10717" fmla="*/ 6875716 w 9312201"/>
              <a:gd name="connsiteY10717" fmla="*/ 1023523 h 4927186"/>
              <a:gd name="connsiteX10718" fmla="*/ 6853896 w 9312201"/>
              <a:gd name="connsiteY10718" fmla="*/ 1001703 h 4927186"/>
              <a:gd name="connsiteX10719" fmla="*/ 6875716 w 9312201"/>
              <a:gd name="connsiteY10719" fmla="*/ 979883 h 4927186"/>
              <a:gd name="connsiteX10720" fmla="*/ 6798356 w 9312201"/>
              <a:gd name="connsiteY10720" fmla="*/ 979883 h 4927186"/>
              <a:gd name="connsiteX10721" fmla="*/ 6820837 w 9312201"/>
              <a:gd name="connsiteY10721" fmla="*/ 1001703 h 4927186"/>
              <a:gd name="connsiteX10722" fmla="*/ 6798356 w 9312201"/>
              <a:gd name="connsiteY10722" fmla="*/ 1023523 h 4927186"/>
              <a:gd name="connsiteX10723" fmla="*/ 6775875 w 9312201"/>
              <a:gd name="connsiteY10723" fmla="*/ 1001703 h 4927186"/>
              <a:gd name="connsiteX10724" fmla="*/ 6798356 w 9312201"/>
              <a:gd name="connsiteY10724" fmla="*/ 979883 h 4927186"/>
              <a:gd name="connsiteX10725" fmla="*/ 6719675 w 9312201"/>
              <a:gd name="connsiteY10725" fmla="*/ 979883 h 4927186"/>
              <a:gd name="connsiteX10726" fmla="*/ 6741495 w 9312201"/>
              <a:gd name="connsiteY10726" fmla="*/ 1001703 h 4927186"/>
              <a:gd name="connsiteX10727" fmla="*/ 6719675 w 9312201"/>
              <a:gd name="connsiteY10727" fmla="*/ 1023523 h 4927186"/>
              <a:gd name="connsiteX10728" fmla="*/ 6697855 w 9312201"/>
              <a:gd name="connsiteY10728" fmla="*/ 1001703 h 4927186"/>
              <a:gd name="connsiteX10729" fmla="*/ 6719675 w 9312201"/>
              <a:gd name="connsiteY10729" fmla="*/ 979883 h 4927186"/>
              <a:gd name="connsiteX10730" fmla="*/ 6641655 w 9312201"/>
              <a:gd name="connsiteY10730" fmla="*/ 979883 h 4927186"/>
              <a:gd name="connsiteX10731" fmla="*/ 6663475 w 9312201"/>
              <a:gd name="connsiteY10731" fmla="*/ 1001703 h 4927186"/>
              <a:gd name="connsiteX10732" fmla="*/ 6641655 w 9312201"/>
              <a:gd name="connsiteY10732" fmla="*/ 1023523 h 4927186"/>
              <a:gd name="connsiteX10733" fmla="*/ 6619835 w 9312201"/>
              <a:gd name="connsiteY10733" fmla="*/ 1001703 h 4927186"/>
              <a:gd name="connsiteX10734" fmla="*/ 6641655 w 9312201"/>
              <a:gd name="connsiteY10734" fmla="*/ 979883 h 4927186"/>
              <a:gd name="connsiteX10735" fmla="*/ 6563634 w 9312201"/>
              <a:gd name="connsiteY10735" fmla="*/ 979883 h 4927186"/>
              <a:gd name="connsiteX10736" fmla="*/ 6585454 w 9312201"/>
              <a:gd name="connsiteY10736" fmla="*/ 1001703 h 4927186"/>
              <a:gd name="connsiteX10737" fmla="*/ 6563634 w 9312201"/>
              <a:gd name="connsiteY10737" fmla="*/ 1023523 h 4927186"/>
              <a:gd name="connsiteX10738" fmla="*/ 6541814 w 9312201"/>
              <a:gd name="connsiteY10738" fmla="*/ 1001703 h 4927186"/>
              <a:gd name="connsiteX10739" fmla="*/ 6563634 w 9312201"/>
              <a:gd name="connsiteY10739" fmla="*/ 979883 h 4927186"/>
              <a:gd name="connsiteX10740" fmla="*/ 6485613 w 9312201"/>
              <a:gd name="connsiteY10740" fmla="*/ 979883 h 4927186"/>
              <a:gd name="connsiteX10741" fmla="*/ 6507433 w 9312201"/>
              <a:gd name="connsiteY10741" fmla="*/ 1001703 h 4927186"/>
              <a:gd name="connsiteX10742" fmla="*/ 6485613 w 9312201"/>
              <a:gd name="connsiteY10742" fmla="*/ 1023523 h 4927186"/>
              <a:gd name="connsiteX10743" fmla="*/ 6463793 w 9312201"/>
              <a:gd name="connsiteY10743" fmla="*/ 1001703 h 4927186"/>
              <a:gd name="connsiteX10744" fmla="*/ 6485613 w 9312201"/>
              <a:gd name="connsiteY10744" fmla="*/ 979883 h 4927186"/>
              <a:gd name="connsiteX10745" fmla="*/ 6408916 w 9312201"/>
              <a:gd name="connsiteY10745" fmla="*/ 979883 h 4927186"/>
              <a:gd name="connsiteX10746" fmla="*/ 6430736 w 9312201"/>
              <a:gd name="connsiteY10746" fmla="*/ 1001703 h 4927186"/>
              <a:gd name="connsiteX10747" fmla="*/ 6408916 w 9312201"/>
              <a:gd name="connsiteY10747" fmla="*/ 1023523 h 4927186"/>
              <a:gd name="connsiteX10748" fmla="*/ 6387096 w 9312201"/>
              <a:gd name="connsiteY10748" fmla="*/ 1001703 h 4927186"/>
              <a:gd name="connsiteX10749" fmla="*/ 6408916 w 9312201"/>
              <a:gd name="connsiteY10749" fmla="*/ 979883 h 4927186"/>
              <a:gd name="connsiteX10750" fmla="*/ 5630034 w 9312201"/>
              <a:gd name="connsiteY10750" fmla="*/ 979883 h 4927186"/>
              <a:gd name="connsiteX10751" fmla="*/ 5651854 w 9312201"/>
              <a:gd name="connsiteY10751" fmla="*/ 1001703 h 4927186"/>
              <a:gd name="connsiteX10752" fmla="*/ 5630034 w 9312201"/>
              <a:gd name="connsiteY10752" fmla="*/ 1023523 h 4927186"/>
              <a:gd name="connsiteX10753" fmla="*/ 5608214 w 9312201"/>
              <a:gd name="connsiteY10753" fmla="*/ 1001703 h 4927186"/>
              <a:gd name="connsiteX10754" fmla="*/ 5630034 w 9312201"/>
              <a:gd name="connsiteY10754" fmla="*/ 979883 h 4927186"/>
              <a:gd name="connsiteX10755" fmla="*/ 2592527 w 9312201"/>
              <a:gd name="connsiteY10755" fmla="*/ 979883 h 4927186"/>
              <a:gd name="connsiteX10756" fmla="*/ 2614347 w 9312201"/>
              <a:gd name="connsiteY10756" fmla="*/ 1001703 h 4927186"/>
              <a:gd name="connsiteX10757" fmla="*/ 2592527 w 9312201"/>
              <a:gd name="connsiteY10757" fmla="*/ 1023523 h 4927186"/>
              <a:gd name="connsiteX10758" fmla="*/ 2570707 w 9312201"/>
              <a:gd name="connsiteY10758" fmla="*/ 1001703 h 4927186"/>
              <a:gd name="connsiteX10759" fmla="*/ 2592527 w 9312201"/>
              <a:gd name="connsiteY10759" fmla="*/ 979883 h 4927186"/>
              <a:gd name="connsiteX10760" fmla="*/ 2513845 w 9312201"/>
              <a:gd name="connsiteY10760" fmla="*/ 979883 h 4927186"/>
              <a:gd name="connsiteX10761" fmla="*/ 2536326 w 9312201"/>
              <a:gd name="connsiteY10761" fmla="*/ 1001703 h 4927186"/>
              <a:gd name="connsiteX10762" fmla="*/ 2513845 w 9312201"/>
              <a:gd name="connsiteY10762" fmla="*/ 1023523 h 4927186"/>
              <a:gd name="connsiteX10763" fmla="*/ 2491364 w 9312201"/>
              <a:gd name="connsiteY10763" fmla="*/ 1001703 h 4927186"/>
              <a:gd name="connsiteX10764" fmla="*/ 2513845 w 9312201"/>
              <a:gd name="connsiteY10764" fmla="*/ 979883 h 4927186"/>
              <a:gd name="connsiteX10765" fmla="*/ 2436486 w 9312201"/>
              <a:gd name="connsiteY10765" fmla="*/ 979883 h 4927186"/>
              <a:gd name="connsiteX10766" fmla="*/ 2458306 w 9312201"/>
              <a:gd name="connsiteY10766" fmla="*/ 1001703 h 4927186"/>
              <a:gd name="connsiteX10767" fmla="*/ 2436486 w 9312201"/>
              <a:gd name="connsiteY10767" fmla="*/ 1023523 h 4927186"/>
              <a:gd name="connsiteX10768" fmla="*/ 2414666 w 9312201"/>
              <a:gd name="connsiteY10768" fmla="*/ 1001703 h 4927186"/>
              <a:gd name="connsiteX10769" fmla="*/ 2436486 w 9312201"/>
              <a:gd name="connsiteY10769" fmla="*/ 979883 h 4927186"/>
              <a:gd name="connsiteX10770" fmla="*/ 2358465 w 9312201"/>
              <a:gd name="connsiteY10770" fmla="*/ 979883 h 4927186"/>
              <a:gd name="connsiteX10771" fmla="*/ 2380285 w 9312201"/>
              <a:gd name="connsiteY10771" fmla="*/ 1001703 h 4927186"/>
              <a:gd name="connsiteX10772" fmla="*/ 2358465 w 9312201"/>
              <a:gd name="connsiteY10772" fmla="*/ 1023523 h 4927186"/>
              <a:gd name="connsiteX10773" fmla="*/ 2336645 w 9312201"/>
              <a:gd name="connsiteY10773" fmla="*/ 1001703 h 4927186"/>
              <a:gd name="connsiteX10774" fmla="*/ 2358465 w 9312201"/>
              <a:gd name="connsiteY10774" fmla="*/ 979883 h 4927186"/>
              <a:gd name="connsiteX10775" fmla="*/ 2280445 w 9312201"/>
              <a:gd name="connsiteY10775" fmla="*/ 979883 h 4927186"/>
              <a:gd name="connsiteX10776" fmla="*/ 2302265 w 9312201"/>
              <a:gd name="connsiteY10776" fmla="*/ 1001703 h 4927186"/>
              <a:gd name="connsiteX10777" fmla="*/ 2280445 w 9312201"/>
              <a:gd name="connsiteY10777" fmla="*/ 1023523 h 4927186"/>
              <a:gd name="connsiteX10778" fmla="*/ 2258625 w 9312201"/>
              <a:gd name="connsiteY10778" fmla="*/ 1001703 h 4927186"/>
              <a:gd name="connsiteX10779" fmla="*/ 2280445 w 9312201"/>
              <a:gd name="connsiteY10779" fmla="*/ 979883 h 4927186"/>
              <a:gd name="connsiteX10780" fmla="*/ 2203086 w 9312201"/>
              <a:gd name="connsiteY10780" fmla="*/ 979883 h 4927186"/>
              <a:gd name="connsiteX10781" fmla="*/ 2225567 w 9312201"/>
              <a:gd name="connsiteY10781" fmla="*/ 1001703 h 4927186"/>
              <a:gd name="connsiteX10782" fmla="*/ 2203086 w 9312201"/>
              <a:gd name="connsiteY10782" fmla="*/ 1023523 h 4927186"/>
              <a:gd name="connsiteX10783" fmla="*/ 2180605 w 9312201"/>
              <a:gd name="connsiteY10783" fmla="*/ 1001703 h 4927186"/>
              <a:gd name="connsiteX10784" fmla="*/ 2203086 w 9312201"/>
              <a:gd name="connsiteY10784" fmla="*/ 979883 h 4927186"/>
              <a:gd name="connsiteX10785" fmla="*/ 2125727 w 9312201"/>
              <a:gd name="connsiteY10785" fmla="*/ 979883 h 4927186"/>
              <a:gd name="connsiteX10786" fmla="*/ 2147547 w 9312201"/>
              <a:gd name="connsiteY10786" fmla="*/ 1001703 h 4927186"/>
              <a:gd name="connsiteX10787" fmla="*/ 2125727 w 9312201"/>
              <a:gd name="connsiteY10787" fmla="*/ 1023523 h 4927186"/>
              <a:gd name="connsiteX10788" fmla="*/ 2103907 w 9312201"/>
              <a:gd name="connsiteY10788" fmla="*/ 1001703 h 4927186"/>
              <a:gd name="connsiteX10789" fmla="*/ 2125727 w 9312201"/>
              <a:gd name="connsiteY10789" fmla="*/ 979883 h 4927186"/>
              <a:gd name="connsiteX10790" fmla="*/ 8978300 w 9312201"/>
              <a:gd name="connsiteY10790" fmla="*/ 979882 h 4927186"/>
              <a:gd name="connsiteX10791" fmla="*/ 9000120 w 9312201"/>
              <a:gd name="connsiteY10791" fmla="*/ 1001702 h 4927186"/>
              <a:gd name="connsiteX10792" fmla="*/ 8978300 w 9312201"/>
              <a:gd name="connsiteY10792" fmla="*/ 1023522 h 4927186"/>
              <a:gd name="connsiteX10793" fmla="*/ 8956480 w 9312201"/>
              <a:gd name="connsiteY10793" fmla="*/ 1001702 h 4927186"/>
              <a:gd name="connsiteX10794" fmla="*/ 8978300 w 9312201"/>
              <a:gd name="connsiteY10794" fmla="*/ 979882 h 4927186"/>
              <a:gd name="connsiteX10795" fmla="*/ 8900279 w 9312201"/>
              <a:gd name="connsiteY10795" fmla="*/ 979882 h 4927186"/>
              <a:gd name="connsiteX10796" fmla="*/ 8922099 w 9312201"/>
              <a:gd name="connsiteY10796" fmla="*/ 1001702 h 4927186"/>
              <a:gd name="connsiteX10797" fmla="*/ 8900279 w 9312201"/>
              <a:gd name="connsiteY10797" fmla="*/ 1023522 h 4927186"/>
              <a:gd name="connsiteX10798" fmla="*/ 8878459 w 9312201"/>
              <a:gd name="connsiteY10798" fmla="*/ 1001702 h 4927186"/>
              <a:gd name="connsiteX10799" fmla="*/ 8900279 w 9312201"/>
              <a:gd name="connsiteY10799" fmla="*/ 979882 h 4927186"/>
              <a:gd name="connsiteX10800" fmla="*/ 8822259 w 9312201"/>
              <a:gd name="connsiteY10800" fmla="*/ 979882 h 4927186"/>
              <a:gd name="connsiteX10801" fmla="*/ 8844079 w 9312201"/>
              <a:gd name="connsiteY10801" fmla="*/ 1001702 h 4927186"/>
              <a:gd name="connsiteX10802" fmla="*/ 8822259 w 9312201"/>
              <a:gd name="connsiteY10802" fmla="*/ 1023522 h 4927186"/>
              <a:gd name="connsiteX10803" fmla="*/ 8800439 w 9312201"/>
              <a:gd name="connsiteY10803" fmla="*/ 1001702 h 4927186"/>
              <a:gd name="connsiteX10804" fmla="*/ 8822259 w 9312201"/>
              <a:gd name="connsiteY10804" fmla="*/ 979882 h 4927186"/>
              <a:gd name="connsiteX10805" fmla="*/ 8744900 w 9312201"/>
              <a:gd name="connsiteY10805" fmla="*/ 979882 h 4927186"/>
              <a:gd name="connsiteX10806" fmla="*/ 8767381 w 9312201"/>
              <a:gd name="connsiteY10806" fmla="*/ 1001702 h 4927186"/>
              <a:gd name="connsiteX10807" fmla="*/ 8744900 w 9312201"/>
              <a:gd name="connsiteY10807" fmla="*/ 1023522 h 4927186"/>
              <a:gd name="connsiteX10808" fmla="*/ 8722419 w 9312201"/>
              <a:gd name="connsiteY10808" fmla="*/ 1001702 h 4927186"/>
              <a:gd name="connsiteX10809" fmla="*/ 8744900 w 9312201"/>
              <a:gd name="connsiteY10809" fmla="*/ 979882 h 4927186"/>
              <a:gd name="connsiteX10810" fmla="*/ 8667540 w 9312201"/>
              <a:gd name="connsiteY10810" fmla="*/ 979882 h 4927186"/>
              <a:gd name="connsiteX10811" fmla="*/ 8689360 w 9312201"/>
              <a:gd name="connsiteY10811" fmla="*/ 1001702 h 4927186"/>
              <a:gd name="connsiteX10812" fmla="*/ 8667540 w 9312201"/>
              <a:gd name="connsiteY10812" fmla="*/ 1023522 h 4927186"/>
              <a:gd name="connsiteX10813" fmla="*/ 8645720 w 9312201"/>
              <a:gd name="connsiteY10813" fmla="*/ 1001702 h 4927186"/>
              <a:gd name="connsiteX10814" fmla="*/ 8667540 w 9312201"/>
              <a:gd name="connsiteY10814" fmla="*/ 979882 h 4927186"/>
              <a:gd name="connsiteX10815" fmla="*/ 8589520 w 9312201"/>
              <a:gd name="connsiteY10815" fmla="*/ 979882 h 4927186"/>
              <a:gd name="connsiteX10816" fmla="*/ 8611340 w 9312201"/>
              <a:gd name="connsiteY10816" fmla="*/ 1001702 h 4927186"/>
              <a:gd name="connsiteX10817" fmla="*/ 8589520 w 9312201"/>
              <a:gd name="connsiteY10817" fmla="*/ 1023522 h 4927186"/>
              <a:gd name="connsiteX10818" fmla="*/ 8567700 w 9312201"/>
              <a:gd name="connsiteY10818" fmla="*/ 1001702 h 4927186"/>
              <a:gd name="connsiteX10819" fmla="*/ 8589520 w 9312201"/>
              <a:gd name="connsiteY10819" fmla="*/ 979882 h 4927186"/>
              <a:gd name="connsiteX10820" fmla="*/ 8511500 w 9312201"/>
              <a:gd name="connsiteY10820" fmla="*/ 979882 h 4927186"/>
              <a:gd name="connsiteX10821" fmla="*/ 8533320 w 9312201"/>
              <a:gd name="connsiteY10821" fmla="*/ 1001702 h 4927186"/>
              <a:gd name="connsiteX10822" fmla="*/ 8511500 w 9312201"/>
              <a:gd name="connsiteY10822" fmla="*/ 1023522 h 4927186"/>
              <a:gd name="connsiteX10823" fmla="*/ 8489680 w 9312201"/>
              <a:gd name="connsiteY10823" fmla="*/ 1001702 h 4927186"/>
              <a:gd name="connsiteX10824" fmla="*/ 8511500 w 9312201"/>
              <a:gd name="connsiteY10824" fmla="*/ 979882 h 4927186"/>
              <a:gd name="connsiteX10825" fmla="*/ 8432818 w 9312201"/>
              <a:gd name="connsiteY10825" fmla="*/ 979882 h 4927186"/>
              <a:gd name="connsiteX10826" fmla="*/ 8455299 w 9312201"/>
              <a:gd name="connsiteY10826" fmla="*/ 1001702 h 4927186"/>
              <a:gd name="connsiteX10827" fmla="*/ 8432818 w 9312201"/>
              <a:gd name="connsiteY10827" fmla="*/ 1023522 h 4927186"/>
              <a:gd name="connsiteX10828" fmla="*/ 8410337 w 9312201"/>
              <a:gd name="connsiteY10828" fmla="*/ 1001702 h 4927186"/>
              <a:gd name="connsiteX10829" fmla="*/ 8432818 w 9312201"/>
              <a:gd name="connsiteY10829" fmla="*/ 979882 h 4927186"/>
              <a:gd name="connsiteX10830" fmla="*/ 8355459 w 9312201"/>
              <a:gd name="connsiteY10830" fmla="*/ 979882 h 4927186"/>
              <a:gd name="connsiteX10831" fmla="*/ 8377279 w 9312201"/>
              <a:gd name="connsiteY10831" fmla="*/ 1001702 h 4927186"/>
              <a:gd name="connsiteX10832" fmla="*/ 8355459 w 9312201"/>
              <a:gd name="connsiteY10832" fmla="*/ 1023522 h 4927186"/>
              <a:gd name="connsiteX10833" fmla="*/ 8333639 w 9312201"/>
              <a:gd name="connsiteY10833" fmla="*/ 1001702 h 4927186"/>
              <a:gd name="connsiteX10834" fmla="*/ 8355459 w 9312201"/>
              <a:gd name="connsiteY10834" fmla="*/ 979882 h 4927186"/>
              <a:gd name="connsiteX10835" fmla="*/ 8277438 w 9312201"/>
              <a:gd name="connsiteY10835" fmla="*/ 979882 h 4927186"/>
              <a:gd name="connsiteX10836" fmla="*/ 8299258 w 9312201"/>
              <a:gd name="connsiteY10836" fmla="*/ 1001702 h 4927186"/>
              <a:gd name="connsiteX10837" fmla="*/ 8277438 w 9312201"/>
              <a:gd name="connsiteY10837" fmla="*/ 1023522 h 4927186"/>
              <a:gd name="connsiteX10838" fmla="*/ 8255618 w 9312201"/>
              <a:gd name="connsiteY10838" fmla="*/ 1001702 h 4927186"/>
              <a:gd name="connsiteX10839" fmla="*/ 8277438 w 9312201"/>
              <a:gd name="connsiteY10839" fmla="*/ 979882 h 4927186"/>
              <a:gd name="connsiteX10840" fmla="*/ 8199418 w 9312201"/>
              <a:gd name="connsiteY10840" fmla="*/ 979882 h 4927186"/>
              <a:gd name="connsiteX10841" fmla="*/ 8221238 w 9312201"/>
              <a:gd name="connsiteY10841" fmla="*/ 1001702 h 4927186"/>
              <a:gd name="connsiteX10842" fmla="*/ 8199418 w 9312201"/>
              <a:gd name="connsiteY10842" fmla="*/ 1023522 h 4927186"/>
              <a:gd name="connsiteX10843" fmla="*/ 8177598 w 9312201"/>
              <a:gd name="connsiteY10843" fmla="*/ 1001702 h 4927186"/>
              <a:gd name="connsiteX10844" fmla="*/ 8199418 w 9312201"/>
              <a:gd name="connsiteY10844" fmla="*/ 979882 h 4927186"/>
              <a:gd name="connsiteX10845" fmla="*/ 8121398 w 9312201"/>
              <a:gd name="connsiteY10845" fmla="*/ 979882 h 4927186"/>
              <a:gd name="connsiteX10846" fmla="*/ 8143218 w 9312201"/>
              <a:gd name="connsiteY10846" fmla="*/ 1001702 h 4927186"/>
              <a:gd name="connsiteX10847" fmla="*/ 8121398 w 9312201"/>
              <a:gd name="connsiteY10847" fmla="*/ 1023522 h 4927186"/>
              <a:gd name="connsiteX10848" fmla="*/ 8099578 w 9312201"/>
              <a:gd name="connsiteY10848" fmla="*/ 1001702 h 4927186"/>
              <a:gd name="connsiteX10849" fmla="*/ 8121398 w 9312201"/>
              <a:gd name="connsiteY10849" fmla="*/ 979882 h 4927186"/>
              <a:gd name="connsiteX10850" fmla="*/ 8044700 w 9312201"/>
              <a:gd name="connsiteY10850" fmla="*/ 979882 h 4927186"/>
              <a:gd name="connsiteX10851" fmla="*/ 8066520 w 9312201"/>
              <a:gd name="connsiteY10851" fmla="*/ 1001702 h 4927186"/>
              <a:gd name="connsiteX10852" fmla="*/ 8044700 w 9312201"/>
              <a:gd name="connsiteY10852" fmla="*/ 1023522 h 4927186"/>
              <a:gd name="connsiteX10853" fmla="*/ 8022880 w 9312201"/>
              <a:gd name="connsiteY10853" fmla="*/ 1001702 h 4927186"/>
              <a:gd name="connsiteX10854" fmla="*/ 8044700 w 9312201"/>
              <a:gd name="connsiteY10854" fmla="*/ 979882 h 4927186"/>
              <a:gd name="connsiteX10855" fmla="*/ 7966679 w 9312201"/>
              <a:gd name="connsiteY10855" fmla="*/ 979882 h 4927186"/>
              <a:gd name="connsiteX10856" fmla="*/ 7988499 w 9312201"/>
              <a:gd name="connsiteY10856" fmla="*/ 1001702 h 4927186"/>
              <a:gd name="connsiteX10857" fmla="*/ 7966679 w 9312201"/>
              <a:gd name="connsiteY10857" fmla="*/ 1023522 h 4927186"/>
              <a:gd name="connsiteX10858" fmla="*/ 7944859 w 9312201"/>
              <a:gd name="connsiteY10858" fmla="*/ 1001702 h 4927186"/>
              <a:gd name="connsiteX10859" fmla="*/ 7966679 w 9312201"/>
              <a:gd name="connsiteY10859" fmla="*/ 979882 h 4927186"/>
              <a:gd name="connsiteX10860" fmla="*/ 7888658 w 9312201"/>
              <a:gd name="connsiteY10860" fmla="*/ 979882 h 4927186"/>
              <a:gd name="connsiteX10861" fmla="*/ 7910478 w 9312201"/>
              <a:gd name="connsiteY10861" fmla="*/ 1001702 h 4927186"/>
              <a:gd name="connsiteX10862" fmla="*/ 7888658 w 9312201"/>
              <a:gd name="connsiteY10862" fmla="*/ 1023522 h 4927186"/>
              <a:gd name="connsiteX10863" fmla="*/ 7866838 w 9312201"/>
              <a:gd name="connsiteY10863" fmla="*/ 1001702 h 4927186"/>
              <a:gd name="connsiteX10864" fmla="*/ 7888658 w 9312201"/>
              <a:gd name="connsiteY10864" fmla="*/ 979882 h 4927186"/>
              <a:gd name="connsiteX10865" fmla="*/ 7809316 w 9312201"/>
              <a:gd name="connsiteY10865" fmla="*/ 979882 h 4927186"/>
              <a:gd name="connsiteX10866" fmla="*/ 7831136 w 9312201"/>
              <a:gd name="connsiteY10866" fmla="*/ 1001702 h 4927186"/>
              <a:gd name="connsiteX10867" fmla="*/ 7809316 w 9312201"/>
              <a:gd name="connsiteY10867" fmla="*/ 1023522 h 4927186"/>
              <a:gd name="connsiteX10868" fmla="*/ 7787496 w 9312201"/>
              <a:gd name="connsiteY10868" fmla="*/ 1001702 h 4927186"/>
              <a:gd name="connsiteX10869" fmla="*/ 7809316 w 9312201"/>
              <a:gd name="connsiteY10869" fmla="*/ 979882 h 4927186"/>
              <a:gd name="connsiteX10870" fmla="*/ 7731957 w 9312201"/>
              <a:gd name="connsiteY10870" fmla="*/ 979882 h 4927186"/>
              <a:gd name="connsiteX10871" fmla="*/ 7754438 w 9312201"/>
              <a:gd name="connsiteY10871" fmla="*/ 1001702 h 4927186"/>
              <a:gd name="connsiteX10872" fmla="*/ 7731957 w 9312201"/>
              <a:gd name="connsiteY10872" fmla="*/ 1023522 h 4927186"/>
              <a:gd name="connsiteX10873" fmla="*/ 7709476 w 9312201"/>
              <a:gd name="connsiteY10873" fmla="*/ 1001702 h 4927186"/>
              <a:gd name="connsiteX10874" fmla="*/ 7731957 w 9312201"/>
              <a:gd name="connsiteY10874" fmla="*/ 979882 h 4927186"/>
              <a:gd name="connsiteX10875" fmla="*/ 7654597 w 9312201"/>
              <a:gd name="connsiteY10875" fmla="*/ 979882 h 4927186"/>
              <a:gd name="connsiteX10876" fmla="*/ 7676417 w 9312201"/>
              <a:gd name="connsiteY10876" fmla="*/ 1001702 h 4927186"/>
              <a:gd name="connsiteX10877" fmla="*/ 7654597 w 9312201"/>
              <a:gd name="connsiteY10877" fmla="*/ 1023522 h 4927186"/>
              <a:gd name="connsiteX10878" fmla="*/ 7632777 w 9312201"/>
              <a:gd name="connsiteY10878" fmla="*/ 1001702 h 4927186"/>
              <a:gd name="connsiteX10879" fmla="*/ 7654597 w 9312201"/>
              <a:gd name="connsiteY10879" fmla="*/ 979882 h 4927186"/>
              <a:gd name="connsiteX10880" fmla="*/ 7576577 w 9312201"/>
              <a:gd name="connsiteY10880" fmla="*/ 979882 h 4927186"/>
              <a:gd name="connsiteX10881" fmla="*/ 7598397 w 9312201"/>
              <a:gd name="connsiteY10881" fmla="*/ 1001702 h 4927186"/>
              <a:gd name="connsiteX10882" fmla="*/ 7576577 w 9312201"/>
              <a:gd name="connsiteY10882" fmla="*/ 1023522 h 4927186"/>
              <a:gd name="connsiteX10883" fmla="*/ 7554757 w 9312201"/>
              <a:gd name="connsiteY10883" fmla="*/ 1001702 h 4927186"/>
              <a:gd name="connsiteX10884" fmla="*/ 7576577 w 9312201"/>
              <a:gd name="connsiteY10884" fmla="*/ 979882 h 4927186"/>
              <a:gd name="connsiteX10885" fmla="*/ 7498556 w 9312201"/>
              <a:gd name="connsiteY10885" fmla="*/ 979882 h 4927186"/>
              <a:gd name="connsiteX10886" fmla="*/ 7520376 w 9312201"/>
              <a:gd name="connsiteY10886" fmla="*/ 1001702 h 4927186"/>
              <a:gd name="connsiteX10887" fmla="*/ 7498556 w 9312201"/>
              <a:gd name="connsiteY10887" fmla="*/ 1023522 h 4927186"/>
              <a:gd name="connsiteX10888" fmla="*/ 7476736 w 9312201"/>
              <a:gd name="connsiteY10888" fmla="*/ 1001702 h 4927186"/>
              <a:gd name="connsiteX10889" fmla="*/ 7498556 w 9312201"/>
              <a:gd name="connsiteY10889" fmla="*/ 979882 h 4927186"/>
              <a:gd name="connsiteX10890" fmla="*/ 7421198 w 9312201"/>
              <a:gd name="connsiteY10890" fmla="*/ 979882 h 4927186"/>
              <a:gd name="connsiteX10891" fmla="*/ 7443679 w 9312201"/>
              <a:gd name="connsiteY10891" fmla="*/ 1001702 h 4927186"/>
              <a:gd name="connsiteX10892" fmla="*/ 7421198 w 9312201"/>
              <a:gd name="connsiteY10892" fmla="*/ 1023522 h 4927186"/>
              <a:gd name="connsiteX10893" fmla="*/ 7398717 w 9312201"/>
              <a:gd name="connsiteY10893" fmla="*/ 1001702 h 4927186"/>
              <a:gd name="connsiteX10894" fmla="*/ 7421198 w 9312201"/>
              <a:gd name="connsiteY10894" fmla="*/ 979882 h 4927186"/>
              <a:gd name="connsiteX10895" fmla="*/ 7343838 w 9312201"/>
              <a:gd name="connsiteY10895" fmla="*/ 979882 h 4927186"/>
              <a:gd name="connsiteX10896" fmla="*/ 7365658 w 9312201"/>
              <a:gd name="connsiteY10896" fmla="*/ 1001702 h 4927186"/>
              <a:gd name="connsiteX10897" fmla="*/ 7343838 w 9312201"/>
              <a:gd name="connsiteY10897" fmla="*/ 1023522 h 4927186"/>
              <a:gd name="connsiteX10898" fmla="*/ 7322018 w 9312201"/>
              <a:gd name="connsiteY10898" fmla="*/ 1001702 h 4927186"/>
              <a:gd name="connsiteX10899" fmla="*/ 7343838 w 9312201"/>
              <a:gd name="connsiteY10899" fmla="*/ 979882 h 4927186"/>
              <a:gd name="connsiteX10900" fmla="*/ 7264495 w 9312201"/>
              <a:gd name="connsiteY10900" fmla="*/ 979882 h 4927186"/>
              <a:gd name="connsiteX10901" fmla="*/ 7286315 w 9312201"/>
              <a:gd name="connsiteY10901" fmla="*/ 1001702 h 4927186"/>
              <a:gd name="connsiteX10902" fmla="*/ 7264495 w 9312201"/>
              <a:gd name="connsiteY10902" fmla="*/ 1023522 h 4927186"/>
              <a:gd name="connsiteX10903" fmla="*/ 7242675 w 9312201"/>
              <a:gd name="connsiteY10903" fmla="*/ 1001702 h 4927186"/>
              <a:gd name="connsiteX10904" fmla="*/ 7264495 w 9312201"/>
              <a:gd name="connsiteY10904" fmla="*/ 979882 h 4927186"/>
              <a:gd name="connsiteX10905" fmla="*/ 7186475 w 9312201"/>
              <a:gd name="connsiteY10905" fmla="*/ 979882 h 4927186"/>
              <a:gd name="connsiteX10906" fmla="*/ 7208295 w 9312201"/>
              <a:gd name="connsiteY10906" fmla="*/ 1001702 h 4927186"/>
              <a:gd name="connsiteX10907" fmla="*/ 7186475 w 9312201"/>
              <a:gd name="connsiteY10907" fmla="*/ 1023522 h 4927186"/>
              <a:gd name="connsiteX10908" fmla="*/ 7164655 w 9312201"/>
              <a:gd name="connsiteY10908" fmla="*/ 1001702 h 4927186"/>
              <a:gd name="connsiteX10909" fmla="*/ 7186475 w 9312201"/>
              <a:gd name="connsiteY10909" fmla="*/ 979882 h 4927186"/>
              <a:gd name="connsiteX10910" fmla="*/ 7109116 w 9312201"/>
              <a:gd name="connsiteY10910" fmla="*/ 979882 h 4927186"/>
              <a:gd name="connsiteX10911" fmla="*/ 7131597 w 9312201"/>
              <a:gd name="connsiteY10911" fmla="*/ 1001702 h 4927186"/>
              <a:gd name="connsiteX10912" fmla="*/ 7109116 w 9312201"/>
              <a:gd name="connsiteY10912" fmla="*/ 1023522 h 4927186"/>
              <a:gd name="connsiteX10913" fmla="*/ 7086635 w 9312201"/>
              <a:gd name="connsiteY10913" fmla="*/ 1001702 h 4927186"/>
              <a:gd name="connsiteX10914" fmla="*/ 7109116 w 9312201"/>
              <a:gd name="connsiteY10914" fmla="*/ 979882 h 4927186"/>
              <a:gd name="connsiteX10915" fmla="*/ 7031757 w 9312201"/>
              <a:gd name="connsiteY10915" fmla="*/ 979882 h 4927186"/>
              <a:gd name="connsiteX10916" fmla="*/ 7053577 w 9312201"/>
              <a:gd name="connsiteY10916" fmla="*/ 1001702 h 4927186"/>
              <a:gd name="connsiteX10917" fmla="*/ 7031757 w 9312201"/>
              <a:gd name="connsiteY10917" fmla="*/ 1023522 h 4927186"/>
              <a:gd name="connsiteX10918" fmla="*/ 7009937 w 9312201"/>
              <a:gd name="connsiteY10918" fmla="*/ 1001702 h 4927186"/>
              <a:gd name="connsiteX10919" fmla="*/ 7031757 w 9312201"/>
              <a:gd name="connsiteY10919" fmla="*/ 979882 h 4927186"/>
              <a:gd name="connsiteX10920" fmla="*/ 6330896 w 9312201"/>
              <a:gd name="connsiteY10920" fmla="*/ 979882 h 4927186"/>
              <a:gd name="connsiteX10921" fmla="*/ 6352716 w 9312201"/>
              <a:gd name="connsiteY10921" fmla="*/ 1001702 h 4927186"/>
              <a:gd name="connsiteX10922" fmla="*/ 6330896 w 9312201"/>
              <a:gd name="connsiteY10922" fmla="*/ 1023522 h 4927186"/>
              <a:gd name="connsiteX10923" fmla="*/ 6309076 w 9312201"/>
              <a:gd name="connsiteY10923" fmla="*/ 1001702 h 4927186"/>
              <a:gd name="connsiteX10924" fmla="*/ 6330896 w 9312201"/>
              <a:gd name="connsiteY10924" fmla="*/ 979882 h 4927186"/>
              <a:gd name="connsiteX10925" fmla="*/ 6252875 w 9312201"/>
              <a:gd name="connsiteY10925" fmla="*/ 979882 h 4927186"/>
              <a:gd name="connsiteX10926" fmla="*/ 6274695 w 9312201"/>
              <a:gd name="connsiteY10926" fmla="*/ 1001702 h 4927186"/>
              <a:gd name="connsiteX10927" fmla="*/ 6252875 w 9312201"/>
              <a:gd name="connsiteY10927" fmla="*/ 1023522 h 4927186"/>
              <a:gd name="connsiteX10928" fmla="*/ 6231055 w 9312201"/>
              <a:gd name="connsiteY10928" fmla="*/ 1001702 h 4927186"/>
              <a:gd name="connsiteX10929" fmla="*/ 6252875 w 9312201"/>
              <a:gd name="connsiteY10929" fmla="*/ 979882 h 4927186"/>
              <a:gd name="connsiteX10930" fmla="*/ 6174854 w 9312201"/>
              <a:gd name="connsiteY10930" fmla="*/ 979882 h 4927186"/>
              <a:gd name="connsiteX10931" fmla="*/ 6196674 w 9312201"/>
              <a:gd name="connsiteY10931" fmla="*/ 1001702 h 4927186"/>
              <a:gd name="connsiteX10932" fmla="*/ 6174854 w 9312201"/>
              <a:gd name="connsiteY10932" fmla="*/ 1023522 h 4927186"/>
              <a:gd name="connsiteX10933" fmla="*/ 6153034 w 9312201"/>
              <a:gd name="connsiteY10933" fmla="*/ 1001702 h 4927186"/>
              <a:gd name="connsiteX10934" fmla="*/ 6174854 w 9312201"/>
              <a:gd name="connsiteY10934" fmla="*/ 979882 h 4927186"/>
              <a:gd name="connsiteX10935" fmla="*/ 6096834 w 9312201"/>
              <a:gd name="connsiteY10935" fmla="*/ 979882 h 4927186"/>
              <a:gd name="connsiteX10936" fmla="*/ 6118654 w 9312201"/>
              <a:gd name="connsiteY10936" fmla="*/ 1001702 h 4927186"/>
              <a:gd name="connsiteX10937" fmla="*/ 6096834 w 9312201"/>
              <a:gd name="connsiteY10937" fmla="*/ 1023522 h 4927186"/>
              <a:gd name="connsiteX10938" fmla="*/ 6075014 w 9312201"/>
              <a:gd name="connsiteY10938" fmla="*/ 1001702 h 4927186"/>
              <a:gd name="connsiteX10939" fmla="*/ 6096834 w 9312201"/>
              <a:gd name="connsiteY10939" fmla="*/ 979882 h 4927186"/>
              <a:gd name="connsiteX10940" fmla="*/ 6018814 w 9312201"/>
              <a:gd name="connsiteY10940" fmla="*/ 979882 h 4927186"/>
              <a:gd name="connsiteX10941" fmla="*/ 6040634 w 9312201"/>
              <a:gd name="connsiteY10941" fmla="*/ 1001702 h 4927186"/>
              <a:gd name="connsiteX10942" fmla="*/ 6018814 w 9312201"/>
              <a:gd name="connsiteY10942" fmla="*/ 1023522 h 4927186"/>
              <a:gd name="connsiteX10943" fmla="*/ 5996994 w 9312201"/>
              <a:gd name="connsiteY10943" fmla="*/ 1001702 h 4927186"/>
              <a:gd name="connsiteX10944" fmla="*/ 6018814 w 9312201"/>
              <a:gd name="connsiteY10944" fmla="*/ 979882 h 4927186"/>
              <a:gd name="connsiteX10945" fmla="*/ 5940793 w 9312201"/>
              <a:gd name="connsiteY10945" fmla="*/ 979882 h 4927186"/>
              <a:gd name="connsiteX10946" fmla="*/ 5962613 w 9312201"/>
              <a:gd name="connsiteY10946" fmla="*/ 1001702 h 4927186"/>
              <a:gd name="connsiteX10947" fmla="*/ 5940793 w 9312201"/>
              <a:gd name="connsiteY10947" fmla="*/ 1023522 h 4927186"/>
              <a:gd name="connsiteX10948" fmla="*/ 5918973 w 9312201"/>
              <a:gd name="connsiteY10948" fmla="*/ 1001702 h 4927186"/>
              <a:gd name="connsiteX10949" fmla="*/ 5940793 w 9312201"/>
              <a:gd name="connsiteY10949" fmla="*/ 979882 h 4927186"/>
              <a:gd name="connsiteX10950" fmla="*/ 5162572 w 9312201"/>
              <a:gd name="connsiteY10950" fmla="*/ 979882 h 4927186"/>
              <a:gd name="connsiteX10951" fmla="*/ 5185053 w 9312201"/>
              <a:gd name="connsiteY10951" fmla="*/ 1001702 h 4927186"/>
              <a:gd name="connsiteX10952" fmla="*/ 5162572 w 9312201"/>
              <a:gd name="connsiteY10952" fmla="*/ 1023522 h 4927186"/>
              <a:gd name="connsiteX10953" fmla="*/ 5140091 w 9312201"/>
              <a:gd name="connsiteY10953" fmla="*/ 1001702 h 4927186"/>
              <a:gd name="connsiteX10954" fmla="*/ 5162572 w 9312201"/>
              <a:gd name="connsiteY10954" fmla="*/ 979882 h 4927186"/>
              <a:gd name="connsiteX10955" fmla="*/ 5085212 w 9312201"/>
              <a:gd name="connsiteY10955" fmla="*/ 979882 h 4927186"/>
              <a:gd name="connsiteX10956" fmla="*/ 5107032 w 9312201"/>
              <a:gd name="connsiteY10956" fmla="*/ 1001702 h 4927186"/>
              <a:gd name="connsiteX10957" fmla="*/ 5085212 w 9312201"/>
              <a:gd name="connsiteY10957" fmla="*/ 1023522 h 4927186"/>
              <a:gd name="connsiteX10958" fmla="*/ 5063392 w 9312201"/>
              <a:gd name="connsiteY10958" fmla="*/ 1001702 h 4927186"/>
              <a:gd name="connsiteX10959" fmla="*/ 5085212 w 9312201"/>
              <a:gd name="connsiteY10959" fmla="*/ 979882 h 4927186"/>
              <a:gd name="connsiteX10960" fmla="*/ 5007193 w 9312201"/>
              <a:gd name="connsiteY10960" fmla="*/ 979882 h 4927186"/>
              <a:gd name="connsiteX10961" fmla="*/ 5029013 w 9312201"/>
              <a:gd name="connsiteY10961" fmla="*/ 1001702 h 4927186"/>
              <a:gd name="connsiteX10962" fmla="*/ 5007193 w 9312201"/>
              <a:gd name="connsiteY10962" fmla="*/ 1023522 h 4927186"/>
              <a:gd name="connsiteX10963" fmla="*/ 4985373 w 9312201"/>
              <a:gd name="connsiteY10963" fmla="*/ 1001702 h 4927186"/>
              <a:gd name="connsiteX10964" fmla="*/ 5007193 w 9312201"/>
              <a:gd name="connsiteY10964" fmla="*/ 979882 h 4927186"/>
              <a:gd name="connsiteX10965" fmla="*/ 4928511 w 9312201"/>
              <a:gd name="connsiteY10965" fmla="*/ 979882 h 4927186"/>
              <a:gd name="connsiteX10966" fmla="*/ 4950992 w 9312201"/>
              <a:gd name="connsiteY10966" fmla="*/ 1001702 h 4927186"/>
              <a:gd name="connsiteX10967" fmla="*/ 4928511 w 9312201"/>
              <a:gd name="connsiteY10967" fmla="*/ 1023522 h 4927186"/>
              <a:gd name="connsiteX10968" fmla="*/ 4906030 w 9312201"/>
              <a:gd name="connsiteY10968" fmla="*/ 1001702 h 4927186"/>
              <a:gd name="connsiteX10969" fmla="*/ 4928511 w 9312201"/>
              <a:gd name="connsiteY10969" fmla="*/ 979882 h 4927186"/>
              <a:gd name="connsiteX10970" fmla="*/ 4850490 w 9312201"/>
              <a:gd name="connsiteY10970" fmla="*/ 979882 h 4927186"/>
              <a:gd name="connsiteX10971" fmla="*/ 4872971 w 9312201"/>
              <a:gd name="connsiteY10971" fmla="*/ 1001702 h 4927186"/>
              <a:gd name="connsiteX10972" fmla="*/ 4850490 w 9312201"/>
              <a:gd name="connsiteY10972" fmla="*/ 1023522 h 4927186"/>
              <a:gd name="connsiteX10973" fmla="*/ 4828009 w 9312201"/>
              <a:gd name="connsiteY10973" fmla="*/ 1001702 h 4927186"/>
              <a:gd name="connsiteX10974" fmla="*/ 4850490 w 9312201"/>
              <a:gd name="connsiteY10974" fmla="*/ 979882 h 4927186"/>
              <a:gd name="connsiteX10975" fmla="*/ 1968363 w 9312201"/>
              <a:gd name="connsiteY10975" fmla="*/ 979882 h 4927186"/>
              <a:gd name="connsiteX10976" fmla="*/ 1990183 w 9312201"/>
              <a:gd name="connsiteY10976" fmla="*/ 1001702 h 4927186"/>
              <a:gd name="connsiteX10977" fmla="*/ 1968363 w 9312201"/>
              <a:gd name="connsiteY10977" fmla="*/ 1023522 h 4927186"/>
              <a:gd name="connsiteX10978" fmla="*/ 1946543 w 9312201"/>
              <a:gd name="connsiteY10978" fmla="*/ 1001702 h 4927186"/>
              <a:gd name="connsiteX10979" fmla="*/ 1968363 w 9312201"/>
              <a:gd name="connsiteY10979" fmla="*/ 979882 h 4927186"/>
              <a:gd name="connsiteX10980" fmla="*/ 1891011 w 9312201"/>
              <a:gd name="connsiteY10980" fmla="*/ 979882 h 4927186"/>
              <a:gd name="connsiteX10981" fmla="*/ 1913495 w 9312201"/>
              <a:gd name="connsiteY10981" fmla="*/ 1001702 h 4927186"/>
              <a:gd name="connsiteX10982" fmla="*/ 1891011 w 9312201"/>
              <a:gd name="connsiteY10982" fmla="*/ 1023522 h 4927186"/>
              <a:gd name="connsiteX10983" fmla="*/ 1868529 w 9312201"/>
              <a:gd name="connsiteY10983" fmla="*/ 1001702 h 4927186"/>
              <a:gd name="connsiteX10984" fmla="*/ 1891011 w 9312201"/>
              <a:gd name="connsiteY10984" fmla="*/ 979882 h 4927186"/>
              <a:gd name="connsiteX10985" fmla="*/ 1813657 w 9312201"/>
              <a:gd name="connsiteY10985" fmla="*/ 979882 h 4927186"/>
              <a:gd name="connsiteX10986" fmla="*/ 1835474 w 9312201"/>
              <a:gd name="connsiteY10986" fmla="*/ 1001702 h 4927186"/>
              <a:gd name="connsiteX10987" fmla="*/ 1813657 w 9312201"/>
              <a:gd name="connsiteY10987" fmla="*/ 1023522 h 4927186"/>
              <a:gd name="connsiteX10988" fmla="*/ 1791833 w 9312201"/>
              <a:gd name="connsiteY10988" fmla="*/ 1001702 h 4927186"/>
              <a:gd name="connsiteX10989" fmla="*/ 1813657 w 9312201"/>
              <a:gd name="connsiteY10989" fmla="*/ 979882 h 4927186"/>
              <a:gd name="connsiteX10990" fmla="*/ 1735633 w 9312201"/>
              <a:gd name="connsiteY10990" fmla="*/ 979882 h 4927186"/>
              <a:gd name="connsiteX10991" fmla="*/ 1757457 w 9312201"/>
              <a:gd name="connsiteY10991" fmla="*/ 1001702 h 4927186"/>
              <a:gd name="connsiteX10992" fmla="*/ 1735633 w 9312201"/>
              <a:gd name="connsiteY10992" fmla="*/ 1023522 h 4927186"/>
              <a:gd name="connsiteX10993" fmla="*/ 1713819 w 9312201"/>
              <a:gd name="connsiteY10993" fmla="*/ 1001702 h 4927186"/>
              <a:gd name="connsiteX10994" fmla="*/ 1735633 w 9312201"/>
              <a:gd name="connsiteY10994" fmla="*/ 979882 h 4927186"/>
              <a:gd name="connsiteX10995" fmla="*/ 1657611 w 9312201"/>
              <a:gd name="connsiteY10995" fmla="*/ 979882 h 4927186"/>
              <a:gd name="connsiteX10996" fmla="*/ 1679436 w 9312201"/>
              <a:gd name="connsiteY10996" fmla="*/ 1001702 h 4927186"/>
              <a:gd name="connsiteX10997" fmla="*/ 1657611 w 9312201"/>
              <a:gd name="connsiteY10997" fmla="*/ 1023522 h 4927186"/>
              <a:gd name="connsiteX10998" fmla="*/ 1635796 w 9312201"/>
              <a:gd name="connsiteY10998" fmla="*/ 1001702 h 4927186"/>
              <a:gd name="connsiteX10999" fmla="*/ 1657611 w 9312201"/>
              <a:gd name="connsiteY10999" fmla="*/ 979882 h 4927186"/>
              <a:gd name="connsiteX11000" fmla="*/ 1580257 w 9312201"/>
              <a:gd name="connsiteY11000" fmla="*/ 979882 h 4927186"/>
              <a:gd name="connsiteX11001" fmla="*/ 1602734 w 9312201"/>
              <a:gd name="connsiteY11001" fmla="*/ 1001702 h 4927186"/>
              <a:gd name="connsiteX11002" fmla="*/ 1580257 w 9312201"/>
              <a:gd name="connsiteY11002" fmla="*/ 1023522 h 4927186"/>
              <a:gd name="connsiteX11003" fmla="*/ 1557771 w 9312201"/>
              <a:gd name="connsiteY11003" fmla="*/ 1001702 h 4927186"/>
              <a:gd name="connsiteX11004" fmla="*/ 1580257 w 9312201"/>
              <a:gd name="connsiteY11004" fmla="*/ 979882 h 4927186"/>
              <a:gd name="connsiteX11005" fmla="*/ 1502899 w 9312201"/>
              <a:gd name="connsiteY11005" fmla="*/ 979882 h 4927186"/>
              <a:gd name="connsiteX11006" fmla="*/ 1524717 w 9312201"/>
              <a:gd name="connsiteY11006" fmla="*/ 1001702 h 4927186"/>
              <a:gd name="connsiteX11007" fmla="*/ 1502899 w 9312201"/>
              <a:gd name="connsiteY11007" fmla="*/ 1023522 h 4927186"/>
              <a:gd name="connsiteX11008" fmla="*/ 1481077 w 9312201"/>
              <a:gd name="connsiteY11008" fmla="*/ 1001702 h 4927186"/>
              <a:gd name="connsiteX11009" fmla="*/ 1502899 w 9312201"/>
              <a:gd name="connsiteY11009" fmla="*/ 979882 h 4927186"/>
              <a:gd name="connsiteX11010" fmla="*/ 1424212 w 9312201"/>
              <a:gd name="connsiteY11010" fmla="*/ 979882 h 4927186"/>
              <a:gd name="connsiteX11011" fmla="*/ 1446695 w 9312201"/>
              <a:gd name="connsiteY11011" fmla="*/ 1001702 h 4927186"/>
              <a:gd name="connsiteX11012" fmla="*/ 1424212 w 9312201"/>
              <a:gd name="connsiteY11012" fmla="*/ 1023522 h 4927186"/>
              <a:gd name="connsiteX11013" fmla="*/ 1401732 w 9312201"/>
              <a:gd name="connsiteY11013" fmla="*/ 1001702 h 4927186"/>
              <a:gd name="connsiteX11014" fmla="*/ 1424212 w 9312201"/>
              <a:gd name="connsiteY11014" fmla="*/ 979882 h 4927186"/>
              <a:gd name="connsiteX11015" fmla="*/ 1345530 w 9312201"/>
              <a:gd name="connsiteY11015" fmla="*/ 979882 h 4927186"/>
              <a:gd name="connsiteX11016" fmla="*/ 1367350 w 9312201"/>
              <a:gd name="connsiteY11016" fmla="*/ 1001702 h 4927186"/>
              <a:gd name="connsiteX11017" fmla="*/ 1345530 w 9312201"/>
              <a:gd name="connsiteY11017" fmla="*/ 1023522 h 4927186"/>
              <a:gd name="connsiteX11018" fmla="*/ 1323709 w 9312201"/>
              <a:gd name="connsiteY11018" fmla="*/ 1001702 h 4927186"/>
              <a:gd name="connsiteX11019" fmla="*/ 1345530 w 9312201"/>
              <a:gd name="connsiteY11019" fmla="*/ 979882 h 4927186"/>
              <a:gd name="connsiteX11020" fmla="*/ 1190817 w 9312201"/>
              <a:gd name="connsiteY11020" fmla="*/ 979882 h 4927186"/>
              <a:gd name="connsiteX11021" fmla="*/ 1212636 w 9312201"/>
              <a:gd name="connsiteY11021" fmla="*/ 1001702 h 4927186"/>
              <a:gd name="connsiteX11022" fmla="*/ 1190817 w 9312201"/>
              <a:gd name="connsiteY11022" fmla="*/ 1023522 h 4927186"/>
              <a:gd name="connsiteX11023" fmla="*/ 1168996 w 9312201"/>
              <a:gd name="connsiteY11023" fmla="*/ 1001702 h 4927186"/>
              <a:gd name="connsiteX11024" fmla="*/ 1190817 w 9312201"/>
              <a:gd name="connsiteY11024" fmla="*/ 979882 h 4927186"/>
              <a:gd name="connsiteX11025" fmla="*/ 1112792 w 9312201"/>
              <a:gd name="connsiteY11025" fmla="*/ 979882 h 4927186"/>
              <a:gd name="connsiteX11026" fmla="*/ 1134615 w 9312201"/>
              <a:gd name="connsiteY11026" fmla="*/ 1001702 h 4927186"/>
              <a:gd name="connsiteX11027" fmla="*/ 1112792 w 9312201"/>
              <a:gd name="connsiteY11027" fmla="*/ 1023522 h 4927186"/>
              <a:gd name="connsiteX11028" fmla="*/ 1090972 w 9312201"/>
              <a:gd name="connsiteY11028" fmla="*/ 1001702 h 4927186"/>
              <a:gd name="connsiteX11029" fmla="*/ 1112792 w 9312201"/>
              <a:gd name="connsiteY11029" fmla="*/ 979882 h 4927186"/>
              <a:gd name="connsiteX11030" fmla="*/ 1034768 w 9312201"/>
              <a:gd name="connsiteY11030" fmla="*/ 979882 h 4927186"/>
              <a:gd name="connsiteX11031" fmla="*/ 1056586 w 9312201"/>
              <a:gd name="connsiteY11031" fmla="*/ 1001702 h 4927186"/>
              <a:gd name="connsiteX11032" fmla="*/ 1034768 w 9312201"/>
              <a:gd name="connsiteY11032" fmla="*/ 1023522 h 4927186"/>
              <a:gd name="connsiteX11033" fmla="*/ 1012952 w 9312201"/>
              <a:gd name="connsiteY11033" fmla="*/ 1001702 h 4927186"/>
              <a:gd name="connsiteX11034" fmla="*/ 1034768 w 9312201"/>
              <a:gd name="connsiteY11034" fmla="*/ 979882 h 4927186"/>
              <a:gd name="connsiteX11035" fmla="*/ 956746 w 9312201"/>
              <a:gd name="connsiteY11035" fmla="*/ 979882 h 4927186"/>
              <a:gd name="connsiteX11036" fmla="*/ 978570 w 9312201"/>
              <a:gd name="connsiteY11036" fmla="*/ 1001702 h 4927186"/>
              <a:gd name="connsiteX11037" fmla="*/ 956746 w 9312201"/>
              <a:gd name="connsiteY11037" fmla="*/ 1023522 h 4927186"/>
              <a:gd name="connsiteX11038" fmla="*/ 934926 w 9312201"/>
              <a:gd name="connsiteY11038" fmla="*/ 1001702 h 4927186"/>
              <a:gd name="connsiteX11039" fmla="*/ 956746 w 9312201"/>
              <a:gd name="connsiteY11039" fmla="*/ 979882 h 4927186"/>
              <a:gd name="connsiteX11040" fmla="*/ 722684 w 9312201"/>
              <a:gd name="connsiteY11040" fmla="*/ 979882 h 4927186"/>
              <a:gd name="connsiteX11041" fmla="*/ 744504 w 9312201"/>
              <a:gd name="connsiteY11041" fmla="*/ 1001702 h 4927186"/>
              <a:gd name="connsiteX11042" fmla="*/ 722684 w 9312201"/>
              <a:gd name="connsiteY11042" fmla="*/ 1023522 h 4927186"/>
              <a:gd name="connsiteX11043" fmla="*/ 700862 w 9312201"/>
              <a:gd name="connsiteY11043" fmla="*/ 1001702 h 4927186"/>
              <a:gd name="connsiteX11044" fmla="*/ 722684 w 9312201"/>
              <a:gd name="connsiteY11044" fmla="*/ 979882 h 4927186"/>
              <a:gd name="connsiteX11045" fmla="*/ 644665 w 9312201"/>
              <a:gd name="connsiteY11045" fmla="*/ 979882 h 4927186"/>
              <a:gd name="connsiteX11046" fmla="*/ 666485 w 9312201"/>
              <a:gd name="connsiteY11046" fmla="*/ 1001702 h 4927186"/>
              <a:gd name="connsiteX11047" fmla="*/ 644665 w 9312201"/>
              <a:gd name="connsiteY11047" fmla="*/ 1023522 h 4927186"/>
              <a:gd name="connsiteX11048" fmla="*/ 622842 w 9312201"/>
              <a:gd name="connsiteY11048" fmla="*/ 1001702 h 4927186"/>
              <a:gd name="connsiteX11049" fmla="*/ 644665 w 9312201"/>
              <a:gd name="connsiteY11049" fmla="*/ 979882 h 4927186"/>
              <a:gd name="connsiteX11050" fmla="*/ 567304 w 9312201"/>
              <a:gd name="connsiteY11050" fmla="*/ 979882 h 4927186"/>
              <a:gd name="connsiteX11051" fmla="*/ 589784 w 9312201"/>
              <a:gd name="connsiteY11051" fmla="*/ 1001702 h 4927186"/>
              <a:gd name="connsiteX11052" fmla="*/ 567304 w 9312201"/>
              <a:gd name="connsiteY11052" fmla="*/ 1023522 h 4927186"/>
              <a:gd name="connsiteX11053" fmla="*/ 544822 w 9312201"/>
              <a:gd name="connsiteY11053" fmla="*/ 1001702 h 4927186"/>
              <a:gd name="connsiteX11054" fmla="*/ 567304 w 9312201"/>
              <a:gd name="connsiteY11054" fmla="*/ 979882 h 4927186"/>
              <a:gd name="connsiteX11055" fmla="*/ 489945 w 9312201"/>
              <a:gd name="connsiteY11055" fmla="*/ 979882 h 4927186"/>
              <a:gd name="connsiteX11056" fmla="*/ 511765 w 9312201"/>
              <a:gd name="connsiteY11056" fmla="*/ 1001702 h 4927186"/>
              <a:gd name="connsiteX11057" fmla="*/ 489945 w 9312201"/>
              <a:gd name="connsiteY11057" fmla="*/ 1023522 h 4927186"/>
              <a:gd name="connsiteX11058" fmla="*/ 468126 w 9312201"/>
              <a:gd name="connsiteY11058" fmla="*/ 1001702 h 4927186"/>
              <a:gd name="connsiteX11059" fmla="*/ 489945 w 9312201"/>
              <a:gd name="connsiteY11059" fmla="*/ 979882 h 4927186"/>
              <a:gd name="connsiteX11060" fmla="*/ 411925 w 9312201"/>
              <a:gd name="connsiteY11060" fmla="*/ 979882 h 4927186"/>
              <a:gd name="connsiteX11061" fmla="*/ 433742 w 9312201"/>
              <a:gd name="connsiteY11061" fmla="*/ 1001702 h 4927186"/>
              <a:gd name="connsiteX11062" fmla="*/ 411925 w 9312201"/>
              <a:gd name="connsiteY11062" fmla="*/ 1023522 h 4927186"/>
              <a:gd name="connsiteX11063" fmla="*/ 390105 w 9312201"/>
              <a:gd name="connsiteY11063" fmla="*/ 1001702 h 4927186"/>
              <a:gd name="connsiteX11064" fmla="*/ 411925 w 9312201"/>
              <a:gd name="connsiteY11064" fmla="*/ 979882 h 4927186"/>
              <a:gd name="connsiteX11065" fmla="*/ 333903 w 9312201"/>
              <a:gd name="connsiteY11065" fmla="*/ 979882 h 4927186"/>
              <a:gd name="connsiteX11066" fmla="*/ 355723 w 9312201"/>
              <a:gd name="connsiteY11066" fmla="*/ 1001702 h 4927186"/>
              <a:gd name="connsiteX11067" fmla="*/ 333903 w 9312201"/>
              <a:gd name="connsiteY11067" fmla="*/ 1023522 h 4927186"/>
              <a:gd name="connsiteX11068" fmla="*/ 312083 w 9312201"/>
              <a:gd name="connsiteY11068" fmla="*/ 1001702 h 4927186"/>
              <a:gd name="connsiteX11069" fmla="*/ 333903 w 9312201"/>
              <a:gd name="connsiteY11069" fmla="*/ 979882 h 4927186"/>
              <a:gd name="connsiteX11070" fmla="*/ 255883 w 9312201"/>
              <a:gd name="connsiteY11070" fmla="*/ 979882 h 4927186"/>
              <a:gd name="connsiteX11071" fmla="*/ 277701 w 9312201"/>
              <a:gd name="connsiteY11071" fmla="*/ 1001702 h 4927186"/>
              <a:gd name="connsiteX11072" fmla="*/ 255883 w 9312201"/>
              <a:gd name="connsiteY11072" fmla="*/ 1023522 h 4927186"/>
              <a:gd name="connsiteX11073" fmla="*/ 234062 w 9312201"/>
              <a:gd name="connsiteY11073" fmla="*/ 1001702 h 4927186"/>
              <a:gd name="connsiteX11074" fmla="*/ 255883 w 9312201"/>
              <a:gd name="connsiteY11074" fmla="*/ 979882 h 4927186"/>
              <a:gd name="connsiteX11075" fmla="*/ 177862 w 9312201"/>
              <a:gd name="connsiteY11075" fmla="*/ 979882 h 4927186"/>
              <a:gd name="connsiteX11076" fmla="*/ 199683 w 9312201"/>
              <a:gd name="connsiteY11076" fmla="*/ 1001702 h 4927186"/>
              <a:gd name="connsiteX11077" fmla="*/ 177862 w 9312201"/>
              <a:gd name="connsiteY11077" fmla="*/ 1023522 h 4927186"/>
              <a:gd name="connsiteX11078" fmla="*/ 156042 w 9312201"/>
              <a:gd name="connsiteY11078" fmla="*/ 1001702 h 4927186"/>
              <a:gd name="connsiteX11079" fmla="*/ 177862 w 9312201"/>
              <a:gd name="connsiteY11079" fmla="*/ 979882 h 4927186"/>
              <a:gd name="connsiteX11080" fmla="*/ 3526788 w 9312201"/>
              <a:gd name="connsiteY11080" fmla="*/ 934921 h 4927186"/>
              <a:gd name="connsiteX11081" fmla="*/ 3549269 w 9312201"/>
              <a:gd name="connsiteY11081" fmla="*/ 957402 h 4927186"/>
              <a:gd name="connsiteX11082" fmla="*/ 3526788 w 9312201"/>
              <a:gd name="connsiteY11082" fmla="*/ 979883 h 4927186"/>
              <a:gd name="connsiteX11083" fmla="*/ 3504307 w 9312201"/>
              <a:gd name="connsiteY11083" fmla="*/ 957402 h 4927186"/>
              <a:gd name="connsiteX11084" fmla="*/ 3526788 w 9312201"/>
              <a:gd name="connsiteY11084" fmla="*/ 934921 h 4927186"/>
              <a:gd name="connsiteX11085" fmla="*/ 3449429 w 9312201"/>
              <a:gd name="connsiteY11085" fmla="*/ 934921 h 4927186"/>
              <a:gd name="connsiteX11086" fmla="*/ 3471249 w 9312201"/>
              <a:gd name="connsiteY11086" fmla="*/ 957402 h 4927186"/>
              <a:gd name="connsiteX11087" fmla="*/ 3449429 w 9312201"/>
              <a:gd name="connsiteY11087" fmla="*/ 979883 h 4927186"/>
              <a:gd name="connsiteX11088" fmla="*/ 3427609 w 9312201"/>
              <a:gd name="connsiteY11088" fmla="*/ 957402 h 4927186"/>
              <a:gd name="connsiteX11089" fmla="*/ 3449429 w 9312201"/>
              <a:gd name="connsiteY11089" fmla="*/ 934921 h 4927186"/>
              <a:gd name="connsiteX11090" fmla="*/ 3371408 w 9312201"/>
              <a:gd name="connsiteY11090" fmla="*/ 934921 h 4927186"/>
              <a:gd name="connsiteX11091" fmla="*/ 3393228 w 9312201"/>
              <a:gd name="connsiteY11091" fmla="*/ 957402 h 4927186"/>
              <a:gd name="connsiteX11092" fmla="*/ 3371408 w 9312201"/>
              <a:gd name="connsiteY11092" fmla="*/ 979883 h 4927186"/>
              <a:gd name="connsiteX11093" fmla="*/ 3349588 w 9312201"/>
              <a:gd name="connsiteY11093" fmla="*/ 957402 h 4927186"/>
              <a:gd name="connsiteX11094" fmla="*/ 3371408 w 9312201"/>
              <a:gd name="connsiteY11094" fmla="*/ 934921 h 4927186"/>
              <a:gd name="connsiteX11095" fmla="*/ 3293388 w 9312201"/>
              <a:gd name="connsiteY11095" fmla="*/ 934921 h 4927186"/>
              <a:gd name="connsiteX11096" fmla="*/ 3315208 w 9312201"/>
              <a:gd name="connsiteY11096" fmla="*/ 957402 h 4927186"/>
              <a:gd name="connsiteX11097" fmla="*/ 3293388 w 9312201"/>
              <a:gd name="connsiteY11097" fmla="*/ 979883 h 4927186"/>
              <a:gd name="connsiteX11098" fmla="*/ 3271568 w 9312201"/>
              <a:gd name="connsiteY11098" fmla="*/ 957402 h 4927186"/>
              <a:gd name="connsiteX11099" fmla="*/ 3293388 w 9312201"/>
              <a:gd name="connsiteY11099" fmla="*/ 934921 h 4927186"/>
              <a:gd name="connsiteX11100" fmla="*/ 3215368 w 9312201"/>
              <a:gd name="connsiteY11100" fmla="*/ 934921 h 4927186"/>
              <a:gd name="connsiteX11101" fmla="*/ 3237188 w 9312201"/>
              <a:gd name="connsiteY11101" fmla="*/ 957402 h 4927186"/>
              <a:gd name="connsiteX11102" fmla="*/ 3215368 w 9312201"/>
              <a:gd name="connsiteY11102" fmla="*/ 979883 h 4927186"/>
              <a:gd name="connsiteX11103" fmla="*/ 3193548 w 9312201"/>
              <a:gd name="connsiteY11103" fmla="*/ 957402 h 4927186"/>
              <a:gd name="connsiteX11104" fmla="*/ 3215368 w 9312201"/>
              <a:gd name="connsiteY11104" fmla="*/ 934921 h 4927186"/>
              <a:gd name="connsiteX11105" fmla="*/ 3137348 w 9312201"/>
              <a:gd name="connsiteY11105" fmla="*/ 934921 h 4927186"/>
              <a:gd name="connsiteX11106" fmla="*/ 3159168 w 9312201"/>
              <a:gd name="connsiteY11106" fmla="*/ 957402 h 4927186"/>
              <a:gd name="connsiteX11107" fmla="*/ 3137348 w 9312201"/>
              <a:gd name="connsiteY11107" fmla="*/ 979883 h 4927186"/>
              <a:gd name="connsiteX11108" fmla="*/ 3115528 w 9312201"/>
              <a:gd name="connsiteY11108" fmla="*/ 957402 h 4927186"/>
              <a:gd name="connsiteX11109" fmla="*/ 3137348 w 9312201"/>
              <a:gd name="connsiteY11109" fmla="*/ 934921 h 4927186"/>
              <a:gd name="connsiteX11110" fmla="*/ 3059326 w 9312201"/>
              <a:gd name="connsiteY11110" fmla="*/ 934921 h 4927186"/>
              <a:gd name="connsiteX11111" fmla="*/ 3081146 w 9312201"/>
              <a:gd name="connsiteY11111" fmla="*/ 957402 h 4927186"/>
              <a:gd name="connsiteX11112" fmla="*/ 3059326 w 9312201"/>
              <a:gd name="connsiteY11112" fmla="*/ 979883 h 4927186"/>
              <a:gd name="connsiteX11113" fmla="*/ 3037506 w 9312201"/>
              <a:gd name="connsiteY11113" fmla="*/ 957402 h 4927186"/>
              <a:gd name="connsiteX11114" fmla="*/ 3059326 w 9312201"/>
              <a:gd name="connsiteY11114" fmla="*/ 934921 h 4927186"/>
              <a:gd name="connsiteX11115" fmla="*/ 8355459 w 9312201"/>
              <a:gd name="connsiteY11115" fmla="*/ 901862 h 4927186"/>
              <a:gd name="connsiteX11116" fmla="*/ 8377279 w 9312201"/>
              <a:gd name="connsiteY11116" fmla="*/ 923682 h 4927186"/>
              <a:gd name="connsiteX11117" fmla="*/ 8355459 w 9312201"/>
              <a:gd name="connsiteY11117" fmla="*/ 945502 h 4927186"/>
              <a:gd name="connsiteX11118" fmla="*/ 8333639 w 9312201"/>
              <a:gd name="connsiteY11118" fmla="*/ 923682 h 4927186"/>
              <a:gd name="connsiteX11119" fmla="*/ 8355459 w 9312201"/>
              <a:gd name="connsiteY11119" fmla="*/ 901862 h 4927186"/>
              <a:gd name="connsiteX11120" fmla="*/ 8277438 w 9312201"/>
              <a:gd name="connsiteY11120" fmla="*/ 901862 h 4927186"/>
              <a:gd name="connsiteX11121" fmla="*/ 8299258 w 9312201"/>
              <a:gd name="connsiteY11121" fmla="*/ 923682 h 4927186"/>
              <a:gd name="connsiteX11122" fmla="*/ 8277438 w 9312201"/>
              <a:gd name="connsiteY11122" fmla="*/ 945502 h 4927186"/>
              <a:gd name="connsiteX11123" fmla="*/ 8255618 w 9312201"/>
              <a:gd name="connsiteY11123" fmla="*/ 923682 h 4927186"/>
              <a:gd name="connsiteX11124" fmla="*/ 8277438 w 9312201"/>
              <a:gd name="connsiteY11124" fmla="*/ 901862 h 4927186"/>
              <a:gd name="connsiteX11125" fmla="*/ 8199418 w 9312201"/>
              <a:gd name="connsiteY11125" fmla="*/ 901862 h 4927186"/>
              <a:gd name="connsiteX11126" fmla="*/ 8221238 w 9312201"/>
              <a:gd name="connsiteY11126" fmla="*/ 923682 h 4927186"/>
              <a:gd name="connsiteX11127" fmla="*/ 8199418 w 9312201"/>
              <a:gd name="connsiteY11127" fmla="*/ 945502 h 4927186"/>
              <a:gd name="connsiteX11128" fmla="*/ 8177598 w 9312201"/>
              <a:gd name="connsiteY11128" fmla="*/ 923682 h 4927186"/>
              <a:gd name="connsiteX11129" fmla="*/ 8199418 w 9312201"/>
              <a:gd name="connsiteY11129" fmla="*/ 901862 h 4927186"/>
              <a:gd name="connsiteX11130" fmla="*/ 8121398 w 9312201"/>
              <a:gd name="connsiteY11130" fmla="*/ 901862 h 4927186"/>
              <a:gd name="connsiteX11131" fmla="*/ 8143218 w 9312201"/>
              <a:gd name="connsiteY11131" fmla="*/ 923682 h 4927186"/>
              <a:gd name="connsiteX11132" fmla="*/ 8121398 w 9312201"/>
              <a:gd name="connsiteY11132" fmla="*/ 945502 h 4927186"/>
              <a:gd name="connsiteX11133" fmla="*/ 8099578 w 9312201"/>
              <a:gd name="connsiteY11133" fmla="*/ 923682 h 4927186"/>
              <a:gd name="connsiteX11134" fmla="*/ 8121398 w 9312201"/>
              <a:gd name="connsiteY11134" fmla="*/ 901862 h 4927186"/>
              <a:gd name="connsiteX11135" fmla="*/ 8044700 w 9312201"/>
              <a:gd name="connsiteY11135" fmla="*/ 901862 h 4927186"/>
              <a:gd name="connsiteX11136" fmla="*/ 8066520 w 9312201"/>
              <a:gd name="connsiteY11136" fmla="*/ 923682 h 4927186"/>
              <a:gd name="connsiteX11137" fmla="*/ 8044700 w 9312201"/>
              <a:gd name="connsiteY11137" fmla="*/ 945502 h 4927186"/>
              <a:gd name="connsiteX11138" fmla="*/ 8022880 w 9312201"/>
              <a:gd name="connsiteY11138" fmla="*/ 923682 h 4927186"/>
              <a:gd name="connsiteX11139" fmla="*/ 8044700 w 9312201"/>
              <a:gd name="connsiteY11139" fmla="*/ 901862 h 4927186"/>
              <a:gd name="connsiteX11140" fmla="*/ 7966679 w 9312201"/>
              <a:gd name="connsiteY11140" fmla="*/ 901862 h 4927186"/>
              <a:gd name="connsiteX11141" fmla="*/ 7988499 w 9312201"/>
              <a:gd name="connsiteY11141" fmla="*/ 923682 h 4927186"/>
              <a:gd name="connsiteX11142" fmla="*/ 7966679 w 9312201"/>
              <a:gd name="connsiteY11142" fmla="*/ 945502 h 4927186"/>
              <a:gd name="connsiteX11143" fmla="*/ 7944859 w 9312201"/>
              <a:gd name="connsiteY11143" fmla="*/ 923682 h 4927186"/>
              <a:gd name="connsiteX11144" fmla="*/ 7966679 w 9312201"/>
              <a:gd name="connsiteY11144" fmla="*/ 901862 h 4927186"/>
              <a:gd name="connsiteX11145" fmla="*/ 7888658 w 9312201"/>
              <a:gd name="connsiteY11145" fmla="*/ 901862 h 4927186"/>
              <a:gd name="connsiteX11146" fmla="*/ 7910478 w 9312201"/>
              <a:gd name="connsiteY11146" fmla="*/ 923682 h 4927186"/>
              <a:gd name="connsiteX11147" fmla="*/ 7888658 w 9312201"/>
              <a:gd name="connsiteY11147" fmla="*/ 945502 h 4927186"/>
              <a:gd name="connsiteX11148" fmla="*/ 7866838 w 9312201"/>
              <a:gd name="connsiteY11148" fmla="*/ 923682 h 4927186"/>
              <a:gd name="connsiteX11149" fmla="*/ 7888658 w 9312201"/>
              <a:gd name="connsiteY11149" fmla="*/ 901862 h 4927186"/>
              <a:gd name="connsiteX11150" fmla="*/ 7809316 w 9312201"/>
              <a:gd name="connsiteY11150" fmla="*/ 901862 h 4927186"/>
              <a:gd name="connsiteX11151" fmla="*/ 7831136 w 9312201"/>
              <a:gd name="connsiteY11151" fmla="*/ 923682 h 4927186"/>
              <a:gd name="connsiteX11152" fmla="*/ 7809316 w 9312201"/>
              <a:gd name="connsiteY11152" fmla="*/ 945502 h 4927186"/>
              <a:gd name="connsiteX11153" fmla="*/ 7787496 w 9312201"/>
              <a:gd name="connsiteY11153" fmla="*/ 923682 h 4927186"/>
              <a:gd name="connsiteX11154" fmla="*/ 7809316 w 9312201"/>
              <a:gd name="connsiteY11154" fmla="*/ 901862 h 4927186"/>
              <a:gd name="connsiteX11155" fmla="*/ 7731957 w 9312201"/>
              <a:gd name="connsiteY11155" fmla="*/ 901862 h 4927186"/>
              <a:gd name="connsiteX11156" fmla="*/ 7754438 w 9312201"/>
              <a:gd name="connsiteY11156" fmla="*/ 923682 h 4927186"/>
              <a:gd name="connsiteX11157" fmla="*/ 7731957 w 9312201"/>
              <a:gd name="connsiteY11157" fmla="*/ 945502 h 4927186"/>
              <a:gd name="connsiteX11158" fmla="*/ 7709476 w 9312201"/>
              <a:gd name="connsiteY11158" fmla="*/ 923682 h 4927186"/>
              <a:gd name="connsiteX11159" fmla="*/ 7731957 w 9312201"/>
              <a:gd name="connsiteY11159" fmla="*/ 901862 h 4927186"/>
              <a:gd name="connsiteX11160" fmla="*/ 7654597 w 9312201"/>
              <a:gd name="connsiteY11160" fmla="*/ 901862 h 4927186"/>
              <a:gd name="connsiteX11161" fmla="*/ 7676417 w 9312201"/>
              <a:gd name="connsiteY11161" fmla="*/ 923682 h 4927186"/>
              <a:gd name="connsiteX11162" fmla="*/ 7654597 w 9312201"/>
              <a:gd name="connsiteY11162" fmla="*/ 945502 h 4927186"/>
              <a:gd name="connsiteX11163" fmla="*/ 7632777 w 9312201"/>
              <a:gd name="connsiteY11163" fmla="*/ 923682 h 4927186"/>
              <a:gd name="connsiteX11164" fmla="*/ 7654597 w 9312201"/>
              <a:gd name="connsiteY11164" fmla="*/ 901862 h 4927186"/>
              <a:gd name="connsiteX11165" fmla="*/ 7576577 w 9312201"/>
              <a:gd name="connsiteY11165" fmla="*/ 901862 h 4927186"/>
              <a:gd name="connsiteX11166" fmla="*/ 7598397 w 9312201"/>
              <a:gd name="connsiteY11166" fmla="*/ 923682 h 4927186"/>
              <a:gd name="connsiteX11167" fmla="*/ 7576577 w 9312201"/>
              <a:gd name="connsiteY11167" fmla="*/ 945502 h 4927186"/>
              <a:gd name="connsiteX11168" fmla="*/ 7554757 w 9312201"/>
              <a:gd name="connsiteY11168" fmla="*/ 923682 h 4927186"/>
              <a:gd name="connsiteX11169" fmla="*/ 7576577 w 9312201"/>
              <a:gd name="connsiteY11169" fmla="*/ 901862 h 4927186"/>
              <a:gd name="connsiteX11170" fmla="*/ 7498556 w 9312201"/>
              <a:gd name="connsiteY11170" fmla="*/ 901862 h 4927186"/>
              <a:gd name="connsiteX11171" fmla="*/ 7520376 w 9312201"/>
              <a:gd name="connsiteY11171" fmla="*/ 923682 h 4927186"/>
              <a:gd name="connsiteX11172" fmla="*/ 7498556 w 9312201"/>
              <a:gd name="connsiteY11172" fmla="*/ 945502 h 4927186"/>
              <a:gd name="connsiteX11173" fmla="*/ 7476736 w 9312201"/>
              <a:gd name="connsiteY11173" fmla="*/ 923682 h 4927186"/>
              <a:gd name="connsiteX11174" fmla="*/ 7498556 w 9312201"/>
              <a:gd name="connsiteY11174" fmla="*/ 901862 h 4927186"/>
              <a:gd name="connsiteX11175" fmla="*/ 7421198 w 9312201"/>
              <a:gd name="connsiteY11175" fmla="*/ 901862 h 4927186"/>
              <a:gd name="connsiteX11176" fmla="*/ 7443679 w 9312201"/>
              <a:gd name="connsiteY11176" fmla="*/ 923682 h 4927186"/>
              <a:gd name="connsiteX11177" fmla="*/ 7421198 w 9312201"/>
              <a:gd name="connsiteY11177" fmla="*/ 945502 h 4927186"/>
              <a:gd name="connsiteX11178" fmla="*/ 7398717 w 9312201"/>
              <a:gd name="connsiteY11178" fmla="*/ 923682 h 4927186"/>
              <a:gd name="connsiteX11179" fmla="*/ 7421198 w 9312201"/>
              <a:gd name="connsiteY11179" fmla="*/ 901862 h 4927186"/>
              <a:gd name="connsiteX11180" fmla="*/ 7343838 w 9312201"/>
              <a:gd name="connsiteY11180" fmla="*/ 901862 h 4927186"/>
              <a:gd name="connsiteX11181" fmla="*/ 7365658 w 9312201"/>
              <a:gd name="connsiteY11181" fmla="*/ 923682 h 4927186"/>
              <a:gd name="connsiteX11182" fmla="*/ 7343838 w 9312201"/>
              <a:gd name="connsiteY11182" fmla="*/ 945502 h 4927186"/>
              <a:gd name="connsiteX11183" fmla="*/ 7322018 w 9312201"/>
              <a:gd name="connsiteY11183" fmla="*/ 923682 h 4927186"/>
              <a:gd name="connsiteX11184" fmla="*/ 7343838 w 9312201"/>
              <a:gd name="connsiteY11184" fmla="*/ 901862 h 4927186"/>
              <a:gd name="connsiteX11185" fmla="*/ 7264495 w 9312201"/>
              <a:gd name="connsiteY11185" fmla="*/ 901862 h 4927186"/>
              <a:gd name="connsiteX11186" fmla="*/ 7286315 w 9312201"/>
              <a:gd name="connsiteY11186" fmla="*/ 923682 h 4927186"/>
              <a:gd name="connsiteX11187" fmla="*/ 7264495 w 9312201"/>
              <a:gd name="connsiteY11187" fmla="*/ 945502 h 4927186"/>
              <a:gd name="connsiteX11188" fmla="*/ 7242675 w 9312201"/>
              <a:gd name="connsiteY11188" fmla="*/ 923682 h 4927186"/>
              <a:gd name="connsiteX11189" fmla="*/ 7264495 w 9312201"/>
              <a:gd name="connsiteY11189" fmla="*/ 901862 h 4927186"/>
              <a:gd name="connsiteX11190" fmla="*/ 7186475 w 9312201"/>
              <a:gd name="connsiteY11190" fmla="*/ 901862 h 4927186"/>
              <a:gd name="connsiteX11191" fmla="*/ 7208295 w 9312201"/>
              <a:gd name="connsiteY11191" fmla="*/ 923682 h 4927186"/>
              <a:gd name="connsiteX11192" fmla="*/ 7186475 w 9312201"/>
              <a:gd name="connsiteY11192" fmla="*/ 945502 h 4927186"/>
              <a:gd name="connsiteX11193" fmla="*/ 7164655 w 9312201"/>
              <a:gd name="connsiteY11193" fmla="*/ 923682 h 4927186"/>
              <a:gd name="connsiteX11194" fmla="*/ 7186475 w 9312201"/>
              <a:gd name="connsiteY11194" fmla="*/ 901862 h 4927186"/>
              <a:gd name="connsiteX11195" fmla="*/ 7109116 w 9312201"/>
              <a:gd name="connsiteY11195" fmla="*/ 901862 h 4927186"/>
              <a:gd name="connsiteX11196" fmla="*/ 7131597 w 9312201"/>
              <a:gd name="connsiteY11196" fmla="*/ 923682 h 4927186"/>
              <a:gd name="connsiteX11197" fmla="*/ 7109116 w 9312201"/>
              <a:gd name="connsiteY11197" fmla="*/ 945502 h 4927186"/>
              <a:gd name="connsiteX11198" fmla="*/ 7086635 w 9312201"/>
              <a:gd name="connsiteY11198" fmla="*/ 923682 h 4927186"/>
              <a:gd name="connsiteX11199" fmla="*/ 7109116 w 9312201"/>
              <a:gd name="connsiteY11199" fmla="*/ 901862 h 4927186"/>
              <a:gd name="connsiteX11200" fmla="*/ 7031757 w 9312201"/>
              <a:gd name="connsiteY11200" fmla="*/ 901862 h 4927186"/>
              <a:gd name="connsiteX11201" fmla="*/ 7053577 w 9312201"/>
              <a:gd name="connsiteY11201" fmla="*/ 923682 h 4927186"/>
              <a:gd name="connsiteX11202" fmla="*/ 7031757 w 9312201"/>
              <a:gd name="connsiteY11202" fmla="*/ 945502 h 4927186"/>
              <a:gd name="connsiteX11203" fmla="*/ 7009937 w 9312201"/>
              <a:gd name="connsiteY11203" fmla="*/ 923682 h 4927186"/>
              <a:gd name="connsiteX11204" fmla="*/ 7031757 w 9312201"/>
              <a:gd name="connsiteY11204" fmla="*/ 901862 h 4927186"/>
              <a:gd name="connsiteX11205" fmla="*/ 6953736 w 9312201"/>
              <a:gd name="connsiteY11205" fmla="*/ 901862 h 4927186"/>
              <a:gd name="connsiteX11206" fmla="*/ 6975556 w 9312201"/>
              <a:gd name="connsiteY11206" fmla="*/ 923682 h 4927186"/>
              <a:gd name="connsiteX11207" fmla="*/ 6953736 w 9312201"/>
              <a:gd name="connsiteY11207" fmla="*/ 945502 h 4927186"/>
              <a:gd name="connsiteX11208" fmla="*/ 6931916 w 9312201"/>
              <a:gd name="connsiteY11208" fmla="*/ 923682 h 4927186"/>
              <a:gd name="connsiteX11209" fmla="*/ 6953736 w 9312201"/>
              <a:gd name="connsiteY11209" fmla="*/ 901862 h 4927186"/>
              <a:gd name="connsiteX11210" fmla="*/ 6875716 w 9312201"/>
              <a:gd name="connsiteY11210" fmla="*/ 901862 h 4927186"/>
              <a:gd name="connsiteX11211" fmla="*/ 6897536 w 9312201"/>
              <a:gd name="connsiteY11211" fmla="*/ 923682 h 4927186"/>
              <a:gd name="connsiteX11212" fmla="*/ 6875716 w 9312201"/>
              <a:gd name="connsiteY11212" fmla="*/ 945502 h 4927186"/>
              <a:gd name="connsiteX11213" fmla="*/ 6853896 w 9312201"/>
              <a:gd name="connsiteY11213" fmla="*/ 923682 h 4927186"/>
              <a:gd name="connsiteX11214" fmla="*/ 6875716 w 9312201"/>
              <a:gd name="connsiteY11214" fmla="*/ 901862 h 4927186"/>
              <a:gd name="connsiteX11215" fmla="*/ 6798356 w 9312201"/>
              <a:gd name="connsiteY11215" fmla="*/ 901862 h 4927186"/>
              <a:gd name="connsiteX11216" fmla="*/ 6820837 w 9312201"/>
              <a:gd name="connsiteY11216" fmla="*/ 923682 h 4927186"/>
              <a:gd name="connsiteX11217" fmla="*/ 6798356 w 9312201"/>
              <a:gd name="connsiteY11217" fmla="*/ 945502 h 4927186"/>
              <a:gd name="connsiteX11218" fmla="*/ 6775875 w 9312201"/>
              <a:gd name="connsiteY11218" fmla="*/ 923682 h 4927186"/>
              <a:gd name="connsiteX11219" fmla="*/ 6798356 w 9312201"/>
              <a:gd name="connsiteY11219" fmla="*/ 901862 h 4927186"/>
              <a:gd name="connsiteX11220" fmla="*/ 6719675 w 9312201"/>
              <a:gd name="connsiteY11220" fmla="*/ 901862 h 4927186"/>
              <a:gd name="connsiteX11221" fmla="*/ 6741495 w 9312201"/>
              <a:gd name="connsiteY11221" fmla="*/ 923682 h 4927186"/>
              <a:gd name="connsiteX11222" fmla="*/ 6719675 w 9312201"/>
              <a:gd name="connsiteY11222" fmla="*/ 945502 h 4927186"/>
              <a:gd name="connsiteX11223" fmla="*/ 6697855 w 9312201"/>
              <a:gd name="connsiteY11223" fmla="*/ 923682 h 4927186"/>
              <a:gd name="connsiteX11224" fmla="*/ 6719675 w 9312201"/>
              <a:gd name="connsiteY11224" fmla="*/ 901862 h 4927186"/>
              <a:gd name="connsiteX11225" fmla="*/ 6641655 w 9312201"/>
              <a:gd name="connsiteY11225" fmla="*/ 901862 h 4927186"/>
              <a:gd name="connsiteX11226" fmla="*/ 6663475 w 9312201"/>
              <a:gd name="connsiteY11226" fmla="*/ 923682 h 4927186"/>
              <a:gd name="connsiteX11227" fmla="*/ 6641655 w 9312201"/>
              <a:gd name="connsiteY11227" fmla="*/ 945502 h 4927186"/>
              <a:gd name="connsiteX11228" fmla="*/ 6619835 w 9312201"/>
              <a:gd name="connsiteY11228" fmla="*/ 923682 h 4927186"/>
              <a:gd name="connsiteX11229" fmla="*/ 6641655 w 9312201"/>
              <a:gd name="connsiteY11229" fmla="*/ 901862 h 4927186"/>
              <a:gd name="connsiteX11230" fmla="*/ 6563634 w 9312201"/>
              <a:gd name="connsiteY11230" fmla="*/ 901862 h 4927186"/>
              <a:gd name="connsiteX11231" fmla="*/ 6585454 w 9312201"/>
              <a:gd name="connsiteY11231" fmla="*/ 923682 h 4927186"/>
              <a:gd name="connsiteX11232" fmla="*/ 6563634 w 9312201"/>
              <a:gd name="connsiteY11232" fmla="*/ 945502 h 4927186"/>
              <a:gd name="connsiteX11233" fmla="*/ 6541814 w 9312201"/>
              <a:gd name="connsiteY11233" fmla="*/ 923682 h 4927186"/>
              <a:gd name="connsiteX11234" fmla="*/ 6563634 w 9312201"/>
              <a:gd name="connsiteY11234" fmla="*/ 901862 h 4927186"/>
              <a:gd name="connsiteX11235" fmla="*/ 6485613 w 9312201"/>
              <a:gd name="connsiteY11235" fmla="*/ 901862 h 4927186"/>
              <a:gd name="connsiteX11236" fmla="*/ 6507433 w 9312201"/>
              <a:gd name="connsiteY11236" fmla="*/ 923682 h 4927186"/>
              <a:gd name="connsiteX11237" fmla="*/ 6485613 w 9312201"/>
              <a:gd name="connsiteY11237" fmla="*/ 945502 h 4927186"/>
              <a:gd name="connsiteX11238" fmla="*/ 6463793 w 9312201"/>
              <a:gd name="connsiteY11238" fmla="*/ 923682 h 4927186"/>
              <a:gd name="connsiteX11239" fmla="*/ 6485613 w 9312201"/>
              <a:gd name="connsiteY11239" fmla="*/ 901862 h 4927186"/>
              <a:gd name="connsiteX11240" fmla="*/ 6408916 w 9312201"/>
              <a:gd name="connsiteY11240" fmla="*/ 901862 h 4927186"/>
              <a:gd name="connsiteX11241" fmla="*/ 6430736 w 9312201"/>
              <a:gd name="connsiteY11241" fmla="*/ 923682 h 4927186"/>
              <a:gd name="connsiteX11242" fmla="*/ 6408916 w 9312201"/>
              <a:gd name="connsiteY11242" fmla="*/ 945502 h 4927186"/>
              <a:gd name="connsiteX11243" fmla="*/ 6387096 w 9312201"/>
              <a:gd name="connsiteY11243" fmla="*/ 923682 h 4927186"/>
              <a:gd name="connsiteX11244" fmla="*/ 6408916 w 9312201"/>
              <a:gd name="connsiteY11244" fmla="*/ 901862 h 4927186"/>
              <a:gd name="connsiteX11245" fmla="*/ 6330896 w 9312201"/>
              <a:gd name="connsiteY11245" fmla="*/ 901862 h 4927186"/>
              <a:gd name="connsiteX11246" fmla="*/ 6352716 w 9312201"/>
              <a:gd name="connsiteY11246" fmla="*/ 923682 h 4927186"/>
              <a:gd name="connsiteX11247" fmla="*/ 6330896 w 9312201"/>
              <a:gd name="connsiteY11247" fmla="*/ 945502 h 4927186"/>
              <a:gd name="connsiteX11248" fmla="*/ 6309076 w 9312201"/>
              <a:gd name="connsiteY11248" fmla="*/ 923682 h 4927186"/>
              <a:gd name="connsiteX11249" fmla="*/ 6330896 w 9312201"/>
              <a:gd name="connsiteY11249" fmla="*/ 901862 h 4927186"/>
              <a:gd name="connsiteX11250" fmla="*/ 6252875 w 9312201"/>
              <a:gd name="connsiteY11250" fmla="*/ 901862 h 4927186"/>
              <a:gd name="connsiteX11251" fmla="*/ 6274695 w 9312201"/>
              <a:gd name="connsiteY11251" fmla="*/ 923682 h 4927186"/>
              <a:gd name="connsiteX11252" fmla="*/ 6252875 w 9312201"/>
              <a:gd name="connsiteY11252" fmla="*/ 945502 h 4927186"/>
              <a:gd name="connsiteX11253" fmla="*/ 6231055 w 9312201"/>
              <a:gd name="connsiteY11253" fmla="*/ 923682 h 4927186"/>
              <a:gd name="connsiteX11254" fmla="*/ 6252875 w 9312201"/>
              <a:gd name="connsiteY11254" fmla="*/ 901862 h 4927186"/>
              <a:gd name="connsiteX11255" fmla="*/ 6174854 w 9312201"/>
              <a:gd name="connsiteY11255" fmla="*/ 901862 h 4927186"/>
              <a:gd name="connsiteX11256" fmla="*/ 6196674 w 9312201"/>
              <a:gd name="connsiteY11256" fmla="*/ 923682 h 4927186"/>
              <a:gd name="connsiteX11257" fmla="*/ 6174854 w 9312201"/>
              <a:gd name="connsiteY11257" fmla="*/ 945502 h 4927186"/>
              <a:gd name="connsiteX11258" fmla="*/ 6153034 w 9312201"/>
              <a:gd name="connsiteY11258" fmla="*/ 923682 h 4927186"/>
              <a:gd name="connsiteX11259" fmla="*/ 6174854 w 9312201"/>
              <a:gd name="connsiteY11259" fmla="*/ 901862 h 4927186"/>
              <a:gd name="connsiteX11260" fmla="*/ 6096834 w 9312201"/>
              <a:gd name="connsiteY11260" fmla="*/ 901862 h 4927186"/>
              <a:gd name="connsiteX11261" fmla="*/ 6118654 w 9312201"/>
              <a:gd name="connsiteY11261" fmla="*/ 923682 h 4927186"/>
              <a:gd name="connsiteX11262" fmla="*/ 6096834 w 9312201"/>
              <a:gd name="connsiteY11262" fmla="*/ 945502 h 4927186"/>
              <a:gd name="connsiteX11263" fmla="*/ 6075014 w 9312201"/>
              <a:gd name="connsiteY11263" fmla="*/ 923682 h 4927186"/>
              <a:gd name="connsiteX11264" fmla="*/ 6096834 w 9312201"/>
              <a:gd name="connsiteY11264" fmla="*/ 901862 h 4927186"/>
              <a:gd name="connsiteX11265" fmla="*/ 5862773 w 9312201"/>
              <a:gd name="connsiteY11265" fmla="*/ 901862 h 4927186"/>
              <a:gd name="connsiteX11266" fmla="*/ 5884593 w 9312201"/>
              <a:gd name="connsiteY11266" fmla="*/ 923682 h 4927186"/>
              <a:gd name="connsiteX11267" fmla="*/ 5862773 w 9312201"/>
              <a:gd name="connsiteY11267" fmla="*/ 945502 h 4927186"/>
              <a:gd name="connsiteX11268" fmla="*/ 5840953 w 9312201"/>
              <a:gd name="connsiteY11268" fmla="*/ 923682 h 4927186"/>
              <a:gd name="connsiteX11269" fmla="*/ 5862773 w 9312201"/>
              <a:gd name="connsiteY11269" fmla="*/ 901862 h 4927186"/>
              <a:gd name="connsiteX11270" fmla="*/ 5785413 w 9312201"/>
              <a:gd name="connsiteY11270" fmla="*/ 901862 h 4927186"/>
              <a:gd name="connsiteX11271" fmla="*/ 5807894 w 9312201"/>
              <a:gd name="connsiteY11271" fmla="*/ 923682 h 4927186"/>
              <a:gd name="connsiteX11272" fmla="*/ 5785413 w 9312201"/>
              <a:gd name="connsiteY11272" fmla="*/ 945502 h 4927186"/>
              <a:gd name="connsiteX11273" fmla="*/ 5762932 w 9312201"/>
              <a:gd name="connsiteY11273" fmla="*/ 923682 h 4927186"/>
              <a:gd name="connsiteX11274" fmla="*/ 5785413 w 9312201"/>
              <a:gd name="connsiteY11274" fmla="*/ 901862 h 4927186"/>
              <a:gd name="connsiteX11275" fmla="*/ 5708054 w 9312201"/>
              <a:gd name="connsiteY11275" fmla="*/ 901862 h 4927186"/>
              <a:gd name="connsiteX11276" fmla="*/ 5729874 w 9312201"/>
              <a:gd name="connsiteY11276" fmla="*/ 923682 h 4927186"/>
              <a:gd name="connsiteX11277" fmla="*/ 5708054 w 9312201"/>
              <a:gd name="connsiteY11277" fmla="*/ 945502 h 4927186"/>
              <a:gd name="connsiteX11278" fmla="*/ 5686234 w 9312201"/>
              <a:gd name="connsiteY11278" fmla="*/ 923682 h 4927186"/>
              <a:gd name="connsiteX11279" fmla="*/ 5708054 w 9312201"/>
              <a:gd name="connsiteY11279" fmla="*/ 901862 h 4927186"/>
              <a:gd name="connsiteX11280" fmla="*/ 5162572 w 9312201"/>
              <a:gd name="connsiteY11280" fmla="*/ 901862 h 4927186"/>
              <a:gd name="connsiteX11281" fmla="*/ 5185053 w 9312201"/>
              <a:gd name="connsiteY11281" fmla="*/ 923682 h 4927186"/>
              <a:gd name="connsiteX11282" fmla="*/ 5162572 w 9312201"/>
              <a:gd name="connsiteY11282" fmla="*/ 945502 h 4927186"/>
              <a:gd name="connsiteX11283" fmla="*/ 5140091 w 9312201"/>
              <a:gd name="connsiteY11283" fmla="*/ 923682 h 4927186"/>
              <a:gd name="connsiteX11284" fmla="*/ 5162572 w 9312201"/>
              <a:gd name="connsiteY11284" fmla="*/ 901862 h 4927186"/>
              <a:gd name="connsiteX11285" fmla="*/ 5085212 w 9312201"/>
              <a:gd name="connsiteY11285" fmla="*/ 901862 h 4927186"/>
              <a:gd name="connsiteX11286" fmla="*/ 5107032 w 9312201"/>
              <a:gd name="connsiteY11286" fmla="*/ 923682 h 4927186"/>
              <a:gd name="connsiteX11287" fmla="*/ 5085212 w 9312201"/>
              <a:gd name="connsiteY11287" fmla="*/ 945502 h 4927186"/>
              <a:gd name="connsiteX11288" fmla="*/ 5063392 w 9312201"/>
              <a:gd name="connsiteY11288" fmla="*/ 923682 h 4927186"/>
              <a:gd name="connsiteX11289" fmla="*/ 5085212 w 9312201"/>
              <a:gd name="connsiteY11289" fmla="*/ 901862 h 4927186"/>
              <a:gd name="connsiteX11290" fmla="*/ 2513845 w 9312201"/>
              <a:gd name="connsiteY11290" fmla="*/ 901862 h 4927186"/>
              <a:gd name="connsiteX11291" fmla="*/ 2536326 w 9312201"/>
              <a:gd name="connsiteY11291" fmla="*/ 923682 h 4927186"/>
              <a:gd name="connsiteX11292" fmla="*/ 2513845 w 9312201"/>
              <a:gd name="connsiteY11292" fmla="*/ 945502 h 4927186"/>
              <a:gd name="connsiteX11293" fmla="*/ 2491364 w 9312201"/>
              <a:gd name="connsiteY11293" fmla="*/ 923682 h 4927186"/>
              <a:gd name="connsiteX11294" fmla="*/ 2513845 w 9312201"/>
              <a:gd name="connsiteY11294" fmla="*/ 901862 h 4927186"/>
              <a:gd name="connsiteX11295" fmla="*/ 2436486 w 9312201"/>
              <a:gd name="connsiteY11295" fmla="*/ 901862 h 4927186"/>
              <a:gd name="connsiteX11296" fmla="*/ 2458306 w 9312201"/>
              <a:gd name="connsiteY11296" fmla="*/ 923682 h 4927186"/>
              <a:gd name="connsiteX11297" fmla="*/ 2436486 w 9312201"/>
              <a:gd name="connsiteY11297" fmla="*/ 945502 h 4927186"/>
              <a:gd name="connsiteX11298" fmla="*/ 2414666 w 9312201"/>
              <a:gd name="connsiteY11298" fmla="*/ 923682 h 4927186"/>
              <a:gd name="connsiteX11299" fmla="*/ 2436486 w 9312201"/>
              <a:gd name="connsiteY11299" fmla="*/ 901862 h 4927186"/>
              <a:gd name="connsiteX11300" fmla="*/ 2358465 w 9312201"/>
              <a:gd name="connsiteY11300" fmla="*/ 901862 h 4927186"/>
              <a:gd name="connsiteX11301" fmla="*/ 2380285 w 9312201"/>
              <a:gd name="connsiteY11301" fmla="*/ 923682 h 4927186"/>
              <a:gd name="connsiteX11302" fmla="*/ 2358465 w 9312201"/>
              <a:gd name="connsiteY11302" fmla="*/ 945502 h 4927186"/>
              <a:gd name="connsiteX11303" fmla="*/ 2336645 w 9312201"/>
              <a:gd name="connsiteY11303" fmla="*/ 923682 h 4927186"/>
              <a:gd name="connsiteX11304" fmla="*/ 2358465 w 9312201"/>
              <a:gd name="connsiteY11304" fmla="*/ 901862 h 4927186"/>
              <a:gd name="connsiteX11305" fmla="*/ 2280445 w 9312201"/>
              <a:gd name="connsiteY11305" fmla="*/ 901862 h 4927186"/>
              <a:gd name="connsiteX11306" fmla="*/ 2302265 w 9312201"/>
              <a:gd name="connsiteY11306" fmla="*/ 923682 h 4927186"/>
              <a:gd name="connsiteX11307" fmla="*/ 2280445 w 9312201"/>
              <a:gd name="connsiteY11307" fmla="*/ 945502 h 4927186"/>
              <a:gd name="connsiteX11308" fmla="*/ 2258625 w 9312201"/>
              <a:gd name="connsiteY11308" fmla="*/ 923682 h 4927186"/>
              <a:gd name="connsiteX11309" fmla="*/ 2280445 w 9312201"/>
              <a:gd name="connsiteY11309" fmla="*/ 901862 h 4927186"/>
              <a:gd name="connsiteX11310" fmla="*/ 2203086 w 9312201"/>
              <a:gd name="connsiteY11310" fmla="*/ 901862 h 4927186"/>
              <a:gd name="connsiteX11311" fmla="*/ 2225567 w 9312201"/>
              <a:gd name="connsiteY11311" fmla="*/ 923682 h 4927186"/>
              <a:gd name="connsiteX11312" fmla="*/ 2203086 w 9312201"/>
              <a:gd name="connsiteY11312" fmla="*/ 945502 h 4927186"/>
              <a:gd name="connsiteX11313" fmla="*/ 2180605 w 9312201"/>
              <a:gd name="connsiteY11313" fmla="*/ 923682 h 4927186"/>
              <a:gd name="connsiteX11314" fmla="*/ 2203086 w 9312201"/>
              <a:gd name="connsiteY11314" fmla="*/ 901862 h 4927186"/>
              <a:gd name="connsiteX11315" fmla="*/ 2125727 w 9312201"/>
              <a:gd name="connsiteY11315" fmla="*/ 901862 h 4927186"/>
              <a:gd name="connsiteX11316" fmla="*/ 2147547 w 9312201"/>
              <a:gd name="connsiteY11316" fmla="*/ 923682 h 4927186"/>
              <a:gd name="connsiteX11317" fmla="*/ 2125727 w 9312201"/>
              <a:gd name="connsiteY11317" fmla="*/ 945502 h 4927186"/>
              <a:gd name="connsiteX11318" fmla="*/ 2103907 w 9312201"/>
              <a:gd name="connsiteY11318" fmla="*/ 923682 h 4927186"/>
              <a:gd name="connsiteX11319" fmla="*/ 2125727 w 9312201"/>
              <a:gd name="connsiteY11319" fmla="*/ 901862 h 4927186"/>
              <a:gd name="connsiteX11320" fmla="*/ 2047706 w 9312201"/>
              <a:gd name="connsiteY11320" fmla="*/ 901862 h 4927186"/>
              <a:gd name="connsiteX11321" fmla="*/ 2069526 w 9312201"/>
              <a:gd name="connsiteY11321" fmla="*/ 923682 h 4927186"/>
              <a:gd name="connsiteX11322" fmla="*/ 2047706 w 9312201"/>
              <a:gd name="connsiteY11322" fmla="*/ 945502 h 4927186"/>
              <a:gd name="connsiteX11323" fmla="*/ 2025886 w 9312201"/>
              <a:gd name="connsiteY11323" fmla="*/ 923682 h 4927186"/>
              <a:gd name="connsiteX11324" fmla="*/ 2047706 w 9312201"/>
              <a:gd name="connsiteY11324" fmla="*/ 901862 h 4927186"/>
              <a:gd name="connsiteX11325" fmla="*/ 1345530 w 9312201"/>
              <a:gd name="connsiteY11325" fmla="*/ 901862 h 4927186"/>
              <a:gd name="connsiteX11326" fmla="*/ 1367350 w 9312201"/>
              <a:gd name="connsiteY11326" fmla="*/ 923682 h 4927186"/>
              <a:gd name="connsiteX11327" fmla="*/ 1345530 w 9312201"/>
              <a:gd name="connsiteY11327" fmla="*/ 945502 h 4927186"/>
              <a:gd name="connsiteX11328" fmla="*/ 1323709 w 9312201"/>
              <a:gd name="connsiteY11328" fmla="*/ 923682 h 4927186"/>
              <a:gd name="connsiteX11329" fmla="*/ 1345530 w 9312201"/>
              <a:gd name="connsiteY11329" fmla="*/ 901862 h 4927186"/>
              <a:gd name="connsiteX11330" fmla="*/ 1268169 w 9312201"/>
              <a:gd name="connsiteY11330" fmla="*/ 901862 h 4927186"/>
              <a:gd name="connsiteX11331" fmla="*/ 1290660 w 9312201"/>
              <a:gd name="connsiteY11331" fmla="*/ 923682 h 4927186"/>
              <a:gd name="connsiteX11332" fmla="*/ 1268169 w 9312201"/>
              <a:gd name="connsiteY11332" fmla="*/ 945502 h 4927186"/>
              <a:gd name="connsiteX11333" fmla="*/ 1245691 w 9312201"/>
              <a:gd name="connsiteY11333" fmla="*/ 923682 h 4927186"/>
              <a:gd name="connsiteX11334" fmla="*/ 1268169 w 9312201"/>
              <a:gd name="connsiteY11334" fmla="*/ 901862 h 4927186"/>
              <a:gd name="connsiteX11335" fmla="*/ 1190817 w 9312201"/>
              <a:gd name="connsiteY11335" fmla="*/ 901862 h 4927186"/>
              <a:gd name="connsiteX11336" fmla="*/ 1212636 w 9312201"/>
              <a:gd name="connsiteY11336" fmla="*/ 923682 h 4927186"/>
              <a:gd name="connsiteX11337" fmla="*/ 1190817 w 9312201"/>
              <a:gd name="connsiteY11337" fmla="*/ 945502 h 4927186"/>
              <a:gd name="connsiteX11338" fmla="*/ 1168996 w 9312201"/>
              <a:gd name="connsiteY11338" fmla="*/ 923682 h 4927186"/>
              <a:gd name="connsiteX11339" fmla="*/ 1190817 w 9312201"/>
              <a:gd name="connsiteY11339" fmla="*/ 901862 h 4927186"/>
              <a:gd name="connsiteX11340" fmla="*/ 1112792 w 9312201"/>
              <a:gd name="connsiteY11340" fmla="*/ 901862 h 4927186"/>
              <a:gd name="connsiteX11341" fmla="*/ 1134615 w 9312201"/>
              <a:gd name="connsiteY11341" fmla="*/ 923682 h 4927186"/>
              <a:gd name="connsiteX11342" fmla="*/ 1112792 w 9312201"/>
              <a:gd name="connsiteY11342" fmla="*/ 945502 h 4927186"/>
              <a:gd name="connsiteX11343" fmla="*/ 1090972 w 9312201"/>
              <a:gd name="connsiteY11343" fmla="*/ 923682 h 4927186"/>
              <a:gd name="connsiteX11344" fmla="*/ 1112792 w 9312201"/>
              <a:gd name="connsiteY11344" fmla="*/ 901862 h 4927186"/>
              <a:gd name="connsiteX11345" fmla="*/ 333903 w 9312201"/>
              <a:gd name="connsiteY11345" fmla="*/ 901862 h 4927186"/>
              <a:gd name="connsiteX11346" fmla="*/ 355723 w 9312201"/>
              <a:gd name="connsiteY11346" fmla="*/ 923682 h 4927186"/>
              <a:gd name="connsiteX11347" fmla="*/ 333903 w 9312201"/>
              <a:gd name="connsiteY11347" fmla="*/ 945502 h 4927186"/>
              <a:gd name="connsiteX11348" fmla="*/ 312083 w 9312201"/>
              <a:gd name="connsiteY11348" fmla="*/ 923682 h 4927186"/>
              <a:gd name="connsiteX11349" fmla="*/ 333903 w 9312201"/>
              <a:gd name="connsiteY11349" fmla="*/ 901862 h 4927186"/>
              <a:gd name="connsiteX11350" fmla="*/ 255883 w 9312201"/>
              <a:gd name="connsiteY11350" fmla="*/ 901862 h 4927186"/>
              <a:gd name="connsiteX11351" fmla="*/ 277701 w 9312201"/>
              <a:gd name="connsiteY11351" fmla="*/ 923682 h 4927186"/>
              <a:gd name="connsiteX11352" fmla="*/ 255883 w 9312201"/>
              <a:gd name="connsiteY11352" fmla="*/ 945502 h 4927186"/>
              <a:gd name="connsiteX11353" fmla="*/ 234062 w 9312201"/>
              <a:gd name="connsiteY11353" fmla="*/ 923682 h 4927186"/>
              <a:gd name="connsiteX11354" fmla="*/ 255883 w 9312201"/>
              <a:gd name="connsiteY11354" fmla="*/ 901862 h 4927186"/>
              <a:gd name="connsiteX11355" fmla="*/ 1891011 w 9312201"/>
              <a:gd name="connsiteY11355" fmla="*/ 901861 h 4927186"/>
              <a:gd name="connsiteX11356" fmla="*/ 1913495 w 9312201"/>
              <a:gd name="connsiteY11356" fmla="*/ 923681 h 4927186"/>
              <a:gd name="connsiteX11357" fmla="*/ 1891011 w 9312201"/>
              <a:gd name="connsiteY11357" fmla="*/ 945501 h 4927186"/>
              <a:gd name="connsiteX11358" fmla="*/ 1868529 w 9312201"/>
              <a:gd name="connsiteY11358" fmla="*/ 923681 h 4927186"/>
              <a:gd name="connsiteX11359" fmla="*/ 1891011 w 9312201"/>
              <a:gd name="connsiteY11359" fmla="*/ 901861 h 4927186"/>
              <a:gd name="connsiteX11360" fmla="*/ 1813657 w 9312201"/>
              <a:gd name="connsiteY11360" fmla="*/ 901861 h 4927186"/>
              <a:gd name="connsiteX11361" fmla="*/ 1835474 w 9312201"/>
              <a:gd name="connsiteY11361" fmla="*/ 923681 h 4927186"/>
              <a:gd name="connsiteX11362" fmla="*/ 1813657 w 9312201"/>
              <a:gd name="connsiteY11362" fmla="*/ 945501 h 4927186"/>
              <a:gd name="connsiteX11363" fmla="*/ 1791833 w 9312201"/>
              <a:gd name="connsiteY11363" fmla="*/ 923681 h 4927186"/>
              <a:gd name="connsiteX11364" fmla="*/ 1813657 w 9312201"/>
              <a:gd name="connsiteY11364" fmla="*/ 901861 h 4927186"/>
              <a:gd name="connsiteX11365" fmla="*/ 1657611 w 9312201"/>
              <a:gd name="connsiteY11365" fmla="*/ 901861 h 4927186"/>
              <a:gd name="connsiteX11366" fmla="*/ 1679436 w 9312201"/>
              <a:gd name="connsiteY11366" fmla="*/ 923681 h 4927186"/>
              <a:gd name="connsiteX11367" fmla="*/ 1657611 w 9312201"/>
              <a:gd name="connsiteY11367" fmla="*/ 945501 h 4927186"/>
              <a:gd name="connsiteX11368" fmla="*/ 1635796 w 9312201"/>
              <a:gd name="connsiteY11368" fmla="*/ 923681 h 4927186"/>
              <a:gd name="connsiteX11369" fmla="*/ 1657611 w 9312201"/>
              <a:gd name="connsiteY11369" fmla="*/ 901861 h 4927186"/>
              <a:gd name="connsiteX11370" fmla="*/ 1580257 w 9312201"/>
              <a:gd name="connsiteY11370" fmla="*/ 901861 h 4927186"/>
              <a:gd name="connsiteX11371" fmla="*/ 1602734 w 9312201"/>
              <a:gd name="connsiteY11371" fmla="*/ 923681 h 4927186"/>
              <a:gd name="connsiteX11372" fmla="*/ 1580257 w 9312201"/>
              <a:gd name="connsiteY11372" fmla="*/ 945501 h 4927186"/>
              <a:gd name="connsiteX11373" fmla="*/ 1557771 w 9312201"/>
              <a:gd name="connsiteY11373" fmla="*/ 923681 h 4927186"/>
              <a:gd name="connsiteX11374" fmla="*/ 1580257 w 9312201"/>
              <a:gd name="connsiteY11374" fmla="*/ 901861 h 4927186"/>
              <a:gd name="connsiteX11375" fmla="*/ 1502899 w 9312201"/>
              <a:gd name="connsiteY11375" fmla="*/ 901861 h 4927186"/>
              <a:gd name="connsiteX11376" fmla="*/ 1524717 w 9312201"/>
              <a:gd name="connsiteY11376" fmla="*/ 923681 h 4927186"/>
              <a:gd name="connsiteX11377" fmla="*/ 1502899 w 9312201"/>
              <a:gd name="connsiteY11377" fmla="*/ 945501 h 4927186"/>
              <a:gd name="connsiteX11378" fmla="*/ 1481077 w 9312201"/>
              <a:gd name="connsiteY11378" fmla="*/ 923681 h 4927186"/>
              <a:gd name="connsiteX11379" fmla="*/ 1502899 w 9312201"/>
              <a:gd name="connsiteY11379" fmla="*/ 901861 h 4927186"/>
              <a:gd name="connsiteX11380" fmla="*/ 1424212 w 9312201"/>
              <a:gd name="connsiteY11380" fmla="*/ 901861 h 4927186"/>
              <a:gd name="connsiteX11381" fmla="*/ 1446695 w 9312201"/>
              <a:gd name="connsiteY11381" fmla="*/ 923681 h 4927186"/>
              <a:gd name="connsiteX11382" fmla="*/ 1424212 w 9312201"/>
              <a:gd name="connsiteY11382" fmla="*/ 945501 h 4927186"/>
              <a:gd name="connsiteX11383" fmla="*/ 1401732 w 9312201"/>
              <a:gd name="connsiteY11383" fmla="*/ 923681 h 4927186"/>
              <a:gd name="connsiteX11384" fmla="*/ 1424212 w 9312201"/>
              <a:gd name="connsiteY11384" fmla="*/ 901861 h 4927186"/>
              <a:gd name="connsiteX11385" fmla="*/ 3682168 w 9312201"/>
              <a:gd name="connsiteY11385" fmla="*/ 858223 h 4927186"/>
              <a:gd name="connsiteX11386" fmla="*/ 3703988 w 9312201"/>
              <a:gd name="connsiteY11386" fmla="*/ 880043 h 4927186"/>
              <a:gd name="connsiteX11387" fmla="*/ 3682168 w 9312201"/>
              <a:gd name="connsiteY11387" fmla="*/ 901863 h 4927186"/>
              <a:gd name="connsiteX11388" fmla="*/ 3660348 w 9312201"/>
              <a:gd name="connsiteY11388" fmla="*/ 880043 h 4927186"/>
              <a:gd name="connsiteX11389" fmla="*/ 3682168 w 9312201"/>
              <a:gd name="connsiteY11389" fmla="*/ 858223 h 4927186"/>
              <a:gd name="connsiteX11390" fmla="*/ 3604148 w 9312201"/>
              <a:gd name="connsiteY11390" fmla="*/ 858223 h 4927186"/>
              <a:gd name="connsiteX11391" fmla="*/ 3625968 w 9312201"/>
              <a:gd name="connsiteY11391" fmla="*/ 880043 h 4927186"/>
              <a:gd name="connsiteX11392" fmla="*/ 3604148 w 9312201"/>
              <a:gd name="connsiteY11392" fmla="*/ 901863 h 4927186"/>
              <a:gd name="connsiteX11393" fmla="*/ 3582328 w 9312201"/>
              <a:gd name="connsiteY11393" fmla="*/ 880043 h 4927186"/>
              <a:gd name="connsiteX11394" fmla="*/ 3604148 w 9312201"/>
              <a:gd name="connsiteY11394" fmla="*/ 858223 h 4927186"/>
              <a:gd name="connsiteX11395" fmla="*/ 3526788 w 9312201"/>
              <a:gd name="connsiteY11395" fmla="*/ 858223 h 4927186"/>
              <a:gd name="connsiteX11396" fmla="*/ 3549269 w 9312201"/>
              <a:gd name="connsiteY11396" fmla="*/ 880043 h 4927186"/>
              <a:gd name="connsiteX11397" fmla="*/ 3526788 w 9312201"/>
              <a:gd name="connsiteY11397" fmla="*/ 901863 h 4927186"/>
              <a:gd name="connsiteX11398" fmla="*/ 3504307 w 9312201"/>
              <a:gd name="connsiteY11398" fmla="*/ 880043 h 4927186"/>
              <a:gd name="connsiteX11399" fmla="*/ 3526788 w 9312201"/>
              <a:gd name="connsiteY11399" fmla="*/ 858223 h 4927186"/>
              <a:gd name="connsiteX11400" fmla="*/ 3449429 w 9312201"/>
              <a:gd name="connsiteY11400" fmla="*/ 858223 h 4927186"/>
              <a:gd name="connsiteX11401" fmla="*/ 3471249 w 9312201"/>
              <a:gd name="connsiteY11401" fmla="*/ 880043 h 4927186"/>
              <a:gd name="connsiteX11402" fmla="*/ 3449429 w 9312201"/>
              <a:gd name="connsiteY11402" fmla="*/ 901863 h 4927186"/>
              <a:gd name="connsiteX11403" fmla="*/ 3427609 w 9312201"/>
              <a:gd name="connsiteY11403" fmla="*/ 880043 h 4927186"/>
              <a:gd name="connsiteX11404" fmla="*/ 3449429 w 9312201"/>
              <a:gd name="connsiteY11404" fmla="*/ 858223 h 4927186"/>
              <a:gd name="connsiteX11405" fmla="*/ 3371408 w 9312201"/>
              <a:gd name="connsiteY11405" fmla="*/ 858223 h 4927186"/>
              <a:gd name="connsiteX11406" fmla="*/ 3393228 w 9312201"/>
              <a:gd name="connsiteY11406" fmla="*/ 880043 h 4927186"/>
              <a:gd name="connsiteX11407" fmla="*/ 3371408 w 9312201"/>
              <a:gd name="connsiteY11407" fmla="*/ 901863 h 4927186"/>
              <a:gd name="connsiteX11408" fmla="*/ 3349588 w 9312201"/>
              <a:gd name="connsiteY11408" fmla="*/ 880043 h 4927186"/>
              <a:gd name="connsiteX11409" fmla="*/ 3371408 w 9312201"/>
              <a:gd name="connsiteY11409" fmla="*/ 858223 h 4927186"/>
              <a:gd name="connsiteX11410" fmla="*/ 3293388 w 9312201"/>
              <a:gd name="connsiteY11410" fmla="*/ 858223 h 4927186"/>
              <a:gd name="connsiteX11411" fmla="*/ 3315208 w 9312201"/>
              <a:gd name="connsiteY11411" fmla="*/ 880043 h 4927186"/>
              <a:gd name="connsiteX11412" fmla="*/ 3293388 w 9312201"/>
              <a:gd name="connsiteY11412" fmla="*/ 901863 h 4927186"/>
              <a:gd name="connsiteX11413" fmla="*/ 3271568 w 9312201"/>
              <a:gd name="connsiteY11413" fmla="*/ 880043 h 4927186"/>
              <a:gd name="connsiteX11414" fmla="*/ 3293388 w 9312201"/>
              <a:gd name="connsiteY11414" fmla="*/ 858223 h 4927186"/>
              <a:gd name="connsiteX11415" fmla="*/ 3215368 w 9312201"/>
              <a:gd name="connsiteY11415" fmla="*/ 858223 h 4927186"/>
              <a:gd name="connsiteX11416" fmla="*/ 3237188 w 9312201"/>
              <a:gd name="connsiteY11416" fmla="*/ 880043 h 4927186"/>
              <a:gd name="connsiteX11417" fmla="*/ 3215368 w 9312201"/>
              <a:gd name="connsiteY11417" fmla="*/ 901863 h 4927186"/>
              <a:gd name="connsiteX11418" fmla="*/ 3193548 w 9312201"/>
              <a:gd name="connsiteY11418" fmla="*/ 880043 h 4927186"/>
              <a:gd name="connsiteX11419" fmla="*/ 3215368 w 9312201"/>
              <a:gd name="connsiteY11419" fmla="*/ 858223 h 4927186"/>
              <a:gd name="connsiteX11420" fmla="*/ 3137348 w 9312201"/>
              <a:gd name="connsiteY11420" fmla="*/ 858223 h 4927186"/>
              <a:gd name="connsiteX11421" fmla="*/ 3159168 w 9312201"/>
              <a:gd name="connsiteY11421" fmla="*/ 880043 h 4927186"/>
              <a:gd name="connsiteX11422" fmla="*/ 3137348 w 9312201"/>
              <a:gd name="connsiteY11422" fmla="*/ 901863 h 4927186"/>
              <a:gd name="connsiteX11423" fmla="*/ 3115528 w 9312201"/>
              <a:gd name="connsiteY11423" fmla="*/ 880043 h 4927186"/>
              <a:gd name="connsiteX11424" fmla="*/ 3137348 w 9312201"/>
              <a:gd name="connsiteY11424" fmla="*/ 858223 h 4927186"/>
              <a:gd name="connsiteX11425" fmla="*/ 3059326 w 9312201"/>
              <a:gd name="connsiteY11425" fmla="*/ 858223 h 4927186"/>
              <a:gd name="connsiteX11426" fmla="*/ 3081146 w 9312201"/>
              <a:gd name="connsiteY11426" fmla="*/ 880043 h 4927186"/>
              <a:gd name="connsiteX11427" fmla="*/ 3059326 w 9312201"/>
              <a:gd name="connsiteY11427" fmla="*/ 901863 h 4927186"/>
              <a:gd name="connsiteX11428" fmla="*/ 3037506 w 9312201"/>
              <a:gd name="connsiteY11428" fmla="*/ 880043 h 4927186"/>
              <a:gd name="connsiteX11429" fmla="*/ 3059326 w 9312201"/>
              <a:gd name="connsiteY11429" fmla="*/ 858223 h 4927186"/>
              <a:gd name="connsiteX11430" fmla="*/ 8121398 w 9312201"/>
              <a:gd name="connsiteY11430" fmla="*/ 823849 h 4927186"/>
              <a:gd name="connsiteX11431" fmla="*/ 8143218 w 9312201"/>
              <a:gd name="connsiteY11431" fmla="*/ 845667 h 4927186"/>
              <a:gd name="connsiteX11432" fmla="*/ 8121398 w 9312201"/>
              <a:gd name="connsiteY11432" fmla="*/ 867481 h 4927186"/>
              <a:gd name="connsiteX11433" fmla="*/ 8099578 w 9312201"/>
              <a:gd name="connsiteY11433" fmla="*/ 845667 h 4927186"/>
              <a:gd name="connsiteX11434" fmla="*/ 8121398 w 9312201"/>
              <a:gd name="connsiteY11434" fmla="*/ 823849 h 4927186"/>
              <a:gd name="connsiteX11435" fmla="*/ 8044700 w 9312201"/>
              <a:gd name="connsiteY11435" fmla="*/ 823849 h 4927186"/>
              <a:gd name="connsiteX11436" fmla="*/ 8066520 w 9312201"/>
              <a:gd name="connsiteY11436" fmla="*/ 845667 h 4927186"/>
              <a:gd name="connsiteX11437" fmla="*/ 8044700 w 9312201"/>
              <a:gd name="connsiteY11437" fmla="*/ 867481 h 4927186"/>
              <a:gd name="connsiteX11438" fmla="*/ 8022880 w 9312201"/>
              <a:gd name="connsiteY11438" fmla="*/ 845667 h 4927186"/>
              <a:gd name="connsiteX11439" fmla="*/ 8044700 w 9312201"/>
              <a:gd name="connsiteY11439" fmla="*/ 823849 h 4927186"/>
              <a:gd name="connsiteX11440" fmla="*/ 7731957 w 9312201"/>
              <a:gd name="connsiteY11440" fmla="*/ 823849 h 4927186"/>
              <a:gd name="connsiteX11441" fmla="*/ 7754438 w 9312201"/>
              <a:gd name="connsiteY11441" fmla="*/ 845667 h 4927186"/>
              <a:gd name="connsiteX11442" fmla="*/ 7731957 w 9312201"/>
              <a:gd name="connsiteY11442" fmla="*/ 867481 h 4927186"/>
              <a:gd name="connsiteX11443" fmla="*/ 7709476 w 9312201"/>
              <a:gd name="connsiteY11443" fmla="*/ 845667 h 4927186"/>
              <a:gd name="connsiteX11444" fmla="*/ 7731957 w 9312201"/>
              <a:gd name="connsiteY11444" fmla="*/ 823849 h 4927186"/>
              <a:gd name="connsiteX11445" fmla="*/ 7654597 w 9312201"/>
              <a:gd name="connsiteY11445" fmla="*/ 823849 h 4927186"/>
              <a:gd name="connsiteX11446" fmla="*/ 7676417 w 9312201"/>
              <a:gd name="connsiteY11446" fmla="*/ 845667 h 4927186"/>
              <a:gd name="connsiteX11447" fmla="*/ 7654597 w 9312201"/>
              <a:gd name="connsiteY11447" fmla="*/ 867481 h 4927186"/>
              <a:gd name="connsiteX11448" fmla="*/ 7632777 w 9312201"/>
              <a:gd name="connsiteY11448" fmla="*/ 845667 h 4927186"/>
              <a:gd name="connsiteX11449" fmla="*/ 7654597 w 9312201"/>
              <a:gd name="connsiteY11449" fmla="*/ 823849 h 4927186"/>
              <a:gd name="connsiteX11450" fmla="*/ 7576577 w 9312201"/>
              <a:gd name="connsiteY11450" fmla="*/ 823849 h 4927186"/>
              <a:gd name="connsiteX11451" fmla="*/ 7598397 w 9312201"/>
              <a:gd name="connsiteY11451" fmla="*/ 845667 h 4927186"/>
              <a:gd name="connsiteX11452" fmla="*/ 7576577 w 9312201"/>
              <a:gd name="connsiteY11452" fmla="*/ 867481 h 4927186"/>
              <a:gd name="connsiteX11453" fmla="*/ 7554757 w 9312201"/>
              <a:gd name="connsiteY11453" fmla="*/ 845667 h 4927186"/>
              <a:gd name="connsiteX11454" fmla="*/ 7576577 w 9312201"/>
              <a:gd name="connsiteY11454" fmla="*/ 823849 h 4927186"/>
              <a:gd name="connsiteX11455" fmla="*/ 7498556 w 9312201"/>
              <a:gd name="connsiteY11455" fmla="*/ 823849 h 4927186"/>
              <a:gd name="connsiteX11456" fmla="*/ 7520376 w 9312201"/>
              <a:gd name="connsiteY11456" fmla="*/ 845667 h 4927186"/>
              <a:gd name="connsiteX11457" fmla="*/ 7498556 w 9312201"/>
              <a:gd name="connsiteY11457" fmla="*/ 867481 h 4927186"/>
              <a:gd name="connsiteX11458" fmla="*/ 7476736 w 9312201"/>
              <a:gd name="connsiteY11458" fmla="*/ 845667 h 4927186"/>
              <a:gd name="connsiteX11459" fmla="*/ 7498556 w 9312201"/>
              <a:gd name="connsiteY11459" fmla="*/ 823849 h 4927186"/>
              <a:gd name="connsiteX11460" fmla="*/ 7421198 w 9312201"/>
              <a:gd name="connsiteY11460" fmla="*/ 823849 h 4927186"/>
              <a:gd name="connsiteX11461" fmla="*/ 7443679 w 9312201"/>
              <a:gd name="connsiteY11461" fmla="*/ 845667 h 4927186"/>
              <a:gd name="connsiteX11462" fmla="*/ 7421198 w 9312201"/>
              <a:gd name="connsiteY11462" fmla="*/ 867481 h 4927186"/>
              <a:gd name="connsiteX11463" fmla="*/ 7398717 w 9312201"/>
              <a:gd name="connsiteY11463" fmla="*/ 845667 h 4927186"/>
              <a:gd name="connsiteX11464" fmla="*/ 7421198 w 9312201"/>
              <a:gd name="connsiteY11464" fmla="*/ 823849 h 4927186"/>
              <a:gd name="connsiteX11465" fmla="*/ 7343838 w 9312201"/>
              <a:gd name="connsiteY11465" fmla="*/ 823849 h 4927186"/>
              <a:gd name="connsiteX11466" fmla="*/ 7365658 w 9312201"/>
              <a:gd name="connsiteY11466" fmla="*/ 845667 h 4927186"/>
              <a:gd name="connsiteX11467" fmla="*/ 7343838 w 9312201"/>
              <a:gd name="connsiteY11467" fmla="*/ 867481 h 4927186"/>
              <a:gd name="connsiteX11468" fmla="*/ 7322018 w 9312201"/>
              <a:gd name="connsiteY11468" fmla="*/ 845667 h 4927186"/>
              <a:gd name="connsiteX11469" fmla="*/ 7343838 w 9312201"/>
              <a:gd name="connsiteY11469" fmla="*/ 823849 h 4927186"/>
              <a:gd name="connsiteX11470" fmla="*/ 7264495 w 9312201"/>
              <a:gd name="connsiteY11470" fmla="*/ 823849 h 4927186"/>
              <a:gd name="connsiteX11471" fmla="*/ 7286315 w 9312201"/>
              <a:gd name="connsiteY11471" fmla="*/ 845667 h 4927186"/>
              <a:gd name="connsiteX11472" fmla="*/ 7264495 w 9312201"/>
              <a:gd name="connsiteY11472" fmla="*/ 867481 h 4927186"/>
              <a:gd name="connsiteX11473" fmla="*/ 7242675 w 9312201"/>
              <a:gd name="connsiteY11473" fmla="*/ 845667 h 4927186"/>
              <a:gd name="connsiteX11474" fmla="*/ 7264495 w 9312201"/>
              <a:gd name="connsiteY11474" fmla="*/ 823849 h 4927186"/>
              <a:gd name="connsiteX11475" fmla="*/ 7186475 w 9312201"/>
              <a:gd name="connsiteY11475" fmla="*/ 823849 h 4927186"/>
              <a:gd name="connsiteX11476" fmla="*/ 7208295 w 9312201"/>
              <a:gd name="connsiteY11476" fmla="*/ 845667 h 4927186"/>
              <a:gd name="connsiteX11477" fmla="*/ 7186475 w 9312201"/>
              <a:gd name="connsiteY11477" fmla="*/ 867481 h 4927186"/>
              <a:gd name="connsiteX11478" fmla="*/ 7164655 w 9312201"/>
              <a:gd name="connsiteY11478" fmla="*/ 845667 h 4927186"/>
              <a:gd name="connsiteX11479" fmla="*/ 7186475 w 9312201"/>
              <a:gd name="connsiteY11479" fmla="*/ 823849 h 4927186"/>
              <a:gd name="connsiteX11480" fmla="*/ 7109116 w 9312201"/>
              <a:gd name="connsiteY11480" fmla="*/ 823849 h 4927186"/>
              <a:gd name="connsiteX11481" fmla="*/ 7131597 w 9312201"/>
              <a:gd name="connsiteY11481" fmla="*/ 845667 h 4927186"/>
              <a:gd name="connsiteX11482" fmla="*/ 7109116 w 9312201"/>
              <a:gd name="connsiteY11482" fmla="*/ 867481 h 4927186"/>
              <a:gd name="connsiteX11483" fmla="*/ 7086635 w 9312201"/>
              <a:gd name="connsiteY11483" fmla="*/ 845667 h 4927186"/>
              <a:gd name="connsiteX11484" fmla="*/ 7109116 w 9312201"/>
              <a:gd name="connsiteY11484" fmla="*/ 823849 h 4927186"/>
              <a:gd name="connsiteX11485" fmla="*/ 7031757 w 9312201"/>
              <a:gd name="connsiteY11485" fmla="*/ 823849 h 4927186"/>
              <a:gd name="connsiteX11486" fmla="*/ 7053577 w 9312201"/>
              <a:gd name="connsiteY11486" fmla="*/ 845667 h 4927186"/>
              <a:gd name="connsiteX11487" fmla="*/ 7031757 w 9312201"/>
              <a:gd name="connsiteY11487" fmla="*/ 867481 h 4927186"/>
              <a:gd name="connsiteX11488" fmla="*/ 7009937 w 9312201"/>
              <a:gd name="connsiteY11488" fmla="*/ 845667 h 4927186"/>
              <a:gd name="connsiteX11489" fmla="*/ 7031757 w 9312201"/>
              <a:gd name="connsiteY11489" fmla="*/ 823849 h 4927186"/>
              <a:gd name="connsiteX11490" fmla="*/ 6953736 w 9312201"/>
              <a:gd name="connsiteY11490" fmla="*/ 823849 h 4927186"/>
              <a:gd name="connsiteX11491" fmla="*/ 6975556 w 9312201"/>
              <a:gd name="connsiteY11491" fmla="*/ 845667 h 4927186"/>
              <a:gd name="connsiteX11492" fmla="*/ 6953736 w 9312201"/>
              <a:gd name="connsiteY11492" fmla="*/ 867481 h 4927186"/>
              <a:gd name="connsiteX11493" fmla="*/ 6931916 w 9312201"/>
              <a:gd name="connsiteY11493" fmla="*/ 845667 h 4927186"/>
              <a:gd name="connsiteX11494" fmla="*/ 6953736 w 9312201"/>
              <a:gd name="connsiteY11494" fmla="*/ 823849 h 4927186"/>
              <a:gd name="connsiteX11495" fmla="*/ 6875716 w 9312201"/>
              <a:gd name="connsiteY11495" fmla="*/ 823849 h 4927186"/>
              <a:gd name="connsiteX11496" fmla="*/ 6897536 w 9312201"/>
              <a:gd name="connsiteY11496" fmla="*/ 845667 h 4927186"/>
              <a:gd name="connsiteX11497" fmla="*/ 6875716 w 9312201"/>
              <a:gd name="connsiteY11497" fmla="*/ 867481 h 4927186"/>
              <a:gd name="connsiteX11498" fmla="*/ 6853896 w 9312201"/>
              <a:gd name="connsiteY11498" fmla="*/ 845667 h 4927186"/>
              <a:gd name="connsiteX11499" fmla="*/ 6875716 w 9312201"/>
              <a:gd name="connsiteY11499" fmla="*/ 823849 h 4927186"/>
              <a:gd name="connsiteX11500" fmla="*/ 6798356 w 9312201"/>
              <a:gd name="connsiteY11500" fmla="*/ 823849 h 4927186"/>
              <a:gd name="connsiteX11501" fmla="*/ 6820837 w 9312201"/>
              <a:gd name="connsiteY11501" fmla="*/ 845667 h 4927186"/>
              <a:gd name="connsiteX11502" fmla="*/ 6798356 w 9312201"/>
              <a:gd name="connsiteY11502" fmla="*/ 867481 h 4927186"/>
              <a:gd name="connsiteX11503" fmla="*/ 6775875 w 9312201"/>
              <a:gd name="connsiteY11503" fmla="*/ 845667 h 4927186"/>
              <a:gd name="connsiteX11504" fmla="*/ 6798356 w 9312201"/>
              <a:gd name="connsiteY11504" fmla="*/ 823849 h 4927186"/>
              <a:gd name="connsiteX11505" fmla="*/ 6719675 w 9312201"/>
              <a:gd name="connsiteY11505" fmla="*/ 823849 h 4927186"/>
              <a:gd name="connsiteX11506" fmla="*/ 6741495 w 9312201"/>
              <a:gd name="connsiteY11506" fmla="*/ 845667 h 4927186"/>
              <a:gd name="connsiteX11507" fmla="*/ 6719675 w 9312201"/>
              <a:gd name="connsiteY11507" fmla="*/ 867481 h 4927186"/>
              <a:gd name="connsiteX11508" fmla="*/ 6697855 w 9312201"/>
              <a:gd name="connsiteY11508" fmla="*/ 845667 h 4927186"/>
              <a:gd name="connsiteX11509" fmla="*/ 6719675 w 9312201"/>
              <a:gd name="connsiteY11509" fmla="*/ 823849 h 4927186"/>
              <a:gd name="connsiteX11510" fmla="*/ 6641655 w 9312201"/>
              <a:gd name="connsiteY11510" fmla="*/ 823849 h 4927186"/>
              <a:gd name="connsiteX11511" fmla="*/ 6663475 w 9312201"/>
              <a:gd name="connsiteY11511" fmla="*/ 845667 h 4927186"/>
              <a:gd name="connsiteX11512" fmla="*/ 6641655 w 9312201"/>
              <a:gd name="connsiteY11512" fmla="*/ 867481 h 4927186"/>
              <a:gd name="connsiteX11513" fmla="*/ 6619835 w 9312201"/>
              <a:gd name="connsiteY11513" fmla="*/ 845667 h 4927186"/>
              <a:gd name="connsiteX11514" fmla="*/ 6641655 w 9312201"/>
              <a:gd name="connsiteY11514" fmla="*/ 823849 h 4927186"/>
              <a:gd name="connsiteX11515" fmla="*/ 6563634 w 9312201"/>
              <a:gd name="connsiteY11515" fmla="*/ 823849 h 4927186"/>
              <a:gd name="connsiteX11516" fmla="*/ 6585454 w 9312201"/>
              <a:gd name="connsiteY11516" fmla="*/ 845667 h 4927186"/>
              <a:gd name="connsiteX11517" fmla="*/ 6563634 w 9312201"/>
              <a:gd name="connsiteY11517" fmla="*/ 867481 h 4927186"/>
              <a:gd name="connsiteX11518" fmla="*/ 6541814 w 9312201"/>
              <a:gd name="connsiteY11518" fmla="*/ 845667 h 4927186"/>
              <a:gd name="connsiteX11519" fmla="*/ 6563634 w 9312201"/>
              <a:gd name="connsiteY11519" fmla="*/ 823849 h 4927186"/>
              <a:gd name="connsiteX11520" fmla="*/ 6485613 w 9312201"/>
              <a:gd name="connsiteY11520" fmla="*/ 823849 h 4927186"/>
              <a:gd name="connsiteX11521" fmla="*/ 6507433 w 9312201"/>
              <a:gd name="connsiteY11521" fmla="*/ 845667 h 4927186"/>
              <a:gd name="connsiteX11522" fmla="*/ 6485613 w 9312201"/>
              <a:gd name="connsiteY11522" fmla="*/ 867481 h 4927186"/>
              <a:gd name="connsiteX11523" fmla="*/ 6463793 w 9312201"/>
              <a:gd name="connsiteY11523" fmla="*/ 845667 h 4927186"/>
              <a:gd name="connsiteX11524" fmla="*/ 6485613 w 9312201"/>
              <a:gd name="connsiteY11524" fmla="*/ 823849 h 4927186"/>
              <a:gd name="connsiteX11525" fmla="*/ 6408916 w 9312201"/>
              <a:gd name="connsiteY11525" fmla="*/ 823849 h 4927186"/>
              <a:gd name="connsiteX11526" fmla="*/ 6430736 w 9312201"/>
              <a:gd name="connsiteY11526" fmla="*/ 845667 h 4927186"/>
              <a:gd name="connsiteX11527" fmla="*/ 6408916 w 9312201"/>
              <a:gd name="connsiteY11527" fmla="*/ 867481 h 4927186"/>
              <a:gd name="connsiteX11528" fmla="*/ 6387096 w 9312201"/>
              <a:gd name="connsiteY11528" fmla="*/ 845667 h 4927186"/>
              <a:gd name="connsiteX11529" fmla="*/ 6408916 w 9312201"/>
              <a:gd name="connsiteY11529" fmla="*/ 823849 h 4927186"/>
              <a:gd name="connsiteX11530" fmla="*/ 6330896 w 9312201"/>
              <a:gd name="connsiteY11530" fmla="*/ 823849 h 4927186"/>
              <a:gd name="connsiteX11531" fmla="*/ 6352716 w 9312201"/>
              <a:gd name="connsiteY11531" fmla="*/ 845667 h 4927186"/>
              <a:gd name="connsiteX11532" fmla="*/ 6330896 w 9312201"/>
              <a:gd name="connsiteY11532" fmla="*/ 867481 h 4927186"/>
              <a:gd name="connsiteX11533" fmla="*/ 6309076 w 9312201"/>
              <a:gd name="connsiteY11533" fmla="*/ 845667 h 4927186"/>
              <a:gd name="connsiteX11534" fmla="*/ 6330896 w 9312201"/>
              <a:gd name="connsiteY11534" fmla="*/ 823849 h 4927186"/>
              <a:gd name="connsiteX11535" fmla="*/ 6252875 w 9312201"/>
              <a:gd name="connsiteY11535" fmla="*/ 823849 h 4927186"/>
              <a:gd name="connsiteX11536" fmla="*/ 6274695 w 9312201"/>
              <a:gd name="connsiteY11536" fmla="*/ 845667 h 4927186"/>
              <a:gd name="connsiteX11537" fmla="*/ 6252875 w 9312201"/>
              <a:gd name="connsiteY11537" fmla="*/ 867481 h 4927186"/>
              <a:gd name="connsiteX11538" fmla="*/ 6231055 w 9312201"/>
              <a:gd name="connsiteY11538" fmla="*/ 845667 h 4927186"/>
              <a:gd name="connsiteX11539" fmla="*/ 6252875 w 9312201"/>
              <a:gd name="connsiteY11539" fmla="*/ 823849 h 4927186"/>
              <a:gd name="connsiteX11540" fmla="*/ 6174854 w 9312201"/>
              <a:gd name="connsiteY11540" fmla="*/ 823849 h 4927186"/>
              <a:gd name="connsiteX11541" fmla="*/ 6196674 w 9312201"/>
              <a:gd name="connsiteY11541" fmla="*/ 845667 h 4927186"/>
              <a:gd name="connsiteX11542" fmla="*/ 6174854 w 9312201"/>
              <a:gd name="connsiteY11542" fmla="*/ 867481 h 4927186"/>
              <a:gd name="connsiteX11543" fmla="*/ 6153034 w 9312201"/>
              <a:gd name="connsiteY11543" fmla="*/ 845667 h 4927186"/>
              <a:gd name="connsiteX11544" fmla="*/ 6174854 w 9312201"/>
              <a:gd name="connsiteY11544" fmla="*/ 823849 h 4927186"/>
              <a:gd name="connsiteX11545" fmla="*/ 5862773 w 9312201"/>
              <a:gd name="connsiteY11545" fmla="*/ 823849 h 4927186"/>
              <a:gd name="connsiteX11546" fmla="*/ 5884593 w 9312201"/>
              <a:gd name="connsiteY11546" fmla="*/ 845667 h 4927186"/>
              <a:gd name="connsiteX11547" fmla="*/ 5862773 w 9312201"/>
              <a:gd name="connsiteY11547" fmla="*/ 867481 h 4927186"/>
              <a:gd name="connsiteX11548" fmla="*/ 5840953 w 9312201"/>
              <a:gd name="connsiteY11548" fmla="*/ 845667 h 4927186"/>
              <a:gd name="connsiteX11549" fmla="*/ 5862773 w 9312201"/>
              <a:gd name="connsiteY11549" fmla="*/ 823849 h 4927186"/>
              <a:gd name="connsiteX11550" fmla="*/ 5785413 w 9312201"/>
              <a:gd name="connsiteY11550" fmla="*/ 823849 h 4927186"/>
              <a:gd name="connsiteX11551" fmla="*/ 5807894 w 9312201"/>
              <a:gd name="connsiteY11551" fmla="*/ 845667 h 4927186"/>
              <a:gd name="connsiteX11552" fmla="*/ 5785413 w 9312201"/>
              <a:gd name="connsiteY11552" fmla="*/ 867481 h 4927186"/>
              <a:gd name="connsiteX11553" fmla="*/ 5762932 w 9312201"/>
              <a:gd name="connsiteY11553" fmla="*/ 845667 h 4927186"/>
              <a:gd name="connsiteX11554" fmla="*/ 5785413 w 9312201"/>
              <a:gd name="connsiteY11554" fmla="*/ 823849 h 4927186"/>
              <a:gd name="connsiteX11555" fmla="*/ 2280445 w 9312201"/>
              <a:gd name="connsiteY11555" fmla="*/ 823841 h 4927186"/>
              <a:gd name="connsiteX11556" fmla="*/ 2302265 w 9312201"/>
              <a:gd name="connsiteY11556" fmla="*/ 845661 h 4927186"/>
              <a:gd name="connsiteX11557" fmla="*/ 2280445 w 9312201"/>
              <a:gd name="connsiteY11557" fmla="*/ 867481 h 4927186"/>
              <a:gd name="connsiteX11558" fmla="*/ 2258625 w 9312201"/>
              <a:gd name="connsiteY11558" fmla="*/ 845661 h 4927186"/>
              <a:gd name="connsiteX11559" fmla="*/ 2280445 w 9312201"/>
              <a:gd name="connsiteY11559" fmla="*/ 823841 h 4927186"/>
              <a:gd name="connsiteX11560" fmla="*/ 2203086 w 9312201"/>
              <a:gd name="connsiteY11560" fmla="*/ 823841 h 4927186"/>
              <a:gd name="connsiteX11561" fmla="*/ 2225567 w 9312201"/>
              <a:gd name="connsiteY11561" fmla="*/ 845661 h 4927186"/>
              <a:gd name="connsiteX11562" fmla="*/ 2203086 w 9312201"/>
              <a:gd name="connsiteY11562" fmla="*/ 867481 h 4927186"/>
              <a:gd name="connsiteX11563" fmla="*/ 2180605 w 9312201"/>
              <a:gd name="connsiteY11563" fmla="*/ 845661 h 4927186"/>
              <a:gd name="connsiteX11564" fmla="*/ 2203086 w 9312201"/>
              <a:gd name="connsiteY11564" fmla="*/ 823841 h 4927186"/>
              <a:gd name="connsiteX11565" fmla="*/ 2125727 w 9312201"/>
              <a:gd name="connsiteY11565" fmla="*/ 823841 h 4927186"/>
              <a:gd name="connsiteX11566" fmla="*/ 2147547 w 9312201"/>
              <a:gd name="connsiteY11566" fmla="*/ 845661 h 4927186"/>
              <a:gd name="connsiteX11567" fmla="*/ 2125727 w 9312201"/>
              <a:gd name="connsiteY11567" fmla="*/ 867481 h 4927186"/>
              <a:gd name="connsiteX11568" fmla="*/ 2103907 w 9312201"/>
              <a:gd name="connsiteY11568" fmla="*/ 845661 h 4927186"/>
              <a:gd name="connsiteX11569" fmla="*/ 2125727 w 9312201"/>
              <a:gd name="connsiteY11569" fmla="*/ 823841 h 4927186"/>
              <a:gd name="connsiteX11570" fmla="*/ 2047706 w 9312201"/>
              <a:gd name="connsiteY11570" fmla="*/ 823841 h 4927186"/>
              <a:gd name="connsiteX11571" fmla="*/ 2069526 w 9312201"/>
              <a:gd name="connsiteY11571" fmla="*/ 845661 h 4927186"/>
              <a:gd name="connsiteX11572" fmla="*/ 2047706 w 9312201"/>
              <a:gd name="connsiteY11572" fmla="*/ 867481 h 4927186"/>
              <a:gd name="connsiteX11573" fmla="*/ 2025886 w 9312201"/>
              <a:gd name="connsiteY11573" fmla="*/ 845661 h 4927186"/>
              <a:gd name="connsiteX11574" fmla="*/ 2047706 w 9312201"/>
              <a:gd name="connsiteY11574" fmla="*/ 823841 h 4927186"/>
              <a:gd name="connsiteX11575" fmla="*/ 1968363 w 9312201"/>
              <a:gd name="connsiteY11575" fmla="*/ 823841 h 4927186"/>
              <a:gd name="connsiteX11576" fmla="*/ 1990183 w 9312201"/>
              <a:gd name="connsiteY11576" fmla="*/ 845661 h 4927186"/>
              <a:gd name="connsiteX11577" fmla="*/ 1968363 w 9312201"/>
              <a:gd name="connsiteY11577" fmla="*/ 867481 h 4927186"/>
              <a:gd name="connsiteX11578" fmla="*/ 1946543 w 9312201"/>
              <a:gd name="connsiteY11578" fmla="*/ 845661 h 4927186"/>
              <a:gd name="connsiteX11579" fmla="*/ 1968363 w 9312201"/>
              <a:gd name="connsiteY11579" fmla="*/ 823841 h 4927186"/>
              <a:gd name="connsiteX11580" fmla="*/ 1891011 w 9312201"/>
              <a:gd name="connsiteY11580" fmla="*/ 823841 h 4927186"/>
              <a:gd name="connsiteX11581" fmla="*/ 1913495 w 9312201"/>
              <a:gd name="connsiteY11581" fmla="*/ 845661 h 4927186"/>
              <a:gd name="connsiteX11582" fmla="*/ 1891011 w 9312201"/>
              <a:gd name="connsiteY11582" fmla="*/ 867481 h 4927186"/>
              <a:gd name="connsiteX11583" fmla="*/ 1868529 w 9312201"/>
              <a:gd name="connsiteY11583" fmla="*/ 845661 h 4927186"/>
              <a:gd name="connsiteX11584" fmla="*/ 1891011 w 9312201"/>
              <a:gd name="connsiteY11584" fmla="*/ 823841 h 4927186"/>
              <a:gd name="connsiteX11585" fmla="*/ 1813657 w 9312201"/>
              <a:gd name="connsiteY11585" fmla="*/ 823841 h 4927186"/>
              <a:gd name="connsiteX11586" fmla="*/ 1835474 w 9312201"/>
              <a:gd name="connsiteY11586" fmla="*/ 845661 h 4927186"/>
              <a:gd name="connsiteX11587" fmla="*/ 1813657 w 9312201"/>
              <a:gd name="connsiteY11587" fmla="*/ 867481 h 4927186"/>
              <a:gd name="connsiteX11588" fmla="*/ 1791833 w 9312201"/>
              <a:gd name="connsiteY11588" fmla="*/ 845661 h 4927186"/>
              <a:gd name="connsiteX11589" fmla="*/ 1813657 w 9312201"/>
              <a:gd name="connsiteY11589" fmla="*/ 823841 h 4927186"/>
              <a:gd name="connsiteX11590" fmla="*/ 1735633 w 9312201"/>
              <a:gd name="connsiteY11590" fmla="*/ 823841 h 4927186"/>
              <a:gd name="connsiteX11591" fmla="*/ 1757457 w 9312201"/>
              <a:gd name="connsiteY11591" fmla="*/ 845661 h 4927186"/>
              <a:gd name="connsiteX11592" fmla="*/ 1735633 w 9312201"/>
              <a:gd name="connsiteY11592" fmla="*/ 867481 h 4927186"/>
              <a:gd name="connsiteX11593" fmla="*/ 1713819 w 9312201"/>
              <a:gd name="connsiteY11593" fmla="*/ 845661 h 4927186"/>
              <a:gd name="connsiteX11594" fmla="*/ 1735633 w 9312201"/>
              <a:gd name="connsiteY11594" fmla="*/ 823841 h 4927186"/>
              <a:gd name="connsiteX11595" fmla="*/ 1657611 w 9312201"/>
              <a:gd name="connsiteY11595" fmla="*/ 823841 h 4927186"/>
              <a:gd name="connsiteX11596" fmla="*/ 1679436 w 9312201"/>
              <a:gd name="connsiteY11596" fmla="*/ 845661 h 4927186"/>
              <a:gd name="connsiteX11597" fmla="*/ 1657611 w 9312201"/>
              <a:gd name="connsiteY11597" fmla="*/ 867481 h 4927186"/>
              <a:gd name="connsiteX11598" fmla="*/ 1635796 w 9312201"/>
              <a:gd name="connsiteY11598" fmla="*/ 845661 h 4927186"/>
              <a:gd name="connsiteX11599" fmla="*/ 1657611 w 9312201"/>
              <a:gd name="connsiteY11599" fmla="*/ 823841 h 4927186"/>
              <a:gd name="connsiteX11600" fmla="*/ 1580257 w 9312201"/>
              <a:gd name="connsiteY11600" fmla="*/ 823841 h 4927186"/>
              <a:gd name="connsiteX11601" fmla="*/ 1602734 w 9312201"/>
              <a:gd name="connsiteY11601" fmla="*/ 845661 h 4927186"/>
              <a:gd name="connsiteX11602" fmla="*/ 1580257 w 9312201"/>
              <a:gd name="connsiteY11602" fmla="*/ 867481 h 4927186"/>
              <a:gd name="connsiteX11603" fmla="*/ 1557771 w 9312201"/>
              <a:gd name="connsiteY11603" fmla="*/ 845661 h 4927186"/>
              <a:gd name="connsiteX11604" fmla="*/ 1580257 w 9312201"/>
              <a:gd name="connsiteY11604" fmla="*/ 823841 h 4927186"/>
              <a:gd name="connsiteX11605" fmla="*/ 1345530 w 9312201"/>
              <a:gd name="connsiteY11605" fmla="*/ 823841 h 4927186"/>
              <a:gd name="connsiteX11606" fmla="*/ 1367350 w 9312201"/>
              <a:gd name="connsiteY11606" fmla="*/ 845661 h 4927186"/>
              <a:gd name="connsiteX11607" fmla="*/ 1345530 w 9312201"/>
              <a:gd name="connsiteY11607" fmla="*/ 867481 h 4927186"/>
              <a:gd name="connsiteX11608" fmla="*/ 1323709 w 9312201"/>
              <a:gd name="connsiteY11608" fmla="*/ 845661 h 4927186"/>
              <a:gd name="connsiteX11609" fmla="*/ 1345530 w 9312201"/>
              <a:gd name="connsiteY11609" fmla="*/ 823841 h 4927186"/>
              <a:gd name="connsiteX11610" fmla="*/ 1268169 w 9312201"/>
              <a:gd name="connsiteY11610" fmla="*/ 823841 h 4927186"/>
              <a:gd name="connsiteX11611" fmla="*/ 1290660 w 9312201"/>
              <a:gd name="connsiteY11611" fmla="*/ 845661 h 4927186"/>
              <a:gd name="connsiteX11612" fmla="*/ 1268169 w 9312201"/>
              <a:gd name="connsiteY11612" fmla="*/ 867481 h 4927186"/>
              <a:gd name="connsiteX11613" fmla="*/ 1245691 w 9312201"/>
              <a:gd name="connsiteY11613" fmla="*/ 845661 h 4927186"/>
              <a:gd name="connsiteX11614" fmla="*/ 1268169 w 9312201"/>
              <a:gd name="connsiteY11614" fmla="*/ 823841 h 4927186"/>
              <a:gd name="connsiteX11615" fmla="*/ 1190817 w 9312201"/>
              <a:gd name="connsiteY11615" fmla="*/ 823841 h 4927186"/>
              <a:gd name="connsiteX11616" fmla="*/ 1212636 w 9312201"/>
              <a:gd name="connsiteY11616" fmla="*/ 845661 h 4927186"/>
              <a:gd name="connsiteX11617" fmla="*/ 1190817 w 9312201"/>
              <a:gd name="connsiteY11617" fmla="*/ 867481 h 4927186"/>
              <a:gd name="connsiteX11618" fmla="*/ 1168996 w 9312201"/>
              <a:gd name="connsiteY11618" fmla="*/ 845661 h 4927186"/>
              <a:gd name="connsiteX11619" fmla="*/ 1190817 w 9312201"/>
              <a:gd name="connsiteY11619" fmla="*/ 823841 h 4927186"/>
              <a:gd name="connsiteX11620" fmla="*/ 1112792 w 9312201"/>
              <a:gd name="connsiteY11620" fmla="*/ 823841 h 4927186"/>
              <a:gd name="connsiteX11621" fmla="*/ 1134615 w 9312201"/>
              <a:gd name="connsiteY11621" fmla="*/ 845661 h 4927186"/>
              <a:gd name="connsiteX11622" fmla="*/ 1112792 w 9312201"/>
              <a:gd name="connsiteY11622" fmla="*/ 867481 h 4927186"/>
              <a:gd name="connsiteX11623" fmla="*/ 1090972 w 9312201"/>
              <a:gd name="connsiteY11623" fmla="*/ 845661 h 4927186"/>
              <a:gd name="connsiteX11624" fmla="*/ 1112792 w 9312201"/>
              <a:gd name="connsiteY11624" fmla="*/ 823841 h 4927186"/>
              <a:gd name="connsiteX11625" fmla="*/ 3059326 w 9312201"/>
              <a:gd name="connsiteY11625" fmla="*/ 780205 h 4927186"/>
              <a:gd name="connsiteX11626" fmla="*/ 3081146 w 9312201"/>
              <a:gd name="connsiteY11626" fmla="*/ 802024 h 4927186"/>
              <a:gd name="connsiteX11627" fmla="*/ 3059326 w 9312201"/>
              <a:gd name="connsiteY11627" fmla="*/ 823845 h 4927186"/>
              <a:gd name="connsiteX11628" fmla="*/ 3037506 w 9312201"/>
              <a:gd name="connsiteY11628" fmla="*/ 802024 h 4927186"/>
              <a:gd name="connsiteX11629" fmla="*/ 3059326 w 9312201"/>
              <a:gd name="connsiteY11629" fmla="*/ 780205 h 4927186"/>
              <a:gd name="connsiteX11630" fmla="*/ 3838870 w 9312201"/>
              <a:gd name="connsiteY11630" fmla="*/ 780204 h 4927186"/>
              <a:gd name="connsiteX11631" fmla="*/ 3861351 w 9312201"/>
              <a:gd name="connsiteY11631" fmla="*/ 802024 h 4927186"/>
              <a:gd name="connsiteX11632" fmla="*/ 3838870 w 9312201"/>
              <a:gd name="connsiteY11632" fmla="*/ 823845 h 4927186"/>
              <a:gd name="connsiteX11633" fmla="*/ 3816389 w 9312201"/>
              <a:gd name="connsiteY11633" fmla="*/ 802024 h 4927186"/>
              <a:gd name="connsiteX11634" fmla="*/ 3838870 w 9312201"/>
              <a:gd name="connsiteY11634" fmla="*/ 780204 h 4927186"/>
              <a:gd name="connsiteX11635" fmla="*/ 3760188 w 9312201"/>
              <a:gd name="connsiteY11635" fmla="*/ 780204 h 4927186"/>
              <a:gd name="connsiteX11636" fmla="*/ 3782008 w 9312201"/>
              <a:gd name="connsiteY11636" fmla="*/ 802024 h 4927186"/>
              <a:gd name="connsiteX11637" fmla="*/ 3760188 w 9312201"/>
              <a:gd name="connsiteY11637" fmla="*/ 823845 h 4927186"/>
              <a:gd name="connsiteX11638" fmla="*/ 3738368 w 9312201"/>
              <a:gd name="connsiteY11638" fmla="*/ 802024 h 4927186"/>
              <a:gd name="connsiteX11639" fmla="*/ 3760188 w 9312201"/>
              <a:gd name="connsiteY11639" fmla="*/ 780204 h 4927186"/>
              <a:gd name="connsiteX11640" fmla="*/ 3682168 w 9312201"/>
              <a:gd name="connsiteY11640" fmla="*/ 780204 h 4927186"/>
              <a:gd name="connsiteX11641" fmla="*/ 3703988 w 9312201"/>
              <a:gd name="connsiteY11641" fmla="*/ 802024 h 4927186"/>
              <a:gd name="connsiteX11642" fmla="*/ 3682168 w 9312201"/>
              <a:gd name="connsiteY11642" fmla="*/ 823845 h 4927186"/>
              <a:gd name="connsiteX11643" fmla="*/ 3660348 w 9312201"/>
              <a:gd name="connsiteY11643" fmla="*/ 802024 h 4927186"/>
              <a:gd name="connsiteX11644" fmla="*/ 3682168 w 9312201"/>
              <a:gd name="connsiteY11644" fmla="*/ 780204 h 4927186"/>
              <a:gd name="connsiteX11645" fmla="*/ 3604148 w 9312201"/>
              <a:gd name="connsiteY11645" fmla="*/ 780204 h 4927186"/>
              <a:gd name="connsiteX11646" fmla="*/ 3625968 w 9312201"/>
              <a:gd name="connsiteY11646" fmla="*/ 802024 h 4927186"/>
              <a:gd name="connsiteX11647" fmla="*/ 3604148 w 9312201"/>
              <a:gd name="connsiteY11647" fmla="*/ 823844 h 4927186"/>
              <a:gd name="connsiteX11648" fmla="*/ 3582328 w 9312201"/>
              <a:gd name="connsiteY11648" fmla="*/ 802024 h 4927186"/>
              <a:gd name="connsiteX11649" fmla="*/ 3604148 w 9312201"/>
              <a:gd name="connsiteY11649" fmla="*/ 780204 h 4927186"/>
              <a:gd name="connsiteX11650" fmla="*/ 3526788 w 9312201"/>
              <a:gd name="connsiteY11650" fmla="*/ 780204 h 4927186"/>
              <a:gd name="connsiteX11651" fmla="*/ 3549269 w 9312201"/>
              <a:gd name="connsiteY11651" fmla="*/ 802024 h 4927186"/>
              <a:gd name="connsiteX11652" fmla="*/ 3526788 w 9312201"/>
              <a:gd name="connsiteY11652" fmla="*/ 823844 h 4927186"/>
              <a:gd name="connsiteX11653" fmla="*/ 3504307 w 9312201"/>
              <a:gd name="connsiteY11653" fmla="*/ 802024 h 4927186"/>
              <a:gd name="connsiteX11654" fmla="*/ 3526788 w 9312201"/>
              <a:gd name="connsiteY11654" fmla="*/ 780204 h 4927186"/>
              <a:gd name="connsiteX11655" fmla="*/ 3449429 w 9312201"/>
              <a:gd name="connsiteY11655" fmla="*/ 780204 h 4927186"/>
              <a:gd name="connsiteX11656" fmla="*/ 3471249 w 9312201"/>
              <a:gd name="connsiteY11656" fmla="*/ 802023 h 4927186"/>
              <a:gd name="connsiteX11657" fmla="*/ 3449429 w 9312201"/>
              <a:gd name="connsiteY11657" fmla="*/ 823844 h 4927186"/>
              <a:gd name="connsiteX11658" fmla="*/ 3427609 w 9312201"/>
              <a:gd name="connsiteY11658" fmla="*/ 802023 h 4927186"/>
              <a:gd name="connsiteX11659" fmla="*/ 3449429 w 9312201"/>
              <a:gd name="connsiteY11659" fmla="*/ 780204 h 4927186"/>
              <a:gd name="connsiteX11660" fmla="*/ 3371408 w 9312201"/>
              <a:gd name="connsiteY11660" fmla="*/ 780204 h 4927186"/>
              <a:gd name="connsiteX11661" fmla="*/ 3393228 w 9312201"/>
              <a:gd name="connsiteY11661" fmla="*/ 802023 h 4927186"/>
              <a:gd name="connsiteX11662" fmla="*/ 3371408 w 9312201"/>
              <a:gd name="connsiteY11662" fmla="*/ 823844 h 4927186"/>
              <a:gd name="connsiteX11663" fmla="*/ 3349588 w 9312201"/>
              <a:gd name="connsiteY11663" fmla="*/ 802023 h 4927186"/>
              <a:gd name="connsiteX11664" fmla="*/ 3371408 w 9312201"/>
              <a:gd name="connsiteY11664" fmla="*/ 780204 h 4927186"/>
              <a:gd name="connsiteX11665" fmla="*/ 3293388 w 9312201"/>
              <a:gd name="connsiteY11665" fmla="*/ 780204 h 4927186"/>
              <a:gd name="connsiteX11666" fmla="*/ 3315208 w 9312201"/>
              <a:gd name="connsiteY11666" fmla="*/ 802023 h 4927186"/>
              <a:gd name="connsiteX11667" fmla="*/ 3293388 w 9312201"/>
              <a:gd name="connsiteY11667" fmla="*/ 823844 h 4927186"/>
              <a:gd name="connsiteX11668" fmla="*/ 3271568 w 9312201"/>
              <a:gd name="connsiteY11668" fmla="*/ 802023 h 4927186"/>
              <a:gd name="connsiteX11669" fmla="*/ 3293388 w 9312201"/>
              <a:gd name="connsiteY11669" fmla="*/ 780204 h 4927186"/>
              <a:gd name="connsiteX11670" fmla="*/ 3215368 w 9312201"/>
              <a:gd name="connsiteY11670" fmla="*/ 780204 h 4927186"/>
              <a:gd name="connsiteX11671" fmla="*/ 3237188 w 9312201"/>
              <a:gd name="connsiteY11671" fmla="*/ 802023 h 4927186"/>
              <a:gd name="connsiteX11672" fmla="*/ 3215368 w 9312201"/>
              <a:gd name="connsiteY11672" fmla="*/ 823844 h 4927186"/>
              <a:gd name="connsiteX11673" fmla="*/ 3193548 w 9312201"/>
              <a:gd name="connsiteY11673" fmla="*/ 802023 h 4927186"/>
              <a:gd name="connsiteX11674" fmla="*/ 3215368 w 9312201"/>
              <a:gd name="connsiteY11674" fmla="*/ 780204 h 4927186"/>
              <a:gd name="connsiteX11675" fmla="*/ 3137348 w 9312201"/>
              <a:gd name="connsiteY11675" fmla="*/ 780204 h 4927186"/>
              <a:gd name="connsiteX11676" fmla="*/ 3159168 w 9312201"/>
              <a:gd name="connsiteY11676" fmla="*/ 802023 h 4927186"/>
              <a:gd name="connsiteX11677" fmla="*/ 3137348 w 9312201"/>
              <a:gd name="connsiteY11677" fmla="*/ 823844 h 4927186"/>
              <a:gd name="connsiteX11678" fmla="*/ 3115528 w 9312201"/>
              <a:gd name="connsiteY11678" fmla="*/ 802023 h 4927186"/>
              <a:gd name="connsiteX11679" fmla="*/ 3137348 w 9312201"/>
              <a:gd name="connsiteY11679" fmla="*/ 780204 h 4927186"/>
              <a:gd name="connsiteX11680" fmla="*/ 8277438 w 9312201"/>
              <a:gd name="connsiteY11680" fmla="*/ 745826 h 4927186"/>
              <a:gd name="connsiteX11681" fmla="*/ 8299258 w 9312201"/>
              <a:gd name="connsiteY11681" fmla="*/ 768314 h 4927186"/>
              <a:gd name="connsiteX11682" fmla="*/ 8277438 w 9312201"/>
              <a:gd name="connsiteY11682" fmla="*/ 790788 h 4927186"/>
              <a:gd name="connsiteX11683" fmla="*/ 8255618 w 9312201"/>
              <a:gd name="connsiteY11683" fmla="*/ 768314 h 4927186"/>
              <a:gd name="connsiteX11684" fmla="*/ 8277438 w 9312201"/>
              <a:gd name="connsiteY11684" fmla="*/ 745826 h 4927186"/>
              <a:gd name="connsiteX11685" fmla="*/ 8199418 w 9312201"/>
              <a:gd name="connsiteY11685" fmla="*/ 745826 h 4927186"/>
              <a:gd name="connsiteX11686" fmla="*/ 8221238 w 9312201"/>
              <a:gd name="connsiteY11686" fmla="*/ 768314 h 4927186"/>
              <a:gd name="connsiteX11687" fmla="*/ 8199418 w 9312201"/>
              <a:gd name="connsiteY11687" fmla="*/ 790788 h 4927186"/>
              <a:gd name="connsiteX11688" fmla="*/ 8177598 w 9312201"/>
              <a:gd name="connsiteY11688" fmla="*/ 768314 h 4927186"/>
              <a:gd name="connsiteX11689" fmla="*/ 8199418 w 9312201"/>
              <a:gd name="connsiteY11689" fmla="*/ 745826 h 4927186"/>
              <a:gd name="connsiteX11690" fmla="*/ 8121398 w 9312201"/>
              <a:gd name="connsiteY11690" fmla="*/ 745826 h 4927186"/>
              <a:gd name="connsiteX11691" fmla="*/ 8143218 w 9312201"/>
              <a:gd name="connsiteY11691" fmla="*/ 768314 h 4927186"/>
              <a:gd name="connsiteX11692" fmla="*/ 8121398 w 9312201"/>
              <a:gd name="connsiteY11692" fmla="*/ 790788 h 4927186"/>
              <a:gd name="connsiteX11693" fmla="*/ 8099578 w 9312201"/>
              <a:gd name="connsiteY11693" fmla="*/ 768314 h 4927186"/>
              <a:gd name="connsiteX11694" fmla="*/ 8121398 w 9312201"/>
              <a:gd name="connsiteY11694" fmla="*/ 745826 h 4927186"/>
              <a:gd name="connsiteX11695" fmla="*/ 8044700 w 9312201"/>
              <a:gd name="connsiteY11695" fmla="*/ 745826 h 4927186"/>
              <a:gd name="connsiteX11696" fmla="*/ 8066520 w 9312201"/>
              <a:gd name="connsiteY11696" fmla="*/ 768314 h 4927186"/>
              <a:gd name="connsiteX11697" fmla="*/ 8044700 w 9312201"/>
              <a:gd name="connsiteY11697" fmla="*/ 790788 h 4927186"/>
              <a:gd name="connsiteX11698" fmla="*/ 8022880 w 9312201"/>
              <a:gd name="connsiteY11698" fmla="*/ 768314 h 4927186"/>
              <a:gd name="connsiteX11699" fmla="*/ 8044700 w 9312201"/>
              <a:gd name="connsiteY11699" fmla="*/ 745826 h 4927186"/>
              <a:gd name="connsiteX11700" fmla="*/ 7966679 w 9312201"/>
              <a:gd name="connsiteY11700" fmla="*/ 745826 h 4927186"/>
              <a:gd name="connsiteX11701" fmla="*/ 7988499 w 9312201"/>
              <a:gd name="connsiteY11701" fmla="*/ 768314 h 4927186"/>
              <a:gd name="connsiteX11702" fmla="*/ 7966679 w 9312201"/>
              <a:gd name="connsiteY11702" fmla="*/ 790788 h 4927186"/>
              <a:gd name="connsiteX11703" fmla="*/ 7944859 w 9312201"/>
              <a:gd name="connsiteY11703" fmla="*/ 768314 h 4927186"/>
              <a:gd name="connsiteX11704" fmla="*/ 7966679 w 9312201"/>
              <a:gd name="connsiteY11704" fmla="*/ 745826 h 4927186"/>
              <a:gd name="connsiteX11705" fmla="*/ 7343838 w 9312201"/>
              <a:gd name="connsiteY11705" fmla="*/ 745826 h 4927186"/>
              <a:gd name="connsiteX11706" fmla="*/ 7365658 w 9312201"/>
              <a:gd name="connsiteY11706" fmla="*/ 768314 h 4927186"/>
              <a:gd name="connsiteX11707" fmla="*/ 7343838 w 9312201"/>
              <a:gd name="connsiteY11707" fmla="*/ 790788 h 4927186"/>
              <a:gd name="connsiteX11708" fmla="*/ 7322018 w 9312201"/>
              <a:gd name="connsiteY11708" fmla="*/ 768314 h 4927186"/>
              <a:gd name="connsiteX11709" fmla="*/ 7343838 w 9312201"/>
              <a:gd name="connsiteY11709" fmla="*/ 745826 h 4927186"/>
              <a:gd name="connsiteX11710" fmla="*/ 7264495 w 9312201"/>
              <a:gd name="connsiteY11710" fmla="*/ 745826 h 4927186"/>
              <a:gd name="connsiteX11711" fmla="*/ 7286315 w 9312201"/>
              <a:gd name="connsiteY11711" fmla="*/ 768314 h 4927186"/>
              <a:gd name="connsiteX11712" fmla="*/ 7264495 w 9312201"/>
              <a:gd name="connsiteY11712" fmla="*/ 790788 h 4927186"/>
              <a:gd name="connsiteX11713" fmla="*/ 7242675 w 9312201"/>
              <a:gd name="connsiteY11713" fmla="*/ 768314 h 4927186"/>
              <a:gd name="connsiteX11714" fmla="*/ 7264495 w 9312201"/>
              <a:gd name="connsiteY11714" fmla="*/ 745826 h 4927186"/>
              <a:gd name="connsiteX11715" fmla="*/ 7186475 w 9312201"/>
              <a:gd name="connsiteY11715" fmla="*/ 745826 h 4927186"/>
              <a:gd name="connsiteX11716" fmla="*/ 7208295 w 9312201"/>
              <a:gd name="connsiteY11716" fmla="*/ 768314 h 4927186"/>
              <a:gd name="connsiteX11717" fmla="*/ 7186475 w 9312201"/>
              <a:gd name="connsiteY11717" fmla="*/ 790788 h 4927186"/>
              <a:gd name="connsiteX11718" fmla="*/ 7164655 w 9312201"/>
              <a:gd name="connsiteY11718" fmla="*/ 768314 h 4927186"/>
              <a:gd name="connsiteX11719" fmla="*/ 7186475 w 9312201"/>
              <a:gd name="connsiteY11719" fmla="*/ 745826 h 4927186"/>
              <a:gd name="connsiteX11720" fmla="*/ 7109116 w 9312201"/>
              <a:gd name="connsiteY11720" fmla="*/ 745826 h 4927186"/>
              <a:gd name="connsiteX11721" fmla="*/ 7131597 w 9312201"/>
              <a:gd name="connsiteY11721" fmla="*/ 768307 h 4927186"/>
              <a:gd name="connsiteX11722" fmla="*/ 7109116 w 9312201"/>
              <a:gd name="connsiteY11722" fmla="*/ 790788 h 4927186"/>
              <a:gd name="connsiteX11723" fmla="*/ 7086635 w 9312201"/>
              <a:gd name="connsiteY11723" fmla="*/ 768307 h 4927186"/>
              <a:gd name="connsiteX11724" fmla="*/ 7109116 w 9312201"/>
              <a:gd name="connsiteY11724" fmla="*/ 745826 h 4927186"/>
              <a:gd name="connsiteX11725" fmla="*/ 7031757 w 9312201"/>
              <a:gd name="connsiteY11725" fmla="*/ 745824 h 4927186"/>
              <a:gd name="connsiteX11726" fmla="*/ 7053577 w 9312201"/>
              <a:gd name="connsiteY11726" fmla="*/ 768305 h 4927186"/>
              <a:gd name="connsiteX11727" fmla="*/ 7031757 w 9312201"/>
              <a:gd name="connsiteY11727" fmla="*/ 790787 h 4927186"/>
              <a:gd name="connsiteX11728" fmla="*/ 7009937 w 9312201"/>
              <a:gd name="connsiteY11728" fmla="*/ 768305 h 4927186"/>
              <a:gd name="connsiteX11729" fmla="*/ 7031757 w 9312201"/>
              <a:gd name="connsiteY11729" fmla="*/ 745824 h 4927186"/>
              <a:gd name="connsiteX11730" fmla="*/ 6953736 w 9312201"/>
              <a:gd name="connsiteY11730" fmla="*/ 745824 h 4927186"/>
              <a:gd name="connsiteX11731" fmla="*/ 6975556 w 9312201"/>
              <a:gd name="connsiteY11731" fmla="*/ 768304 h 4927186"/>
              <a:gd name="connsiteX11732" fmla="*/ 6953736 w 9312201"/>
              <a:gd name="connsiteY11732" fmla="*/ 790787 h 4927186"/>
              <a:gd name="connsiteX11733" fmla="*/ 6931916 w 9312201"/>
              <a:gd name="connsiteY11733" fmla="*/ 768304 h 4927186"/>
              <a:gd name="connsiteX11734" fmla="*/ 6953736 w 9312201"/>
              <a:gd name="connsiteY11734" fmla="*/ 745824 h 4927186"/>
              <a:gd name="connsiteX11735" fmla="*/ 6875716 w 9312201"/>
              <a:gd name="connsiteY11735" fmla="*/ 745824 h 4927186"/>
              <a:gd name="connsiteX11736" fmla="*/ 6897536 w 9312201"/>
              <a:gd name="connsiteY11736" fmla="*/ 768304 h 4927186"/>
              <a:gd name="connsiteX11737" fmla="*/ 6875716 w 9312201"/>
              <a:gd name="connsiteY11737" fmla="*/ 790787 h 4927186"/>
              <a:gd name="connsiteX11738" fmla="*/ 6853896 w 9312201"/>
              <a:gd name="connsiteY11738" fmla="*/ 768304 h 4927186"/>
              <a:gd name="connsiteX11739" fmla="*/ 6875716 w 9312201"/>
              <a:gd name="connsiteY11739" fmla="*/ 745824 h 4927186"/>
              <a:gd name="connsiteX11740" fmla="*/ 6798356 w 9312201"/>
              <a:gd name="connsiteY11740" fmla="*/ 745824 h 4927186"/>
              <a:gd name="connsiteX11741" fmla="*/ 6820837 w 9312201"/>
              <a:gd name="connsiteY11741" fmla="*/ 768304 h 4927186"/>
              <a:gd name="connsiteX11742" fmla="*/ 6798356 w 9312201"/>
              <a:gd name="connsiteY11742" fmla="*/ 790787 h 4927186"/>
              <a:gd name="connsiteX11743" fmla="*/ 6775875 w 9312201"/>
              <a:gd name="connsiteY11743" fmla="*/ 768304 h 4927186"/>
              <a:gd name="connsiteX11744" fmla="*/ 6798356 w 9312201"/>
              <a:gd name="connsiteY11744" fmla="*/ 745824 h 4927186"/>
              <a:gd name="connsiteX11745" fmla="*/ 6719675 w 9312201"/>
              <a:gd name="connsiteY11745" fmla="*/ 745824 h 4927186"/>
              <a:gd name="connsiteX11746" fmla="*/ 6741495 w 9312201"/>
              <a:gd name="connsiteY11746" fmla="*/ 768304 h 4927186"/>
              <a:gd name="connsiteX11747" fmla="*/ 6719675 w 9312201"/>
              <a:gd name="connsiteY11747" fmla="*/ 790787 h 4927186"/>
              <a:gd name="connsiteX11748" fmla="*/ 6697855 w 9312201"/>
              <a:gd name="connsiteY11748" fmla="*/ 768304 h 4927186"/>
              <a:gd name="connsiteX11749" fmla="*/ 6719675 w 9312201"/>
              <a:gd name="connsiteY11749" fmla="*/ 745824 h 4927186"/>
              <a:gd name="connsiteX11750" fmla="*/ 6641655 w 9312201"/>
              <a:gd name="connsiteY11750" fmla="*/ 745824 h 4927186"/>
              <a:gd name="connsiteX11751" fmla="*/ 6663475 w 9312201"/>
              <a:gd name="connsiteY11751" fmla="*/ 768304 h 4927186"/>
              <a:gd name="connsiteX11752" fmla="*/ 6641655 w 9312201"/>
              <a:gd name="connsiteY11752" fmla="*/ 790787 h 4927186"/>
              <a:gd name="connsiteX11753" fmla="*/ 6619835 w 9312201"/>
              <a:gd name="connsiteY11753" fmla="*/ 768304 h 4927186"/>
              <a:gd name="connsiteX11754" fmla="*/ 6641655 w 9312201"/>
              <a:gd name="connsiteY11754" fmla="*/ 745824 h 4927186"/>
              <a:gd name="connsiteX11755" fmla="*/ 5940793 w 9312201"/>
              <a:gd name="connsiteY11755" fmla="*/ 745824 h 4927186"/>
              <a:gd name="connsiteX11756" fmla="*/ 5962613 w 9312201"/>
              <a:gd name="connsiteY11756" fmla="*/ 768304 h 4927186"/>
              <a:gd name="connsiteX11757" fmla="*/ 5940793 w 9312201"/>
              <a:gd name="connsiteY11757" fmla="*/ 790787 h 4927186"/>
              <a:gd name="connsiteX11758" fmla="*/ 5918973 w 9312201"/>
              <a:gd name="connsiteY11758" fmla="*/ 768304 h 4927186"/>
              <a:gd name="connsiteX11759" fmla="*/ 5940793 w 9312201"/>
              <a:gd name="connsiteY11759" fmla="*/ 745824 h 4927186"/>
              <a:gd name="connsiteX11760" fmla="*/ 5862773 w 9312201"/>
              <a:gd name="connsiteY11760" fmla="*/ 745824 h 4927186"/>
              <a:gd name="connsiteX11761" fmla="*/ 5884593 w 9312201"/>
              <a:gd name="connsiteY11761" fmla="*/ 768304 h 4927186"/>
              <a:gd name="connsiteX11762" fmla="*/ 5862773 w 9312201"/>
              <a:gd name="connsiteY11762" fmla="*/ 790787 h 4927186"/>
              <a:gd name="connsiteX11763" fmla="*/ 5840953 w 9312201"/>
              <a:gd name="connsiteY11763" fmla="*/ 768304 h 4927186"/>
              <a:gd name="connsiteX11764" fmla="*/ 5862773 w 9312201"/>
              <a:gd name="connsiteY11764" fmla="*/ 745824 h 4927186"/>
              <a:gd name="connsiteX11765" fmla="*/ 2280445 w 9312201"/>
              <a:gd name="connsiteY11765" fmla="*/ 745822 h 4927186"/>
              <a:gd name="connsiteX11766" fmla="*/ 2302265 w 9312201"/>
              <a:gd name="connsiteY11766" fmla="*/ 768303 h 4927186"/>
              <a:gd name="connsiteX11767" fmla="*/ 2280445 w 9312201"/>
              <a:gd name="connsiteY11767" fmla="*/ 790784 h 4927186"/>
              <a:gd name="connsiteX11768" fmla="*/ 2258625 w 9312201"/>
              <a:gd name="connsiteY11768" fmla="*/ 768303 h 4927186"/>
              <a:gd name="connsiteX11769" fmla="*/ 2280445 w 9312201"/>
              <a:gd name="connsiteY11769" fmla="*/ 745822 h 4927186"/>
              <a:gd name="connsiteX11770" fmla="*/ 2203086 w 9312201"/>
              <a:gd name="connsiteY11770" fmla="*/ 745822 h 4927186"/>
              <a:gd name="connsiteX11771" fmla="*/ 2225567 w 9312201"/>
              <a:gd name="connsiteY11771" fmla="*/ 768303 h 4927186"/>
              <a:gd name="connsiteX11772" fmla="*/ 2203086 w 9312201"/>
              <a:gd name="connsiteY11772" fmla="*/ 790784 h 4927186"/>
              <a:gd name="connsiteX11773" fmla="*/ 2180605 w 9312201"/>
              <a:gd name="connsiteY11773" fmla="*/ 768303 h 4927186"/>
              <a:gd name="connsiteX11774" fmla="*/ 2203086 w 9312201"/>
              <a:gd name="connsiteY11774" fmla="*/ 745822 h 4927186"/>
              <a:gd name="connsiteX11775" fmla="*/ 2125727 w 9312201"/>
              <a:gd name="connsiteY11775" fmla="*/ 745822 h 4927186"/>
              <a:gd name="connsiteX11776" fmla="*/ 2147547 w 9312201"/>
              <a:gd name="connsiteY11776" fmla="*/ 768303 h 4927186"/>
              <a:gd name="connsiteX11777" fmla="*/ 2125727 w 9312201"/>
              <a:gd name="connsiteY11777" fmla="*/ 790784 h 4927186"/>
              <a:gd name="connsiteX11778" fmla="*/ 2103907 w 9312201"/>
              <a:gd name="connsiteY11778" fmla="*/ 768303 h 4927186"/>
              <a:gd name="connsiteX11779" fmla="*/ 2125727 w 9312201"/>
              <a:gd name="connsiteY11779" fmla="*/ 745822 h 4927186"/>
              <a:gd name="connsiteX11780" fmla="*/ 2047706 w 9312201"/>
              <a:gd name="connsiteY11780" fmla="*/ 745822 h 4927186"/>
              <a:gd name="connsiteX11781" fmla="*/ 2069526 w 9312201"/>
              <a:gd name="connsiteY11781" fmla="*/ 768303 h 4927186"/>
              <a:gd name="connsiteX11782" fmla="*/ 2047706 w 9312201"/>
              <a:gd name="connsiteY11782" fmla="*/ 790784 h 4927186"/>
              <a:gd name="connsiteX11783" fmla="*/ 2025886 w 9312201"/>
              <a:gd name="connsiteY11783" fmla="*/ 768303 h 4927186"/>
              <a:gd name="connsiteX11784" fmla="*/ 2047706 w 9312201"/>
              <a:gd name="connsiteY11784" fmla="*/ 745822 h 4927186"/>
              <a:gd name="connsiteX11785" fmla="*/ 1424212 w 9312201"/>
              <a:gd name="connsiteY11785" fmla="*/ 745821 h 4927186"/>
              <a:gd name="connsiteX11786" fmla="*/ 1446695 w 9312201"/>
              <a:gd name="connsiteY11786" fmla="*/ 768302 h 4927186"/>
              <a:gd name="connsiteX11787" fmla="*/ 1424212 w 9312201"/>
              <a:gd name="connsiteY11787" fmla="*/ 790783 h 4927186"/>
              <a:gd name="connsiteX11788" fmla="*/ 1401732 w 9312201"/>
              <a:gd name="connsiteY11788" fmla="*/ 768302 h 4927186"/>
              <a:gd name="connsiteX11789" fmla="*/ 1424212 w 9312201"/>
              <a:gd name="connsiteY11789" fmla="*/ 745821 h 4927186"/>
              <a:gd name="connsiteX11790" fmla="*/ 1190817 w 9312201"/>
              <a:gd name="connsiteY11790" fmla="*/ 745821 h 4927186"/>
              <a:gd name="connsiteX11791" fmla="*/ 1212636 w 9312201"/>
              <a:gd name="connsiteY11791" fmla="*/ 768302 h 4927186"/>
              <a:gd name="connsiteX11792" fmla="*/ 1190817 w 9312201"/>
              <a:gd name="connsiteY11792" fmla="*/ 790783 h 4927186"/>
              <a:gd name="connsiteX11793" fmla="*/ 1168996 w 9312201"/>
              <a:gd name="connsiteY11793" fmla="*/ 768302 h 4927186"/>
              <a:gd name="connsiteX11794" fmla="*/ 1190817 w 9312201"/>
              <a:gd name="connsiteY11794" fmla="*/ 745821 h 4927186"/>
              <a:gd name="connsiteX11795" fmla="*/ 3838870 w 9312201"/>
              <a:gd name="connsiteY11795" fmla="*/ 702185 h 4927186"/>
              <a:gd name="connsiteX11796" fmla="*/ 3861351 w 9312201"/>
              <a:gd name="connsiteY11796" fmla="*/ 724005 h 4927186"/>
              <a:gd name="connsiteX11797" fmla="*/ 3838870 w 9312201"/>
              <a:gd name="connsiteY11797" fmla="*/ 745824 h 4927186"/>
              <a:gd name="connsiteX11798" fmla="*/ 3816389 w 9312201"/>
              <a:gd name="connsiteY11798" fmla="*/ 724005 h 4927186"/>
              <a:gd name="connsiteX11799" fmla="*/ 3838870 w 9312201"/>
              <a:gd name="connsiteY11799" fmla="*/ 702185 h 4927186"/>
              <a:gd name="connsiteX11800" fmla="*/ 3760188 w 9312201"/>
              <a:gd name="connsiteY11800" fmla="*/ 702185 h 4927186"/>
              <a:gd name="connsiteX11801" fmla="*/ 3782008 w 9312201"/>
              <a:gd name="connsiteY11801" fmla="*/ 724005 h 4927186"/>
              <a:gd name="connsiteX11802" fmla="*/ 3760188 w 9312201"/>
              <a:gd name="connsiteY11802" fmla="*/ 745824 h 4927186"/>
              <a:gd name="connsiteX11803" fmla="*/ 3738368 w 9312201"/>
              <a:gd name="connsiteY11803" fmla="*/ 724005 h 4927186"/>
              <a:gd name="connsiteX11804" fmla="*/ 3760188 w 9312201"/>
              <a:gd name="connsiteY11804" fmla="*/ 702185 h 4927186"/>
              <a:gd name="connsiteX11805" fmla="*/ 3682168 w 9312201"/>
              <a:gd name="connsiteY11805" fmla="*/ 702184 h 4927186"/>
              <a:gd name="connsiteX11806" fmla="*/ 3703988 w 9312201"/>
              <a:gd name="connsiteY11806" fmla="*/ 724005 h 4927186"/>
              <a:gd name="connsiteX11807" fmla="*/ 3682168 w 9312201"/>
              <a:gd name="connsiteY11807" fmla="*/ 745824 h 4927186"/>
              <a:gd name="connsiteX11808" fmla="*/ 3660348 w 9312201"/>
              <a:gd name="connsiteY11808" fmla="*/ 724005 h 4927186"/>
              <a:gd name="connsiteX11809" fmla="*/ 3682168 w 9312201"/>
              <a:gd name="connsiteY11809" fmla="*/ 702184 h 4927186"/>
              <a:gd name="connsiteX11810" fmla="*/ 3604148 w 9312201"/>
              <a:gd name="connsiteY11810" fmla="*/ 702184 h 4927186"/>
              <a:gd name="connsiteX11811" fmla="*/ 3625968 w 9312201"/>
              <a:gd name="connsiteY11811" fmla="*/ 724004 h 4927186"/>
              <a:gd name="connsiteX11812" fmla="*/ 3604148 w 9312201"/>
              <a:gd name="connsiteY11812" fmla="*/ 745824 h 4927186"/>
              <a:gd name="connsiteX11813" fmla="*/ 3582328 w 9312201"/>
              <a:gd name="connsiteY11813" fmla="*/ 724004 h 4927186"/>
              <a:gd name="connsiteX11814" fmla="*/ 3604148 w 9312201"/>
              <a:gd name="connsiteY11814" fmla="*/ 702184 h 4927186"/>
              <a:gd name="connsiteX11815" fmla="*/ 3526788 w 9312201"/>
              <a:gd name="connsiteY11815" fmla="*/ 702184 h 4927186"/>
              <a:gd name="connsiteX11816" fmla="*/ 3549269 w 9312201"/>
              <a:gd name="connsiteY11816" fmla="*/ 724004 h 4927186"/>
              <a:gd name="connsiteX11817" fmla="*/ 3526788 w 9312201"/>
              <a:gd name="connsiteY11817" fmla="*/ 745824 h 4927186"/>
              <a:gd name="connsiteX11818" fmla="*/ 3504307 w 9312201"/>
              <a:gd name="connsiteY11818" fmla="*/ 724004 h 4927186"/>
              <a:gd name="connsiteX11819" fmla="*/ 3526788 w 9312201"/>
              <a:gd name="connsiteY11819" fmla="*/ 702184 h 4927186"/>
              <a:gd name="connsiteX11820" fmla="*/ 3449429 w 9312201"/>
              <a:gd name="connsiteY11820" fmla="*/ 702183 h 4927186"/>
              <a:gd name="connsiteX11821" fmla="*/ 3471249 w 9312201"/>
              <a:gd name="connsiteY11821" fmla="*/ 724004 h 4927186"/>
              <a:gd name="connsiteX11822" fmla="*/ 3449429 w 9312201"/>
              <a:gd name="connsiteY11822" fmla="*/ 745824 h 4927186"/>
              <a:gd name="connsiteX11823" fmla="*/ 3427609 w 9312201"/>
              <a:gd name="connsiteY11823" fmla="*/ 724004 h 4927186"/>
              <a:gd name="connsiteX11824" fmla="*/ 3449429 w 9312201"/>
              <a:gd name="connsiteY11824" fmla="*/ 702183 h 4927186"/>
              <a:gd name="connsiteX11825" fmla="*/ 3371408 w 9312201"/>
              <a:gd name="connsiteY11825" fmla="*/ 702183 h 4927186"/>
              <a:gd name="connsiteX11826" fmla="*/ 3393228 w 9312201"/>
              <a:gd name="connsiteY11826" fmla="*/ 724004 h 4927186"/>
              <a:gd name="connsiteX11827" fmla="*/ 3371408 w 9312201"/>
              <a:gd name="connsiteY11827" fmla="*/ 745824 h 4927186"/>
              <a:gd name="connsiteX11828" fmla="*/ 3349588 w 9312201"/>
              <a:gd name="connsiteY11828" fmla="*/ 724004 h 4927186"/>
              <a:gd name="connsiteX11829" fmla="*/ 3371408 w 9312201"/>
              <a:gd name="connsiteY11829" fmla="*/ 702183 h 4927186"/>
              <a:gd name="connsiteX11830" fmla="*/ 3293388 w 9312201"/>
              <a:gd name="connsiteY11830" fmla="*/ 702183 h 4927186"/>
              <a:gd name="connsiteX11831" fmla="*/ 3315208 w 9312201"/>
              <a:gd name="connsiteY11831" fmla="*/ 724004 h 4927186"/>
              <a:gd name="connsiteX11832" fmla="*/ 3293388 w 9312201"/>
              <a:gd name="connsiteY11832" fmla="*/ 745824 h 4927186"/>
              <a:gd name="connsiteX11833" fmla="*/ 3271568 w 9312201"/>
              <a:gd name="connsiteY11833" fmla="*/ 724004 h 4927186"/>
              <a:gd name="connsiteX11834" fmla="*/ 3293388 w 9312201"/>
              <a:gd name="connsiteY11834" fmla="*/ 702183 h 4927186"/>
              <a:gd name="connsiteX11835" fmla="*/ 3215368 w 9312201"/>
              <a:gd name="connsiteY11835" fmla="*/ 702183 h 4927186"/>
              <a:gd name="connsiteX11836" fmla="*/ 3237188 w 9312201"/>
              <a:gd name="connsiteY11836" fmla="*/ 724004 h 4927186"/>
              <a:gd name="connsiteX11837" fmla="*/ 3215368 w 9312201"/>
              <a:gd name="connsiteY11837" fmla="*/ 745824 h 4927186"/>
              <a:gd name="connsiteX11838" fmla="*/ 3193548 w 9312201"/>
              <a:gd name="connsiteY11838" fmla="*/ 724004 h 4927186"/>
              <a:gd name="connsiteX11839" fmla="*/ 3215368 w 9312201"/>
              <a:gd name="connsiteY11839" fmla="*/ 702183 h 4927186"/>
              <a:gd name="connsiteX11840" fmla="*/ 3137348 w 9312201"/>
              <a:gd name="connsiteY11840" fmla="*/ 702183 h 4927186"/>
              <a:gd name="connsiteX11841" fmla="*/ 3159168 w 9312201"/>
              <a:gd name="connsiteY11841" fmla="*/ 724004 h 4927186"/>
              <a:gd name="connsiteX11842" fmla="*/ 3137348 w 9312201"/>
              <a:gd name="connsiteY11842" fmla="*/ 745824 h 4927186"/>
              <a:gd name="connsiteX11843" fmla="*/ 3115528 w 9312201"/>
              <a:gd name="connsiteY11843" fmla="*/ 724004 h 4927186"/>
              <a:gd name="connsiteX11844" fmla="*/ 3137348 w 9312201"/>
              <a:gd name="connsiteY11844" fmla="*/ 702183 h 4927186"/>
              <a:gd name="connsiteX11845" fmla="*/ 3059326 w 9312201"/>
              <a:gd name="connsiteY11845" fmla="*/ 702183 h 4927186"/>
              <a:gd name="connsiteX11846" fmla="*/ 3081146 w 9312201"/>
              <a:gd name="connsiteY11846" fmla="*/ 724004 h 4927186"/>
              <a:gd name="connsiteX11847" fmla="*/ 3059326 w 9312201"/>
              <a:gd name="connsiteY11847" fmla="*/ 745824 h 4927186"/>
              <a:gd name="connsiteX11848" fmla="*/ 3037506 w 9312201"/>
              <a:gd name="connsiteY11848" fmla="*/ 724004 h 4927186"/>
              <a:gd name="connsiteX11849" fmla="*/ 3059326 w 9312201"/>
              <a:gd name="connsiteY11849" fmla="*/ 702183 h 4927186"/>
              <a:gd name="connsiteX11850" fmla="*/ 8121398 w 9312201"/>
              <a:gd name="connsiteY11850" fmla="*/ 667806 h 4927186"/>
              <a:gd name="connsiteX11851" fmla="*/ 8143218 w 9312201"/>
              <a:gd name="connsiteY11851" fmla="*/ 689625 h 4927186"/>
              <a:gd name="connsiteX11852" fmla="*/ 8121398 w 9312201"/>
              <a:gd name="connsiteY11852" fmla="*/ 711445 h 4927186"/>
              <a:gd name="connsiteX11853" fmla="*/ 8099578 w 9312201"/>
              <a:gd name="connsiteY11853" fmla="*/ 689625 h 4927186"/>
              <a:gd name="connsiteX11854" fmla="*/ 8121398 w 9312201"/>
              <a:gd name="connsiteY11854" fmla="*/ 667806 h 4927186"/>
              <a:gd name="connsiteX11855" fmla="*/ 8044700 w 9312201"/>
              <a:gd name="connsiteY11855" fmla="*/ 667806 h 4927186"/>
              <a:gd name="connsiteX11856" fmla="*/ 8066520 w 9312201"/>
              <a:gd name="connsiteY11856" fmla="*/ 689625 h 4927186"/>
              <a:gd name="connsiteX11857" fmla="*/ 8044700 w 9312201"/>
              <a:gd name="connsiteY11857" fmla="*/ 711445 h 4927186"/>
              <a:gd name="connsiteX11858" fmla="*/ 8022880 w 9312201"/>
              <a:gd name="connsiteY11858" fmla="*/ 689625 h 4927186"/>
              <a:gd name="connsiteX11859" fmla="*/ 8044700 w 9312201"/>
              <a:gd name="connsiteY11859" fmla="*/ 667806 h 4927186"/>
              <a:gd name="connsiteX11860" fmla="*/ 7966679 w 9312201"/>
              <a:gd name="connsiteY11860" fmla="*/ 667806 h 4927186"/>
              <a:gd name="connsiteX11861" fmla="*/ 7988499 w 9312201"/>
              <a:gd name="connsiteY11861" fmla="*/ 689625 h 4927186"/>
              <a:gd name="connsiteX11862" fmla="*/ 7966679 w 9312201"/>
              <a:gd name="connsiteY11862" fmla="*/ 711445 h 4927186"/>
              <a:gd name="connsiteX11863" fmla="*/ 7944859 w 9312201"/>
              <a:gd name="connsiteY11863" fmla="*/ 689625 h 4927186"/>
              <a:gd name="connsiteX11864" fmla="*/ 7966679 w 9312201"/>
              <a:gd name="connsiteY11864" fmla="*/ 667806 h 4927186"/>
              <a:gd name="connsiteX11865" fmla="*/ 7343838 w 9312201"/>
              <a:gd name="connsiteY11865" fmla="*/ 667806 h 4927186"/>
              <a:gd name="connsiteX11866" fmla="*/ 7365658 w 9312201"/>
              <a:gd name="connsiteY11866" fmla="*/ 689625 h 4927186"/>
              <a:gd name="connsiteX11867" fmla="*/ 7343838 w 9312201"/>
              <a:gd name="connsiteY11867" fmla="*/ 711445 h 4927186"/>
              <a:gd name="connsiteX11868" fmla="*/ 7322018 w 9312201"/>
              <a:gd name="connsiteY11868" fmla="*/ 689625 h 4927186"/>
              <a:gd name="connsiteX11869" fmla="*/ 7343838 w 9312201"/>
              <a:gd name="connsiteY11869" fmla="*/ 667806 h 4927186"/>
              <a:gd name="connsiteX11870" fmla="*/ 7264495 w 9312201"/>
              <a:gd name="connsiteY11870" fmla="*/ 667806 h 4927186"/>
              <a:gd name="connsiteX11871" fmla="*/ 7286315 w 9312201"/>
              <a:gd name="connsiteY11871" fmla="*/ 689625 h 4927186"/>
              <a:gd name="connsiteX11872" fmla="*/ 7264495 w 9312201"/>
              <a:gd name="connsiteY11872" fmla="*/ 711445 h 4927186"/>
              <a:gd name="connsiteX11873" fmla="*/ 7242675 w 9312201"/>
              <a:gd name="connsiteY11873" fmla="*/ 689625 h 4927186"/>
              <a:gd name="connsiteX11874" fmla="*/ 7264495 w 9312201"/>
              <a:gd name="connsiteY11874" fmla="*/ 667806 h 4927186"/>
              <a:gd name="connsiteX11875" fmla="*/ 7186475 w 9312201"/>
              <a:gd name="connsiteY11875" fmla="*/ 667806 h 4927186"/>
              <a:gd name="connsiteX11876" fmla="*/ 7208295 w 9312201"/>
              <a:gd name="connsiteY11876" fmla="*/ 689625 h 4927186"/>
              <a:gd name="connsiteX11877" fmla="*/ 7186475 w 9312201"/>
              <a:gd name="connsiteY11877" fmla="*/ 711445 h 4927186"/>
              <a:gd name="connsiteX11878" fmla="*/ 7164655 w 9312201"/>
              <a:gd name="connsiteY11878" fmla="*/ 689625 h 4927186"/>
              <a:gd name="connsiteX11879" fmla="*/ 7186475 w 9312201"/>
              <a:gd name="connsiteY11879" fmla="*/ 667806 h 4927186"/>
              <a:gd name="connsiteX11880" fmla="*/ 7109116 w 9312201"/>
              <a:gd name="connsiteY11880" fmla="*/ 667806 h 4927186"/>
              <a:gd name="connsiteX11881" fmla="*/ 7131597 w 9312201"/>
              <a:gd name="connsiteY11881" fmla="*/ 689625 h 4927186"/>
              <a:gd name="connsiteX11882" fmla="*/ 7109116 w 9312201"/>
              <a:gd name="connsiteY11882" fmla="*/ 711445 h 4927186"/>
              <a:gd name="connsiteX11883" fmla="*/ 7086635 w 9312201"/>
              <a:gd name="connsiteY11883" fmla="*/ 689625 h 4927186"/>
              <a:gd name="connsiteX11884" fmla="*/ 7109116 w 9312201"/>
              <a:gd name="connsiteY11884" fmla="*/ 667806 h 4927186"/>
              <a:gd name="connsiteX11885" fmla="*/ 7031757 w 9312201"/>
              <a:gd name="connsiteY11885" fmla="*/ 667806 h 4927186"/>
              <a:gd name="connsiteX11886" fmla="*/ 7053577 w 9312201"/>
              <a:gd name="connsiteY11886" fmla="*/ 689625 h 4927186"/>
              <a:gd name="connsiteX11887" fmla="*/ 7031757 w 9312201"/>
              <a:gd name="connsiteY11887" fmla="*/ 711445 h 4927186"/>
              <a:gd name="connsiteX11888" fmla="*/ 7009937 w 9312201"/>
              <a:gd name="connsiteY11888" fmla="*/ 689625 h 4927186"/>
              <a:gd name="connsiteX11889" fmla="*/ 7031757 w 9312201"/>
              <a:gd name="connsiteY11889" fmla="*/ 667806 h 4927186"/>
              <a:gd name="connsiteX11890" fmla="*/ 6953736 w 9312201"/>
              <a:gd name="connsiteY11890" fmla="*/ 667806 h 4927186"/>
              <a:gd name="connsiteX11891" fmla="*/ 6975556 w 9312201"/>
              <a:gd name="connsiteY11891" fmla="*/ 689625 h 4927186"/>
              <a:gd name="connsiteX11892" fmla="*/ 6953736 w 9312201"/>
              <a:gd name="connsiteY11892" fmla="*/ 711445 h 4927186"/>
              <a:gd name="connsiteX11893" fmla="*/ 6931916 w 9312201"/>
              <a:gd name="connsiteY11893" fmla="*/ 689625 h 4927186"/>
              <a:gd name="connsiteX11894" fmla="*/ 6953736 w 9312201"/>
              <a:gd name="connsiteY11894" fmla="*/ 667806 h 4927186"/>
              <a:gd name="connsiteX11895" fmla="*/ 6875716 w 9312201"/>
              <a:gd name="connsiteY11895" fmla="*/ 667806 h 4927186"/>
              <a:gd name="connsiteX11896" fmla="*/ 6897536 w 9312201"/>
              <a:gd name="connsiteY11896" fmla="*/ 689625 h 4927186"/>
              <a:gd name="connsiteX11897" fmla="*/ 6875716 w 9312201"/>
              <a:gd name="connsiteY11897" fmla="*/ 711443 h 4927186"/>
              <a:gd name="connsiteX11898" fmla="*/ 6853896 w 9312201"/>
              <a:gd name="connsiteY11898" fmla="*/ 689625 h 4927186"/>
              <a:gd name="connsiteX11899" fmla="*/ 6875716 w 9312201"/>
              <a:gd name="connsiteY11899" fmla="*/ 667806 h 4927186"/>
              <a:gd name="connsiteX11900" fmla="*/ 6798356 w 9312201"/>
              <a:gd name="connsiteY11900" fmla="*/ 667806 h 4927186"/>
              <a:gd name="connsiteX11901" fmla="*/ 6820837 w 9312201"/>
              <a:gd name="connsiteY11901" fmla="*/ 689625 h 4927186"/>
              <a:gd name="connsiteX11902" fmla="*/ 6798356 w 9312201"/>
              <a:gd name="connsiteY11902" fmla="*/ 711443 h 4927186"/>
              <a:gd name="connsiteX11903" fmla="*/ 6775875 w 9312201"/>
              <a:gd name="connsiteY11903" fmla="*/ 689625 h 4927186"/>
              <a:gd name="connsiteX11904" fmla="*/ 6798356 w 9312201"/>
              <a:gd name="connsiteY11904" fmla="*/ 667806 h 4927186"/>
              <a:gd name="connsiteX11905" fmla="*/ 6174854 w 9312201"/>
              <a:gd name="connsiteY11905" fmla="*/ 667806 h 4927186"/>
              <a:gd name="connsiteX11906" fmla="*/ 6196674 w 9312201"/>
              <a:gd name="connsiteY11906" fmla="*/ 689625 h 4927186"/>
              <a:gd name="connsiteX11907" fmla="*/ 6174854 w 9312201"/>
              <a:gd name="connsiteY11907" fmla="*/ 711443 h 4927186"/>
              <a:gd name="connsiteX11908" fmla="*/ 6153034 w 9312201"/>
              <a:gd name="connsiteY11908" fmla="*/ 689625 h 4927186"/>
              <a:gd name="connsiteX11909" fmla="*/ 6174854 w 9312201"/>
              <a:gd name="connsiteY11909" fmla="*/ 667806 h 4927186"/>
              <a:gd name="connsiteX11910" fmla="*/ 6096834 w 9312201"/>
              <a:gd name="connsiteY11910" fmla="*/ 667806 h 4927186"/>
              <a:gd name="connsiteX11911" fmla="*/ 6118654 w 9312201"/>
              <a:gd name="connsiteY11911" fmla="*/ 689625 h 4927186"/>
              <a:gd name="connsiteX11912" fmla="*/ 6096834 w 9312201"/>
              <a:gd name="connsiteY11912" fmla="*/ 711443 h 4927186"/>
              <a:gd name="connsiteX11913" fmla="*/ 6075014 w 9312201"/>
              <a:gd name="connsiteY11913" fmla="*/ 689625 h 4927186"/>
              <a:gd name="connsiteX11914" fmla="*/ 6096834 w 9312201"/>
              <a:gd name="connsiteY11914" fmla="*/ 667806 h 4927186"/>
              <a:gd name="connsiteX11915" fmla="*/ 6018814 w 9312201"/>
              <a:gd name="connsiteY11915" fmla="*/ 667806 h 4927186"/>
              <a:gd name="connsiteX11916" fmla="*/ 6040634 w 9312201"/>
              <a:gd name="connsiteY11916" fmla="*/ 689625 h 4927186"/>
              <a:gd name="connsiteX11917" fmla="*/ 6018814 w 9312201"/>
              <a:gd name="connsiteY11917" fmla="*/ 711443 h 4927186"/>
              <a:gd name="connsiteX11918" fmla="*/ 5996994 w 9312201"/>
              <a:gd name="connsiteY11918" fmla="*/ 689625 h 4927186"/>
              <a:gd name="connsiteX11919" fmla="*/ 6018814 w 9312201"/>
              <a:gd name="connsiteY11919" fmla="*/ 667806 h 4927186"/>
              <a:gd name="connsiteX11920" fmla="*/ 5940793 w 9312201"/>
              <a:gd name="connsiteY11920" fmla="*/ 667806 h 4927186"/>
              <a:gd name="connsiteX11921" fmla="*/ 5962613 w 9312201"/>
              <a:gd name="connsiteY11921" fmla="*/ 689625 h 4927186"/>
              <a:gd name="connsiteX11922" fmla="*/ 5940793 w 9312201"/>
              <a:gd name="connsiteY11922" fmla="*/ 711443 h 4927186"/>
              <a:gd name="connsiteX11923" fmla="*/ 5918973 w 9312201"/>
              <a:gd name="connsiteY11923" fmla="*/ 689625 h 4927186"/>
              <a:gd name="connsiteX11924" fmla="*/ 5940793 w 9312201"/>
              <a:gd name="connsiteY11924" fmla="*/ 667806 h 4927186"/>
              <a:gd name="connsiteX11925" fmla="*/ 2047706 w 9312201"/>
              <a:gd name="connsiteY11925" fmla="*/ 667802 h 4927186"/>
              <a:gd name="connsiteX11926" fmla="*/ 2069526 w 9312201"/>
              <a:gd name="connsiteY11926" fmla="*/ 689621 h 4927186"/>
              <a:gd name="connsiteX11927" fmla="*/ 2047706 w 9312201"/>
              <a:gd name="connsiteY11927" fmla="*/ 711441 h 4927186"/>
              <a:gd name="connsiteX11928" fmla="*/ 2025886 w 9312201"/>
              <a:gd name="connsiteY11928" fmla="*/ 689621 h 4927186"/>
              <a:gd name="connsiteX11929" fmla="*/ 2047706 w 9312201"/>
              <a:gd name="connsiteY11929" fmla="*/ 667802 h 4927186"/>
              <a:gd name="connsiteX11930" fmla="*/ 1968363 w 9312201"/>
              <a:gd name="connsiteY11930" fmla="*/ 667802 h 4927186"/>
              <a:gd name="connsiteX11931" fmla="*/ 1990183 w 9312201"/>
              <a:gd name="connsiteY11931" fmla="*/ 689621 h 4927186"/>
              <a:gd name="connsiteX11932" fmla="*/ 1968363 w 9312201"/>
              <a:gd name="connsiteY11932" fmla="*/ 711441 h 4927186"/>
              <a:gd name="connsiteX11933" fmla="*/ 1946543 w 9312201"/>
              <a:gd name="connsiteY11933" fmla="*/ 689621 h 4927186"/>
              <a:gd name="connsiteX11934" fmla="*/ 1968363 w 9312201"/>
              <a:gd name="connsiteY11934" fmla="*/ 667802 h 4927186"/>
              <a:gd name="connsiteX11935" fmla="*/ 1813657 w 9312201"/>
              <a:gd name="connsiteY11935" fmla="*/ 667802 h 4927186"/>
              <a:gd name="connsiteX11936" fmla="*/ 1835474 w 9312201"/>
              <a:gd name="connsiteY11936" fmla="*/ 689621 h 4927186"/>
              <a:gd name="connsiteX11937" fmla="*/ 1813657 w 9312201"/>
              <a:gd name="connsiteY11937" fmla="*/ 711441 h 4927186"/>
              <a:gd name="connsiteX11938" fmla="*/ 1791833 w 9312201"/>
              <a:gd name="connsiteY11938" fmla="*/ 689621 h 4927186"/>
              <a:gd name="connsiteX11939" fmla="*/ 1813657 w 9312201"/>
              <a:gd name="connsiteY11939" fmla="*/ 667802 h 4927186"/>
              <a:gd name="connsiteX11940" fmla="*/ 1735633 w 9312201"/>
              <a:gd name="connsiteY11940" fmla="*/ 667802 h 4927186"/>
              <a:gd name="connsiteX11941" fmla="*/ 1757457 w 9312201"/>
              <a:gd name="connsiteY11941" fmla="*/ 689621 h 4927186"/>
              <a:gd name="connsiteX11942" fmla="*/ 1735633 w 9312201"/>
              <a:gd name="connsiteY11942" fmla="*/ 711441 h 4927186"/>
              <a:gd name="connsiteX11943" fmla="*/ 1713819 w 9312201"/>
              <a:gd name="connsiteY11943" fmla="*/ 689621 h 4927186"/>
              <a:gd name="connsiteX11944" fmla="*/ 1735633 w 9312201"/>
              <a:gd name="connsiteY11944" fmla="*/ 667802 h 4927186"/>
              <a:gd name="connsiteX11945" fmla="*/ 1657611 w 9312201"/>
              <a:gd name="connsiteY11945" fmla="*/ 667802 h 4927186"/>
              <a:gd name="connsiteX11946" fmla="*/ 1679436 w 9312201"/>
              <a:gd name="connsiteY11946" fmla="*/ 689621 h 4927186"/>
              <a:gd name="connsiteX11947" fmla="*/ 1657611 w 9312201"/>
              <a:gd name="connsiteY11947" fmla="*/ 711441 h 4927186"/>
              <a:gd name="connsiteX11948" fmla="*/ 1635796 w 9312201"/>
              <a:gd name="connsiteY11948" fmla="*/ 689621 h 4927186"/>
              <a:gd name="connsiteX11949" fmla="*/ 1657611 w 9312201"/>
              <a:gd name="connsiteY11949" fmla="*/ 667802 h 4927186"/>
              <a:gd name="connsiteX11950" fmla="*/ 1580257 w 9312201"/>
              <a:gd name="connsiteY11950" fmla="*/ 667802 h 4927186"/>
              <a:gd name="connsiteX11951" fmla="*/ 1602734 w 9312201"/>
              <a:gd name="connsiteY11951" fmla="*/ 689621 h 4927186"/>
              <a:gd name="connsiteX11952" fmla="*/ 1580257 w 9312201"/>
              <a:gd name="connsiteY11952" fmla="*/ 711441 h 4927186"/>
              <a:gd name="connsiteX11953" fmla="*/ 1557771 w 9312201"/>
              <a:gd name="connsiteY11953" fmla="*/ 689621 h 4927186"/>
              <a:gd name="connsiteX11954" fmla="*/ 1580257 w 9312201"/>
              <a:gd name="connsiteY11954" fmla="*/ 667802 h 4927186"/>
              <a:gd name="connsiteX11955" fmla="*/ 1502899 w 9312201"/>
              <a:gd name="connsiteY11955" fmla="*/ 667802 h 4927186"/>
              <a:gd name="connsiteX11956" fmla="*/ 1524717 w 9312201"/>
              <a:gd name="connsiteY11956" fmla="*/ 689621 h 4927186"/>
              <a:gd name="connsiteX11957" fmla="*/ 1502899 w 9312201"/>
              <a:gd name="connsiteY11957" fmla="*/ 711441 h 4927186"/>
              <a:gd name="connsiteX11958" fmla="*/ 1481077 w 9312201"/>
              <a:gd name="connsiteY11958" fmla="*/ 689621 h 4927186"/>
              <a:gd name="connsiteX11959" fmla="*/ 1502899 w 9312201"/>
              <a:gd name="connsiteY11959" fmla="*/ 667802 h 4927186"/>
              <a:gd name="connsiteX11960" fmla="*/ 1424212 w 9312201"/>
              <a:gd name="connsiteY11960" fmla="*/ 667802 h 4927186"/>
              <a:gd name="connsiteX11961" fmla="*/ 1446695 w 9312201"/>
              <a:gd name="connsiteY11961" fmla="*/ 689621 h 4927186"/>
              <a:gd name="connsiteX11962" fmla="*/ 1424212 w 9312201"/>
              <a:gd name="connsiteY11962" fmla="*/ 711441 h 4927186"/>
              <a:gd name="connsiteX11963" fmla="*/ 1401732 w 9312201"/>
              <a:gd name="connsiteY11963" fmla="*/ 689621 h 4927186"/>
              <a:gd name="connsiteX11964" fmla="*/ 1424212 w 9312201"/>
              <a:gd name="connsiteY11964" fmla="*/ 667802 h 4927186"/>
              <a:gd name="connsiteX11965" fmla="*/ 1345530 w 9312201"/>
              <a:gd name="connsiteY11965" fmla="*/ 667802 h 4927186"/>
              <a:gd name="connsiteX11966" fmla="*/ 1367350 w 9312201"/>
              <a:gd name="connsiteY11966" fmla="*/ 689621 h 4927186"/>
              <a:gd name="connsiteX11967" fmla="*/ 1345530 w 9312201"/>
              <a:gd name="connsiteY11967" fmla="*/ 711441 h 4927186"/>
              <a:gd name="connsiteX11968" fmla="*/ 1323709 w 9312201"/>
              <a:gd name="connsiteY11968" fmla="*/ 689621 h 4927186"/>
              <a:gd name="connsiteX11969" fmla="*/ 1345530 w 9312201"/>
              <a:gd name="connsiteY11969" fmla="*/ 667802 h 4927186"/>
              <a:gd name="connsiteX11970" fmla="*/ 1268169 w 9312201"/>
              <a:gd name="connsiteY11970" fmla="*/ 667802 h 4927186"/>
              <a:gd name="connsiteX11971" fmla="*/ 1290660 w 9312201"/>
              <a:gd name="connsiteY11971" fmla="*/ 689621 h 4927186"/>
              <a:gd name="connsiteX11972" fmla="*/ 1268169 w 9312201"/>
              <a:gd name="connsiteY11972" fmla="*/ 711441 h 4927186"/>
              <a:gd name="connsiteX11973" fmla="*/ 1245691 w 9312201"/>
              <a:gd name="connsiteY11973" fmla="*/ 689621 h 4927186"/>
              <a:gd name="connsiteX11974" fmla="*/ 1268169 w 9312201"/>
              <a:gd name="connsiteY11974" fmla="*/ 667802 h 4927186"/>
              <a:gd name="connsiteX11975" fmla="*/ 1190817 w 9312201"/>
              <a:gd name="connsiteY11975" fmla="*/ 667802 h 4927186"/>
              <a:gd name="connsiteX11976" fmla="*/ 1212636 w 9312201"/>
              <a:gd name="connsiteY11976" fmla="*/ 689621 h 4927186"/>
              <a:gd name="connsiteX11977" fmla="*/ 1190817 w 9312201"/>
              <a:gd name="connsiteY11977" fmla="*/ 711441 h 4927186"/>
              <a:gd name="connsiteX11978" fmla="*/ 1168996 w 9312201"/>
              <a:gd name="connsiteY11978" fmla="*/ 689621 h 4927186"/>
              <a:gd name="connsiteX11979" fmla="*/ 1190817 w 9312201"/>
              <a:gd name="connsiteY11979" fmla="*/ 667802 h 4927186"/>
              <a:gd name="connsiteX11980" fmla="*/ 3838870 w 9312201"/>
              <a:gd name="connsiteY11980" fmla="*/ 622842 h 4927186"/>
              <a:gd name="connsiteX11981" fmla="*/ 3861351 w 9312201"/>
              <a:gd name="connsiteY11981" fmla="*/ 645323 h 4927186"/>
              <a:gd name="connsiteX11982" fmla="*/ 3838870 w 9312201"/>
              <a:gd name="connsiteY11982" fmla="*/ 667804 h 4927186"/>
              <a:gd name="connsiteX11983" fmla="*/ 3816389 w 9312201"/>
              <a:gd name="connsiteY11983" fmla="*/ 645323 h 4927186"/>
              <a:gd name="connsiteX11984" fmla="*/ 3838870 w 9312201"/>
              <a:gd name="connsiteY11984" fmla="*/ 622842 h 4927186"/>
              <a:gd name="connsiteX11985" fmla="*/ 3760188 w 9312201"/>
              <a:gd name="connsiteY11985" fmla="*/ 622842 h 4927186"/>
              <a:gd name="connsiteX11986" fmla="*/ 3782008 w 9312201"/>
              <a:gd name="connsiteY11986" fmla="*/ 645323 h 4927186"/>
              <a:gd name="connsiteX11987" fmla="*/ 3760188 w 9312201"/>
              <a:gd name="connsiteY11987" fmla="*/ 667804 h 4927186"/>
              <a:gd name="connsiteX11988" fmla="*/ 3738368 w 9312201"/>
              <a:gd name="connsiteY11988" fmla="*/ 645323 h 4927186"/>
              <a:gd name="connsiteX11989" fmla="*/ 3760188 w 9312201"/>
              <a:gd name="connsiteY11989" fmla="*/ 622842 h 4927186"/>
              <a:gd name="connsiteX11990" fmla="*/ 3682168 w 9312201"/>
              <a:gd name="connsiteY11990" fmla="*/ 622842 h 4927186"/>
              <a:gd name="connsiteX11991" fmla="*/ 3703988 w 9312201"/>
              <a:gd name="connsiteY11991" fmla="*/ 645323 h 4927186"/>
              <a:gd name="connsiteX11992" fmla="*/ 3682168 w 9312201"/>
              <a:gd name="connsiteY11992" fmla="*/ 667803 h 4927186"/>
              <a:gd name="connsiteX11993" fmla="*/ 3660348 w 9312201"/>
              <a:gd name="connsiteY11993" fmla="*/ 645323 h 4927186"/>
              <a:gd name="connsiteX11994" fmla="*/ 3682168 w 9312201"/>
              <a:gd name="connsiteY11994" fmla="*/ 622842 h 4927186"/>
              <a:gd name="connsiteX11995" fmla="*/ 3604148 w 9312201"/>
              <a:gd name="connsiteY11995" fmla="*/ 622841 h 4927186"/>
              <a:gd name="connsiteX11996" fmla="*/ 3625968 w 9312201"/>
              <a:gd name="connsiteY11996" fmla="*/ 645322 h 4927186"/>
              <a:gd name="connsiteX11997" fmla="*/ 3604148 w 9312201"/>
              <a:gd name="connsiteY11997" fmla="*/ 667803 h 4927186"/>
              <a:gd name="connsiteX11998" fmla="*/ 3582328 w 9312201"/>
              <a:gd name="connsiteY11998" fmla="*/ 645322 h 4927186"/>
              <a:gd name="connsiteX11999" fmla="*/ 3604148 w 9312201"/>
              <a:gd name="connsiteY11999" fmla="*/ 622841 h 4927186"/>
              <a:gd name="connsiteX12000" fmla="*/ 3526788 w 9312201"/>
              <a:gd name="connsiteY12000" fmla="*/ 622841 h 4927186"/>
              <a:gd name="connsiteX12001" fmla="*/ 3549269 w 9312201"/>
              <a:gd name="connsiteY12001" fmla="*/ 645322 h 4927186"/>
              <a:gd name="connsiteX12002" fmla="*/ 3526788 w 9312201"/>
              <a:gd name="connsiteY12002" fmla="*/ 667803 h 4927186"/>
              <a:gd name="connsiteX12003" fmla="*/ 3504307 w 9312201"/>
              <a:gd name="connsiteY12003" fmla="*/ 645322 h 4927186"/>
              <a:gd name="connsiteX12004" fmla="*/ 3526788 w 9312201"/>
              <a:gd name="connsiteY12004" fmla="*/ 622841 h 4927186"/>
              <a:gd name="connsiteX12005" fmla="*/ 3449429 w 9312201"/>
              <a:gd name="connsiteY12005" fmla="*/ 622841 h 4927186"/>
              <a:gd name="connsiteX12006" fmla="*/ 3471249 w 9312201"/>
              <a:gd name="connsiteY12006" fmla="*/ 645322 h 4927186"/>
              <a:gd name="connsiteX12007" fmla="*/ 3449429 w 9312201"/>
              <a:gd name="connsiteY12007" fmla="*/ 667803 h 4927186"/>
              <a:gd name="connsiteX12008" fmla="*/ 3427609 w 9312201"/>
              <a:gd name="connsiteY12008" fmla="*/ 645322 h 4927186"/>
              <a:gd name="connsiteX12009" fmla="*/ 3449429 w 9312201"/>
              <a:gd name="connsiteY12009" fmla="*/ 622841 h 4927186"/>
              <a:gd name="connsiteX12010" fmla="*/ 3371408 w 9312201"/>
              <a:gd name="connsiteY12010" fmla="*/ 622841 h 4927186"/>
              <a:gd name="connsiteX12011" fmla="*/ 3393228 w 9312201"/>
              <a:gd name="connsiteY12011" fmla="*/ 645322 h 4927186"/>
              <a:gd name="connsiteX12012" fmla="*/ 3371408 w 9312201"/>
              <a:gd name="connsiteY12012" fmla="*/ 667803 h 4927186"/>
              <a:gd name="connsiteX12013" fmla="*/ 3349588 w 9312201"/>
              <a:gd name="connsiteY12013" fmla="*/ 645322 h 4927186"/>
              <a:gd name="connsiteX12014" fmla="*/ 3371408 w 9312201"/>
              <a:gd name="connsiteY12014" fmla="*/ 622841 h 4927186"/>
              <a:gd name="connsiteX12015" fmla="*/ 3293388 w 9312201"/>
              <a:gd name="connsiteY12015" fmla="*/ 622841 h 4927186"/>
              <a:gd name="connsiteX12016" fmla="*/ 3315208 w 9312201"/>
              <a:gd name="connsiteY12016" fmla="*/ 645322 h 4927186"/>
              <a:gd name="connsiteX12017" fmla="*/ 3293388 w 9312201"/>
              <a:gd name="connsiteY12017" fmla="*/ 667803 h 4927186"/>
              <a:gd name="connsiteX12018" fmla="*/ 3271568 w 9312201"/>
              <a:gd name="connsiteY12018" fmla="*/ 645322 h 4927186"/>
              <a:gd name="connsiteX12019" fmla="*/ 3293388 w 9312201"/>
              <a:gd name="connsiteY12019" fmla="*/ 622841 h 4927186"/>
              <a:gd name="connsiteX12020" fmla="*/ 3215368 w 9312201"/>
              <a:gd name="connsiteY12020" fmla="*/ 622841 h 4927186"/>
              <a:gd name="connsiteX12021" fmla="*/ 3237188 w 9312201"/>
              <a:gd name="connsiteY12021" fmla="*/ 645322 h 4927186"/>
              <a:gd name="connsiteX12022" fmla="*/ 3215368 w 9312201"/>
              <a:gd name="connsiteY12022" fmla="*/ 667803 h 4927186"/>
              <a:gd name="connsiteX12023" fmla="*/ 3193548 w 9312201"/>
              <a:gd name="connsiteY12023" fmla="*/ 645322 h 4927186"/>
              <a:gd name="connsiteX12024" fmla="*/ 3215368 w 9312201"/>
              <a:gd name="connsiteY12024" fmla="*/ 622841 h 4927186"/>
              <a:gd name="connsiteX12025" fmla="*/ 3137348 w 9312201"/>
              <a:gd name="connsiteY12025" fmla="*/ 622841 h 4927186"/>
              <a:gd name="connsiteX12026" fmla="*/ 3159168 w 9312201"/>
              <a:gd name="connsiteY12026" fmla="*/ 645322 h 4927186"/>
              <a:gd name="connsiteX12027" fmla="*/ 3137348 w 9312201"/>
              <a:gd name="connsiteY12027" fmla="*/ 667803 h 4927186"/>
              <a:gd name="connsiteX12028" fmla="*/ 3115528 w 9312201"/>
              <a:gd name="connsiteY12028" fmla="*/ 645322 h 4927186"/>
              <a:gd name="connsiteX12029" fmla="*/ 3137348 w 9312201"/>
              <a:gd name="connsiteY12029" fmla="*/ 622841 h 4927186"/>
              <a:gd name="connsiteX12030" fmla="*/ 3059326 w 9312201"/>
              <a:gd name="connsiteY12030" fmla="*/ 622841 h 4927186"/>
              <a:gd name="connsiteX12031" fmla="*/ 3081146 w 9312201"/>
              <a:gd name="connsiteY12031" fmla="*/ 645322 h 4927186"/>
              <a:gd name="connsiteX12032" fmla="*/ 3059326 w 9312201"/>
              <a:gd name="connsiteY12032" fmla="*/ 667803 h 4927186"/>
              <a:gd name="connsiteX12033" fmla="*/ 3037506 w 9312201"/>
              <a:gd name="connsiteY12033" fmla="*/ 645322 h 4927186"/>
              <a:gd name="connsiteX12034" fmla="*/ 3059326 w 9312201"/>
              <a:gd name="connsiteY12034" fmla="*/ 622841 h 4927186"/>
              <a:gd name="connsiteX12035" fmla="*/ 7109116 w 9312201"/>
              <a:gd name="connsiteY12035" fmla="*/ 589790 h 4927186"/>
              <a:gd name="connsiteX12036" fmla="*/ 7131597 w 9312201"/>
              <a:gd name="connsiteY12036" fmla="*/ 611609 h 4927186"/>
              <a:gd name="connsiteX12037" fmla="*/ 7109116 w 9312201"/>
              <a:gd name="connsiteY12037" fmla="*/ 633428 h 4927186"/>
              <a:gd name="connsiteX12038" fmla="*/ 7086635 w 9312201"/>
              <a:gd name="connsiteY12038" fmla="*/ 611609 h 4927186"/>
              <a:gd name="connsiteX12039" fmla="*/ 7109116 w 9312201"/>
              <a:gd name="connsiteY12039" fmla="*/ 589790 h 4927186"/>
              <a:gd name="connsiteX12040" fmla="*/ 7031757 w 9312201"/>
              <a:gd name="connsiteY12040" fmla="*/ 589790 h 4927186"/>
              <a:gd name="connsiteX12041" fmla="*/ 7053577 w 9312201"/>
              <a:gd name="connsiteY12041" fmla="*/ 611609 h 4927186"/>
              <a:gd name="connsiteX12042" fmla="*/ 7031757 w 9312201"/>
              <a:gd name="connsiteY12042" fmla="*/ 633428 h 4927186"/>
              <a:gd name="connsiteX12043" fmla="*/ 7009937 w 9312201"/>
              <a:gd name="connsiteY12043" fmla="*/ 611609 h 4927186"/>
              <a:gd name="connsiteX12044" fmla="*/ 7031757 w 9312201"/>
              <a:gd name="connsiteY12044" fmla="*/ 589790 h 4927186"/>
              <a:gd name="connsiteX12045" fmla="*/ 4773132 w 9312201"/>
              <a:gd name="connsiteY12045" fmla="*/ 589790 h 4927186"/>
              <a:gd name="connsiteX12046" fmla="*/ 4794952 w 9312201"/>
              <a:gd name="connsiteY12046" fmla="*/ 611609 h 4927186"/>
              <a:gd name="connsiteX12047" fmla="*/ 4773132 w 9312201"/>
              <a:gd name="connsiteY12047" fmla="*/ 633428 h 4927186"/>
              <a:gd name="connsiteX12048" fmla="*/ 4751312 w 9312201"/>
              <a:gd name="connsiteY12048" fmla="*/ 611609 h 4927186"/>
              <a:gd name="connsiteX12049" fmla="*/ 4773132 w 9312201"/>
              <a:gd name="connsiteY12049" fmla="*/ 589790 h 4927186"/>
              <a:gd name="connsiteX12050" fmla="*/ 5007193 w 9312201"/>
              <a:gd name="connsiteY12050" fmla="*/ 589783 h 4927186"/>
              <a:gd name="connsiteX12051" fmla="*/ 5029013 w 9312201"/>
              <a:gd name="connsiteY12051" fmla="*/ 611609 h 4927186"/>
              <a:gd name="connsiteX12052" fmla="*/ 5007193 w 9312201"/>
              <a:gd name="connsiteY12052" fmla="*/ 633428 h 4927186"/>
              <a:gd name="connsiteX12053" fmla="*/ 4985373 w 9312201"/>
              <a:gd name="connsiteY12053" fmla="*/ 611609 h 4927186"/>
              <a:gd name="connsiteX12054" fmla="*/ 5007193 w 9312201"/>
              <a:gd name="connsiteY12054" fmla="*/ 589783 h 4927186"/>
              <a:gd name="connsiteX12055" fmla="*/ 4850490 w 9312201"/>
              <a:gd name="connsiteY12055" fmla="*/ 589783 h 4927186"/>
              <a:gd name="connsiteX12056" fmla="*/ 4872971 w 9312201"/>
              <a:gd name="connsiteY12056" fmla="*/ 611609 h 4927186"/>
              <a:gd name="connsiteX12057" fmla="*/ 4850490 w 9312201"/>
              <a:gd name="connsiteY12057" fmla="*/ 633428 h 4927186"/>
              <a:gd name="connsiteX12058" fmla="*/ 4828009 w 9312201"/>
              <a:gd name="connsiteY12058" fmla="*/ 611609 h 4927186"/>
              <a:gd name="connsiteX12059" fmla="*/ 4850490 w 9312201"/>
              <a:gd name="connsiteY12059" fmla="*/ 589783 h 4927186"/>
              <a:gd name="connsiteX12060" fmla="*/ 1891011 w 9312201"/>
              <a:gd name="connsiteY12060" fmla="*/ 589780 h 4927186"/>
              <a:gd name="connsiteX12061" fmla="*/ 1913495 w 9312201"/>
              <a:gd name="connsiteY12061" fmla="*/ 611600 h 4927186"/>
              <a:gd name="connsiteX12062" fmla="*/ 1891011 w 9312201"/>
              <a:gd name="connsiteY12062" fmla="*/ 633420 h 4927186"/>
              <a:gd name="connsiteX12063" fmla="*/ 1868529 w 9312201"/>
              <a:gd name="connsiteY12063" fmla="*/ 611600 h 4927186"/>
              <a:gd name="connsiteX12064" fmla="*/ 1891011 w 9312201"/>
              <a:gd name="connsiteY12064" fmla="*/ 589780 h 4927186"/>
              <a:gd name="connsiteX12065" fmla="*/ 1657611 w 9312201"/>
              <a:gd name="connsiteY12065" fmla="*/ 589780 h 4927186"/>
              <a:gd name="connsiteX12066" fmla="*/ 1679436 w 9312201"/>
              <a:gd name="connsiteY12066" fmla="*/ 611600 h 4927186"/>
              <a:gd name="connsiteX12067" fmla="*/ 1657611 w 9312201"/>
              <a:gd name="connsiteY12067" fmla="*/ 633420 h 4927186"/>
              <a:gd name="connsiteX12068" fmla="*/ 1635796 w 9312201"/>
              <a:gd name="connsiteY12068" fmla="*/ 611600 h 4927186"/>
              <a:gd name="connsiteX12069" fmla="*/ 1657611 w 9312201"/>
              <a:gd name="connsiteY12069" fmla="*/ 589780 h 4927186"/>
              <a:gd name="connsiteX12070" fmla="*/ 1502899 w 9312201"/>
              <a:gd name="connsiteY12070" fmla="*/ 589780 h 4927186"/>
              <a:gd name="connsiteX12071" fmla="*/ 1524717 w 9312201"/>
              <a:gd name="connsiteY12071" fmla="*/ 611600 h 4927186"/>
              <a:gd name="connsiteX12072" fmla="*/ 1502899 w 9312201"/>
              <a:gd name="connsiteY12072" fmla="*/ 633420 h 4927186"/>
              <a:gd name="connsiteX12073" fmla="*/ 1481077 w 9312201"/>
              <a:gd name="connsiteY12073" fmla="*/ 611600 h 4927186"/>
              <a:gd name="connsiteX12074" fmla="*/ 1502899 w 9312201"/>
              <a:gd name="connsiteY12074" fmla="*/ 589780 h 4927186"/>
              <a:gd name="connsiteX12075" fmla="*/ 1424212 w 9312201"/>
              <a:gd name="connsiteY12075" fmla="*/ 589780 h 4927186"/>
              <a:gd name="connsiteX12076" fmla="*/ 1446695 w 9312201"/>
              <a:gd name="connsiteY12076" fmla="*/ 611600 h 4927186"/>
              <a:gd name="connsiteX12077" fmla="*/ 1424212 w 9312201"/>
              <a:gd name="connsiteY12077" fmla="*/ 633420 h 4927186"/>
              <a:gd name="connsiteX12078" fmla="*/ 1401732 w 9312201"/>
              <a:gd name="connsiteY12078" fmla="*/ 611600 h 4927186"/>
              <a:gd name="connsiteX12079" fmla="*/ 1424212 w 9312201"/>
              <a:gd name="connsiteY12079" fmla="*/ 589780 h 4927186"/>
              <a:gd name="connsiteX12080" fmla="*/ 1345530 w 9312201"/>
              <a:gd name="connsiteY12080" fmla="*/ 589780 h 4927186"/>
              <a:gd name="connsiteX12081" fmla="*/ 1367350 w 9312201"/>
              <a:gd name="connsiteY12081" fmla="*/ 611600 h 4927186"/>
              <a:gd name="connsiteX12082" fmla="*/ 1345530 w 9312201"/>
              <a:gd name="connsiteY12082" fmla="*/ 633420 h 4927186"/>
              <a:gd name="connsiteX12083" fmla="*/ 1323709 w 9312201"/>
              <a:gd name="connsiteY12083" fmla="*/ 611600 h 4927186"/>
              <a:gd name="connsiteX12084" fmla="*/ 1345530 w 9312201"/>
              <a:gd name="connsiteY12084" fmla="*/ 589780 h 4927186"/>
              <a:gd name="connsiteX12085" fmla="*/ 1268169 w 9312201"/>
              <a:gd name="connsiteY12085" fmla="*/ 589780 h 4927186"/>
              <a:gd name="connsiteX12086" fmla="*/ 1290660 w 9312201"/>
              <a:gd name="connsiteY12086" fmla="*/ 611600 h 4927186"/>
              <a:gd name="connsiteX12087" fmla="*/ 1268169 w 9312201"/>
              <a:gd name="connsiteY12087" fmla="*/ 633420 h 4927186"/>
              <a:gd name="connsiteX12088" fmla="*/ 1245691 w 9312201"/>
              <a:gd name="connsiteY12088" fmla="*/ 611600 h 4927186"/>
              <a:gd name="connsiteX12089" fmla="*/ 1268169 w 9312201"/>
              <a:gd name="connsiteY12089" fmla="*/ 589780 h 4927186"/>
              <a:gd name="connsiteX12090" fmla="*/ 3916229 w 9312201"/>
              <a:gd name="connsiteY12090" fmla="*/ 546144 h 4927186"/>
              <a:gd name="connsiteX12091" fmla="*/ 3938049 w 9312201"/>
              <a:gd name="connsiteY12091" fmla="*/ 567963 h 4927186"/>
              <a:gd name="connsiteX12092" fmla="*/ 3916229 w 9312201"/>
              <a:gd name="connsiteY12092" fmla="*/ 589783 h 4927186"/>
              <a:gd name="connsiteX12093" fmla="*/ 3894409 w 9312201"/>
              <a:gd name="connsiteY12093" fmla="*/ 567963 h 4927186"/>
              <a:gd name="connsiteX12094" fmla="*/ 3916229 w 9312201"/>
              <a:gd name="connsiteY12094" fmla="*/ 546144 h 4927186"/>
              <a:gd name="connsiteX12095" fmla="*/ 3838870 w 9312201"/>
              <a:gd name="connsiteY12095" fmla="*/ 546144 h 4927186"/>
              <a:gd name="connsiteX12096" fmla="*/ 3861351 w 9312201"/>
              <a:gd name="connsiteY12096" fmla="*/ 567963 h 4927186"/>
              <a:gd name="connsiteX12097" fmla="*/ 3838870 w 9312201"/>
              <a:gd name="connsiteY12097" fmla="*/ 589783 h 4927186"/>
              <a:gd name="connsiteX12098" fmla="*/ 3816389 w 9312201"/>
              <a:gd name="connsiteY12098" fmla="*/ 567963 h 4927186"/>
              <a:gd name="connsiteX12099" fmla="*/ 3838870 w 9312201"/>
              <a:gd name="connsiteY12099" fmla="*/ 546144 h 4927186"/>
              <a:gd name="connsiteX12100" fmla="*/ 3760188 w 9312201"/>
              <a:gd name="connsiteY12100" fmla="*/ 546143 h 4927186"/>
              <a:gd name="connsiteX12101" fmla="*/ 3782008 w 9312201"/>
              <a:gd name="connsiteY12101" fmla="*/ 567963 h 4927186"/>
              <a:gd name="connsiteX12102" fmla="*/ 3760188 w 9312201"/>
              <a:gd name="connsiteY12102" fmla="*/ 589783 h 4927186"/>
              <a:gd name="connsiteX12103" fmla="*/ 3738368 w 9312201"/>
              <a:gd name="connsiteY12103" fmla="*/ 567963 h 4927186"/>
              <a:gd name="connsiteX12104" fmla="*/ 3760188 w 9312201"/>
              <a:gd name="connsiteY12104" fmla="*/ 546143 h 4927186"/>
              <a:gd name="connsiteX12105" fmla="*/ 3682168 w 9312201"/>
              <a:gd name="connsiteY12105" fmla="*/ 546143 h 4927186"/>
              <a:gd name="connsiteX12106" fmla="*/ 3703988 w 9312201"/>
              <a:gd name="connsiteY12106" fmla="*/ 567963 h 4927186"/>
              <a:gd name="connsiteX12107" fmla="*/ 3682168 w 9312201"/>
              <a:gd name="connsiteY12107" fmla="*/ 589783 h 4927186"/>
              <a:gd name="connsiteX12108" fmla="*/ 3660348 w 9312201"/>
              <a:gd name="connsiteY12108" fmla="*/ 567963 h 4927186"/>
              <a:gd name="connsiteX12109" fmla="*/ 3682168 w 9312201"/>
              <a:gd name="connsiteY12109" fmla="*/ 546143 h 4927186"/>
              <a:gd name="connsiteX12110" fmla="*/ 3059326 w 9312201"/>
              <a:gd name="connsiteY12110" fmla="*/ 546143 h 4927186"/>
              <a:gd name="connsiteX12111" fmla="*/ 3081146 w 9312201"/>
              <a:gd name="connsiteY12111" fmla="*/ 567963 h 4927186"/>
              <a:gd name="connsiteX12112" fmla="*/ 3059326 w 9312201"/>
              <a:gd name="connsiteY12112" fmla="*/ 589782 h 4927186"/>
              <a:gd name="connsiteX12113" fmla="*/ 3037506 w 9312201"/>
              <a:gd name="connsiteY12113" fmla="*/ 567963 h 4927186"/>
              <a:gd name="connsiteX12114" fmla="*/ 3059326 w 9312201"/>
              <a:gd name="connsiteY12114" fmla="*/ 546143 h 4927186"/>
              <a:gd name="connsiteX12115" fmla="*/ 2981306 w 9312201"/>
              <a:gd name="connsiteY12115" fmla="*/ 546143 h 4927186"/>
              <a:gd name="connsiteX12116" fmla="*/ 3003126 w 9312201"/>
              <a:gd name="connsiteY12116" fmla="*/ 567963 h 4927186"/>
              <a:gd name="connsiteX12117" fmla="*/ 2981306 w 9312201"/>
              <a:gd name="connsiteY12117" fmla="*/ 589782 h 4927186"/>
              <a:gd name="connsiteX12118" fmla="*/ 2959486 w 9312201"/>
              <a:gd name="connsiteY12118" fmla="*/ 567963 h 4927186"/>
              <a:gd name="connsiteX12119" fmla="*/ 2981306 w 9312201"/>
              <a:gd name="connsiteY12119" fmla="*/ 546143 h 4927186"/>
              <a:gd name="connsiteX12120" fmla="*/ 3604148 w 9312201"/>
              <a:gd name="connsiteY12120" fmla="*/ 546143 h 4927186"/>
              <a:gd name="connsiteX12121" fmla="*/ 3625968 w 9312201"/>
              <a:gd name="connsiteY12121" fmla="*/ 567963 h 4927186"/>
              <a:gd name="connsiteX12122" fmla="*/ 3604148 w 9312201"/>
              <a:gd name="connsiteY12122" fmla="*/ 589782 h 4927186"/>
              <a:gd name="connsiteX12123" fmla="*/ 3582328 w 9312201"/>
              <a:gd name="connsiteY12123" fmla="*/ 567963 h 4927186"/>
              <a:gd name="connsiteX12124" fmla="*/ 3604148 w 9312201"/>
              <a:gd name="connsiteY12124" fmla="*/ 546143 h 4927186"/>
              <a:gd name="connsiteX12125" fmla="*/ 3526788 w 9312201"/>
              <a:gd name="connsiteY12125" fmla="*/ 546142 h 4927186"/>
              <a:gd name="connsiteX12126" fmla="*/ 3549269 w 9312201"/>
              <a:gd name="connsiteY12126" fmla="*/ 567962 h 4927186"/>
              <a:gd name="connsiteX12127" fmla="*/ 3526788 w 9312201"/>
              <a:gd name="connsiteY12127" fmla="*/ 589782 h 4927186"/>
              <a:gd name="connsiteX12128" fmla="*/ 3504307 w 9312201"/>
              <a:gd name="connsiteY12128" fmla="*/ 567962 h 4927186"/>
              <a:gd name="connsiteX12129" fmla="*/ 3526788 w 9312201"/>
              <a:gd name="connsiteY12129" fmla="*/ 546142 h 4927186"/>
              <a:gd name="connsiteX12130" fmla="*/ 3449429 w 9312201"/>
              <a:gd name="connsiteY12130" fmla="*/ 546142 h 4927186"/>
              <a:gd name="connsiteX12131" fmla="*/ 3471249 w 9312201"/>
              <a:gd name="connsiteY12131" fmla="*/ 567962 h 4927186"/>
              <a:gd name="connsiteX12132" fmla="*/ 3449429 w 9312201"/>
              <a:gd name="connsiteY12132" fmla="*/ 589781 h 4927186"/>
              <a:gd name="connsiteX12133" fmla="*/ 3427609 w 9312201"/>
              <a:gd name="connsiteY12133" fmla="*/ 567962 h 4927186"/>
              <a:gd name="connsiteX12134" fmla="*/ 3449429 w 9312201"/>
              <a:gd name="connsiteY12134" fmla="*/ 546142 h 4927186"/>
              <a:gd name="connsiteX12135" fmla="*/ 3371408 w 9312201"/>
              <a:gd name="connsiteY12135" fmla="*/ 546142 h 4927186"/>
              <a:gd name="connsiteX12136" fmla="*/ 3393228 w 9312201"/>
              <a:gd name="connsiteY12136" fmla="*/ 567962 h 4927186"/>
              <a:gd name="connsiteX12137" fmla="*/ 3371408 w 9312201"/>
              <a:gd name="connsiteY12137" fmla="*/ 589781 h 4927186"/>
              <a:gd name="connsiteX12138" fmla="*/ 3349588 w 9312201"/>
              <a:gd name="connsiteY12138" fmla="*/ 567962 h 4927186"/>
              <a:gd name="connsiteX12139" fmla="*/ 3371408 w 9312201"/>
              <a:gd name="connsiteY12139" fmla="*/ 546142 h 4927186"/>
              <a:gd name="connsiteX12140" fmla="*/ 3293388 w 9312201"/>
              <a:gd name="connsiteY12140" fmla="*/ 546142 h 4927186"/>
              <a:gd name="connsiteX12141" fmla="*/ 3315208 w 9312201"/>
              <a:gd name="connsiteY12141" fmla="*/ 567962 h 4927186"/>
              <a:gd name="connsiteX12142" fmla="*/ 3293388 w 9312201"/>
              <a:gd name="connsiteY12142" fmla="*/ 589781 h 4927186"/>
              <a:gd name="connsiteX12143" fmla="*/ 3271568 w 9312201"/>
              <a:gd name="connsiteY12143" fmla="*/ 567962 h 4927186"/>
              <a:gd name="connsiteX12144" fmla="*/ 3293388 w 9312201"/>
              <a:gd name="connsiteY12144" fmla="*/ 546142 h 4927186"/>
              <a:gd name="connsiteX12145" fmla="*/ 3215368 w 9312201"/>
              <a:gd name="connsiteY12145" fmla="*/ 546142 h 4927186"/>
              <a:gd name="connsiteX12146" fmla="*/ 3237188 w 9312201"/>
              <a:gd name="connsiteY12146" fmla="*/ 567962 h 4927186"/>
              <a:gd name="connsiteX12147" fmla="*/ 3215368 w 9312201"/>
              <a:gd name="connsiteY12147" fmla="*/ 589781 h 4927186"/>
              <a:gd name="connsiteX12148" fmla="*/ 3193548 w 9312201"/>
              <a:gd name="connsiteY12148" fmla="*/ 567962 h 4927186"/>
              <a:gd name="connsiteX12149" fmla="*/ 3215368 w 9312201"/>
              <a:gd name="connsiteY12149" fmla="*/ 546142 h 4927186"/>
              <a:gd name="connsiteX12150" fmla="*/ 3137348 w 9312201"/>
              <a:gd name="connsiteY12150" fmla="*/ 546142 h 4927186"/>
              <a:gd name="connsiteX12151" fmla="*/ 3159168 w 9312201"/>
              <a:gd name="connsiteY12151" fmla="*/ 567962 h 4927186"/>
              <a:gd name="connsiteX12152" fmla="*/ 3137348 w 9312201"/>
              <a:gd name="connsiteY12152" fmla="*/ 589781 h 4927186"/>
              <a:gd name="connsiteX12153" fmla="*/ 3115528 w 9312201"/>
              <a:gd name="connsiteY12153" fmla="*/ 567962 h 4927186"/>
              <a:gd name="connsiteX12154" fmla="*/ 3137348 w 9312201"/>
              <a:gd name="connsiteY12154" fmla="*/ 546142 h 4927186"/>
              <a:gd name="connsiteX12155" fmla="*/ 7109116 w 9312201"/>
              <a:gd name="connsiteY12155" fmla="*/ 511774 h 4927186"/>
              <a:gd name="connsiteX12156" fmla="*/ 7131597 w 9312201"/>
              <a:gd name="connsiteY12156" fmla="*/ 533592 h 4927186"/>
              <a:gd name="connsiteX12157" fmla="*/ 7109116 w 9312201"/>
              <a:gd name="connsiteY12157" fmla="*/ 555412 h 4927186"/>
              <a:gd name="connsiteX12158" fmla="*/ 7086635 w 9312201"/>
              <a:gd name="connsiteY12158" fmla="*/ 533592 h 4927186"/>
              <a:gd name="connsiteX12159" fmla="*/ 7109116 w 9312201"/>
              <a:gd name="connsiteY12159" fmla="*/ 511774 h 4927186"/>
              <a:gd name="connsiteX12160" fmla="*/ 7031757 w 9312201"/>
              <a:gd name="connsiteY12160" fmla="*/ 511768 h 4927186"/>
              <a:gd name="connsiteX12161" fmla="*/ 7053577 w 9312201"/>
              <a:gd name="connsiteY12161" fmla="*/ 533592 h 4927186"/>
              <a:gd name="connsiteX12162" fmla="*/ 7031757 w 9312201"/>
              <a:gd name="connsiteY12162" fmla="*/ 555406 h 4927186"/>
              <a:gd name="connsiteX12163" fmla="*/ 7009937 w 9312201"/>
              <a:gd name="connsiteY12163" fmla="*/ 533592 h 4927186"/>
              <a:gd name="connsiteX12164" fmla="*/ 7031757 w 9312201"/>
              <a:gd name="connsiteY12164" fmla="*/ 511768 h 4927186"/>
              <a:gd name="connsiteX12165" fmla="*/ 6953736 w 9312201"/>
              <a:gd name="connsiteY12165" fmla="*/ 511764 h 4927186"/>
              <a:gd name="connsiteX12166" fmla="*/ 6975556 w 9312201"/>
              <a:gd name="connsiteY12166" fmla="*/ 533583 h 4927186"/>
              <a:gd name="connsiteX12167" fmla="*/ 6953736 w 9312201"/>
              <a:gd name="connsiteY12167" fmla="*/ 555403 h 4927186"/>
              <a:gd name="connsiteX12168" fmla="*/ 6931916 w 9312201"/>
              <a:gd name="connsiteY12168" fmla="*/ 533583 h 4927186"/>
              <a:gd name="connsiteX12169" fmla="*/ 6953736 w 9312201"/>
              <a:gd name="connsiteY12169" fmla="*/ 511764 h 4927186"/>
              <a:gd name="connsiteX12170" fmla="*/ 6875716 w 9312201"/>
              <a:gd name="connsiteY12170" fmla="*/ 511764 h 4927186"/>
              <a:gd name="connsiteX12171" fmla="*/ 6897536 w 9312201"/>
              <a:gd name="connsiteY12171" fmla="*/ 533583 h 4927186"/>
              <a:gd name="connsiteX12172" fmla="*/ 6875716 w 9312201"/>
              <a:gd name="connsiteY12172" fmla="*/ 555403 h 4927186"/>
              <a:gd name="connsiteX12173" fmla="*/ 6853896 w 9312201"/>
              <a:gd name="connsiteY12173" fmla="*/ 533583 h 4927186"/>
              <a:gd name="connsiteX12174" fmla="*/ 6875716 w 9312201"/>
              <a:gd name="connsiteY12174" fmla="*/ 511764 h 4927186"/>
              <a:gd name="connsiteX12175" fmla="*/ 4928511 w 9312201"/>
              <a:gd name="connsiteY12175" fmla="*/ 511764 h 4927186"/>
              <a:gd name="connsiteX12176" fmla="*/ 4950992 w 9312201"/>
              <a:gd name="connsiteY12176" fmla="*/ 533583 h 4927186"/>
              <a:gd name="connsiteX12177" fmla="*/ 4928511 w 9312201"/>
              <a:gd name="connsiteY12177" fmla="*/ 555403 h 4927186"/>
              <a:gd name="connsiteX12178" fmla="*/ 4906030 w 9312201"/>
              <a:gd name="connsiteY12178" fmla="*/ 533583 h 4927186"/>
              <a:gd name="connsiteX12179" fmla="*/ 4928511 w 9312201"/>
              <a:gd name="connsiteY12179" fmla="*/ 511764 h 4927186"/>
              <a:gd name="connsiteX12180" fmla="*/ 4850490 w 9312201"/>
              <a:gd name="connsiteY12180" fmla="*/ 511764 h 4927186"/>
              <a:gd name="connsiteX12181" fmla="*/ 4872971 w 9312201"/>
              <a:gd name="connsiteY12181" fmla="*/ 533583 h 4927186"/>
              <a:gd name="connsiteX12182" fmla="*/ 4850490 w 9312201"/>
              <a:gd name="connsiteY12182" fmla="*/ 555403 h 4927186"/>
              <a:gd name="connsiteX12183" fmla="*/ 4828009 w 9312201"/>
              <a:gd name="connsiteY12183" fmla="*/ 533583 h 4927186"/>
              <a:gd name="connsiteX12184" fmla="*/ 4850490 w 9312201"/>
              <a:gd name="connsiteY12184" fmla="*/ 511764 h 4927186"/>
              <a:gd name="connsiteX12185" fmla="*/ 4773132 w 9312201"/>
              <a:gd name="connsiteY12185" fmla="*/ 511764 h 4927186"/>
              <a:gd name="connsiteX12186" fmla="*/ 4794952 w 9312201"/>
              <a:gd name="connsiteY12186" fmla="*/ 533583 h 4927186"/>
              <a:gd name="connsiteX12187" fmla="*/ 4773132 w 9312201"/>
              <a:gd name="connsiteY12187" fmla="*/ 555403 h 4927186"/>
              <a:gd name="connsiteX12188" fmla="*/ 4751312 w 9312201"/>
              <a:gd name="connsiteY12188" fmla="*/ 533583 h 4927186"/>
              <a:gd name="connsiteX12189" fmla="*/ 4773132 w 9312201"/>
              <a:gd name="connsiteY12189" fmla="*/ 511764 h 4927186"/>
              <a:gd name="connsiteX12190" fmla="*/ 4695111 w 9312201"/>
              <a:gd name="connsiteY12190" fmla="*/ 511764 h 4927186"/>
              <a:gd name="connsiteX12191" fmla="*/ 4716931 w 9312201"/>
              <a:gd name="connsiteY12191" fmla="*/ 533583 h 4927186"/>
              <a:gd name="connsiteX12192" fmla="*/ 4695111 w 9312201"/>
              <a:gd name="connsiteY12192" fmla="*/ 555403 h 4927186"/>
              <a:gd name="connsiteX12193" fmla="*/ 4673291 w 9312201"/>
              <a:gd name="connsiteY12193" fmla="*/ 533583 h 4927186"/>
              <a:gd name="connsiteX12194" fmla="*/ 4695111 w 9312201"/>
              <a:gd name="connsiteY12194" fmla="*/ 511764 h 4927186"/>
              <a:gd name="connsiteX12195" fmla="*/ 1813657 w 9312201"/>
              <a:gd name="connsiteY12195" fmla="*/ 511759 h 4927186"/>
              <a:gd name="connsiteX12196" fmla="*/ 1835474 w 9312201"/>
              <a:gd name="connsiteY12196" fmla="*/ 533579 h 4927186"/>
              <a:gd name="connsiteX12197" fmla="*/ 1813657 w 9312201"/>
              <a:gd name="connsiteY12197" fmla="*/ 555399 h 4927186"/>
              <a:gd name="connsiteX12198" fmla="*/ 1791833 w 9312201"/>
              <a:gd name="connsiteY12198" fmla="*/ 533579 h 4927186"/>
              <a:gd name="connsiteX12199" fmla="*/ 1813657 w 9312201"/>
              <a:gd name="connsiteY12199" fmla="*/ 511759 h 4927186"/>
              <a:gd name="connsiteX12200" fmla="*/ 1735633 w 9312201"/>
              <a:gd name="connsiteY12200" fmla="*/ 511759 h 4927186"/>
              <a:gd name="connsiteX12201" fmla="*/ 1757457 w 9312201"/>
              <a:gd name="connsiteY12201" fmla="*/ 533579 h 4927186"/>
              <a:gd name="connsiteX12202" fmla="*/ 1735633 w 9312201"/>
              <a:gd name="connsiteY12202" fmla="*/ 555399 h 4927186"/>
              <a:gd name="connsiteX12203" fmla="*/ 1713819 w 9312201"/>
              <a:gd name="connsiteY12203" fmla="*/ 533579 h 4927186"/>
              <a:gd name="connsiteX12204" fmla="*/ 1735633 w 9312201"/>
              <a:gd name="connsiteY12204" fmla="*/ 511759 h 4927186"/>
              <a:gd name="connsiteX12205" fmla="*/ 1657611 w 9312201"/>
              <a:gd name="connsiteY12205" fmla="*/ 511759 h 4927186"/>
              <a:gd name="connsiteX12206" fmla="*/ 1679436 w 9312201"/>
              <a:gd name="connsiteY12206" fmla="*/ 533579 h 4927186"/>
              <a:gd name="connsiteX12207" fmla="*/ 1657611 w 9312201"/>
              <a:gd name="connsiteY12207" fmla="*/ 555399 h 4927186"/>
              <a:gd name="connsiteX12208" fmla="*/ 1635796 w 9312201"/>
              <a:gd name="connsiteY12208" fmla="*/ 533579 h 4927186"/>
              <a:gd name="connsiteX12209" fmla="*/ 1657611 w 9312201"/>
              <a:gd name="connsiteY12209" fmla="*/ 511759 h 4927186"/>
              <a:gd name="connsiteX12210" fmla="*/ 1502899 w 9312201"/>
              <a:gd name="connsiteY12210" fmla="*/ 511759 h 4927186"/>
              <a:gd name="connsiteX12211" fmla="*/ 1524717 w 9312201"/>
              <a:gd name="connsiteY12211" fmla="*/ 533579 h 4927186"/>
              <a:gd name="connsiteX12212" fmla="*/ 1502899 w 9312201"/>
              <a:gd name="connsiteY12212" fmla="*/ 555399 h 4927186"/>
              <a:gd name="connsiteX12213" fmla="*/ 1481077 w 9312201"/>
              <a:gd name="connsiteY12213" fmla="*/ 533579 h 4927186"/>
              <a:gd name="connsiteX12214" fmla="*/ 1502899 w 9312201"/>
              <a:gd name="connsiteY12214" fmla="*/ 511759 h 4927186"/>
              <a:gd name="connsiteX12215" fmla="*/ 3916229 w 9312201"/>
              <a:gd name="connsiteY12215" fmla="*/ 468125 h 4927186"/>
              <a:gd name="connsiteX12216" fmla="*/ 3938049 w 9312201"/>
              <a:gd name="connsiteY12216" fmla="*/ 489945 h 4927186"/>
              <a:gd name="connsiteX12217" fmla="*/ 3916229 w 9312201"/>
              <a:gd name="connsiteY12217" fmla="*/ 511765 h 4927186"/>
              <a:gd name="connsiteX12218" fmla="*/ 3894409 w 9312201"/>
              <a:gd name="connsiteY12218" fmla="*/ 489945 h 4927186"/>
              <a:gd name="connsiteX12219" fmla="*/ 3916229 w 9312201"/>
              <a:gd name="connsiteY12219" fmla="*/ 468125 h 4927186"/>
              <a:gd name="connsiteX12220" fmla="*/ 3838870 w 9312201"/>
              <a:gd name="connsiteY12220" fmla="*/ 468125 h 4927186"/>
              <a:gd name="connsiteX12221" fmla="*/ 3861351 w 9312201"/>
              <a:gd name="connsiteY12221" fmla="*/ 489945 h 4927186"/>
              <a:gd name="connsiteX12222" fmla="*/ 3838870 w 9312201"/>
              <a:gd name="connsiteY12222" fmla="*/ 511765 h 4927186"/>
              <a:gd name="connsiteX12223" fmla="*/ 3816389 w 9312201"/>
              <a:gd name="connsiteY12223" fmla="*/ 489945 h 4927186"/>
              <a:gd name="connsiteX12224" fmla="*/ 3838870 w 9312201"/>
              <a:gd name="connsiteY12224" fmla="*/ 468125 h 4927186"/>
              <a:gd name="connsiteX12225" fmla="*/ 3760188 w 9312201"/>
              <a:gd name="connsiteY12225" fmla="*/ 468124 h 4927186"/>
              <a:gd name="connsiteX12226" fmla="*/ 3782008 w 9312201"/>
              <a:gd name="connsiteY12226" fmla="*/ 489944 h 4927186"/>
              <a:gd name="connsiteX12227" fmla="*/ 3760188 w 9312201"/>
              <a:gd name="connsiteY12227" fmla="*/ 511765 h 4927186"/>
              <a:gd name="connsiteX12228" fmla="*/ 3738368 w 9312201"/>
              <a:gd name="connsiteY12228" fmla="*/ 489944 h 4927186"/>
              <a:gd name="connsiteX12229" fmla="*/ 3760188 w 9312201"/>
              <a:gd name="connsiteY12229" fmla="*/ 468124 h 4927186"/>
              <a:gd name="connsiteX12230" fmla="*/ 3682168 w 9312201"/>
              <a:gd name="connsiteY12230" fmla="*/ 468124 h 4927186"/>
              <a:gd name="connsiteX12231" fmla="*/ 3703988 w 9312201"/>
              <a:gd name="connsiteY12231" fmla="*/ 489944 h 4927186"/>
              <a:gd name="connsiteX12232" fmla="*/ 3682168 w 9312201"/>
              <a:gd name="connsiteY12232" fmla="*/ 511764 h 4927186"/>
              <a:gd name="connsiteX12233" fmla="*/ 3660348 w 9312201"/>
              <a:gd name="connsiteY12233" fmla="*/ 489944 h 4927186"/>
              <a:gd name="connsiteX12234" fmla="*/ 3682168 w 9312201"/>
              <a:gd name="connsiteY12234" fmla="*/ 468124 h 4927186"/>
              <a:gd name="connsiteX12235" fmla="*/ 3604148 w 9312201"/>
              <a:gd name="connsiteY12235" fmla="*/ 468124 h 4927186"/>
              <a:gd name="connsiteX12236" fmla="*/ 3625968 w 9312201"/>
              <a:gd name="connsiteY12236" fmla="*/ 489943 h 4927186"/>
              <a:gd name="connsiteX12237" fmla="*/ 3604148 w 9312201"/>
              <a:gd name="connsiteY12237" fmla="*/ 511764 h 4927186"/>
              <a:gd name="connsiteX12238" fmla="*/ 3582328 w 9312201"/>
              <a:gd name="connsiteY12238" fmla="*/ 489943 h 4927186"/>
              <a:gd name="connsiteX12239" fmla="*/ 3604148 w 9312201"/>
              <a:gd name="connsiteY12239" fmla="*/ 468124 h 4927186"/>
              <a:gd name="connsiteX12240" fmla="*/ 3526788 w 9312201"/>
              <a:gd name="connsiteY12240" fmla="*/ 468123 h 4927186"/>
              <a:gd name="connsiteX12241" fmla="*/ 3549269 w 9312201"/>
              <a:gd name="connsiteY12241" fmla="*/ 489943 h 4927186"/>
              <a:gd name="connsiteX12242" fmla="*/ 3526788 w 9312201"/>
              <a:gd name="connsiteY12242" fmla="*/ 511763 h 4927186"/>
              <a:gd name="connsiteX12243" fmla="*/ 3504307 w 9312201"/>
              <a:gd name="connsiteY12243" fmla="*/ 489943 h 4927186"/>
              <a:gd name="connsiteX12244" fmla="*/ 3526788 w 9312201"/>
              <a:gd name="connsiteY12244" fmla="*/ 468123 h 4927186"/>
              <a:gd name="connsiteX12245" fmla="*/ 3449429 w 9312201"/>
              <a:gd name="connsiteY12245" fmla="*/ 468123 h 4927186"/>
              <a:gd name="connsiteX12246" fmla="*/ 3471249 w 9312201"/>
              <a:gd name="connsiteY12246" fmla="*/ 489942 h 4927186"/>
              <a:gd name="connsiteX12247" fmla="*/ 3449429 w 9312201"/>
              <a:gd name="connsiteY12247" fmla="*/ 511763 h 4927186"/>
              <a:gd name="connsiteX12248" fmla="*/ 3427609 w 9312201"/>
              <a:gd name="connsiteY12248" fmla="*/ 489942 h 4927186"/>
              <a:gd name="connsiteX12249" fmla="*/ 3449429 w 9312201"/>
              <a:gd name="connsiteY12249" fmla="*/ 468123 h 4927186"/>
              <a:gd name="connsiteX12250" fmla="*/ 3371408 w 9312201"/>
              <a:gd name="connsiteY12250" fmla="*/ 468123 h 4927186"/>
              <a:gd name="connsiteX12251" fmla="*/ 3393228 w 9312201"/>
              <a:gd name="connsiteY12251" fmla="*/ 489942 h 4927186"/>
              <a:gd name="connsiteX12252" fmla="*/ 3371408 w 9312201"/>
              <a:gd name="connsiteY12252" fmla="*/ 511763 h 4927186"/>
              <a:gd name="connsiteX12253" fmla="*/ 3349588 w 9312201"/>
              <a:gd name="connsiteY12253" fmla="*/ 489942 h 4927186"/>
              <a:gd name="connsiteX12254" fmla="*/ 3371408 w 9312201"/>
              <a:gd name="connsiteY12254" fmla="*/ 468123 h 4927186"/>
              <a:gd name="connsiteX12255" fmla="*/ 3293388 w 9312201"/>
              <a:gd name="connsiteY12255" fmla="*/ 468123 h 4927186"/>
              <a:gd name="connsiteX12256" fmla="*/ 3315208 w 9312201"/>
              <a:gd name="connsiteY12256" fmla="*/ 489942 h 4927186"/>
              <a:gd name="connsiteX12257" fmla="*/ 3293388 w 9312201"/>
              <a:gd name="connsiteY12257" fmla="*/ 511763 h 4927186"/>
              <a:gd name="connsiteX12258" fmla="*/ 3271568 w 9312201"/>
              <a:gd name="connsiteY12258" fmla="*/ 489942 h 4927186"/>
              <a:gd name="connsiteX12259" fmla="*/ 3293388 w 9312201"/>
              <a:gd name="connsiteY12259" fmla="*/ 468123 h 4927186"/>
              <a:gd name="connsiteX12260" fmla="*/ 3215368 w 9312201"/>
              <a:gd name="connsiteY12260" fmla="*/ 468123 h 4927186"/>
              <a:gd name="connsiteX12261" fmla="*/ 3237188 w 9312201"/>
              <a:gd name="connsiteY12261" fmla="*/ 489942 h 4927186"/>
              <a:gd name="connsiteX12262" fmla="*/ 3215368 w 9312201"/>
              <a:gd name="connsiteY12262" fmla="*/ 511763 h 4927186"/>
              <a:gd name="connsiteX12263" fmla="*/ 3193548 w 9312201"/>
              <a:gd name="connsiteY12263" fmla="*/ 489942 h 4927186"/>
              <a:gd name="connsiteX12264" fmla="*/ 3215368 w 9312201"/>
              <a:gd name="connsiteY12264" fmla="*/ 468123 h 4927186"/>
              <a:gd name="connsiteX12265" fmla="*/ 3137348 w 9312201"/>
              <a:gd name="connsiteY12265" fmla="*/ 468123 h 4927186"/>
              <a:gd name="connsiteX12266" fmla="*/ 3159168 w 9312201"/>
              <a:gd name="connsiteY12266" fmla="*/ 489942 h 4927186"/>
              <a:gd name="connsiteX12267" fmla="*/ 3137348 w 9312201"/>
              <a:gd name="connsiteY12267" fmla="*/ 511763 h 4927186"/>
              <a:gd name="connsiteX12268" fmla="*/ 3115528 w 9312201"/>
              <a:gd name="connsiteY12268" fmla="*/ 489942 h 4927186"/>
              <a:gd name="connsiteX12269" fmla="*/ 3137348 w 9312201"/>
              <a:gd name="connsiteY12269" fmla="*/ 468123 h 4927186"/>
              <a:gd name="connsiteX12270" fmla="*/ 3059326 w 9312201"/>
              <a:gd name="connsiteY12270" fmla="*/ 468123 h 4927186"/>
              <a:gd name="connsiteX12271" fmla="*/ 3081146 w 9312201"/>
              <a:gd name="connsiteY12271" fmla="*/ 489942 h 4927186"/>
              <a:gd name="connsiteX12272" fmla="*/ 3059326 w 9312201"/>
              <a:gd name="connsiteY12272" fmla="*/ 511763 h 4927186"/>
              <a:gd name="connsiteX12273" fmla="*/ 3037506 w 9312201"/>
              <a:gd name="connsiteY12273" fmla="*/ 489942 h 4927186"/>
              <a:gd name="connsiteX12274" fmla="*/ 3059326 w 9312201"/>
              <a:gd name="connsiteY12274" fmla="*/ 468123 h 4927186"/>
              <a:gd name="connsiteX12275" fmla="*/ 2981306 w 9312201"/>
              <a:gd name="connsiteY12275" fmla="*/ 468123 h 4927186"/>
              <a:gd name="connsiteX12276" fmla="*/ 3003126 w 9312201"/>
              <a:gd name="connsiteY12276" fmla="*/ 489942 h 4927186"/>
              <a:gd name="connsiteX12277" fmla="*/ 2981306 w 9312201"/>
              <a:gd name="connsiteY12277" fmla="*/ 511763 h 4927186"/>
              <a:gd name="connsiteX12278" fmla="*/ 2959486 w 9312201"/>
              <a:gd name="connsiteY12278" fmla="*/ 489942 h 4927186"/>
              <a:gd name="connsiteX12279" fmla="*/ 2981306 w 9312201"/>
              <a:gd name="connsiteY12279" fmla="*/ 468123 h 4927186"/>
              <a:gd name="connsiteX12280" fmla="*/ 2903286 w 9312201"/>
              <a:gd name="connsiteY12280" fmla="*/ 468123 h 4927186"/>
              <a:gd name="connsiteX12281" fmla="*/ 2925106 w 9312201"/>
              <a:gd name="connsiteY12281" fmla="*/ 489942 h 4927186"/>
              <a:gd name="connsiteX12282" fmla="*/ 2903286 w 9312201"/>
              <a:gd name="connsiteY12282" fmla="*/ 511763 h 4927186"/>
              <a:gd name="connsiteX12283" fmla="*/ 2881466 w 9312201"/>
              <a:gd name="connsiteY12283" fmla="*/ 489942 h 4927186"/>
              <a:gd name="connsiteX12284" fmla="*/ 2903286 w 9312201"/>
              <a:gd name="connsiteY12284" fmla="*/ 468123 h 4927186"/>
              <a:gd name="connsiteX12285" fmla="*/ 2826588 w 9312201"/>
              <a:gd name="connsiteY12285" fmla="*/ 468123 h 4927186"/>
              <a:gd name="connsiteX12286" fmla="*/ 2848408 w 9312201"/>
              <a:gd name="connsiteY12286" fmla="*/ 489942 h 4927186"/>
              <a:gd name="connsiteX12287" fmla="*/ 2826588 w 9312201"/>
              <a:gd name="connsiteY12287" fmla="*/ 511763 h 4927186"/>
              <a:gd name="connsiteX12288" fmla="*/ 2804768 w 9312201"/>
              <a:gd name="connsiteY12288" fmla="*/ 489942 h 4927186"/>
              <a:gd name="connsiteX12289" fmla="*/ 2826588 w 9312201"/>
              <a:gd name="connsiteY12289" fmla="*/ 468123 h 4927186"/>
              <a:gd name="connsiteX12290" fmla="*/ 2748567 w 9312201"/>
              <a:gd name="connsiteY12290" fmla="*/ 468123 h 4927186"/>
              <a:gd name="connsiteX12291" fmla="*/ 2770387 w 9312201"/>
              <a:gd name="connsiteY12291" fmla="*/ 489942 h 4927186"/>
              <a:gd name="connsiteX12292" fmla="*/ 2748567 w 9312201"/>
              <a:gd name="connsiteY12292" fmla="*/ 511763 h 4927186"/>
              <a:gd name="connsiteX12293" fmla="*/ 2726747 w 9312201"/>
              <a:gd name="connsiteY12293" fmla="*/ 489942 h 4927186"/>
              <a:gd name="connsiteX12294" fmla="*/ 2748567 w 9312201"/>
              <a:gd name="connsiteY12294" fmla="*/ 468123 h 4927186"/>
              <a:gd name="connsiteX12295" fmla="*/ 2670547 w 9312201"/>
              <a:gd name="connsiteY12295" fmla="*/ 468122 h 4927186"/>
              <a:gd name="connsiteX12296" fmla="*/ 2692367 w 9312201"/>
              <a:gd name="connsiteY12296" fmla="*/ 489942 h 4927186"/>
              <a:gd name="connsiteX12297" fmla="*/ 2670547 w 9312201"/>
              <a:gd name="connsiteY12297" fmla="*/ 511762 h 4927186"/>
              <a:gd name="connsiteX12298" fmla="*/ 2648727 w 9312201"/>
              <a:gd name="connsiteY12298" fmla="*/ 489942 h 4927186"/>
              <a:gd name="connsiteX12299" fmla="*/ 2670547 w 9312201"/>
              <a:gd name="connsiteY12299" fmla="*/ 468122 h 4927186"/>
              <a:gd name="connsiteX12300" fmla="*/ 6953736 w 9312201"/>
              <a:gd name="connsiteY12300" fmla="*/ 433746 h 4927186"/>
              <a:gd name="connsiteX12301" fmla="*/ 6975556 w 9312201"/>
              <a:gd name="connsiteY12301" fmla="*/ 456228 h 4927186"/>
              <a:gd name="connsiteX12302" fmla="*/ 6953736 w 9312201"/>
              <a:gd name="connsiteY12302" fmla="*/ 478708 h 4927186"/>
              <a:gd name="connsiteX12303" fmla="*/ 6931916 w 9312201"/>
              <a:gd name="connsiteY12303" fmla="*/ 456228 h 4927186"/>
              <a:gd name="connsiteX12304" fmla="*/ 6953736 w 9312201"/>
              <a:gd name="connsiteY12304" fmla="*/ 433746 h 4927186"/>
              <a:gd name="connsiteX12305" fmla="*/ 6875716 w 9312201"/>
              <a:gd name="connsiteY12305" fmla="*/ 433746 h 4927186"/>
              <a:gd name="connsiteX12306" fmla="*/ 6897536 w 9312201"/>
              <a:gd name="connsiteY12306" fmla="*/ 456228 h 4927186"/>
              <a:gd name="connsiteX12307" fmla="*/ 6875716 w 9312201"/>
              <a:gd name="connsiteY12307" fmla="*/ 478708 h 4927186"/>
              <a:gd name="connsiteX12308" fmla="*/ 6853896 w 9312201"/>
              <a:gd name="connsiteY12308" fmla="*/ 456228 h 4927186"/>
              <a:gd name="connsiteX12309" fmla="*/ 6875716 w 9312201"/>
              <a:gd name="connsiteY12309" fmla="*/ 433746 h 4927186"/>
              <a:gd name="connsiteX12310" fmla="*/ 6798356 w 9312201"/>
              <a:gd name="connsiteY12310" fmla="*/ 433746 h 4927186"/>
              <a:gd name="connsiteX12311" fmla="*/ 6820837 w 9312201"/>
              <a:gd name="connsiteY12311" fmla="*/ 456228 h 4927186"/>
              <a:gd name="connsiteX12312" fmla="*/ 6798356 w 9312201"/>
              <a:gd name="connsiteY12312" fmla="*/ 478708 h 4927186"/>
              <a:gd name="connsiteX12313" fmla="*/ 6775875 w 9312201"/>
              <a:gd name="connsiteY12313" fmla="*/ 456228 h 4927186"/>
              <a:gd name="connsiteX12314" fmla="*/ 6798356 w 9312201"/>
              <a:gd name="connsiteY12314" fmla="*/ 433746 h 4927186"/>
              <a:gd name="connsiteX12315" fmla="*/ 5085212 w 9312201"/>
              <a:gd name="connsiteY12315" fmla="*/ 433746 h 4927186"/>
              <a:gd name="connsiteX12316" fmla="*/ 5107032 w 9312201"/>
              <a:gd name="connsiteY12316" fmla="*/ 456228 h 4927186"/>
              <a:gd name="connsiteX12317" fmla="*/ 5085212 w 9312201"/>
              <a:gd name="connsiteY12317" fmla="*/ 478708 h 4927186"/>
              <a:gd name="connsiteX12318" fmla="*/ 5063392 w 9312201"/>
              <a:gd name="connsiteY12318" fmla="*/ 456228 h 4927186"/>
              <a:gd name="connsiteX12319" fmla="*/ 5085212 w 9312201"/>
              <a:gd name="connsiteY12319" fmla="*/ 433746 h 4927186"/>
              <a:gd name="connsiteX12320" fmla="*/ 5007193 w 9312201"/>
              <a:gd name="connsiteY12320" fmla="*/ 433746 h 4927186"/>
              <a:gd name="connsiteX12321" fmla="*/ 5029013 w 9312201"/>
              <a:gd name="connsiteY12321" fmla="*/ 456228 h 4927186"/>
              <a:gd name="connsiteX12322" fmla="*/ 5007193 w 9312201"/>
              <a:gd name="connsiteY12322" fmla="*/ 478708 h 4927186"/>
              <a:gd name="connsiteX12323" fmla="*/ 4985373 w 9312201"/>
              <a:gd name="connsiteY12323" fmla="*/ 456228 h 4927186"/>
              <a:gd name="connsiteX12324" fmla="*/ 5007193 w 9312201"/>
              <a:gd name="connsiteY12324" fmla="*/ 433746 h 4927186"/>
              <a:gd name="connsiteX12325" fmla="*/ 4928511 w 9312201"/>
              <a:gd name="connsiteY12325" fmla="*/ 433746 h 4927186"/>
              <a:gd name="connsiteX12326" fmla="*/ 4950992 w 9312201"/>
              <a:gd name="connsiteY12326" fmla="*/ 456228 h 4927186"/>
              <a:gd name="connsiteX12327" fmla="*/ 4928511 w 9312201"/>
              <a:gd name="connsiteY12327" fmla="*/ 478708 h 4927186"/>
              <a:gd name="connsiteX12328" fmla="*/ 4906030 w 9312201"/>
              <a:gd name="connsiteY12328" fmla="*/ 456228 h 4927186"/>
              <a:gd name="connsiteX12329" fmla="*/ 4928511 w 9312201"/>
              <a:gd name="connsiteY12329" fmla="*/ 433746 h 4927186"/>
              <a:gd name="connsiteX12330" fmla="*/ 4850490 w 9312201"/>
              <a:gd name="connsiteY12330" fmla="*/ 433746 h 4927186"/>
              <a:gd name="connsiteX12331" fmla="*/ 4872971 w 9312201"/>
              <a:gd name="connsiteY12331" fmla="*/ 456228 h 4927186"/>
              <a:gd name="connsiteX12332" fmla="*/ 4850490 w 9312201"/>
              <a:gd name="connsiteY12332" fmla="*/ 478708 h 4927186"/>
              <a:gd name="connsiteX12333" fmla="*/ 4828009 w 9312201"/>
              <a:gd name="connsiteY12333" fmla="*/ 456228 h 4927186"/>
              <a:gd name="connsiteX12334" fmla="*/ 4850490 w 9312201"/>
              <a:gd name="connsiteY12334" fmla="*/ 433746 h 4927186"/>
              <a:gd name="connsiteX12335" fmla="*/ 1735633 w 9312201"/>
              <a:gd name="connsiteY12335" fmla="*/ 433740 h 4927186"/>
              <a:gd name="connsiteX12336" fmla="*/ 1757457 w 9312201"/>
              <a:gd name="connsiteY12336" fmla="*/ 456221 h 4927186"/>
              <a:gd name="connsiteX12337" fmla="*/ 1735633 w 9312201"/>
              <a:gd name="connsiteY12337" fmla="*/ 478702 h 4927186"/>
              <a:gd name="connsiteX12338" fmla="*/ 1713819 w 9312201"/>
              <a:gd name="connsiteY12338" fmla="*/ 456221 h 4927186"/>
              <a:gd name="connsiteX12339" fmla="*/ 1735633 w 9312201"/>
              <a:gd name="connsiteY12339" fmla="*/ 433740 h 4927186"/>
              <a:gd name="connsiteX12340" fmla="*/ 3916229 w 9312201"/>
              <a:gd name="connsiteY12340" fmla="*/ 390104 h 4927186"/>
              <a:gd name="connsiteX12341" fmla="*/ 3938049 w 9312201"/>
              <a:gd name="connsiteY12341" fmla="*/ 411924 h 4927186"/>
              <a:gd name="connsiteX12342" fmla="*/ 3916229 w 9312201"/>
              <a:gd name="connsiteY12342" fmla="*/ 433744 h 4927186"/>
              <a:gd name="connsiteX12343" fmla="*/ 3894409 w 9312201"/>
              <a:gd name="connsiteY12343" fmla="*/ 411924 h 4927186"/>
              <a:gd name="connsiteX12344" fmla="*/ 3916229 w 9312201"/>
              <a:gd name="connsiteY12344" fmla="*/ 390104 h 4927186"/>
              <a:gd name="connsiteX12345" fmla="*/ 3838870 w 9312201"/>
              <a:gd name="connsiteY12345" fmla="*/ 390104 h 4927186"/>
              <a:gd name="connsiteX12346" fmla="*/ 3861351 w 9312201"/>
              <a:gd name="connsiteY12346" fmla="*/ 411923 h 4927186"/>
              <a:gd name="connsiteX12347" fmla="*/ 3838870 w 9312201"/>
              <a:gd name="connsiteY12347" fmla="*/ 433743 h 4927186"/>
              <a:gd name="connsiteX12348" fmla="*/ 3816389 w 9312201"/>
              <a:gd name="connsiteY12348" fmla="*/ 411923 h 4927186"/>
              <a:gd name="connsiteX12349" fmla="*/ 3838870 w 9312201"/>
              <a:gd name="connsiteY12349" fmla="*/ 390104 h 4927186"/>
              <a:gd name="connsiteX12350" fmla="*/ 3760188 w 9312201"/>
              <a:gd name="connsiteY12350" fmla="*/ 390102 h 4927186"/>
              <a:gd name="connsiteX12351" fmla="*/ 3782008 w 9312201"/>
              <a:gd name="connsiteY12351" fmla="*/ 411923 h 4927186"/>
              <a:gd name="connsiteX12352" fmla="*/ 3760188 w 9312201"/>
              <a:gd name="connsiteY12352" fmla="*/ 433743 h 4927186"/>
              <a:gd name="connsiteX12353" fmla="*/ 3738368 w 9312201"/>
              <a:gd name="connsiteY12353" fmla="*/ 411923 h 4927186"/>
              <a:gd name="connsiteX12354" fmla="*/ 3760188 w 9312201"/>
              <a:gd name="connsiteY12354" fmla="*/ 390102 h 4927186"/>
              <a:gd name="connsiteX12355" fmla="*/ 3682168 w 9312201"/>
              <a:gd name="connsiteY12355" fmla="*/ 390102 h 4927186"/>
              <a:gd name="connsiteX12356" fmla="*/ 3703988 w 9312201"/>
              <a:gd name="connsiteY12356" fmla="*/ 411922 h 4927186"/>
              <a:gd name="connsiteX12357" fmla="*/ 3682168 w 9312201"/>
              <a:gd name="connsiteY12357" fmla="*/ 433743 h 4927186"/>
              <a:gd name="connsiteX12358" fmla="*/ 3660348 w 9312201"/>
              <a:gd name="connsiteY12358" fmla="*/ 411922 h 4927186"/>
              <a:gd name="connsiteX12359" fmla="*/ 3682168 w 9312201"/>
              <a:gd name="connsiteY12359" fmla="*/ 390102 h 4927186"/>
              <a:gd name="connsiteX12360" fmla="*/ 3604148 w 9312201"/>
              <a:gd name="connsiteY12360" fmla="*/ 390102 h 4927186"/>
              <a:gd name="connsiteX12361" fmla="*/ 3625968 w 9312201"/>
              <a:gd name="connsiteY12361" fmla="*/ 411922 h 4927186"/>
              <a:gd name="connsiteX12362" fmla="*/ 3604148 w 9312201"/>
              <a:gd name="connsiteY12362" fmla="*/ 433742 h 4927186"/>
              <a:gd name="connsiteX12363" fmla="*/ 3582328 w 9312201"/>
              <a:gd name="connsiteY12363" fmla="*/ 411922 h 4927186"/>
              <a:gd name="connsiteX12364" fmla="*/ 3604148 w 9312201"/>
              <a:gd name="connsiteY12364" fmla="*/ 390102 h 4927186"/>
              <a:gd name="connsiteX12365" fmla="*/ 3059326 w 9312201"/>
              <a:gd name="connsiteY12365" fmla="*/ 390102 h 4927186"/>
              <a:gd name="connsiteX12366" fmla="*/ 3081146 w 9312201"/>
              <a:gd name="connsiteY12366" fmla="*/ 411922 h 4927186"/>
              <a:gd name="connsiteX12367" fmla="*/ 3059326 w 9312201"/>
              <a:gd name="connsiteY12367" fmla="*/ 433743 h 4927186"/>
              <a:gd name="connsiteX12368" fmla="*/ 3037506 w 9312201"/>
              <a:gd name="connsiteY12368" fmla="*/ 411922 h 4927186"/>
              <a:gd name="connsiteX12369" fmla="*/ 3059326 w 9312201"/>
              <a:gd name="connsiteY12369" fmla="*/ 390102 h 4927186"/>
              <a:gd name="connsiteX12370" fmla="*/ 2981306 w 9312201"/>
              <a:gd name="connsiteY12370" fmla="*/ 390102 h 4927186"/>
              <a:gd name="connsiteX12371" fmla="*/ 3003126 w 9312201"/>
              <a:gd name="connsiteY12371" fmla="*/ 411922 h 4927186"/>
              <a:gd name="connsiteX12372" fmla="*/ 2981306 w 9312201"/>
              <a:gd name="connsiteY12372" fmla="*/ 433743 h 4927186"/>
              <a:gd name="connsiteX12373" fmla="*/ 2959486 w 9312201"/>
              <a:gd name="connsiteY12373" fmla="*/ 411922 h 4927186"/>
              <a:gd name="connsiteX12374" fmla="*/ 2981306 w 9312201"/>
              <a:gd name="connsiteY12374" fmla="*/ 390102 h 4927186"/>
              <a:gd name="connsiteX12375" fmla="*/ 2903286 w 9312201"/>
              <a:gd name="connsiteY12375" fmla="*/ 390102 h 4927186"/>
              <a:gd name="connsiteX12376" fmla="*/ 2925106 w 9312201"/>
              <a:gd name="connsiteY12376" fmla="*/ 411922 h 4927186"/>
              <a:gd name="connsiteX12377" fmla="*/ 2903286 w 9312201"/>
              <a:gd name="connsiteY12377" fmla="*/ 433743 h 4927186"/>
              <a:gd name="connsiteX12378" fmla="*/ 2881466 w 9312201"/>
              <a:gd name="connsiteY12378" fmla="*/ 411922 h 4927186"/>
              <a:gd name="connsiteX12379" fmla="*/ 2903286 w 9312201"/>
              <a:gd name="connsiteY12379" fmla="*/ 390102 h 4927186"/>
              <a:gd name="connsiteX12380" fmla="*/ 2826588 w 9312201"/>
              <a:gd name="connsiteY12380" fmla="*/ 390102 h 4927186"/>
              <a:gd name="connsiteX12381" fmla="*/ 2848408 w 9312201"/>
              <a:gd name="connsiteY12381" fmla="*/ 411922 h 4927186"/>
              <a:gd name="connsiteX12382" fmla="*/ 2826588 w 9312201"/>
              <a:gd name="connsiteY12382" fmla="*/ 433743 h 4927186"/>
              <a:gd name="connsiteX12383" fmla="*/ 2804768 w 9312201"/>
              <a:gd name="connsiteY12383" fmla="*/ 411922 h 4927186"/>
              <a:gd name="connsiteX12384" fmla="*/ 2826588 w 9312201"/>
              <a:gd name="connsiteY12384" fmla="*/ 390102 h 4927186"/>
              <a:gd name="connsiteX12385" fmla="*/ 2748567 w 9312201"/>
              <a:gd name="connsiteY12385" fmla="*/ 390102 h 4927186"/>
              <a:gd name="connsiteX12386" fmla="*/ 2770387 w 9312201"/>
              <a:gd name="connsiteY12386" fmla="*/ 411922 h 4927186"/>
              <a:gd name="connsiteX12387" fmla="*/ 2748567 w 9312201"/>
              <a:gd name="connsiteY12387" fmla="*/ 433743 h 4927186"/>
              <a:gd name="connsiteX12388" fmla="*/ 2726747 w 9312201"/>
              <a:gd name="connsiteY12388" fmla="*/ 411922 h 4927186"/>
              <a:gd name="connsiteX12389" fmla="*/ 2748567 w 9312201"/>
              <a:gd name="connsiteY12389" fmla="*/ 390102 h 4927186"/>
              <a:gd name="connsiteX12390" fmla="*/ 3526788 w 9312201"/>
              <a:gd name="connsiteY12390" fmla="*/ 390102 h 4927186"/>
              <a:gd name="connsiteX12391" fmla="*/ 3549269 w 9312201"/>
              <a:gd name="connsiteY12391" fmla="*/ 411922 h 4927186"/>
              <a:gd name="connsiteX12392" fmla="*/ 3526788 w 9312201"/>
              <a:gd name="connsiteY12392" fmla="*/ 433742 h 4927186"/>
              <a:gd name="connsiteX12393" fmla="*/ 3504307 w 9312201"/>
              <a:gd name="connsiteY12393" fmla="*/ 411922 h 4927186"/>
              <a:gd name="connsiteX12394" fmla="*/ 3526788 w 9312201"/>
              <a:gd name="connsiteY12394" fmla="*/ 390102 h 4927186"/>
              <a:gd name="connsiteX12395" fmla="*/ 2670547 w 9312201"/>
              <a:gd name="connsiteY12395" fmla="*/ 390102 h 4927186"/>
              <a:gd name="connsiteX12396" fmla="*/ 2692367 w 9312201"/>
              <a:gd name="connsiteY12396" fmla="*/ 411922 h 4927186"/>
              <a:gd name="connsiteX12397" fmla="*/ 2670547 w 9312201"/>
              <a:gd name="connsiteY12397" fmla="*/ 433742 h 4927186"/>
              <a:gd name="connsiteX12398" fmla="*/ 2648727 w 9312201"/>
              <a:gd name="connsiteY12398" fmla="*/ 411922 h 4927186"/>
              <a:gd name="connsiteX12399" fmla="*/ 2670547 w 9312201"/>
              <a:gd name="connsiteY12399" fmla="*/ 390102 h 4927186"/>
              <a:gd name="connsiteX12400" fmla="*/ 2592527 w 9312201"/>
              <a:gd name="connsiteY12400" fmla="*/ 390102 h 4927186"/>
              <a:gd name="connsiteX12401" fmla="*/ 2614347 w 9312201"/>
              <a:gd name="connsiteY12401" fmla="*/ 411922 h 4927186"/>
              <a:gd name="connsiteX12402" fmla="*/ 2592527 w 9312201"/>
              <a:gd name="connsiteY12402" fmla="*/ 433742 h 4927186"/>
              <a:gd name="connsiteX12403" fmla="*/ 2570707 w 9312201"/>
              <a:gd name="connsiteY12403" fmla="*/ 411922 h 4927186"/>
              <a:gd name="connsiteX12404" fmla="*/ 2592527 w 9312201"/>
              <a:gd name="connsiteY12404" fmla="*/ 390102 h 4927186"/>
              <a:gd name="connsiteX12405" fmla="*/ 2358465 w 9312201"/>
              <a:gd name="connsiteY12405" fmla="*/ 390102 h 4927186"/>
              <a:gd name="connsiteX12406" fmla="*/ 2380285 w 9312201"/>
              <a:gd name="connsiteY12406" fmla="*/ 411922 h 4927186"/>
              <a:gd name="connsiteX12407" fmla="*/ 2358465 w 9312201"/>
              <a:gd name="connsiteY12407" fmla="*/ 433742 h 4927186"/>
              <a:gd name="connsiteX12408" fmla="*/ 2336645 w 9312201"/>
              <a:gd name="connsiteY12408" fmla="*/ 411922 h 4927186"/>
              <a:gd name="connsiteX12409" fmla="*/ 2358465 w 9312201"/>
              <a:gd name="connsiteY12409" fmla="*/ 390102 h 4927186"/>
              <a:gd name="connsiteX12410" fmla="*/ 2280445 w 9312201"/>
              <a:gd name="connsiteY12410" fmla="*/ 390102 h 4927186"/>
              <a:gd name="connsiteX12411" fmla="*/ 2302265 w 9312201"/>
              <a:gd name="connsiteY12411" fmla="*/ 411922 h 4927186"/>
              <a:gd name="connsiteX12412" fmla="*/ 2280445 w 9312201"/>
              <a:gd name="connsiteY12412" fmla="*/ 433742 h 4927186"/>
              <a:gd name="connsiteX12413" fmla="*/ 2258625 w 9312201"/>
              <a:gd name="connsiteY12413" fmla="*/ 411922 h 4927186"/>
              <a:gd name="connsiteX12414" fmla="*/ 2280445 w 9312201"/>
              <a:gd name="connsiteY12414" fmla="*/ 390102 h 4927186"/>
              <a:gd name="connsiteX12415" fmla="*/ 2203086 w 9312201"/>
              <a:gd name="connsiteY12415" fmla="*/ 390102 h 4927186"/>
              <a:gd name="connsiteX12416" fmla="*/ 2225567 w 9312201"/>
              <a:gd name="connsiteY12416" fmla="*/ 411922 h 4927186"/>
              <a:gd name="connsiteX12417" fmla="*/ 2203086 w 9312201"/>
              <a:gd name="connsiteY12417" fmla="*/ 433742 h 4927186"/>
              <a:gd name="connsiteX12418" fmla="*/ 2180605 w 9312201"/>
              <a:gd name="connsiteY12418" fmla="*/ 411922 h 4927186"/>
              <a:gd name="connsiteX12419" fmla="*/ 2203086 w 9312201"/>
              <a:gd name="connsiteY12419" fmla="*/ 390102 h 4927186"/>
              <a:gd name="connsiteX12420" fmla="*/ 3449429 w 9312201"/>
              <a:gd name="connsiteY12420" fmla="*/ 390102 h 4927186"/>
              <a:gd name="connsiteX12421" fmla="*/ 3471249 w 9312201"/>
              <a:gd name="connsiteY12421" fmla="*/ 411922 h 4927186"/>
              <a:gd name="connsiteX12422" fmla="*/ 3449429 w 9312201"/>
              <a:gd name="connsiteY12422" fmla="*/ 433742 h 4927186"/>
              <a:gd name="connsiteX12423" fmla="*/ 3427609 w 9312201"/>
              <a:gd name="connsiteY12423" fmla="*/ 411922 h 4927186"/>
              <a:gd name="connsiteX12424" fmla="*/ 3449429 w 9312201"/>
              <a:gd name="connsiteY12424" fmla="*/ 390102 h 4927186"/>
              <a:gd name="connsiteX12425" fmla="*/ 3371408 w 9312201"/>
              <a:gd name="connsiteY12425" fmla="*/ 390102 h 4927186"/>
              <a:gd name="connsiteX12426" fmla="*/ 3393228 w 9312201"/>
              <a:gd name="connsiteY12426" fmla="*/ 411922 h 4927186"/>
              <a:gd name="connsiteX12427" fmla="*/ 3371408 w 9312201"/>
              <a:gd name="connsiteY12427" fmla="*/ 433742 h 4927186"/>
              <a:gd name="connsiteX12428" fmla="*/ 3349588 w 9312201"/>
              <a:gd name="connsiteY12428" fmla="*/ 411922 h 4927186"/>
              <a:gd name="connsiteX12429" fmla="*/ 3371408 w 9312201"/>
              <a:gd name="connsiteY12429" fmla="*/ 390102 h 4927186"/>
              <a:gd name="connsiteX12430" fmla="*/ 3293388 w 9312201"/>
              <a:gd name="connsiteY12430" fmla="*/ 390102 h 4927186"/>
              <a:gd name="connsiteX12431" fmla="*/ 3315208 w 9312201"/>
              <a:gd name="connsiteY12431" fmla="*/ 411922 h 4927186"/>
              <a:gd name="connsiteX12432" fmla="*/ 3293388 w 9312201"/>
              <a:gd name="connsiteY12432" fmla="*/ 433742 h 4927186"/>
              <a:gd name="connsiteX12433" fmla="*/ 3271568 w 9312201"/>
              <a:gd name="connsiteY12433" fmla="*/ 411922 h 4927186"/>
              <a:gd name="connsiteX12434" fmla="*/ 3293388 w 9312201"/>
              <a:gd name="connsiteY12434" fmla="*/ 390102 h 4927186"/>
              <a:gd name="connsiteX12435" fmla="*/ 3215368 w 9312201"/>
              <a:gd name="connsiteY12435" fmla="*/ 390102 h 4927186"/>
              <a:gd name="connsiteX12436" fmla="*/ 3237188 w 9312201"/>
              <a:gd name="connsiteY12436" fmla="*/ 411922 h 4927186"/>
              <a:gd name="connsiteX12437" fmla="*/ 3215368 w 9312201"/>
              <a:gd name="connsiteY12437" fmla="*/ 433742 h 4927186"/>
              <a:gd name="connsiteX12438" fmla="*/ 3193548 w 9312201"/>
              <a:gd name="connsiteY12438" fmla="*/ 411922 h 4927186"/>
              <a:gd name="connsiteX12439" fmla="*/ 3215368 w 9312201"/>
              <a:gd name="connsiteY12439" fmla="*/ 390102 h 4927186"/>
              <a:gd name="connsiteX12440" fmla="*/ 3137348 w 9312201"/>
              <a:gd name="connsiteY12440" fmla="*/ 390102 h 4927186"/>
              <a:gd name="connsiteX12441" fmla="*/ 3159168 w 9312201"/>
              <a:gd name="connsiteY12441" fmla="*/ 411922 h 4927186"/>
              <a:gd name="connsiteX12442" fmla="*/ 3137348 w 9312201"/>
              <a:gd name="connsiteY12442" fmla="*/ 433742 h 4927186"/>
              <a:gd name="connsiteX12443" fmla="*/ 3115528 w 9312201"/>
              <a:gd name="connsiteY12443" fmla="*/ 411922 h 4927186"/>
              <a:gd name="connsiteX12444" fmla="*/ 3137348 w 9312201"/>
              <a:gd name="connsiteY12444" fmla="*/ 390102 h 4927186"/>
              <a:gd name="connsiteX12445" fmla="*/ 6875716 w 9312201"/>
              <a:gd name="connsiteY12445" fmla="*/ 357044 h 4927186"/>
              <a:gd name="connsiteX12446" fmla="*/ 6897536 w 9312201"/>
              <a:gd name="connsiteY12446" fmla="*/ 378865 h 4927186"/>
              <a:gd name="connsiteX12447" fmla="*/ 6875716 w 9312201"/>
              <a:gd name="connsiteY12447" fmla="*/ 400685 h 4927186"/>
              <a:gd name="connsiteX12448" fmla="*/ 6853896 w 9312201"/>
              <a:gd name="connsiteY12448" fmla="*/ 378865 h 4927186"/>
              <a:gd name="connsiteX12449" fmla="*/ 6875716 w 9312201"/>
              <a:gd name="connsiteY12449" fmla="*/ 357044 h 4927186"/>
              <a:gd name="connsiteX12450" fmla="*/ 3916229 w 9312201"/>
              <a:gd name="connsiteY12450" fmla="*/ 312083 h 4927186"/>
              <a:gd name="connsiteX12451" fmla="*/ 3938049 w 9312201"/>
              <a:gd name="connsiteY12451" fmla="*/ 334564 h 4927186"/>
              <a:gd name="connsiteX12452" fmla="*/ 3916229 w 9312201"/>
              <a:gd name="connsiteY12452" fmla="*/ 357044 h 4927186"/>
              <a:gd name="connsiteX12453" fmla="*/ 3894409 w 9312201"/>
              <a:gd name="connsiteY12453" fmla="*/ 334564 h 4927186"/>
              <a:gd name="connsiteX12454" fmla="*/ 3916229 w 9312201"/>
              <a:gd name="connsiteY12454" fmla="*/ 312083 h 4927186"/>
              <a:gd name="connsiteX12455" fmla="*/ 3838870 w 9312201"/>
              <a:gd name="connsiteY12455" fmla="*/ 312082 h 4927186"/>
              <a:gd name="connsiteX12456" fmla="*/ 3861351 w 9312201"/>
              <a:gd name="connsiteY12456" fmla="*/ 334563 h 4927186"/>
              <a:gd name="connsiteX12457" fmla="*/ 3838870 w 9312201"/>
              <a:gd name="connsiteY12457" fmla="*/ 357044 h 4927186"/>
              <a:gd name="connsiteX12458" fmla="*/ 3816389 w 9312201"/>
              <a:gd name="connsiteY12458" fmla="*/ 334563 h 4927186"/>
              <a:gd name="connsiteX12459" fmla="*/ 3838870 w 9312201"/>
              <a:gd name="connsiteY12459" fmla="*/ 312082 h 4927186"/>
              <a:gd name="connsiteX12460" fmla="*/ 3760188 w 9312201"/>
              <a:gd name="connsiteY12460" fmla="*/ 312082 h 4927186"/>
              <a:gd name="connsiteX12461" fmla="*/ 3782008 w 9312201"/>
              <a:gd name="connsiteY12461" fmla="*/ 334563 h 4927186"/>
              <a:gd name="connsiteX12462" fmla="*/ 3760188 w 9312201"/>
              <a:gd name="connsiteY12462" fmla="*/ 357044 h 4927186"/>
              <a:gd name="connsiteX12463" fmla="*/ 3738368 w 9312201"/>
              <a:gd name="connsiteY12463" fmla="*/ 334563 h 4927186"/>
              <a:gd name="connsiteX12464" fmla="*/ 3760188 w 9312201"/>
              <a:gd name="connsiteY12464" fmla="*/ 312082 h 4927186"/>
              <a:gd name="connsiteX12465" fmla="*/ 3059326 w 9312201"/>
              <a:gd name="connsiteY12465" fmla="*/ 312082 h 4927186"/>
              <a:gd name="connsiteX12466" fmla="*/ 3081146 w 9312201"/>
              <a:gd name="connsiteY12466" fmla="*/ 334563 h 4927186"/>
              <a:gd name="connsiteX12467" fmla="*/ 3059326 w 9312201"/>
              <a:gd name="connsiteY12467" fmla="*/ 357044 h 4927186"/>
              <a:gd name="connsiteX12468" fmla="*/ 3037506 w 9312201"/>
              <a:gd name="connsiteY12468" fmla="*/ 334563 h 4927186"/>
              <a:gd name="connsiteX12469" fmla="*/ 3059326 w 9312201"/>
              <a:gd name="connsiteY12469" fmla="*/ 312082 h 4927186"/>
              <a:gd name="connsiteX12470" fmla="*/ 2981306 w 9312201"/>
              <a:gd name="connsiteY12470" fmla="*/ 312082 h 4927186"/>
              <a:gd name="connsiteX12471" fmla="*/ 3003126 w 9312201"/>
              <a:gd name="connsiteY12471" fmla="*/ 334563 h 4927186"/>
              <a:gd name="connsiteX12472" fmla="*/ 2981306 w 9312201"/>
              <a:gd name="connsiteY12472" fmla="*/ 357044 h 4927186"/>
              <a:gd name="connsiteX12473" fmla="*/ 2959486 w 9312201"/>
              <a:gd name="connsiteY12473" fmla="*/ 334563 h 4927186"/>
              <a:gd name="connsiteX12474" fmla="*/ 2981306 w 9312201"/>
              <a:gd name="connsiteY12474" fmla="*/ 312082 h 4927186"/>
              <a:gd name="connsiteX12475" fmla="*/ 2903286 w 9312201"/>
              <a:gd name="connsiteY12475" fmla="*/ 312082 h 4927186"/>
              <a:gd name="connsiteX12476" fmla="*/ 2925106 w 9312201"/>
              <a:gd name="connsiteY12476" fmla="*/ 334563 h 4927186"/>
              <a:gd name="connsiteX12477" fmla="*/ 2903286 w 9312201"/>
              <a:gd name="connsiteY12477" fmla="*/ 357044 h 4927186"/>
              <a:gd name="connsiteX12478" fmla="*/ 2881466 w 9312201"/>
              <a:gd name="connsiteY12478" fmla="*/ 334563 h 4927186"/>
              <a:gd name="connsiteX12479" fmla="*/ 2903286 w 9312201"/>
              <a:gd name="connsiteY12479" fmla="*/ 312082 h 4927186"/>
              <a:gd name="connsiteX12480" fmla="*/ 2826588 w 9312201"/>
              <a:gd name="connsiteY12480" fmla="*/ 312082 h 4927186"/>
              <a:gd name="connsiteX12481" fmla="*/ 2848408 w 9312201"/>
              <a:gd name="connsiteY12481" fmla="*/ 334563 h 4927186"/>
              <a:gd name="connsiteX12482" fmla="*/ 2826588 w 9312201"/>
              <a:gd name="connsiteY12482" fmla="*/ 357044 h 4927186"/>
              <a:gd name="connsiteX12483" fmla="*/ 2804768 w 9312201"/>
              <a:gd name="connsiteY12483" fmla="*/ 334563 h 4927186"/>
              <a:gd name="connsiteX12484" fmla="*/ 2826588 w 9312201"/>
              <a:gd name="connsiteY12484" fmla="*/ 312082 h 4927186"/>
              <a:gd name="connsiteX12485" fmla="*/ 2748567 w 9312201"/>
              <a:gd name="connsiteY12485" fmla="*/ 312082 h 4927186"/>
              <a:gd name="connsiteX12486" fmla="*/ 2770387 w 9312201"/>
              <a:gd name="connsiteY12486" fmla="*/ 334563 h 4927186"/>
              <a:gd name="connsiteX12487" fmla="*/ 2748567 w 9312201"/>
              <a:gd name="connsiteY12487" fmla="*/ 357044 h 4927186"/>
              <a:gd name="connsiteX12488" fmla="*/ 2726747 w 9312201"/>
              <a:gd name="connsiteY12488" fmla="*/ 334563 h 4927186"/>
              <a:gd name="connsiteX12489" fmla="*/ 2748567 w 9312201"/>
              <a:gd name="connsiteY12489" fmla="*/ 312082 h 4927186"/>
              <a:gd name="connsiteX12490" fmla="*/ 3682168 w 9312201"/>
              <a:gd name="connsiteY12490" fmla="*/ 312081 h 4927186"/>
              <a:gd name="connsiteX12491" fmla="*/ 3703988 w 9312201"/>
              <a:gd name="connsiteY12491" fmla="*/ 334563 h 4927186"/>
              <a:gd name="connsiteX12492" fmla="*/ 3682168 w 9312201"/>
              <a:gd name="connsiteY12492" fmla="*/ 357044 h 4927186"/>
              <a:gd name="connsiteX12493" fmla="*/ 3660348 w 9312201"/>
              <a:gd name="connsiteY12493" fmla="*/ 334563 h 4927186"/>
              <a:gd name="connsiteX12494" fmla="*/ 3682168 w 9312201"/>
              <a:gd name="connsiteY12494" fmla="*/ 312081 h 4927186"/>
              <a:gd name="connsiteX12495" fmla="*/ 2670547 w 9312201"/>
              <a:gd name="connsiteY12495" fmla="*/ 312081 h 4927186"/>
              <a:gd name="connsiteX12496" fmla="*/ 2692367 w 9312201"/>
              <a:gd name="connsiteY12496" fmla="*/ 334562 h 4927186"/>
              <a:gd name="connsiteX12497" fmla="*/ 2670547 w 9312201"/>
              <a:gd name="connsiteY12497" fmla="*/ 357043 h 4927186"/>
              <a:gd name="connsiteX12498" fmla="*/ 2648727 w 9312201"/>
              <a:gd name="connsiteY12498" fmla="*/ 334562 h 4927186"/>
              <a:gd name="connsiteX12499" fmla="*/ 2670547 w 9312201"/>
              <a:gd name="connsiteY12499" fmla="*/ 312081 h 4927186"/>
              <a:gd name="connsiteX12500" fmla="*/ 3604148 w 9312201"/>
              <a:gd name="connsiteY12500" fmla="*/ 312081 h 4927186"/>
              <a:gd name="connsiteX12501" fmla="*/ 3625968 w 9312201"/>
              <a:gd name="connsiteY12501" fmla="*/ 334562 h 4927186"/>
              <a:gd name="connsiteX12502" fmla="*/ 3604148 w 9312201"/>
              <a:gd name="connsiteY12502" fmla="*/ 357043 h 4927186"/>
              <a:gd name="connsiteX12503" fmla="*/ 3582328 w 9312201"/>
              <a:gd name="connsiteY12503" fmla="*/ 334562 h 4927186"/>
              <a:gd name="connsiteX12504" fmla="*/ 3604148 w 9312201"/>
              <a:gd name="connsiteY12504" fmla="*/ 312081 h 4927186"/>
              <a:gd name="connsiteX12505" fmla="*/ 2592527 w 9312201"/>
              <a:gd name="connsiteY12505" fmla="*/ 312081 h 4927186"/>
              <a:gd name="connsiteX12506" fmla="*/ 2614347 w 9312201"/>
              <a:gd name="connsiteY12506" fmla="*/ 334562 h 4927186"/>
              <a:gd name="connsiteX12507" fmla="*/ 2592527 w 9312201"/>
              <a:gd name="connsiteY12507" fmla="*/ 357043 h 4927186"/>
              <a:gd name="connsiteX12508" fmla="*/ 2570707 w 9312201"/>
              <a:gd name="connsiteY12508" fmla="*/ 334562 h 4927186"/>
              <a:gd name="connsiteX12509" fmla="*/ 2592527 w 9312201"/>
              <a:gd name="connsiteY12509" fmla="*/ 312081 h 4927186"/>
              <a:gd name="connsiteX12510" fmla="*/ 2436486 w 9312201"/>
              <a:gd name="connsiteY12510" fmla="*/ 312081 h 4927186"/>
              <a:gd name="connsiteX12511" fmla="*/ 2458306 w 9312201"/>
              <a:gd name="connsiteY12511" fmla="*/ 334562 h 4927186"/>
              <a:gd name="connsiteX12512" fmla="*/ 2436486 w 9312201"/>
              <a:gd name="connsiteY12512" fmla="*/ 357043 h 4927186"/>
              <a:gd name="connsiteX12513" fmla="*/ 2414666 w 9312201"/>
              <a:gd name="connsiteY12513" fmla="*/ 334562 h 4927186"/>
              <a:gd name="connsiteX12514" fmla="*/ 2436486 w 9312201"/>
              <a:gd name="connsiteY12514" fmla="*/ 312081 h 4927186"/>
              <a:gd name="connsiteX12515" fmla="*/ 2358465 w 9312201"/>
              <a:gd name="connsiteY12515" fmla="*/ 312081 h 4927186"/>
              <a:gd name="connsiteX12516" fmla="*/ 2380285 w 9312201"/>
              <a:gd name="connsiteY12516" fmla="*/ 334562 h 4927186"/>
              <a:gd name="connsiteX12517" fmla="*/ 2358465 w 9312201"/>
              <a:gd name="connsiteY12517" fmla="*/ 357043 h 4927186"/>
              <a:gd name="connsiteX12518" fmla="*/ 2336645 w 9312201"/>
              <a:gd name="connsiteY12518" fmla="*/ 334562 h 4927186"/>
              <a:gd name="connsiteX12519" fmla="*/ 2358465 w 9312201"/>
              <a:gd name="connsiteY12519" fmla="*/ 312081 h 4927186"/>
              <a:gd name="connsiteX12520" fmla="*/ 2280445 w 9312201"/>
              <a:gd name="connsiteY12520" fmla="*/ 312081 h 4927186"/>
              <a:gd name="connsiteX12521" fmla="*/ 2302265 w 9312201"/>
              <a:gd name="connsiteY12521" fmla="*/ 334562 h 4927186"/>
              <a:gd name="connsiteX12522" fmla="*/ 2280445 w 9312201"/>
              <a:gd name="connsiteY12522" fmla="*/ 357043 h 4927186"/>
              <a:gd name="connsiteX12523" fmla="*/ 2258625 w 9312201"/>
              <a:gd name="connsiteY12523" fmla="*/ 334562 h 4927186"/>
              <a:gd name="connsiteX12524" fmla="*/ 2280445 w 9312201"/>
              <a:gd name="connsiteY12524" fmla="*/ 312081 h 4927186"/>
              <a:gd name="connsiteX12525" fmla="*/ 2203086 w 9312201"/>
              <a:gd name="connsiteY12525" fmla="*/ 312081 h 4927186"/>
              <a:gd name="connsiteX12526" fmla="*/ 2225567 w 9312201"/>
              <a:gd name="connsiteY12526" fmla="*/ 334562 h 4927186"/>
              <a:gd name="connsiteX12527" fmla="*/ 2203086 w 9312201"/>
              <a:gd name="connsiteY12527" fmla="*/ 357043 h 4927186"/>
              <a:gd name="connsiteX12528" fmla="*/ 2180605 w 9312201"/>
              <a:gd name="connsiteY12528" fmla="*/ 334562 h 4927186"/>
              <a:gd name="connsiteX12529" fmla="*/ 2203086 w 9312201"/>
              <a:gd name="connsiteY12529" fmla="*/ 312081 h 4927186"/>
              <a:gd name="connsiteX12530" fmla="*/ 2125727 w 9312201"/>
              <a:gd name="connsiteY12530" fmla="*/ 312081 h 4927186"/>
              <a:gd name="connsiteX12531" fmla="*/ 2147547 w 9312201"/>
              <a:gd name="connsiteY12531" fmla="*/ 334562 h 4927186"/>
              <a:gd name="connsiteX12532" fmla="*/ 2125727 w 9312201"/>
              <a:gd name="connsiteY12532" fmla="*/ 357043 h 4927186"/>
              <a:gd name="connsiteX12533" fmla="*/ 2103907 w 9312201"/>
              <a:gd name="connsiteY12533" fmla="*/ 334562 h 4927186"/>
              <a:gd name="connsiteX12534" fmla="*/ 2125727 w 9312201"/>
              <a:gd name="connsiteY12534" fmla="*/ 312081 h 4927186"/>
              <a:gd name="connsiteX12535" fmla="*/ 3526788 w 9312201"/>
              <a:gd name="connsiteY12535" fmla="*/ 312081 h 4927186"/>
              <a:gd name="connsiteX12536" fmla="*/ 3549269 w 9312201"/>
              <a:gd name="connsiteY12536" fmla="*/ 334562 h 4927186"/>
              <a:gd name="connsiteX12537" fmla="*/ 3526788 w 9312201"/>
              <a:gd name="connsiteY12537" fmla="*/ 357043 h 4927186"/>
              <a:gd name="connsiteX12538" fmla="*/ 3504307 w 9312201"/>
              <a:gd name="connsiteY12538" fmla="*/ 334562 h 4927186"/>
              <a:gd name="connsiteX12539" fmla="*/ 3526788 w 9312201"/>
              <a:gd name="connsiteY12539" fmla="*/ 312081 h 4927186"/>
              <a:gd name="connsiteX12540" fmla="*/ 3449429 w 9312201"/>
              <a:gd name="connsiteY12540" fmla="*/ 312081 h 4927186"/>
              <a:gd name="connsiteX12541" fmla="*/ 3471249 w 9312201"/>
              <a:gd name="connsiteY12541" fmla="*/ 334561 h 4927186"/>
              <a:gd name="connsiteX12542" fmla="*/ 3449429 w 9312201"/>
              <a:gd name="connsiteY12542" fmla="*/ 357042 h 4927186"/>
              <a:gd name="connsiteX12543" fmla="*/ 3427609 w 9312201"/>
              <a:gd name="connsiteY12543" fmla="*/ 334561 h 4927186"/>
              <a:gd name="connsiteX12544" fmla="*/ 3449429 w 9312201"/>
              <a:gd name="connsiteY12544" fmla="*/ 312081 h 4927186"/>
              <a:gd name="connsiteX12545" fmla="*/ 3371408 w 9312201"/>
              <a:gd name="connsiteY12545" fmla="*/ 312081 h 4927186"/>
              <a:gd name="connsiteX12546" fmla="*/ 3393228 w 9312201"/>
              <a:gd name="connsiteY12546" fmla="*/ 334561 h 4927186"/>
              <a:gd name="connsiteX12547" fmla="*/ 3371408 w 9312201"/>
              <a:gd name="connsiteY12547" fmla="*/ 357042 h 4927186"/>
              <a:gd name="connsiteX12548" fmla="*/ 3349588 w 9312201"/>
              <a:gd name="connsiteY12548" fmla="*/ 334561 h 4927186"/>
              <a:gd name="connsiteX12549" fmla="*/ 3371408 w 9312201"/>
              <a:gd name="connsiteY12549" fmla="*/ 312081 h 4927186"/>
              <a:gd name="connsiteX12550" fmla="*/ 3293388 w 9312201"/>
              <a:gd name="connsiteY12550" fmla="*/ 312081 h 4927186"/>
              <a:gd name="connsiteX12551" fmla="*/ 3315208 w 9312201"/>
              <a:gd name="connsiteY12551" fmla="*/ 334561 h 4927186"/>
              <a:gd name="connsiteX12552" fmla="*/ 3293388 w 9312201"/>
              <a:gd name="connsiteY12552" fmla="*/ 357042 h 4927186"/>
              <a:gd name="connsiteX12553" fmla="*/ 3271568 w 9312201"/>
              <a:gd name="connsiteY12553" fmla="*/ 334561 h 4927186"/>
              <a:gd name="connsiteX12554" fmla="*/ 3293388 w 9312201"/>
              <a:gd name="connsiteY12554" fmla="*/ 312081 h 4927186"/>
              <a:gd name="connsiteX12555" fmla="*/ 3215368 w 9312201"/>
              <a:gd name="connsiteY12555" fmla="*/ 312081 h 4927186"/>
              <a:gd name="connsiteX12556" fmla="*/ 3237188 w 9312201"/>
              <a:gd name="connsiteY12556" fmla="*/ 334561 h 4927186"/>
              <a:gd name="connsiteX12557" fmla="*/ 3215368 w 9312201"/>
              <a:gd name="connsiteY12557" fmla="*/ 357042 h 4927186"/>
              <a:gd name="connsiteX12558" fmla="*/ 3193548 w 9312201"/>
              <a:gd name="connsiteY12558" fmla="*/ 334561 h 4927186"/>
              <a:gd name="connsiteX12559" fmla="*/ 3215368 w 9312201"/>
              <a:gd name="connsiteY12559" fmla="*/ 312081 h 4927186"/>
              <a:gd name="connsiteX12560" fmla="*/ 3137348 w 9312201"/>
              <a:gd name="connsiteY12560" fmla="*/ 312081 h 4927186"/>
              <a:gd name="connsiteX12561" fmla="*/ 3159168 w 9312201"/>
              <a:gd name="connsiteY12561" fmla="*/ 334561 h 4927186"/>
              <a:gd name="connsiteX12562" fmla="*/ 3137348 w 9312201"/>
              <a:gd name="connsiteY12562" fmla="*/ 357042 h 4927186"/>
              <a:gd name="connsiteX12563" fmla="*/ 3115528 w 9312201"/>
              <a:gd name="connsiteY12563" fmla="*/ 334561 h 4927186"/>
              <a:gd name="connsiteX12564" fmla="*/ 3137348 w 9312201"/>
              <a:gd name="connsiteY12564" fmla="*/ 312081 h 4927186"/>
              <a:gd name="connsiteX12565" fmla="*/ 2047706 w 9312201"/>
              <a:gd name="connsiteY12565" fmla="*/ 312080 h 4927186"/>
              <a:gd name="connsiteX12566" fmla="*/ 2069526 w 9312201"/>
              <a:gd name="connsiteY12566" fmla="*/ 334561 h 4927186"/>
              <a:gd name="connsiteX12567" fmla="*/ 2047706 w 9312201"/>
              <a:gd name="connsiteY12567" fmla="*/ 357042 h 4927186"/>
              <a:gd name="connsiteX12568" fmla="*/ 2025886 w 9312201"/>
              <a:gd name="connsiteY12568" fmla="*/ 334561 h 4927186"/>
              <a:gd name="connsiteX12569" fmla="*/ 2047706 w 9312201"/>
              <a:gd name="connsiteY12569" fmla="*/ 312080 h 4927186"/>
              <a:gd name="connsiteX12570" fmla="*/ 3994250 w 9312201"/>
              <a:gd name="connsiteY12570" fmla="*/ 234063 h 4927186"/>
              <a:gd name="connsiteX12571" fmla="*/ 4016070 w 9312201"/>
              <a:gd name="connsiteY12571" fmla="*/ 255883 h 4927186"/>
              <a:gd name="connsiteX12572" fmla="*/ 3994250 w 9312201"/>
              <a:gd name="connsiteY12572" fmla="*/ 277702 h 4927186"/>
              <a:gd name="connsiteX12573" fmla="*/ 3972430 w 9312201"/>
              <a:gd name="connsiteY12573" fmla="*/ 255883 h 4927186"/>
              <a:gd name="connsiteX12574" fmla="*/ 3994250 w 9312201"/>
              <a:gd name="connsiteY12574" fmla="*/ 234063 h 4927186"/>
              <a:gd name="connsiteX12575" fmla="*/ 3916229 w 9312201"/>
              <a:gd name="connsiteY12575" fmla="*/ 234063 h 4927186"/>
              <a:gd name="connsiteX12576" fmla="*/ 3938049 w 9312201"/>
              <a:gd name="connsiteY12576" fmla="*/ 255883 h 4927186"/>
              <a:gd name="connsiteX12577" fmla="*/ 3916229 w 9312201"/>
              <a:gd name="connsiteY12577" fmla="*/ 277702 h 4927186"/>
              <a:gd name="connsiteX12578" fmla="*/ 3894409 w 9312201"/>
              <a:gd name="connsiteY12578" fmla="*/ 255883 h 4927186"/>
              <a:gd name="connsiteX12579" fmla="*/ 3916229 w 9312201"/>
              <a:gd name="connsiteY12579" fmla="*/ 234063 h 4927186"/>
              <a:gd name="connsiteX12580" fmla="*/ 3838870 w 9312201"/>
              <a:gd name="connsiteY12580" fmla="*/ 234063 h 4927186"/>
              <a:gd name="connsiteX12581" fmla="*/ 3861351 w 9312201"/>
              <a:gd name="connsiteY12581" fmla="*/ 255883 h 4927186"/>
              <a:gd name="connsiteX12582" fmla="*/ 3838870 w 9312201"/>
              <a:gd name="connsiteY12582" fmla="*/ 277702 h 4927186"/>
              <a:gd name="connsiteX12583" fmla="*/ 3816389 w 9312201"/>
              <a:gd name="connsiteY12583" fmla="*/ 255883 h 4927186"/>
              <a:gd name="connsiteX12584" fmla="*/ 3838870 w 9312201"/>
              <a:gd name="connsiteY12584" fmla="*/ 234063 h 4927186"/>
              <a:gd name="connsiteX12585" fmla="*/ 3760188 w 9312201"/>
              <a:gd name="connsiteY12585" fmla="*/ 234062 h 4927186"/>
              <a:gd name="connsiteX12586" fmla="*/ 3782008 w 9312201"/>
              <a:gd name="connsiteY12586" fmla="*/ 255882 h 4927186"/>
              <a:gd name="connsiteX12587" fmla="*/ 3760188 w 9312201"/>
              <a:gd name="connsiteY12587" fmla="*/ 277702 h 4927186"/>
              <a:gd name="connsiteX12588" fmla="*/ 3738368 w 9312201"/>
              <a:gd name="connsiteY12588" fmla="*/ 255882 h 4927186"/>
              <a:gd name="connsiteX12589" fmla="*/ 3760188 w 9312201"/>
              <a:gd name="connsiteY12589" fmla="*/ 234062 h 4927186"/>
              <a:gd name="connsiteX12590" fmla="*/ 3682168 w 9312201"/>
              <a:gd name="connsiteY12590" fmla="*/ 234061 h 4927186"/>
              <a:gd name="connsiteX12591" fmla="*/ 3703988 w 9312201"/>
              <a:gd name="connsiteY12591" fmla="*/ 255882 h 4927186"/>
              <a:gd name="connsiteX12592" fmla="*/ 3682168 w 9312201"/>
              <a:gd name="connsiteY12592" fmla="*/ 277701 h 4927186"/>
              <a:gd name="connsiteX12593" fmla="*/ 3660348 w 9312201"/>
              <a:gd name="connsiteY12593" fmla="*/ 255882 h 4927186"/>
              <a:gd name="connsiteX12594" fmla="*/ 3682168 w 9312201"/>
              <a:gd name="connsiteY12594" fmla="*/ 234061 h 4927186"/>
              <a:gd name="connsiteX12595" fmla="*/ 3604148 w 9312201"/>
              <a:gd name="connsiteY12595" fmla="*/ 234061 h 4927186"/>
              <a:gd name="connsiteX12596" fmla="*/ 3625968 w 9312201"/>
              <a:gd name="connsiteY12596" fmla="*/ 255882 h 4927186"/>
              <a:gd name="connsiteX12597" fmla="*/ 3604148 w 9312201"/>
              <a:gd name="connsiteY12597" fmla="*/ 277701 h 4927186"/>
              <a:gd name="connsiteX12598" fmla="*/ 3582328 w 9312201"/>
              <a:gd name="connsiteY12598" fmla="*/ 255882 h 4927186"/>
              <a:gd name="connsiteX12599" fmla="*/ 3604148 w 9312201"/>
              <a:gd name="connsiteY12599" fmla="*/ 234061 h 4927186"/>
              <a:gd name="connsiteX12600" fmla="*/ 3526788 w 9312201"/>
              <a:gd name="connsiteY12600" fmla="*/ 234061 h 4927186"/>
              <a:gd name="connsiteX12601" fmla="*/ 3549269 w 9312201"/>
              <a:gd name="connsiteY12601" fmla="*/ 255881 h 4927186"/>
              <a:gd name="connsiteX12602" fmla="*/ 3526788 w 9312201"/>
              <a:gd name="connsiteY12602" fmla="*/ 277701 h 4927186"/>
              <a:gd name="connsiteX12603" fmla="*/ 3504307 w 9312201"/>
              <a:gd name="connsiteY12603" fmla="*/ 255881 h 4927186"/>
              <a:gd name="connsiteX12604" fmla="*/ 3526788 w 9312201"/>
              <a:gd name="connsiteY12604" fmla="*/ 234061 h 4927186"/>
              <a:gd name="connsiteX12605" fmla="*/ 3449429 w 9312201"/>
              <a:gd name="connsiteY12605" fmla="*/ 234061 h 4927186"/>
              <a:gd name="connsiteX12606" fmla="*/ 3471249 w 9312201"/>
              <a:gd name="connsiteY12606" fmla="*/ 255881 h 4927186"/>
              <a:gd name="connsiteX12607" fmla="*/ 3449429 w 9312201"/>
              <a:gd name="connsiteY12607" fmla="*/ 277701 h 4927186"/>
              <a:gd name="connsiteX12608" fmla="*/ 3427609 w 9312201"/>
              <a:gd name="connsiteY12608" fmla="*/ 255881 h 4927186"/>
              <a:gd name="connsiteX12609" fmla="*/ 3449429 w 9312201"/>
              <a:gd name="connsiteY12609" fmla="*/ 234061 h 4927186"/>
              <a:gd name="connsiteX12610" fmla="*/ 3371408 w 9312201"/>
              <a:gd name="connsiteY12610" fmla="*/ 234061 h 4927186"/>
              <a:gd name="connsiteX12611" fmla="*/ 3393228 w 9312201"/>
              <a:gd name="connsiteY12611" fmla="*/ 255881 h 4927186"/>
              <a:gd name="connsiteX12612" fmla="*/ 3371408 w 9312201"/>
              <a:gd name="connsiteY12612" fmla="*/ 277701 h 4927186"/>
              <a:gd name="connsiteX12613" fmla="*/ 3349588 w 9312201"/>
              <a:gd name="connsiteY12613" fmla="*/ 255881 h 4927186"/>
              <a:gd name="connsiteX12614" fmla="*/ 3371408 w 9312201"/>
              <a:gd name="connsiteY12614" fmla="*/ 234061 h 4927186"/>
              <a:gd name="connsiteX12615" fmla="*/ 3293388 w 9312201"/>
              <a:gd name="connsiteY12615" fmla="*/ 234061 h 4927186"/>
              <a:gd name="connsiteX12616" fmla="*/ 3315208 w 9312201"/>
              <a:gd name="connsiteY12616" fmla="*/ 255881 h 4927186"/>
              <a:gd name="connsiteX12617" fmla="*/ 3293388 w 9312201"/>
              <a:gd name="connsiteY12617" fmla="*/ 277701 h 4927186"/>
              <a:gd name="connsiteX12618" fmla="*/ 3271568 w 9312201"/>
              <a:gd name="connsiteY12618" fmla="*/ 255881 h 4927186"/>
              <a:gd name="connsiteX12619" fmla="*/ 3293388 w 9312201"/>
              <a:gd name="connsiteY12619" fmla="*/ 234061 h 4927186"/>
              <a:gd name="connsiteX12620" fmla="*/ 3215368 w 9312201"/>
              <a:gd name="connsiteY12620" fmla="*/ 234061 h 4927186"/>
              <a:gd name="connsiteX12621" fmla="*/ 3237188 w 9312201"/>
              <a:gd name="connsiteY12621" fmla="*/ 255881 h 4927186"/>
              <a:gd name="connsiteX12622" fmla="*/ 3215368 w 9312201"/>
              <a:gd name="connsiteY12622" fmla="*/ 277701 h 4927186"/>
              <a:gd name="connsiteX12623" fmla="*/ 3193548 w 9312201"/>
              <a:gd name="connsiteY12623" fmla="*/ 255881 h 4927186"/>
              <a:gd name="connsiteX12624" fmla="*/ 3215368 w 9312201"/>
              <a:gd name="connsiteY12624" fmla="*/ 234061 h 4927186"/>
              <a:gd name="connsiteX12625" fmla="*/ 3137348 w 9312201"/>
              <a:gd name="connsiteY12625" fmla="*/ 234061 h 4927186"/>
              <a:gd name="connsiteX12626" fmla="*/ 3159168 w 9312201"/>
              <a:gd name="connsiteY12626" fmla="*/ 255881 h 4927186"/>
              <a:gd name="connsiteX12627" fmla="*/ 3137348 w 9312201"/>
              <a:gd name="connsiteY12627" fmla="*/ 277701 h 4927186"/>
              <a:gd name="connsiteX12628" fmla="*/ 3115528 w 9312201"/>
              <a:gd name="connsiteY12628" fmla="*/ 255881 h 4927186"/>
              <a:gd name="connsiteX12629" fmla="*/ 3137348 w 9312201"/>
              <a:gd name="connsiteY12629" fmla="*/ 234061 h 4927186"/>
              <a:gd name="connsiteX12630" fmla="*/ 3059326 w 9312201"/>
              <a:gd name="connsiteY12630" fmla="*/ 234061 h 4927186"/>
              <a:gd name="connsiteX12631" fmla="*/ 3081146 w 9312201"/>
              <a:gd name="connsiteY12631" fmla="*/ 255881 h 4927186"/>
              <a:gd name="connsiteX12632" fmla="*/ 3059326 w 9312201"/>
              <a:gd name="connsiteY12632" fmla="*/ 277701 h 4927186"/>
              <a:gd name="connsiteX12633" fmla="*/ 3037506 w 9312201"/>
              <a:gd name="connsiteY12633" fmla="*/ 255881 h 4927186"/>
              <a:gd name="connsiteX12634" fmla="*/ 3059326 w 9312201"/>
              <a:gd name="connsiteY12634" fmla="*/ 234061 h 4927186"/>
              <a:gd name="connsiteX12635" fmla="*/ 2981306 w 9312201"/>
              <a:gd name="connsiteY12635" fmla="*/ 234061 h 4927186"/>
              <a:gd name="connsiteX12636" fmla="*/ 3003126 w 9312201"/>
              <a:gd name="connsiteY12636" fmla="*/ 255881 h 4927186"/>
              <a:gd name="connsiteX12637" fmla="*/ 2981306 w 9312201"/>
              <a:gd name="connsiteY12637" fmla="*/ 277701 h 4927186"/>
              <a:gd name="connsiteX12638" fmla="*/ 2959486 w 9312201"/>
              <a:gd name="connsiteY12638" fmla="*/ 255881 h 4927186"/>
              <a:gd name="connsiteX12639" fmla="*/ 2981306 w 9312201"/>
              <a:gd name="connsiteY12639" fmla="*/ 234061 h 4927186"/>
              <a:gd name="connsiteX12640" fmla="*/ 2903286 w 9312201"/>
              <a:gd name="connsiteY12640" fmla="*/ 234061 h 4927186"/>
              <a:gd name="connsiteX12641" fmla="*/ 2925106 w 9312201"/>
              <a:gd name="connsiteY12641" fmla="*/ 255881 h 4927186"/>
              <a:gd name="connsiteX12642" fmla="*/ 2903286 w 9312201"/>
              <a:gd name="connsiteY12642" fmla="*/ 277701 h 4927186"/>
              <a:gd name="connsiteX12643" fmla="*/ 2881466 w 9312201"/>
              <a:gd name="connsiteY12643" fmla="*/ 255881 h 4927186"/>
              <a:gd name="connsiteX12644" fmla="*/ 2903286 w 9312201"/>
              <a:gd name="connsiteY12644" fmla="*/ 234061 h 4927186"/>
              <a:gd name="connsiteX12645" fmla="*/ 2826588 w 9312201"/>
              <a:gd name="connsiteY12645" fmla="*/ 234061 h 4927186"/>
              <a:gd name="connsiteX12646" fmla="*/ 2848408 w 9312201"/>
              <a:gd name="connsiteY12646" fmla="*/ 255881 h 4927186"/>
              <a:gd name="connsiteX12647" fmla="*/ 2826588 w 9312201"/>
              <a:gd name="connsiteY12647" fmla="*/ 277701 h 4927186"/>
              <a:gd name="connsiteX12648" fmla="*/ 2804768 w 9312201"/>
              <a:gd name="connsiteY12648" fmla="*/ 255881 h 4927186"/>
              <a:gd name="connsiteX12649" fmla="*/ 2826588 w 9312201"/>
              <a:gd name="connsiteY12649" fmla="*/ 234061 h 4927186"/>
              <a:gd name="connsiteX12650" fmla="*/ 2748567 w 9312201"/>
              <a:gd name="connsiteY12650" fmla="*/ 234061 h 4927186"/>
              <a:gd name="connsiteX12651" fmla="*/ 2770387 w 9312201"/>
              <a:gd name="connsiteY12651" fmla="*/ 255881 h 4927186"/>
              <a:gd name="connsiteX12652" fmla="*/ 2748567 w 9312201"/>
              <a:gd name="connsiteY12652" fmla="*/ 277701 h 4927186"/>
              <a:gd name="connsiteX12653" fmla="*/ 2726747 w 9312201"/>
              <a:gd name="connsiteY12653" fmla="*/ 255881 h 4927186"/>
              <a:gd name="connsiteX12654" fmla="*/ 2748567 w 9312201"/>
              <a:gd name="connsiteY12654" fmla="*/ 234061 h 4927186"/>
              <a:gd name="connsiteX12655" fmla="*/ 2592527 w 9312201"/>
              <a:gd name="connsiteY12655" fmla="*/ 234060 h 4927186"/>
              <a:gd name="connsiteX12656" fmla="*/ 2614347 w 9312201"/>
              <a:gd name="connsiteY12656" fmla="*/ 255880 h 4927186"/>
              <a:gd name="connsiteX12657" fmla="*/ 2592527 w 9312201"/>
              <a:gd name="connsiteY12657" fmla="*/ 277700 h 4927186"/>
              <a:gd name="connsiteX12658" fmla="*/ 2570707 w 9312201"/>
              <a:gd name="connsiteY12658" fmla="*/ 255880 h 4927186"/>
              <a:gd name="connsiteX12659" fmla="*/ 2592527 w 9312201"/>
              <a:gd name="connsiteY12659" fmla="*/ 234060 h 4927186"/>
              <a:gd name="connsiteX12660" fmla="*/ 2513845 w 9312201"/>
              <a:gd name="connsiteY12660" fmla="*/ 234060 h 4927186"/>
              <a:gd name="connsiteX12661" fmla="*/ 2536326 w 9312201"/>
              <a:gd name="connsiteY12661" fmla="*/ 255880 h 4927186"/>
              <a:gd name="connsiteX12662" fmla="*/ 2513845 w 9312201"/>
              <a:gd name="connsiteY12662" fmla="*/ 277700 h 4927186"/>
              <a:gd name="connsiteX12663" fmla="*/ 2491364 w 9312201"/>
              <a:gd name="connsiteY12663" fmla="*/ 255880 h 4927186"/>
              <a:gd name="connsiteX12664" fmla="*/ 2513845 w 9312201"/>
              <a:gd name="connsiteY12664" fmla="*/ 234060 h 4927186"/>
              <a:gd name="connsiteX12665" fmla="*/ 2436486 w 9312201"/>
              <a:gd name="connsiteY12665" fmla="*/ 234060 h 4927186"/>
              <a:gd name="connsiteX12666" fmla="*/ 2458306 w 9312201"/>
              <a:gd name="connsiteY12666" fmla="*/ 255880 h 4927186"/>
              <a:gd name="connsiteX12667" fmla="*/ 2436486 w 9312201"/>
              <a:gd name="connsiteY12667" fmla="*/ 277700 h 4927186"/>
              <a:gd name="connsiteX12668" fmla="*/ 2414666 w 9312201"/>
              <a:gd name="connsiteY12668" fmla="*/ 255880 h 4927186"/>
              <a:gd name="connsiteX12669" fmla="*/ 2436486 w 9312201"/>
              <a:gd name="connsiteY12669" fmla="*/ 234060 h 4927186"/>
              <a:gd name="connsiteX12670" fmla="*/ 2358465 w 9312201"/>
              <a:gd name="connsiteY12670" fmla="*/ 234060 h 4927186"/>
              <a:gd name="connsiteX12671" fmla="*/ 2380285 w 9312201"/>
              <a:gd name="connsiteY12671" fmla="*/ 255880 h 4927186"/>
              <a:gd name="connsiteX12672" fmla="*/ 2358465 w 9312201"/>
              <a:gd name="connsiteY12672" fmla="*/ 277700 h 4927186"/>
              <a:gd name="connsiteX12673" fmla="*/ 2336645 w 9312201"/>
              <a:gd name="connsiteY12673" fmla="*/ 255880 h 4927186"/>
              <a:gd name="connsiteX12674" fmla="*/ 2358465 w 9312201"/>
              <a:gd name="connsiteY12674" fmla="*/ 234060 h 4927186"/>
              <a:gd name="connsiteX12675" fmla="*/ 2280445 w 9312201"/>
              <a:gd name="connsiteY12675" fmla="*/ 234060 h 4927186"/>
              <a:gd name="connsiteX12676" fmla="*/ 2302265 w 9312201"/>
              <a:gd name="connsiteY12676" fmla="*/ 255880 h 4927186"/>
              <a:gd name="connsiteX12677" fmla="*/ 2280445 w 9312201"/>
              <a:gd name="connsiteY12677" fmla="*/ 277700 h 4927186"/>
              <a:gd name="connsiteX12678" fmla="*/ 2258625 w 9312201"/>
              <a:gd name="connsiteY12678" fmla="*/ 255880 h 4927186"/>
              <a:gd name="connsiteX12679" fmla="*/ 2280445 w 9312201"/>
              <a:gd name="connsiteY12679" fmla="*/ 234060 h 4927186"/>
              <a:gd name="connsiteX12680" fmla="*/ 2203086 w 9312201"/>
              <a:gd name="connsiteY12680" fmla="*/ 234060 h 4927186"/>
              <a:gd name="connsiteX12681" fmla="*/ 2225567 w 9312201"/>
              <a:gd name="connsiteY12681" fmla="*/ 255880 h 4927186"/>
              <a:gd name="connsiteX12682" fmla="*/ 2203086 w 9312201"/>
              <a:gd name="connsiteY12682" fmla="*/ 277700 h 4927186"/>
              <a:gd name="connsiteX12683" fmla="*/ 2180605 w 9312201"/>
              <a:gd name="connsiteY12683" fmla="*/ 255880 h 4927186"/>
              <a:gd name="connsiteX12684" fmla="*/ 2203086 w 9312201"/>
              <a:gd name="connsiteY12684" fmla="*/ 234060 h 4927186"/>
              <a:gd name="connsiteX12685" fmla="*/ 2125727 w 9312201"/>
              <a:gd name="connsiteY12685" fmla="*/ 234060 h 4927186"/>
              <a:gd name="connsiteX12686" fmla="*/ 2147547 w 9312201"/>
              <a:gd name="connsiteY12686" fmla="*/ 255880 h 4927186"/>
              <a:gd name="connsiteX12687" fmla="*/ 2125727 w 9312201"/>
              <a:gd name="connsiteY12687" fmla="*/ 277700 h 4927186"/>
              <a:gd name="connsiteX12688" fmla="*/ 2103907 w 9312201"/>
              <a:gd name="connsiteY12688" fmla="*/ 255880 h 4927186"/>
              <a:gd name="connsiteX12689" fmla="*/ 2125727 w 9312201"/>
              <a:gd name="connsiteY12689" fmla="*/ 234060 h 4927186"/>
              <a:gd name="connsiteX12690" fmla="*/ 2047706 w 9312201"/>
              <a:gd name="connsiteY12690" fmla="*/ 234060 h 4927186"/>
              <a:gd name="connsiteX12691" fmla="*/ 2069526 w 9312201"/>
              <a:gd name="connsiteY12691" fmla="*/ 255880 h 4927186"/>
              <a:gd name="connsiteX12692" fmla="*/ 2047706 w 9312201"/>
              <a:gd name="connsiteY12692" fmla="*/ 277700 h 4927186"/>
              <a:gd name="connsiteX12693" fmla="*/ 2025886 w 9312201"/>
              <a:gd name="connsiteY12693" fmla="*/ 255880 h 4927186"/>
              <a:gd name="connsiteX12694" fmla="*/ 2047706 w 9312201"/>
              <a:gd name="connsiteY12694" fmla="*/ 234060 h 4927186"/>
              <a:gd name="connsiteX12695" fmla="*/ 1968363 w 9312201"/>
              <a:gd name="connsiteY12695" fmla="*/ 234060 h 4927186"/>
              <a:gd name="connsiteX12696" fmla="*/ 1990183 w 9312201"/>
              <a:gd name="connsiteY12696" fmla="*/ 255880 h 4927186"/>
              <a:gd name="connsiteX12697" fmla="*/ 1968363 w 9312201"/>
              <a:gd name="connsiteY12697" fmla="*/ 277700 h 4927186"/>
              <a:gd name="connsiteX12698" fmla="*/ 1946543 w 9312201"/>
              <a:gd name="connsiteY12698" fmla="*/ 255880 h 4927186"/>
              <a:gd name="connsiteX12699" fmla="*/ 1968363 w 9312201"/>
              <a:gd name="connsiteY12699" fmla="*/ 234060 h 4927186"/>
              <a:gd name="connsiteX12700" fmla="*/ 4149629 w 9312201"/>
              <a:gd name="connsiteY12700" fmla="*/ 156043 h 4927186"/>
              <a:gd name="connsiteX12701" fmla="*/ 4172110 w 9312201"/>
              <a:gd name="connsiteY12701" fmla="*/ 177862 h 4927186"/>
              <a:gd name="connsiteX12702" fmla="*/ 4149629 w 9312201"/>
              <a:gd name="connsiteY12702" fmla="*/ 199682 h 4927186"/>
              <a:gd name="connsiteX12703" fmla="*/ 4127148 w 9312201"/>
              <a:gd name="connsiteY12703" fmla="*/ 177862 h 4927186"/>
              <a:gd name="connsiteX12704" fmla="*/ 4149629 w 9312201"/>
              <a:gd name="connsiteY12704" fmla="*/ 156043 h 4927186"/>
              <a:gd name="connsiteX12705" fmla="*/ 4072270 w 9312201"/>
              <a:gd name="connsiteY12705" fmla="*/ 156043 h 4927186"/>
              <a:gd name="connsiteX12706" fmla="*/ 4094090 w 9312201"/>
              <a:gd name="connsiteY12706" fmla="*/ 177862 h 4927186"/>
              <a:gd name="connsiteX12707" fmla="*/ 4072270 w 9312201"/>
              <a:gd name="connsiteY12707" fmla="*/ 199682 h 4927186"/>
              <a:gd name="connsiteX12708" fmla="*/ 4050450 w 9312201"/>
              <a:gd name="connsiteY12708" fmla="*/ 177862 h 4927186"/>
              <a:gd name="connsiteX12709" fmla="*/ 4072270 w 9312201"/>
              <a:gd name="connsiteY12709" fmla="*/ 156043 h 4927186"/>
              <a:gd name="connsiteX12710" fmla="*/ 3994250 w 9312201"/>
              <a:gd name="connsiteY12710" fmla="*/ 156043 h 4927186"/>
              <a:gd name="connsiteX12711" fmla="*/ 4016070 w 9312201"/>
              <a:gd name="connsiteY12711" fmla="*/ 177862 h 4927186"/>
              <a:gd name="connsiteX12712" fmla="*/ 3994250 w 9312201"/>
              <a:gd name="connsiteY12712" fmla="*/ 199682 h 4927186"/>
              <a:gd name="connsiteX12713" fmla="*/ 3972430 w 9312201"/>
              <a:gd name="connsiteY12713" fmla="*/ 177862 h 4927186"/>
              <a:gd name="connsiteX12714" fmla="*/ 3994250 w 9312201"/>
              <a:gd name="connsiteY12714" fmla="*/ 156043 h 4927186"/>
              <a:gd name="connsiteX12715" fmla="*/ 3916229 w 9312201"/>
              <a:gd name="connsiteY12715" fmla="*/ 156043 h 4927186"/>
              <a:gd name="connsiteX12716" fmla="*/ 3938049 w 9312201"/>
              <a:gd name="connsiteY12716" fmla="*/ 177862 h 4927186"/>
              <a:gd name="connsiteX12717" fmla="*/ 3916229 w 9312201"/>
              <a:gd name="connsiteY12717" fmla="*/ 199682 h 4927186"/>
              <a:gd name="connsiteX12718" fmla="*/ 3894409 w 9312201"/>
              <a:gd name="connsiteY12718" fmla="*/ 177862 h 4927186"/>
              <a:gd name="connsiteX12719" fmla="*/ 3916229 w 9312201"/>
              <a:gd name="connsiteY12719" fmla="*/ 156043 h 4927186"/>
              <a:gd name="connsiteX12720" fmla="*/ 3838870 w 9312201"/>
              <a:gd name="connsiteY12720" fmla="*/ 156043 h 4927186"/>
              <a:gd name="connsiteX12721" fmla="*/ 3861351 w 9312201"/>
              <a:gd name="connsiteY12721" fmla="*/ 177862 h 4927186"/>
              <a:gd name="connsiteX12722" fmla="*/ 3838870 w 9312201"/>
              <a:gd name="connsiteY12722" fmla="*/ 199682 h 4927186"/>
              <a:gd name="connsiteX12723" fmla="*/ 3816389 w 9312201"/>
              <a:gd name="connsiteY12723" fmla="*/ 177862 h 4927186"/>
              <a:gd name="connsiteX12724" fmla="*/ 3838870 w 9312201"/>
              <a:gd name="connsiteY12724" fmla="*/ 156043 h 4927186"/>
              <a:gd name="connsiteX12725" fmla="*/ 3760188 w 9312201"/>
              <a:gd name="connsiteY12725" fmla="*/ 156042 h 4927186"/>
              <a:gd name="connsiteX12726" fmla="*/ 3782008 w 9312201"/>
              <a:gd name="connsiteY12726" fmla="*/ 177862 h 4927186"/>
              <a:gd name="connsiteX12727" fmla="*/ 3760188 w 9312201"/>
              <a:gd name="connsiteY12727" fmla="*/ 199682 h 4927186"/>
              <a:gd name="connsiteX12728" fmla="*/ 3738368 w 9312201"/>
              <a:gd name="connsiteY12728" fmla="*/ 177862 h 4927186"/>
              <a:gd name="connsiteX12729" fmla="*/ 3760188 w 9312201"/>
              <a:gd name="connsiteY12729" fmla="*/ 156042 h 4927186"/>
              <a:gd name="connsiteX12730" fmla="*/ 3682168 w 9312201"/>
              <a:gd name="connsiteY12730" fmla="*/ 156042 h 4927186"/>
              <a:gd name="connsiteX12731" fmla="*/ 3703988 w 9312201"/>
              <a:gd name="connsiteY12731" fmla="*/ 177862 h 4927186"/>
              <a:gd name="connsiteX12732" fmla="*/ 3682168 w 9312201"/>
              <a:gd name="connsiteY12732" fmla="*/ 199682 h 4927186"/>
              <a:gd name="connsiteX12733" fmla="*/ 3660348 w 9312201"/>
              <a:gd name="connsiteY12733" fmla="*/ 177862 h 4927186"/>
              <a:gd name="connsiteX12734" fmla="*/ 3682168 w 9312201"/>
              <a:gd name="connsiteY12734" fmla="*/ 156042 h 4927186"/>
              <a:gd name="connsiteX12735" fmla="*/ 3604148 w 9312201"/>
              <a:gd name="connsiteY12735" fmla="*/ 156042 h 4927186"/>
              <a:gd name="connsiteX12736" fmla="*/ 3625968 w 9312201"/>
              <a:gd name="connsiteY12736" fmla="*/ 177861 h 4927186"/>
              <a:gd name="connsiteX12737" fmla="*/ 3604148 w 9312201"/>
              <a:gd name="connsiteY12737" fmla="*/ 199681 h 4927186"/>
              <a:gd name="connsiteX12738" fmla="*/ 3582328 w 9312201"/>
              <a:gd name="connsiteY12738" fmla="*/ 177861 h 4927186"/>
              <a:gd name="connsiteX12739" fmla="*/ 3604148 w 9312201"/>
              <a:gd name="connsiteY12739" fmla="*/ 156042 h 4927186"/>
              <a:gd name="connsiteX12740" fmla="*/ 3526788 w 9312201"/>
              <a:gd name="connsiteY12740" fmla="*/ 156041 h 4927186"/>
              <a:gd name="connsiteX12741" fmla="*/ 3549269 w 9312201"/>
              <a:gd name="connsiteY12741" fmla="*/ 177861 h 4927186"/>
              <a:gd name="connsiteX12742" fmla="*/ 3526788 w 9312201"/>
              <a:gd name="connsiteY12742" fmla="*/ 199681 h 4927186"/>
              <a:gd name="connsiteX12743" fmla="*/ 3504307 w 9312201"/>
              <a:gd name="connsiteY12743" fmla="*/ 177861 h 4927186"/>
              <a:gd name="connsiteX12744" fmla="*/ 3526788 w 9312201"/>
              <a:gd name="connsiteY12744" fmla="*/ 156041 h 4927186"/>
              <a:gd name="connsiteX12745" fmla="*/ 3449429 w 9312201"/>
              <a:gd name="connsiteY12745" fmla="*/ 156041 h 4927186"/>
              <a:gd name="connsiteX12746" fmla="*/ 3471249 w 9312201"/>
              <a:gd name="connsiteY12746" fmla="*/ 177861 h 4927186"/>
              <a:gd name="connsiteX12747" fmla="*/ 3449429 w 9312201"/>
              <a:gd name="connsiteY12747" fmla="*/ 199681 h 4927186"/>
              <a:gd name="connsiteX12748" fmla="*/ 3427609 w 9312201"/>
              <a:gd name="connsiteY12748" fmla="*/ 177861 h 4927186"/>
              <a:gd name="connsiteX12749" fmla="*/ 3449429 w 9312201"/>
              <a:gd name="connsiteY12749" fmla="*/ 156041 h 4927186"/>
              <a:gd name="connsiteX12750" fmla="*/ 3371408 w 9312201"/>
              <a:gd name="connsiteY12750" fmla="*/ 156041 h 4927186"/>
              <a:gd name="connsiteX12751" fmla="*/ 3393228 w 9312201"/>
              <a:gd name="connsiteY12751" fmla="*/ 177861 h 4927186"/>
              <a:gd name="connsiteX12752" fmla="*/ 3371408 w 9312201"/>
              <a:gd name="connsiteY12752" fmla="*/ 199681 h 4927186"/>
              <a:gd name="connsiteX12753" fmla="*/ 3349588 w 9312201"/>
              <a:gd name="connsiteY12753" fmla="*/ 177861 h 4927186"/>
              <a:gd name="connsiteX12754" fmla="*/ 3371408 w 9312201"/>
              <a:gd name="connsiteY12754" fmla="*/ 156041 h 4927186"/>
              <a:gd name="connsiteX12755" fmla="*/ 3293388 w 9312201"/>
              <a:gd name="connsiteY12755" fmla="*/ 156041 h 4927186"/>
              <a:gd name="connsiteX12756" fmla="*/ 3315208 w 9312201"/>
              <a:gd name="connsiteY12756" fmla="*/ 177861 h 4927186"/>
              <a:gd name="connsiteX12757" fmla="*/ 3293388 w 9312201"/>
              <a:gd name="connsiteY12757" fmla="*/ 199681 h 4927186"/>
              <a:gd name="connsiteX12758" fmla="*/ 3271568 w 9312201"/>
              <a:gd name="connsiteY12758" fmla="*/ 177861 h 4927186"/>
              <a:gd name="connsiteX12759" fmla="*/ 3293388 w 9312201"/>
              <a:gd name="connsiteY12759" fmla="*/ 156041 h 4927186"/>
              <a:gd name="connsiteX12760" fmla="*/ 3215368 w 9312201"/>
              <a:gd name="connsiteY12760" fmla="*/ 156041 h 4927186"/>
              <a:gd name="connsiteX12761" fmla="*/ 3237188 w 9312201"/>
              <a:gd name="connsiteY12761" fmla="*/ 177861 h 4927186"/>
              <a:gd name="connsiteX12762" fmla="*/ 3215368 w 9312201"/>
              <a:gd name="connsiteY12762" fmla="*/ 199681 h 4927186"/>
              <a:gd name="connsiteX12763" fmla="*/ 3193548 w 9312201"/>
              <a:gd name="connsiteY12763" fmla="*/ 177861 h 4927186"/>
              <a:gd name="connsiteX12764" fmla="*/ 3215368 w 9312201"/>
              <a:gd name="connsiteY12764" fmla="*/ 156041 h 4927186"/>
              <a:gd name="connsiteX12765" fmla="*/ 3137348 w 9312201"/>
              <a:gd name="connsiteY12765" fmla="*/ 156041 h 4927186"/>
              <a:gd name="connsiteX12766" fmla="*/ 3159168 w 9312201"/>
              <a:gd name="connsiteY12766" fmla="*/ 177861 h 4927186"/>
              <a:gd name="connsiteX12767" fmla="*/ 3137348 w 9312201"/>
              <a:gd name="connsiteY12767" fmla="*/ 199681 h 4927186"/>
              <a:gd name="connsiteX12768" fmla="*/ 3115528 w 9312201"/>
              <a:gd name="connsiteY12768" fmla="*/ 177861 h 4927186"/>
              <a:gd name="connsiteX12769" fmla="*/ 3137348 w 9312201"/>
              <a:gd name="connsiteY12769" fmla="*/ 156041 h 4927186"/>
              <a:gd name="connsiteX12770" fmla="*/ 3059326 w 9312201"/>
              <a:gd name="connsiteY12770" fmla="*/ 156041 h 4927186"/>
              <a:gd name="connsiteX12771" fmla="*/ 3081146 w 9312201"/>
              <a:gd name="connsiteY12771" fmla="*/ 177861 h 4927186"/>
              <a:gd name="connsiteX12772" fmla="*/ 3059326 w 9312201"/>
              <a:gd name="connsiteY12772" fmla="*/ 199681 h 4927186"/>
              <a:gd name="connsiteX12773" fmla="*/ 3037506 w 9312201"/>
              <a:gd name="connsiteY12773" fmla="*/ 177861 h 4927186"/>
              <a:gd name="connsiteX12774" fmla="*/ 3059326 w 9312201"/>
              <a:gd name="connsiteY12774" fmla="*/ 156041 h 4927186"/>
              <a:gd name="connsiteX12775" fmla="*/ 2981306 w 9312201"/>
              <a:gd name="connsiteY12775" fmla="*/ 156041 h 4927186"/>
              <a:gd name="connsiteX12776" fmla="*/ 3003126 w 9312201"/>
              <a:gd name="connsiteY12776" fmla="*/ 177861 h 4927186"/>
              <a:gd name="connsiteX12777" fmla="*/ 2981306 w 9312201"/>
              <a:gd name="connsiteY12777" fmla="*/ 199681 h 4927186"/>
              <a:gd name="connsiteX12778" fmla="*/ 2959486 w 9312201"/>
              <a:gd name="connsiteY12778" fmla="*/ 177861 h 4927186"/>
              <a:gd name="connsiteX12779" fmla="*/ 2981306 w 9312201"/>
              <a:gd name="connsiteY12779" fmla="*/ 156041 h 4927186"/>
              <a:gd name="connsiteX12780" fmla="*/ 2903286 w 9312201"/>
              <a:gd name="connsiteY12780" fmla="*/ 156041 h 4927186"/>
              <a:gd name="connsiteX12781" fmla="*/ 2925106 w 9312201"/>
              <a:gd name="connsiteY12781" fmla="*/ 177861 h 4927186"/>
              <a:gd name="connsiteX12782" fmla="*/ 2903286 w 9312201"/>
              <a:gd name="connsiteY12782" fmla="*/ 199681 h 4927186"/>
              <a:gd name="connsiteX12783" fmla="*/ 2881466 w 9312201"/>
              <a:gd name="connsiteY12783" fmla="*/ 177861 h 4927186"/>
              <a:gd name="connsiteX12784" fmla="*/ 2903286 w 9312201"/>
              <a:gd name="connsiteY12784" fmla="*/ 156041 h 4927186"/>
              <a:gd name="connsiteX12785" fmla="*/ 2826588 w 9312201"/>
              <a:gd name="connsiteY12785" fmla="*/ 156041 h 4927186"/>
              <a:gd name="connsiteX12786" fmla="*/ 2848408 w 9312201"/>
              <a:gd name="connsiteY12786" fmla="*/ 177861 h 4927186"/>
              <a:gd name="connsiteX12787" fmla="*/ 2826588 w 9312201"/>
              <a:gd name="connsiteY12787" fmla="*/ 199681 h 4927186"/>
              <a:gd name="connsiteX12788" fmla="*/ 2804768 w 9312201"/>
              <a:gd name="connsiteY12788" fmla="*/ 177861 h 4927186"/>
              <a:gd name="connsiteX12789" fmla="*/ 2826588 w 9312201"/>
              <a:gd name="connsiteY12789" fmla="*/ 156041 h 4927186"/>
              <a:gd name="connsiteX12790" fmla="*/ 2748567 w 9312201"/>
              <a:gd name="connsiteY12790" fmla="*/ 156041 h 4927186"/>
              <a:gd name="connsiteX12791" fmla="*/ 2770387 w 9312201"/>
              <a:gd name="connsiteY12791" fmla="*/ 177861 h 4927186"/>
              <a:gd name="connsiteX12792" fmla="*/ 2748567 w 9312201"/>
              <a:gd name="connsiteY12792" fmla="*/ 199681 h 4927186"/>
              <a:gd name="connsiteX12793" fmla="*/ 2726747 w 9312201"/>
              <a:gd name="connsiteY12793" fmla="*/ 177861 h 4927186"/>
              <a:gd name="connsiteX12794" fmla="*/ 2748567 w 9312201"/>
              <a:gd name="connsiteY12794" fmla="*/ 156041 h 4927186"/>
              <a:gd name="connsiteX12795" fmla="*/ 2670547 w 9312201"/>
              <a:gd name="connsiteY12795" fmla="*/ 156041 h 4927186"/>
              <a:gd name="connsiteX12796" fmla="*/ 2692367 w 9312201"/>
              <a:gd name="connsiteY12796" fmla="*/ 177860 h 4927186"/>
              <a:gd name="connsiteX12797" fmla="*/ 2670547 w 9312201"/>
              <a:gd name="connsiteY12797" fmla="*/ 199681 h 4927186"/>
              <a:gd name="connsiteX12798" fmla="*/ 2648727 w 9312201"/>
              <a:gd name="connsiteY12798" fmla="*/ 177860 h 4927186"/>
              <a:gd name="connsiteX12799" fmla="*/ 2670547 w 9312201"/>
              <a:gd name="connsiteY12799" fmla="*/ 156041 h 4927186"/>
              <a:gd name="connsiteX12800" fmla="*/ 2592527 w 9312201"/>
              <a:gd name="connsiteY12800" fmla="*/ 156040 h 4927186"/>
              <a:gd name="connsiteX12801" fmla="*/ 2614347 w 9312201"/>
              <a:gd name="connsiteY12801" fmla="*/ 177860 h 4927186"/>
              <a:gd name="connsiteX12802" fmla="*/ 2592527 w 9312201"/>
              <a:gd name="connsiteY12802" fmla="*/ 199680 h 4927186"/>
              <a:gd name="connsiteX12803" fmla="*/ 2570707 w 9312201"/>
              <a:gd name="connsiteY12803" fmla="*/ 177860 h 4927186"/>
              <a:gd name="connsiteX12804" fmla="*/ 2592527 w 9312201"/>
              <a:gd name="connsiteY12804" fmla="*/ 156040 h 4927186"/>
              <a:gd name="connsiteX12805" fmla="*/ 2513845 w 9312201"/>
              <a:gd name="connsiteY12805" fmla="*/ 156040 h 4927186"/>
              <a:gd name="connsiteX12806" fmla="*/ 2536326 w 9312201"/>
              <a:gd name="connsiteY12806" fmla="*/ 177860 h 4927186"/>
              <a:gd name="connsiteX12807" fmla="*/ 2513845 w 9312201"/>
              <a:gd name="connsiteY12807" fmla="*/ 199680 h 4927186"/>
              <a:gd name="connsiteX12808" fmla="*/ 2491364 w 9312201"/>
              <a:gd name="connsiteY12808" fmla="*/ 177860 h 4927186"/>
              <a:gd name="connsiteX12809" fmla="*/ 2513845 w 9312201"/>
              <a:gd name="connsiteY12809" fmla="*/ 156040 h 4927186"/>
              <a:gd name="connsiteX12810" fmla="*/ 2436486 w 9312201"/>
              <a:gd name="connsiteY12810" fmla="*/ 156040 h 4927186"/>
              <a:gd name="connsiteX12811" fmla="*/ 2458306 w 9312201"/>
              <a:gd name="connsiteY12811" fmla="*/ 177860 h 4927186"/>
              <a:gd name="connsiteX12812" fmla="*/ 2436486 w 9312201"/>
              <a:gd name="connsiteY12812" fmla="*/ 199680 h 4927186"/>
              <a:gd name="connsiteX12813" fmla="*/ 2414666 w 9312201"/>
              <a:gd name="connsiteY12813" fmla="*/ 177860 h 4927186"/>
              <a:gd name="connsiteX12814" fmla="*/ 2436486 w 9312201"/>
              <a:gd name="connsiteY12814" fmla="*/ 156040 h 4927186"/>
              <a:gd name="connsiteX12815" fmla="*/ 2358465 w 9312201"/>
              <a:gd name="connsiteY12815" fmla="*/ 156040 h 4927186"/>
              <a:gd name="connsiteX12816" fmla="*/ 2380285 w 9312201"/>
              <a:gd name="connsiteY12816" fmla="*/ 177860 h 4927186"/>
              <a:gd name="connsiteX12817" fmla="*/ 2358465 w 9312201"/>
              <a:gd name="connsiteY12817" fmla="*/ 199680 h 4927186"/>
              <a:gd name="connsiteX12818" fmla="*/ 2336645 w 9312201"/>
              <a:gd name="connsiteY12818" fmla="*/ 177860 h 4927186"/>
              <a:gd name="connsiteX12819" fmla="*/ 2358465 w 9312201"/>
              <a:gd name="connsiteY12819" fmla="*/ 156040 h 4927186"/>
              <a:gd name="connsiteX12820" fmla="*/ 2280445 w 9312201"/>
              <a:gd name="connsiteY12820" fmla="*/ 156040 h 4927186"/>
              <a:gd name="connsiteX12821" fmla="*/ 2302265 w 9312201"/>
              <a:gd name="connsiteY12821" fmla="*/ 177860 h 4927186"/>
              <a:gd name="connsiteX12822" fmla="*/ 2280445 w 9312201"/>
              <a:gd name="connsiteY12822" fmla="*/ 199680 h 4927186"/>
              <a:gd name="connsiteX12823" fmla="*/ 2258625 w 9312201"/>
              <a:gd name="connsiteY12823" fmla="*/ 177860 h 4927186"/>
              <a:gd name="connsiteX12824" fmla="*/ 2280445 w 9312201"/>
              <a:gd name="connsiteY12824" fmla="*/ 156040 h 4927186"/>
              <a:gd name="connsiteX12825" fmla="*/ 2203086 w 9312201"/>
              <a:gd name="connsiteY12825" fmla="*/ 156040 h 4927186"/>
              <a:gd name="connsiteX12826" fmla="*/ 2225567 w 9312201"/>
              <a:gd name="connsiteY12826" fmla="*/ 177860 h 4927186"/>
              <a:gd name="connsiteX12827" fmla="*/ 2203086 w 9312201"/>
              <a:gd name="connsiteY12827" fmla="*/ 199680 h 4927186"/>
              <a:gd name="connsiteX12828" fmla="*/ 2180605 w 9312201"/>
              <a:gd name="connsiteY12828" fmla="*/ 177860 h 4927186"/>
              <a:gd name="connsiteX12829" fmla="*/ 2203086 w 9312201"/>
              <a:gd name="connsiteY12829" fmla="*/ 156040 h 4927186"/>
              <a:gd name="connsiteX12830" fmla="*/ 2125727 w 9312201"/>
              <a:gd name="connsiteY12830" fmla="*/ 156040 h 4927186"/>
              <a:gd name="connsiteX12831" fmla="*/ 2147547 w 9312201"/>
              <a:gd name="connsiteY12831" fmla="*/ 177860 h 4927186"/>
              <a:gd name="connsiteX12832" fmla="*/ 2125727 w 9312201"/>
              <a:gd name="connsiteY12832" fmla="*/ 199680 h 4927186"/>
              <a:gd name="connsiteX12833" fmla="*/ 2103907 w 9312201"/>
              <a:gd name="connsiteY12833" fmla="*/ 177860 h 4927186"/>
              <a:gd name="connsiteX12834" fmla="*/ 2125727 w 9312201"/>
              <a:gd name="connsiteY12834" fmla="*/ 156040 h 4927186"/>
              <a:gd name="connsiteX12835" fmla="*/ 2047706 w 9312201"/>
              <a:gd name="connsiteY12835" fmla="*/ 156040 h 4927186"/>
              <a:gd name="connsiteX12836" fmla="*/ 2069526 w 9312201"/>
              <a:gd name="connsiteY12836" fmla="*/ 177860 h 4927186"/>
              <a:gd name="connsiteX12837" fmla="*/ 2047706 w 9312201"/>
              <a:gd name="connsiteY12837" fmla="*/ 199680 h 4927186"/>
              <a:gd name="connsiteX12838" fmla="*/ 2025886 w 9312201"/>
              <a:gd name="connsiteY12838" fmla="*/ 177860 h 4927186"/>
              <a:gd name="connsiteX12839" fmla="*/ 2047706 w 9312201"/>
              <a:gd name="connsiteY12839" fmla="*/ 156040 h 4927186"/>
              <a:gd name="connsiteX12840" fmla="*/ 3916229 w 9312201"/>
              <a:gd name="connsiteY12840" fmla="*/ 78022 h 4927186"/>
              <a:gd name="connsiteX12841" fmla="*/ 3938049 w 9312201"/>
              <a:gd name="connsiteY12841" fmla="*/ 99843 h 4927186"/>
              <a:gd name="connsiteX12842" fmla="*/ 3916229 w 9312201"/>
              <a:gd name="connsiteY12842" fmla="*/ 121663 h 4927186"/>
              <a:gd name="connsiteX12843" fmla="*/ 3894409 w 9312201"/>
              <a:gd name="connsiteY12843" fmla="*/ 99843 h 4927186"/>
              <a:gd name="connsiteX12844" fmla="*/ 3916229 w 9312201"/>
              <a:gd name="connsiteY12844" fmla="*/ 78022 h 4927186"/>
              <a:gd name="connsiteX12845" fmla="*/ 3838870 w 9312201"/>
              <a:gd name="connsiteY12845" fmla="*/ 78022 h 4927186"/>
              <a:gd name="connsiteX12846" fmla="*/ 3861351 w 9312201"/>
              <a:gd name="connsiteY12846" fmla="*/ 99843 h 4927186"/>
              <a:gd name="connsiteX12847" fmla="*/ 3838870 w 9312201"/>
              <a:gd name="connsiteY12847" fmla="*/ 121663 h 4927186"/>
              <a:gd name="connsiteX12848" fmla="*/ 3816389 w 9312201"/>
              <a:gd name="connsiteY12848" fmla="*/ 99843 h 4927186"/>
              <a:gd name="connsiteX12849" fmla="*/ 3838870 w 9312201"/>
              <a:gd name="connsiteY12849" fmla="*/ 78022 h 4927186"/>
              <a:gd name="connsiteX12850" fmla="*/ 3760188 w 9312201"/>
              <a:gd name="connsiteY12850" fmla="*/ 78022 h 4927186"/>
              <a:gd name="connsiteX12851" fmla="*/ 3782008 w 9312201"/>
              <a:gd name="connsiteY12851" fmla="*/ 99842 h 4927186"/>
              <a:gd name="connsiteX12852" fmla="*/ 3760188 w 9312201"/>
              <a:gd name="connsiteY12852" fmla="*/ 121662 h 4927186"/>
              <a:gd name="connsiteX12853" fmla="*/ 3738368 w 9312201"/>
              <a:gd name="connsiteY12853" fmla="*/ 99842 h 4927186"/>
              <a:gd name="connsiteX12854" fmla="*/ 3760188 w 9312201"/>
              <a:gd name="connsiteY12854" fmla="*/ 78022 h 4927186"/>
              <a:gd name="connsiteX12855" fmla="*/ 3682168 w 9312201"/>
              <a:gd name="connsiteY12855" fmla="*/ 78022 h 4927186"/>
              <a:gd name="connsiteX12856" fmla="*/ 3703988 w 9312201"/>
              <a:gd name="connsiteY12856" fmla="*/ 99842 h 4927186"/>
              <a:gd name="connsiteX12857" fmla="*/ 3682168 w 9312201"/>
              <a:gd name="connsiteY12857" fmla="*/ 121662 h 4927186"/>
              <a:gd name="connsiteX12858" fmla="*/ 3660348 w 9312201"/>
              <a:gd name="connsiteY12858" fmla="*/ 99842 h 4927186"/>
              <a:gd name="connsiteX12859" fmla="*/ 3682168 w 9312201"/>
              <a:gd name="connsiteY12859" fmla="*/ 78022 h 4927186"/>
              <a:gd name="connsiteX12860" fmla="*/ 3604148 w 9312201"/>
              <a:gd name="connsiteY12860" fmla="*/ 78021 h 4927186"/>
              <a:gd name="connsiteX12861" fmla="*/ 3625968 w 9312201"/>
              <a:gd name="connsiteY12861" fmla="*/ 99842 h 4927186"/>
              <a:gd name="connsiteX12862" fmla="*/ 3604148 w 9312201"/>
              <a:gd name="connsiteY12862" fmla="*/ 121661 h 4927186"/>
              <a:gd name="connsiteX12863" fmla="*/ 3582328 w 9312201"/>
              <a:gd name="connsiteY12863" fmla="*/ 99842 h 4927186"/>
              <a:gd name="connsiteX12864" fmla="*/ 3604148 w 9312201"/>
              <a:gd name="connsiteY12864" fmla="*/ 78021 h 4927186"/>
              <a:gd name="connsiteX12865" fmla="*/ 3526788 w 9312201"/>
              <a:gd name="connsiteY12865" fmla="*/ 78021 h 4927186"/>
              <a:gd name="connsiteX12866" fmla="*/ 3549269 w 9312201"/>
              <a:gd name="connsiteY12866" fmla="*/ 99842 h 4927186"/>
              <a:gd name="connsiteX12867" fmla="*/ 3526788 w 9312201"/>
              <a:gd name="connsiteY12867" fmla="*/ 121661 h 4927186"/>
              <a:gd name="connsiteX12868" fmla="*/ 3504307 w 9312201"/>
              <a:gd name="connsiteY12868" fmla="*/ 99842 h 4927186"/>
              <a:gd name="connsiteX12869" fmla="*/ 3526788 w 9312201"/>
              <a:gd name="connsiteY12869" fmla="*/ 78021 h 4927186"/>
              <a:gd name="connsiteX12870" fmla="*/ 3449429 w 9312201"/>
              <a:gd name="connsiteY12870" fmla="*/ 78021 h 4927186"/>
              <a:gd name="connsiteX12871" fmla="*/ 3471249 w 9312201"/>
              <a:gd name="connsiteY12871" fmla="*/ 99840 h 4927186"/>
              <a:gd name="connsiteX12872" fmla="*/ 3449429 w 9312201"/>
              <a:gd name="connsiteY12872" fmla="*/ 121661 h 4927186"/>
              <a:gd name="connsiteX12873" fmla="*/ 3427609 w 9312201"/>
              <a:gd name="connsiteY12873" fmla="*/ 99840 h 4927186"/>
              <a:gd name="connsiteX12874" fmla="*/ 3449429 w 9312201"/>
              <a:gd name="connsiteY12874" fmla="*/ 78021 h 4927186"/>
              <a:gd name="connsiteX12875" fmla="*/ 3371408 w 9312201"/>
              <a:gd name="connsiteY12875" fmla="*/ 78021 h 4927186"/>
              <a:gd name="connsiteX12876" fmla="*/ 3393228 w 9312201"/>
              <a:gd name="connsiteY12876" fmla="*/ 99840 h 4927186"/>
              <a:gd name="connsiteX12877" fmla="*/ 3371408 w 9312201"/>
              <a:gd name="connsiteY12877" fmla="*/ 121661 h 4927186"/>
              <a:gd name="connsiteX12878" fmla="*/ 3349588 w 9312201"/>
              <a:gd name="connsiteY12878" fmla="*/ 99840 h 4927186"/>
              <a:gd name="connsiteX12879" fmla="*/ 3371408 w 9312201"/>
              <a:gd name="connsiteY12879" fmla="*/ 78021 h 4927186"/>
              <a:gd name="connsiteX12880" fmla="*/ 3293388 w 9312201"/>
              <a:gd name="connsiteY12880" fmla="*/ 78021 h 4927186"/>
              <a:gd name="connsiteX12881" fmla="*/ 3315208 w 9312201"/>
              <a:gd name="connsiteY12881" fmla="*/ 99840 h 4927186"/>
              <a:gd name="connsiteX12882" fmla="*/ 3293388 w 9312201"/>
              <a:gd name="connsiteY12882" fmla="*/ 121661 h 4927186"/>
              <a:gd name="connsiteX12883" fmla="*/ 3271568 w 9312201"/>
              <a:gd name="connsiteY12883" fmla="*/ 99840 h 4927186"/>
              <a:gd name="connsiteX12884" fmla="*/ 3293388 w 9312201"/>
              <a:gd name="connsiteY12884" fmla="*/ 78021 h 4927186"/>
              <a:gd name="connsiteX12885" fmla="*/ 3215368 w 9312201"/>
              <a:gd name="connsiteY12885" fmla="*/ 78021 h 4927186"/>
              <a:gd name="connsiteX12886" fmla="*/ 3237188 w 9312201"/>
              <a:gd name="connsiteY12886" fmla="*/ 99840 h 4927186"/>
              <a:gd name="connsiteX12887" fmla="*/ 3215368 w 9312201"/>
              <a:gd name="connsiteY12887" fmla="*/ 121661 h 4927186"/>
              <a:gd name="connsiteX12888" fmla="*/ 3193548 w 9312201"/>
              <a:gd name="connsiteY12888" fmla="*/ 99840 h 4927186"/>
              <a:gd name="connsiteX12889" fmla="*/ 3215368 w 9312201"/>
              <a:gd name="connsiteY12889" fmla="*/ 78021 h 4927186"/>
              <a:gd name="connsiteX12890" fmla="*/ 3137348 w 9312201"/>
              <a:gd name="connsiteY12890" fmla="*/ 78021 h 4927186"/>
              <a:gd name="connsiteX12891" fmla="*/ 3159168 w 9312201"/>
              <a:gd name="connsiteY12891" fmla="*/ 99840 h 4927186"/>
              <a:gd name="connsiteX12892" fmla="*/ 3137348 w 9312201"/>
              <a:gd name="connsiteY12892" fmla="*/ 121661 h 4927186"/>
              <a:gd name="connsiteX12893" fmla="*/ 3115528 w 9312201"/>
              <a:gd name="connsiteY12893" fmla="*/ 99840 h 4927186"/>
              <a:gd name="connsiteX12894" fmla="*/ 3137348 w 9312201"/>
              <a:gd name="connsiteY12894" fmla="*/ 78021 h 4927186"/>
              <a:gd name="connsiteX12895" fmla="*/ 2826588 w 9312201"/>
              <a:gd name="connsiteY12895" fmla="*/ 78021 h 4927186"/>
              <a:gd name="connsiteX12896" fmla="*/ 2848408 w 9312201"/>
              <a:gd name="connsiteY12896" fmla="*/ 99840 h 4927186"/>
              <a:gd name="connsiteX12897" fmla="*/ 2826588 w 9312201"/>
              <a:gd name="connsiteY12897" fmla="*/ 121661 h 4927186"/>
              <a:gd name="connsiteX12898" fmla="*/ 2804768 w 9312201"/>
              <a:gd name="connsiteY12898" fmla="*/ 99840 h 4927186"/>
              <a:gd name="connsiteX12899" fmla="*/ 2826588 w 9312201"/>
              <a:gd name="connsiteY12899" fmla="*/ 78021 h 4927186"/>
              <a:gd name="connsiteX12900" fmla="*/ 2748567 w 9312201"/>
              <a:gd name="connsiteY12900" fmla="*/ 78021 h 4927186"/>
              <a:gd name="connsiteX12901" fmla="*/ 2770387 w 9312201"/>
              <a:gd name="connsiteY12901" fmla="*/ 99840 h 4927186"/>
              <a:gd name="connsiteX12902" fmla="*/ 2748567 w 9312201"/>
              <a:gd name="connsiteY12902" fmla="*/ 121661 h 4927186"/>
              <a:gd name="connsiteX12903" fmla="*/ 2726747 w 9312201"/>
              <a:gd name="connsiteY12903" fmla="*/ 99840 h 4927186"/>
              <a:gd name="connsiteX12904" fmla="*/ 2748567 w 9312201"/>
              <a:gd name="connsiteY12904" fmla="*/ 78021 h 4927186"/>
              <a:gd name="connsiteX12905" fmla="*/ 2670547 w 9312201"/>
              <a:gd name="connsiteY12905" fmla="*/ 78021 h 4927186"/>
              <a:gd name="connsiteX12906" fmla="*/ 2692367 w 9312201"/>
              <a:gd name="connsiteY12906" fmla="*/ 99840 h 4927186"/>
              <a:gd name="connsiteX12907" fmla="*/ 2670547 w 9312201"/>
              <a:gd name="connsiteY12907" fmla="*/ 121660 h 4927186"/>
              <a:gd name="connsiteX12908" fmla="*/ 2648727 w 9312201"/>
              <a:gd name="connsiteY12908" fmla="*/ 99840 h 4927186"/>
              <a:gd name="connsiteX12909" fmla="*/ 2670547 w 9312201"/>
              <a:gd name="connsiteY12909" fmla="*/ 78021 h 4927186"/>
              <a:gd name="connsiteX12910" fmla="*/ 2592527 w 9312201"/>
              <a:gd name="connsiteY12910" fmla="*/ 78020 h 4927186"/>
              <a:gd name="connsiteX12911" fmla="*/ 2614347 w 9312201"/>
              <a:gd name="connsiteY12911" fmla="*/ 99840 h 4927186"/>
              <a:gd name="connsiteX12912" fmla="*/ 2592527 w 9312201"/>
              <a:gd name="connsiteY12912" fmla="*/ 121660 h 4927186"/>
              <a:gd name="connsiteX12913" fmla="*/ 2570707 w 9312201"/>
              <a:gd name="connsiteY12913" fmla="*/ 99840 h 4927186"/>
              <a:gd name="connsiteX12914" fmla="*/ 2592527 w 9312201"/>
              <a:gd name="connsiteY12914" fmla="*/ 78020 h 4927186"/>
              <a:gd name="connsiteX12915" fmla="*/ 2513845 w 9312201"/>
              <a:gd name="connsiteY12915" fmla="*/ 78020 h 4927186"/>
              <a:gd name="connsiteX12916" fmla="*/ 2536326 w 9312201"/>
              <a:gd name="connsiteY12916" fmla="*/ 99840 h 4927186"/>
              <a:gd name="connsiteX12917" fmla="*/ 2513845 w 9312201"/>
              <a:gd name="connsiteY12917" fmla="*/ 121660 h 4927186"/>
              <a:gd name="connsiteX12918" fmla="*/ 2491364 w 9312201"/>
              <a:gd name="connsiteY12918" fmla="*/ 99840 h 4927186"/>
              <a:gd name="connsiteX12919" fmla="*/ 2513845 w 9312201"/>
              <a:gd name="connsiteY12919" fmla="*/ 78020 h 4927186"/>
              <a:gd name="connsiteX12920" fmla="*/ 2436486 w 9312201"/>
              <a:gd name="connsiteY12920" fmla="*/ 78020 h 4927186"/>
              <a:gd name="connsiteX12921" fmla="*/ 2458306 w 9312201"/>
              <a:gd name="connsiteY12921" fmla="*/ 99840 h 4927186"/>
              <a:gd name="connsiteX12922" fmla="*/ 2436486 w 9312201"/>
              <a:gd name="connsiteY12922" fmla="*/ 121660 h 4927186"/>
              <a:gd name="connsiteX12923" fmla="*/ 2414666 w 9312201"/>
              <a:gd name="connsiteY12923" fmla="*/ 99840 h 4927186"/>
              <a:gd name="connsiteX12924" fmla="*/ 2436486 w 9312201"/>
              <a:gd name="connsiteY12924" fmla="*/ 78020 h 4927186"/>
              <a:gd name="connsiteX12925" fmla="*/ 2358465 w 9312201"/>
              <a:gd name="connsiteY12925" fmla="*/ 78020 h 4927186"/>
              <a:gd name="connsiteX12926" fmla="*/ 2380285 w 9312201"/>
              <a:gd name="connsiteY12926" fmla="*/ 99840 h 4927186"/>
              <a:gd name="connsiteX12927" fmla="*/ 2358465 w 9312201"/>
              <a:gd name="connsiteY12927" fmla="*/ 121660 h 4927186"/>
              <a:gd name="connsiteX12928" fmla="*/ 2336645 w 9312201"/>
              <a:gd name="connsiteY12928" fmla="*/ 99840 h 4927186"/>
              <a:gd name="connsiteX12929" fmla="*/ 2358465 w 9312201"/>
              <a:gd name="connsiteY12929" fmla="*/ 78020 h 4927186"/>
              <a:gd name="connsiteX12930" fmla="*/ 2280445 w 9312201"/>
              <a:gd name="connsiteY12930" fmla="*/ 78020 h 4927186"/>
              <a:gd name="connsiteX12931" fmla="*/ 2302265 w 9312201"/>
              <a:gd name="connsiteY12931" fmla="*/ 99840 h 4927186"/>
              <a:gd name="connsiteX12932" fmla="*/ 2280445 w 9312201"/>
              <a:gd name="connsiteY12932" fmla="*/ 121660 h 4927186"/>
              <a:gd name="connsiteX12933" fmla="*/ 2258625 w 9312201"/>
              <a:gd name="connsiteY12933" fmla="*/ 99840 h 4927186"/>
              <a:gd name="connsiteX12934" fmla="*/ 2280445 w 9312201"/>
              <a:gd name="connsiteY12934" fmla="*/ 78020 h 4927186"/>
              <a:gd name="connsiteX12935" fmla="*/ 3760188 w 9312201"/>
              <a:gd name="connsiteY12935" fmla="*/ 1 h 4927186"/>
              <a:gd name="connsiteX12936" fmla="*/ 3782008 w 9312201"/>
              <a:gd name="connsiteY12936" fmla="*/ 21821 h 4927186"/>
              <a:gd name="connsiteX12937" fmla="*/ 3760188 w 9312201"/>
              <a:gd name="connsiteY12937" fmla="*/ 43641 h 4927186"/>
              <a:gd name="connsiteX12938" fmla="*/ 3738368 w 9312201"/>
              <a:gd name="connsiteY12938" fmla="*/ 21821 h 4927186"/>
              <a:gd name="connsiteX12939" fmla="*/ 3760188 w 9312201"/>
              <a:gd name="connsiteY12939" fmla="*/ 1 h 4927186"/>
              <a:gd name="connsiteX12940" fmla="*/ 3682168 w 9312201"/>
              <a:gd name="connsiteY12940" fmla="*/ 1 h 4927186"/>
              <a:gd name="connsiteX12941" fmla="*/ 3703988 w 9312201"/>
              <a:gd name="connsiteY12941" fmla="*/ 21821 h 4927186"/>
              <a:gd name="connsiteX12942" fmla="*/ 3682168 w 9312201"/>
              <a:gd name="connsiteY12942" fmla="*/ 43641 h 4927186"/>
              <a:gd name="connsiteX12943" fmla="*/ 3660348 w 9312201"/>
              <a:gd name="connsiteY12943" fmla="*/ 21821 h 4927186"/>
              <a:gd name="connsiteX12944" fmla="*/ 3682168 w 9312201"/>
              <a:gd name="connsiteY12944" fmla="*/ 1 h 4927186"/>
              <a:gd name="connsiteX12945" fmla="*/ 3604148 w 9312201"/>
              <a:gd name="connsiteY12945" fmla="*/ 1 h 4927186"/>
              <a:gd name="connsiteX12946" fmla="*/ 3625968 w 9312201"/>
              <a:gd name="connsiteY12946" fmla="*/ 21821 h 4927186"/>
              <a:gd name="connsiteX12947" fmla="*/ 3604148 w 9312201"/>
              <a:gd name="connsiteY12947" fmla="*/ 43640 h 4927186"/>
              <a:gd name="connsiteX12948" fmla="*/ 3582328 w 9312201"/>
              <a:gd name="connsiteY12948" fmla="*/ 21821 h 4927186"/>
              <a:gd name="connsiteX12949" fmla="*/ 3604148 w 9312201"/>
              <a:gd name="connsiteY12949" fmla="*/ 1 h 4927186"/>
              <a:gd name="connsiteX12950" fmla="*/ 3526788 w 9312201"/>
              <a:gd name="connsiteY12950" fmla="*/ 0 h 4927186"/>
              <a:gd name="connsiteX12951" fmla="*/ 3549269 w 9312201"/>
              <a:gd name="connsiteY12951" fmla="*/ 21820 h 4927186"/>
              <a:gd name="connsiteX12952" fmla="*/ 3526788 w 9312201"/>
              <a:gd name="connsiteY12952" fmla="*/ 43640 h 4927186"/>
              <a:gd name="connsiteX12953" fmla="*/ 3504307 w 9312201"/>
              <a:gd name="connsiteY12953" fmla="*/ 21820 h 4927186"/>
              <a:gd name="connsiteX12954" fmla="*/ 3526788 w 9312201"/>
              <a:gd name="connsiteY12954" fmla="*/ 0 h 4927186"/>
              <a:gd name="connsiteX12955" fmla="*/ 3449429 w 9312201"/>
              <a:gd name="connsiteY12955" fmla="*/ 0 h 4927186"/>
              <a:gd name="connsiteX12956" fmla="*/ 3471249 w 9312201"/>
              <a:gd name="connsiteY12956" fmla="*/ 21820 h 4927186"/>
              <a:gd name="connsiteX12957" fmla="*/ 3449429 w 9312201"/>
              <a:gd name="connsiteY12957" fmla="*/ 43640 h 4927186"/>
              <a:gd name="connsiteX12958" fmla="*/ 3427609 w 9312201"/>
              <a:gd name="connsiteY12958" fmla="*/ 21820 h 4927186"/>
              <a:gd name="connsiteX12959" fmla="*/ 3449429 w 9312201"/>
              <a:gd name="connsiteY12959" fmla="*/ 0 h 4927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Lst>
            <a:rect l="l" t="t" r="r" b="b"/>
            <a:pathLst>
              <a:path w="9312201" h="4927186">
                <a:moveTo>
                  <a:pt x="2670547" y="4883546"/>
                </a:moveTo>
                <a:cubicBezTo>
                  <a:pt x="2682598" y="4883546"/>
                  <a:pt x="2692367" y="4893315"/>
                  <a:pt x="2692367" y="4905366"/>
                </a:cubicBezTo>
                <a:cubicBezTo>
                  <a:pt x="2692367" y="4917417"/>
                  <a:pt x="2682598" y="4927186"/>
                  <a:pt x="2670547" y="4927186"/>
                </a:cubicBezTo>
                <a:cubicBezTo>
                  <a:pt x="2658496" y="4927186"/>
                  <a:pt x="2648727" y="4917417"/>
                  <a:pt x="2648727" y="4905366"/>
                </a:cubicBezTo>
                <a:cubicBezTo>
                  <a:pt x="2648727" y="4893315"/>
                  <a:pt x="2658496" y="4883546"/>
                  <a:pt x="2670547" y="4883546"/>
                </a:cubicBezTo>
                <a:close/>
                <a:moveTo>
                  <a:pt x="2670547" y="4798915"/>
                </a:moveTo>
                <a:cubicBezTo>
                  <a:pt x="2682598" y="4798915"/>
                  <a:pt x="2692367" y="4808684"/>
                  <a:pt x="2692367" y="4820735"/>
                </a:cubicBezTo>
                <a:cubicBezTo>
                  <a:pt x="2692367" y="4832786"/>
                  <a:pt x="2682598" y="4842555"/>
                  <a:pt x="2670547" y="4842555"/>
                </a:cubicBezTo>
                <a:cubicBezTo>
                  <a:pt x="2658496" y="4842555"/>
                  <a:pt x="2648727" y="4832786"/>
                  <a:pt x="2648727" y="4820735"/>
                </a:cubicBezTo>
                <a:cubicBezTo>
                  <a:pt x="2648727" y="4808684"/>
                  <a:pt x="2658496" y="4798915"/>
                  <a:pt x="2670547" y="4798915"/>
                </a:cubicBezTo>
                <a:close/>
                <a:moveTo>
                  <a:pt x="2592527" y="4798915"/>
                </a:moveTo>
                <a:cubicBezTo>
                  <a:pt x="2604578" y="4798915"/>
                  <a:pt x="2614347" y="4808684"/>
                  <a:pt x="2614347" y="4820735"/>
                </a:cubicBezTo>
                <a:cubicBezTo>
                  <a:pt x="2614347" y="4832786"/>
                  <a:pt x="2604578" y="4842555"/>
                  <a:pt x="2592527" y="4842555"/>
                </a:cubicBezTo>
                <a:cubicBezTo>
                  <a:pt x="2580476" y="4842555"/>
                  <a:pt x="2570707" y="4832786"/>
                  <a:pt x="2570707" y="4820735"/>
                </a:cubicBezTo>
                <a:cubicBezTo>
                  <a:pt x="2570707" y="4808684"/>
                  <a:pt x="2580476" y="4798915"/>
                  <a:pt x="2592527" y="4798915"/>
                </a:cubicBezTo>
                <a:close/>
                <a:moveTo>
                  <a:pt x="2513845" y="4798915"/>
                </a:moveTo>
                <a:cubicBezTo>
                  <a:pt x="2526261" y="4798915"/>
                  <a:pt x="2536326" y="4808684"/>
                  <a:pt x="2536326" y="4820735"/>
                </a:cubicBezTo>
                <a:cubicBezTo>
                  <a:pt x="2536326" y="4832786"/>
                  <a:pt x="2526261" y="4842555"/>
                  <a:pt x="2513845" y="4842555"/>
                </a:cubicBezTo>
                <a:cubicBezTo>
                  <a:pt x="2501429" y="4842555"/>
                  <a:pt x="2491364" y="4832786"/>
                  <a:pt x="2491364" y="4820735"/>
                </a:cubicBezTo>
                <a:cubicBezTo>
                  <a:pt x="2491364" y="4808684"/>
                  <a:pt x="2501429" y="4798915"/>
                  <a:pt x="2513845" y="4798915"/>
                </a:cubicBezTo>
                <a:close/>
                <a:moveTo>
                  <a:pt x="2592527" y="4719572"/>
                </a:moveTo>
                <a:cubicBezTo>
                  <a:pt x="2604578" y="4719572"/>
                  <a:pt x="2614347" y="4729341"/>
                  <a:pt x="2614347" y="4741392"/>
                </a:cubicBezTo>
                <a:cubicBezTo>
                  <a:pt x="2614347" y="4753443"/>
                  <a:pt x="2604578" y="4763212"/>
                  <a:pt x="2592527" y="4763212"/>
                </a:cubicBezTo>
                <a:cubicBezTo>
                  <a:pt x="2580476" y="4763212"/>
                  <a:pt x="2570707" y="4753443"/>
                  <a:pt x="2570707" y="4741392"/>
                </a:cubicBezTo>
                <a:cubicBezTo>
                  <a:pt x="2570707" y="4729341"/>
                  <a:pt x="2580476" y="4719572"/>
                  <a:pt x="2592527" y="4719572"/>
                </a:cubicBezTo>
                <a:close/>
                <a:moveTo>
                  <a:pt x="2513845" y="4719572"/>
                </a:moveTo>
                <a:cubicBezTo>
                  <a:pt x="2526261" y="4719572"/>
                  <a:pt x="2536326" y="4729341"/>
                  <a:pt x="2536326" y="4741392"/>
                </a:cubicBezTo>
                <a:cubicBezTo>
                  <a:pt x="2536326" y="4753443"/>
                  <a:pt x="2526261" y="4763212"/>
                  <a:pt x="2513845" y="4763212"/>
                </a:cubicBezTo>
                <a:cubicBezTo>
                  <a:pt x="2501429" y="4763212"/>
                  <a:pt x="2491364" y="4753443"/>
                  <a:pt x="2491364" y="4741392"/>
                </a:cubicBezTo>
                <a:cubicBezTo>
                  <a:pt x="2491364" y="4729341"/>
                  <a:pt x="2501429" y="4719572"/>
                  <a:pt x="2513845" y="4719572"/>
                </a:cubicBezTo>
                <a:close/>
                <a:moveTo>
                  <a:pt x="2436486" y="4719572"/>
                </a:moveTo>
                <a:cubicBezTo>
                  <a:pt x="2448537" y="4719572"/>
                  <a:pt x="2458306" y="4729341"/>
                  <a:pt x="2458306" y="4741392"/>
                </a:cubicBezTo>
                <a:cubicBezTo>
                  <a:pt x="2458306" y="4753443"/>
                  <a:pt x="2448537" y="4763212"/>
                  <a:pt x="2436486" y="4763212"/>
                </a:cubicBezTo>
                <a:cubicBezTo>
                  <a:pt x="2424435" y="4763212"/>
                  <a:pt x="2414666" y="4753443"/>
                  <a:pt x="2414666" y="4741392"/>
                </a:cubicBezTo>
                <a:cubicBezTo>
                  <a:pt x="2414666" y="4729341"/>
                  <a:pt x="2424435" y="4719572"/>
                  <a:pt x="2436486" y="4719572"/>
                </a:cubicBezTo>
                <a:close/>
                <a:moveTo>
                  <a:pt x="2513845" y="4641552"/>
                </a:moveTo>
                <a:cubicBezTo>
                  <a:pt x="2526261" y="4641552"/>
                  <a:pt x="2536326" y="4651617"/>
                  <a:pt x="2536326" y="4664033"/>
                </a:cubicBezTo>
                <a:cubicBezTo>
                  <a:pt x="2536326" y="4676449"/>
                  <a:pt x="2526261" y="4686514"/>
                  <a:pt x="2513845" y="4686514"/>
                </a:cubicBezTo>
                <a:cubicBezTo>
                  <a:pt x="2501429" y="4686514"/>
                  <a:pt x="2491364" y="4676449"/>
                  <a:pt x="2491364" y="4664033"/>
                </a:cubicBezTo>
                <a:cubicBezTo>
                  <a:pt x="2491364" y="4651617"/>
                  <a:pt x="2501429" y="4641552"/>
                  <a:pt x="2513845" y="4641552"/>
                </a:cubicBezTo>
                <a:close/>
                <a:moveTo>
                  <a:pt x="2436486" y="4641552"/>
                </a:moveTo>
                <a:cubicBezTo>
                  <a:pt x="2448537" y="4641552"/>
                  <a:pt x="2458306" y="4651617"/>
                  <a:pt x="2458306" y="4664033"/>
                </a:cubicBezTo>
                <a:cubicBezTo>
                  <a:pt x="2458306" y="4676449"/>
                  <a:pt x="2448537" y="4686514"/>
                  <a:pt x="2436486" y="4686514"/>
                </a:cubicBezTo>
                <a:cubicBezTo>
                  <a:pt x="2424435" y="4686514"/>
                  <a:pt x="2414666" y="4676449"/>
                  <a:pt x="2414666" y="4664033"/>
                </a:cubicBezTo>
                <a:cubicBezTo>
                  <a:pt x="2414666" y="4651617"/>
                  <a:pt x="2424435" y="4641552"/>
                  <a:pt x="2436486" y="4641552"/>
                </a:cubicBezTo>
                <a:close/>
                <a:moveTo>
                  <a:pt x="2592527" y="4564853"/>
                </a:moveTo>
                <a:cubicBezTo>
                  <a:pt x="2604578" y="4564853"/>
                  <a:pt x="2614347" y="4574622"/>
                  <a:pt x="2614347" y="4586673"/>
                </a:cubicBezTo>
                <a:cubicBezTo>
                  <a:pt x="2614347" y="4598724"/>
                  <a:pt x="2604578" y="4608493"/>
                  <a:pt x="2592527" y="4608493"/>
                </a:cubicBezTo>
                <a:cubicBezTo>
                  <a:pt x="2580476" y="4608493"/>
                  <a:pt x="2570707" y="4598724"/>
                  <a:pt x="2570707" y="4586673"/>
                </a:cubicBezTo>
                <a:cubicBezTo>
                  <a:pt x="2570707" y="4574622"/>
                  <a:pt x="2580476" y="4564853"/>
                  <a:pt x="2592527" y="4564853"/>
                </a:cubicBezTo>
                <a:close/>
                <a:moveTo>
                  <a:pt x="2513845" y="4564853"/>
                </a:moveTo>
                <a:cubicBezTo>
                  <a:pt x="2526261" y="4564853"/>
                  <a:pt x="2536326" y="4574622"/>
                  <a:pt x="2536326" y="4586673"/>
                </a:cubicBezTo>
                <a:cubicBezTo>
                  <a:pt x="2536326" y="4598724"/>
                  <a:pt x="2526261" y="4608493"/>
                  <a:pt x="2513845" y="4608493"/>
                </a:cubicBezTo>
                <a:cubicBezTo>
                  <a:pt x="2501429" y="4608493"/>
                  <a:pt x="2491364" y="4598724"/>
                  <a:pt x="2491364" y="4586673"/>
                </a:cubicBezTo>
                <a:cubicBezTo>
                  <a:pt x="2491364" y="4574622"/>
                  <a:pt x="2501429" y="4564853"/>
                  <a:pt x="2513845" y="4564853"/>
                </a:cubicBezTo>
                <a:close/>
                <a:moveTo>
                  <a:pt x="2436486" y="4564853"/>
                </a:moveTo>
                <a:cubicBezTo>
                  <a:pt x="2448537" y="4564853"/>
                  <a:pt x="2458306" y="4574622"/>
                  <a:pt x="2458306" y="4586673"/>
                </a:cubicBezTo>
                <a:cubicBezTo>
                  <a:pt x="2458306" y="4598724"/>
                  <a:pt x="2448537" y="4608493"/>
                  <a:pt x="2436486" y="4608493"/>
                </a:cubicBezTo>
                <a:cubicBezTo>
                  <a:pt x="2424435" y="4608493"/>
                  <a:pt x="2414666" y="4598724"/>
                  <a:pt x="2414666" y="4586673"/>
                </a:cubicBezTo>
                <a:cubicBezTo>
                  <a:pt x="2414666" y="4574622"/>
                  <a:pt x="2424435" y="4564853"/>
                  <a:pt x="2436486" y="4564853"/>
                </a:cubicBezTo>
                <a:close/>
                <a:moveTo>
                  <a:pt x="8822259" y="4486833"/>
                </a:moveTo>
                <a:cubicBezTo>
                  <a:pt x="8834310" y="4486833"/>
                  <a:pt x="8844079" y="4496602"/>
                  <a:pt x="8844079" y="4508653"/>
                </a:cubicBezTo>
                <a:cubicBezTo>
                  <a:pt x="8844079" y="4520704"/>
                  <a:pt x="8834310" y="4530473"/>
                  <a:pt x="8822259" y="4530473"/>
                </a:cubicBezTo>
                <a:cubicBezTo>
                  <a:pt x="8810208" y="4530473"/>
                  <a:pt x="8800439" y="4520704"/>
                  <a:pt x="8800439" y="4508653"/>
                </a:cubicBezTo>
                <a:cubicBezTo>
                  <a:pt x="8800439" y="4496602"/>
                  <a:pt x="8810208" y="4486833"/>
                  <a:pt x="8822259" y="4486833"/>
                </a:cubicBezTo>
                <a:close/>
                <a:moveTo>
                  <a:pt x="8744900" y="4486833"/>
                </a:moveTo>
                <a:cubicBezTo>
                  <a:pt x="8757316" y="4486833"/>
                  <a:pt x="8767381" y="4496602"/>
                  <a:pt x="8767381" y="4508653"/>
                </a:cubicBezTo>
                <a:cubicBezTo>
                  <a:pt x="8767381" y="4520704"/>
                  <a:pt x="8757316" y="4530473"/>
                  <a:pt x="8744900" y="4530473"/>
                </a:cubicBezTo>
                <a:cubicBezTo>
                  <a:pt x="8732484" y="4530473"/>
                  <a:pt x="8722419" y="4520704"/>
                  <a:pt x="8722419" y="4508653"/>
                </a:cubicBezTo>
                <a:cubicBezTo>
                  <a:pt x="8722419" y="4496602"/>
                  <a:pt x="8732484" y="4486833"/>
                  <a:pt x="8744900" y="4486833"/>
                </a:cubicBezTo>
                <a:close/>
                <a:moveTo>
                  <a:pt x="2592527" y="4486833"/>
                </a:moveTo>
                <a:cubicBezTo>
                  <a:pt x="2604578" y="4486833"/>
                  <a:pt x="2614347" y="4496602"/>
                  <a:pt x="2614347" y="4508653"/>
                </a:cubicBezTo>
                <a:cubicBezTo>
                  <a:pt x="2614347" y="4520704"/>
                  <a:pt x="2604578" y="4530473"/>
                  <a:pt x="2592527" y="4530473"/>
                </a:cubicBezTo>
                <a:cubicBezTo>
                  <a:pt x="2580476" y="4530473"/>
                  <a:pt x="2570707" y="4520704"/>
                  <a:pt x="2570707" y="4508653"/>
                </a:cubicBezTo>
                <a:cubicBezTo>
                  <a:pt x="2570707" y="4496602"/>
                  <a:pt x="2580476" y="4486833"/>
                  <a:pt x="2592527" y="4486833"/>
                </a:cubicBezTo>
                <a:close/>
                <a:moveTo>
                  <a:pt x="2513845" y="4486833"/>
                </a:moveTo>
                <a:cubicBezTo>
                  <a:pt x="2526261" y="4486833"/>
                  <a:pt x="2536326" y="4496602"/>
                  <a:pt x="2536326" y="4508653"/>
                </a:cubicBezTo>
                <a:cubicBezTo>
                  <a:pt x="2536326" y="4520704"/>
                  <a:pt x="2526261" y="4530473"/>
                  <a:pt x="2513845" y="4530473"/>
                </a:cubicBezTo>
                <a:cubicBezTo>
                  <a:pt x="2501429" y="4530473"/>
                  <a:pt x="2491364" y="4520704"/>
                  <a:pt x="2491364" y="4508653"/>
                </a:cubicBezTo>
                <a:cubicBezTo>
                  <a:pt x="2491364" y="4496602"/>
                  <a:pt x="2501429" y="4486833"/>
                  <a:pt x="2513845" y="4486833"/>
                </a:cubicBezTo>
                <a:close/>
                <a:moveTo>
                  <a:pt x="2436486" y="4486833"/>
                </a:moveTo>
                <a:cubicBezTo>
                  <a:pt x="2448537" y="4486833"/>
                  <a:pt x="2458306" y="4496602"/>
                  <a:pt x="2458306" y="4508653"/>
                </a:cubicBezTo>
                <a:cubicBezTo>
                  <a:pt x="2458306" y="4520704"/>
                  <a:pt x="2448537" y="4530473"/>
                  <a:pt x="2436486" y="4530473"/>
                </a:cubicBezTo>
                <a:cubicBezTo>
                  <a:pt x="2424435" y="4530473"/>
                  <a:pt x="2414666" y="4520704"/>
                  <a:pt x="2414666" y="4508653"/>
                </a:cubicBezTo>
                <a:cubicBezTo>
                  <a:pt x="2414666" y="4496602"/>
                  <a:pt x="2424435" y="4486833"/>
                  <a:pt x="2436486" y="4486833"/>
                </a:cubicBezTo>
                <a:close/>
                <a:moveTo>
                  <a:pt x="8900279" y="4408813"/>
                </a:moveTo>
                <a:cubicBezTo>
                  <a:pt x="8912330" y="4408813"/>
                  <a:pt x="8922099" y="4418582"/>
                  <a:pt x="8922099" y="4430633"/>
                </a:cubicBezTo>
                <a:cubicBezTo>
                  <a:pt x="8922099" y="4442684"/>
                  <a:pt x="8912330" y="4452453"/>
                  <a:pt x="8900279" y="4452453"/>
                </a:cubicBezTo>
                <a:cubicBezTo>
                  <a:pt x="8888228" y="4452453"/>
                  <a:pt x="8878459" y="4442684"/>
                  <a:pt x="8878459" y="4430633"/>
                </a:cubicBezTo>
                <a:cubicBezTo>
                  <a:pt x="8878459" y="4418582"/>
                  <a:pt x="8888228" y="4408813"/>
                  <a:pt x="8900279" y="4408813"/>
                </a:cubicBezTo>
                <a:close/>
                <a:moveTo>
                  <a:pt x="8822259" y="4408813"/>
                </a:moveTo>
                <a:cubicBezTo>
                  <a:pt x="8834310" y="4408813"/>
                  <a:pt x="8844079" y="4418582"/>
                  <a:pt x="8844079" y="4430633"/>
                </a:cubicBezTo>
                <a:cubicBezTo>
                  <a:pt x="8844079" y="4442684"/>
                  <a:pt x="8834310" y="4452453"/>
                  <a:pt x="8822259" y="4452453"/>
                </a:cubicBezTo>
                <a:cubicBezTo>
                  <a:pt x="8810208" y="4452453"/>
                  <a:pt x="8800439" y="4442684"/>
                  <a:pt x="8800439" y="4430633"/>
                </a:cubicBezTo>
                <a:cubicBezTo>
                  <a:pt x="8800439" y="4418582"/>
                  <a:pt x="8810208" y="4408813"/>
                  <a:pt x="8822259" y="4408813"/>
                </a:cubicBezTo>
                <a:close/>
                <a:moveTo>
                  <a:pt x="8744900" y="4408813"/>
                </a:moveTo>
                <a:cubicBezTo>
                  <a:pt x="8757316" y="4408813"/>
                  <a:pt x="8767381" y="4418582"/>
                  <a:pt x="8767381" y="4430633"/>
                </a:cubicBezTo>
                <a:cubicBezTo>
                  <a:pt x="8767381" y="4442684"/>
                  <a:pt x="8757316" y="4452453"/>
                  <a:pt x="8744900" y="4452453"/>
                </a:cubicBezTo>
                <a:cubicBezTo>
                  <a:pt x="8732484" y="4452453"/>
                  <a:pt x="8722419" y="4442684"/>
                  <a:pt x="8722419" y="4430633"/>
                </a:cubicBezTo>
                <a:cubicBezTo>
                  <a:pt x="8722419" y="4418582"/>
                  <a:pt x="8732484" y="4408813"/>
                  <a:pt x="8744900" y="4408813"/>
                </a:cubicBezTo>
                <a:close/>
                <a:moveTo>
                  <a:pt x="2670547" y="4408813"/>
                </a:moveTo>
                <a:cubicBezTo>
                  <a:pt x="2682598" y="4408813"/>
                  <a:pt x="2692367" y="4418582"/>
                  <a:pt x="2692367" y="4430633"/>
                </a:cubicBezTo>
                <a:cubicBezTo>
                  <a:pt x="2692367" y="4442684"/>
                  <a:pt x="2682598" y="4452453"/>
                  <a:pt x="2670547" y="4452453"/>
                </a:cubicBezTo>
                <a:cubicBezTo>
                  <a:pt x="2658496" y="4452453"/>
                  <a:pt x="2648727" y="4442684"/>
                  <a:pt x="2648727" y="4430633"/>
                </a:cubicBezTo>
                <a:cubicBezTo>
                  <a:pt x="2648727" y="4418582"/>
                  <a:pt x="2658496" y="4408813"/>
                  <a:pt x="2670547" y="4408813"/>
                </a:cubicBezTo>
                <a:close/>
                <a:moveTo>
                  <a:pt x="2592527" y="4408813"/>
                </a:moveTo>
                <a:cubicBezTo>
                  <a:pt x="2604578" y="4408813"/>
                  <a:pt x="2614347" y="4418582"/>
                  <a:pt x="2614347" y="4430633"/>
                </a:cubicBezTo>
                <a:cubicBezTo>
                  <a:pt x="2614347" y="4442684"/>
                  <a:pt x="2604578" y="4452453"/>
                  <a:pt x="2592527" y="4452453"/>
                </a:cubicBezTo>
                <a:cubicBezTo>
                  <a:pt x="2580476" y="4452453"/>
                  <a:pt x="2570707" y="4442684"/>
                  <a:pt x="2570707" y="4430633"/>
                </a:cubicBezTo>
                <a:cubicBezTo>
                  <a:pt x="2570707" y="4418582"/>
                  <a:pt x="2580476" y="4408813"/>
                  <a:pt x="2592527" y="4408813"/>
                </a:cubicBezTo>
                <a:close/>
                <a:moveTo>
                  <a:pt x="2513845" y="4408813"/>
                </a:moveTo>
                <a:cubicBezTo>
                  <a:pt x="2526261" y="4408813"/>
                  <a:pt x="2536326" y="4418582"/>
                  <a:pt x="2536326" y="4430633"/>
                </a:cubicBezTo>
                <a:cubicBezTo>
                  <a:pt x="2536326" y="4442684"/>
                  <a:pt x="2526261" y="4452453"/>
                  <a:pt x="2513845" y="4452453"/>
                </a:cubicBezTo>
                <a:cubicBezTo>
                  <a:pt x="2501429" y="4452453"/>
                  <a:pt x="2491364" y="4442684"/>
                  <a:pt x="2491364" y="4430633"/>
                </a:cubicBezTo>
                <a:cubicBezTo>
                  <a:pt x="2491364" y="4418582"/>
                  <a:pt x="2501429" y="4408813"/>
                  <a:pt x="2513845" y="4408813"/>
                </a:cubicBezTo>
                <a:close/>
                <a:moveTo>
                  <a:pt x="2436486" y="4408813"/>
                </a:moveTo>
                <a:cubicBezTo>
                  <a:pt x="2448537" y="4408813"/>
                  <a:pt x="2458306" y="4418582"/>
                  <a:pt x="2458306" y="4430633"/>
                </a:cubicBezTo>
                <a:cubicBezTo>
                  <a:pt x="2458306" y="4442684"/>
                  <a:pt x="2448537" y="4452453"/>
                  <a:pt x="2436486" y="4452453"/>
                </a:cubicBezTo>
                <a:cubicBezTo>
                  <a:pt x="2424435" y="4452453"/>
                  <a:pt x="2414666" y="4442684"/>
                  <a:pt x="2414666" y="4430633"/>
                </a:cubicBezTo>
                <a:cubicBezTo>
                  <a:pt x="2414666" y="4418582"/>
                  <a:pt x="2424435" y="4408813"/>
                  <a:pt x="2436486" y="4408813"/>
                </a:cubicBezTo>
                <a:close/>
                <a:moveTo>
                  <a:pt x="8978300" y="4330792"/>
                </a:moveTo>
                <a:cubicBezTo>
                  <a:pt x="8990351" y="4330792"/>
                  <a:pt x="9000120" y="4340857"/>
                  <a:pt x="9000120" y="4353273"/>
                </a:cubicBezTo>
                <a:cubicBezTo>
                  <a:pt x="9000120" y="4365689"/>
                  <a:pt x="8990351" y="4375754"/>
                  <a:pt x="8978300" y="4375754"/>
                </a:cubicBezTo>
                <a:cubicBezTo>
                  <a:pt x="8966249" y="4375754"/>
                  <a:pt x="8956480" y="4365689"/>
                  <a:pt x="8956480" y="4353273"/>
                </a:cubicBezTo>
                <a:cubicBezTo>
                  <a:pt x="8956480" y="4340857"/>
                  <a:pt x="8966249" y="4330792"/>
                  <a:pt x="8978300" y="4330792"/>
                </a:cubicBezTo>
                <a:close/>
                <a:moveTo>
                  <a:pt x="8900279" y="4330792"/>
                </a:moveTo>
                <a:cubicBezTo>
                  <a:pt x="8912330" y="4330792"/>
                  <a:pt x="8922099" y="4340857"/>
                  <a:pt x="8922099" y="4353273"/>
                </a:cubicBezTo>
                <a:cubicBezTo>
                  <a:pt x="8922099" y="4365689"/>
                  <a:pt x="8912330" y="4375754"/>
                  <a:pt x="8900279" y="4375754"/>
                </a:cubicBezTo>
                <a:cubicBezTo>
                  <a:pt x="8888228" y="4375754"/>
                  <a:pt x="8878459" y="4365689"/>
                  <a:pt x="8878459" y="4353273"/>
                </a:cubicBezTo>
                <a:cubicBezTo>
                  <a:pt x="8878459" y="4340857"/>
                  <a:pt x="8888228" y="4330792"/>
                  <a:pt x="8900279" y="4330792"/>
                </a:cubicBezTo>
                <a:close/>
                <a:moveTo>
                  <a:pt x="8199418" y="4330792"/>
                </a:moveTo>
                <a:cubicBezTo>
                  <a:pt x="8211469" y="4330792"/>
                  <a:pt x="8221238" y="4340857"/>
                  <a:pt x="8221238" y="4353273"/>
                </a:cubicBezTo>
                <a:cubicBezTo>
                  <a:pt x="8221238" y="4365689"/>
                  <a:pt x="8211469" y="4375754"/>
                  <a:pt x="8199418" y="4375754"/>
                </a:cubicBezTo>
                <a:cubicBezTo>
                  <a:pt x="8187367" y="4375754"/>
                  <a:pt x="8177598" y="4365689"/>
                  <a:pt x="8177598" y="4353273"/>
                </a:cubicBezTo>
                <a:cubicBezTo>
                  <a:pt x="8177598" y="4340857"/>
                  <a:pt x="8187367" y="4330792"/>
                  <a:pt x="8199418" y="4330792"/>
                </a:cubicBezTo>
                <a:close/>
                <a:moveTo>
                  <a:pt x="2748567" y="4330792"/>
                </a:moveTo>
                <a:cubicBezTo>
                  <a:pt x="2760618" y="4330792"/>
                  <a:pt x="2770387" y="4340857"/>
                  <a:pt x="2770387" y="4353273"/>
                </a:cubicBezTo>
                <a:cubicBezTo>
                  <a:pt x="2770387" y="4365689"/>
                  <a:pt x="2760618" y="4375754"/>
                  <a:pt x="2748567" y="4375754"/>
                </a:cubicBezTo>
                <a:cubicBezTo>
                  <a:pt x="2736516" y="4375754"/>
                  <a:pt x="2726747" y="4365689"/>
                  <a:pt x="2726747" y="4353273"/>
                </a:cubicBezTo>
                <a:cubicBezTo>
                  <a:pt x="2726747" y="4340857"/>
                  <a:pt x="2736516" y="4330792"/>
                  <a:pt x="2748567" y="4330792"/>
                </a:cubicBezTo>
                <a:close/>
                <a:moveTo>
                  <a:pt x="2670547" y="4330792"/>
                </a:moveTo>
                <a:cubicBezTo>
                  <a:pt x="2682598" y="4330792"/>
                  <a:pt x="2692367" y="4340857"/>
                  <a:pt x="2692367" y="4353273"/>
                </a:cubicBezTo>
                <a:cubicBezTo>
                  <a:pt x="2692367" y="4365689"/>
                  <a:pt x="2682598" y="4375754"/>
                  <a:pt x="2670547" y="4375754"/>
                </a:cubicBezTo>
                <a:cubicBezTo>
                  <a:pt x="2658496" y="4375754"/>
                  <a:pt x="2648727" y="4365689"/>
                  <a:pt x="2648727" y="4353273"/>
                </a:cubicBezTo>
                <a:cubicBezTo>
                  <a:pt x="2648727" y="4340857"/>
                  <a:pt x="2658496" y="4330792"/>
                  <a:pt x="2670547" y="4330792"/>
                </a:cubicBezTo>
                <a:close/>
                <a:moveTo>
                  <a:pt x="2592527" y="4330792"/>
                </a:moveTo>
                <a:cubicBezTo>
                  <a:pt x="2604578" y="4330792"/>
                  <a:pt x="2614347" y="4340857"/>
                  <a:pt x="2614347" y="4353273"/>
                </a:cubicBezTo>
                <a:cubicBezTo>
                  <a:pt x="2614347" y="4365689"/>
                  <a:pt x="2604578" y="4375754"/>
                  <a:pt x="2592527" y="4375754"/>
                </a:cubicBezTo>
                <a:cubicBezTo>
                  <a:pt x="2580476" y="4375754"/>
                  <a:pt x="2570707" y="4365689"/>
                  <a:pt x="2570707" y="4353273"/>
                </a:cubicBezTo>
                <a:cubicBezTo>
                  <a:pt x="2570707" y="4340857"/>
                  <a:pt x="2580476" y="4330792"/>
                  <a:pt x="2592527" y="4330792"/>
                </a:cubicBezTo>
                <a:close/>
                <a:moveTo>
                  <a:pt x="2513845" y="4330792"/>
                </a:moveTo>
                <a:cubicBezTo>
                  <a:pt x="2526261" y="4330792"/>
                  <a:pt x="2536326" y="4340857"/>
                  <a:pt x="2536326" y="4353273"/>
                </a:cubicBezTo>
                <a:cubicBezTo>
                  <a:pt x="2536326" y="4365689"/>
                  <a:pt x="2526261" y="4375754"/>
                  <a:pt x="2513845" y="4375754"/>
                </a:cubicBezTo>
                <a:cubicBezTo>
                  <a:pt x="2501429" y="4375754"/>
                  <a:pt x="2491364" y="4365689"/>
                  <a:pt x="2491364" y="4353273"/>
                </a:cubicBezTo>
                <a:cubicBezTo>
                  <a:pt x="2491364" y="4340857"/>
                  <a:pt x="2501429" y="4330792"/>
                  <a:pt x="2513845" y="4330792"/>
                </a:cubicBezTo>
                <a:close/>
                <a:moveTo>
                  <a:pt x="2436486" y="4330792"/>
                </a:moveTo>
                <a:cubicBezTo>
                  <a:pt x="2448537" y="4330792"/>
                  <a:pt x="2458306" y="4340857"/>
                  <a:pt x="2458306" y="4353273"/>
                </a:cubicBezTo>
                <a:cubicBezTo>
                  <a:pt x="2458306" y="4365689"/>
                  <a:pt x="2448537" y="4375754"/>
                  <a:pt x="2436486" y="4375754"/>
                </a:cubicBezTo>
                <a:cubicBezTo>
                  <a:pt x="2424435" y="4375754"/>
                  <a:pt x="2414666" y="4365689"/>
                  <a:pt x="2414666" y="4353273"/>
                </a:cubicBezTo>
                <a:cubicBezTo>
                  <a:pt x="2414666" y="4340857"/>
                  <a:pt x="2424435" y="4330792"/>
                  <a:pt x="2436486" y="4330792"/>
                </a:cubicBezTo>
                <a:close/>
                <a:moveTo>
                  <a:pt x="2826588" y="4252772"/>
                </a:moveTo>
                <a:cubicBezTo>
                  <a:pt x="2838639" y="4252772"/>
                  <a:pt x="2848408" y="4262541"/>
                  <a:pt x="2848408" y="4274592"/>
                </a:cubicBezTo>
                <a:cubicBezTo>
                  <a:pt x="2848408" y="4286643"/>
                  <a:pt x="2838639" y="4296412"/>
                  <a:pt x="2826588" y="4296412"/>
                </a:cubicBezTo>
                <a:cubicBezTo>
                  <a:pt x="2814537" y="4296412"/>
                  <a:pt x="2804768" y="4286643"/>
                  <a:pt x="2804768" y="4274592"/>
                </a:cubicBezTo>
                <a:cubicBezTo>
                  <a:pt x="2804768" y="4262541"/>
                  <a:pt x="2814537" y="4252772"/>
                  <a:pt x="2826588" y="4252772"/>
                </a:cubicBezTo>
                <a:close/>
                <a:moveTo>
                  <a:pt x="2748567" y="4252772"/>
                </a:moveTo>
                <a:cubicBezTo>
                  <a:pt x="2760618" y="4252772"/>
                  <a:pt x="2770387" y="4262541"/>
                  <a:pt x="2770387" y="4274592"/>
                </a:cubicBezTo>
                <a:cubicBezTo>
                  <a:pt x="2770387" y="4286643"/>
                  <a:pt x="2760618" y="4296412"/>
                  <a:pt x="2748567" y="4296412"/>
                </a:cubicBezTo>
                <a:cubicBezTo>
                  <a:pt x="2736516" y="4296412"/>
                  <a:pt x="2726747" y="4286643"/>
                  <a:pt x="2726747" y="4274592"/>
                </a:cubicBezTo>
                <a:cubicBezTo>
                  <a:pt x="2726747" y="4262541"/>
                  <a:pt x="2736516" y="4252772"/>
                  <a:pt x="2748567" y="4252772"/>
                </a:cubicBezTo>
                <a:close/>
                <a:moveTo>
                  <a:pt x="2670547" y="4252772"/>
                </a:moveTo>
                <a:cubicBezTo>
                  <a:pt x="2682598" y="4252772"/>
                  <a:pt x="2692367" y="4262541"/>
                  <a:pt x="2692367" y="4274592"/>
                </a:cubicBezTo>
                <a:cubicBezTo>
                  <a:pt x="2692367" y="4286643"/>
                  <a:pt x="2682598" y="4296412"/>
                  <a:pt x="2670547" y="4296412"/>
                </a:cubicBezTo>
                <a:cubicBezTo>
                  <a:pt x="2658496" y="4296412"/>
                  <a:pt x="2648727" y="4286643"/>
                  <a:pt x="2648727" y="4274592"/>
                </a:cubicBezTo>
                <a:cubicBezTo>
                  <a:pt x="2648727" y="4262541"/>
                  <a:pt x="2658496" y="4252772"/>
                  <a:pt x="2670547" y="4252772"/>
                </a:cubicBezTo>
                <a:close/>
                <a:moveTo>
                  <a:pt x="2592527" y="4252772"/>
                </a:moveTo>
                <a:cubicBezTo>
                  <a:pt x="2604578" y="4252772"/>
                  <a:pt x="2614347" y="4262541"/>
                  <a:pt x="2614347" y="4274592"/>
                </a:cubicBezTo>
                <a:cubicBezTo>
                  <a:pt x="2614347" y="4286643"/>
                  <a:pt x="2604578" y="4296412"/>
                  <a:pt x="2592527" y="4296412"/>
                </a:cubicBezTo>
                <a:cubicBezTo>
                  <a:pt x="2580476" y="4296412"/>
                  <a:pt x="2570707" y="4286643"/>
                  <a:pt x="2570707" y="4274592"/>
                </a:cubicBezTo>
                <a:cubicBezTo>
                  <a:pt x="2570707" y="4262541"/>
                  <a:pt x="2580476" y="4252772"/>
                  <a:pt x="2592527" y="4252772"/>
                </a:cubicBezTo>
                <a:close/>
                <a:moveTo>
                  <a:pt x="2513845" y="4252772"/>
                </a:moveTo>
                <a:cubicBezTo>
                  <a:pt x="2526261" y="4252772"/>
                  <a:pt x="2536326" y="4262541"/>
                  <a:pt x="2536326" y="4274592"/>
                </a:cubicBezTo>
                <a:cubicBezTo>
                  <a:pt x="2536326" y="4286643"/>
                  <a:pt x="2526261" y="4296412"/>
                  <a:pt x="2513845" y="4296412"/>
                </a:cubicBezTo>
                <a:cubicBezTo>
                  <a:pt x="2501429" y="4296412"/>
                  <a:pt x="2491364" y="4286643"/>
                  <a:pt x="2491364" y="4274592"/>
                </a:cubicBezTo>
                <a:cubicBezTo>
                  <a:pt x="2491364" y="4262541"/>
                  <a:pt x="2501429" y="4252772"/>
                  <a:pt x="2513845" y="4252772"/>
                </a:cubicBezTo>
                <a:close/>
                <a:moveTo>
                  <a:pt x="9056320" y="4252771"/>
                </a:moveTo>
                <a:cubicBezTo>
                  <a:pt x="9068371" y="4252771"/>
                  <a:pt x="9078140" y="4262540"/>
                  <a:pt x="9078140" y="4274591"/>
                </a:cubicBezTo>
                <a:cubicBezTo>
                  <a:pt x="9078140" y="4286642"/>
                  <a:pt x="9068371" y="4296411"/>
                  <a:pt x="9056320" y="4296411"/>
                </a:cubicBezTo>
                <a:cubicBezTo>
                  <a:pt x="9044269" y="4296411"/>
                  <a:pt x="9034500" y="4286642"/>
                  <a:pt x="9034500" y="4274591"/>
                </a:cubicBezTo>
                <a:cubicBezTo>
                  <a:pt x="9034500" y="4262540"/>
                  <a:pt x="9044269" y="4252771"/>
                  <a:pt x="9056320" y="4252771"/>
                </a:cubicBezTo>
                <a:close/>
                <a:moveTo>
                  <a:pt x="8978300" y="4252771"/>
                </a:moveTo>
                <a:cubicBezTo>
                  <a:pt x="8990351" y="4252771"/>
                  <a:pt x="9000120" y="4262540"/>
                  <a:pt x="9000120" y="4274591"/>
                </a:cubicBezTo>
                <a:cubicBezTo>
                  <a:pt x="9000120" y="4286642"/>
                  <a:pt x="8990351" y="4296411"/>
                  <a:pt x="8978300" y="4296411"/>
                </a:cubicBezTo>
                <a:cubicBezTo>
                  <a:pt x="8966249" y="4296411"/>
                  <a:pt x="8956480" y="4286642"/>
                  <a:pt x="8956480" y="4274591"/>
                </a:cubicBezTo>
                <a:cubicBezTo>
                  <a:pt x="8956480" y="4262540"/>
                  <a:pt x="8966249" y="4252771"/>
                  <a:pt x="8978300" y="4252771"/>
                </a:cubicBezTo>
                <a:close/>
                <a:moveTo>
                  <a:pt x="8900279" y="4252771"/>
                </a:moveTo>
                <a:cubicBezTo>
                  <a:pt x="8912330" y="4252771"/>
                  <a:pt x="8922099" y="4262540"/>
                  <a:pt x="8922099" y="4274591"/>
                </a:cubicBezTo>
                <a:cubicBezTo>
                  <a:pt x="8922099" y="4286642"/>
                  <a:pt x="8912330" y="4296411"/>
                  <a:pt x="8900279" y="4296411"/>
                </a:cubicBezTo>
                <a:cubicBezTo>
                  <a:pt x="8888228" y="4296411"/>
                  <a:pt x="8878459" y="4286642"/>
                  <a:pt x="8878459" y="4274591"/>
                </a:cubicBezTo>
                <a:cubicBezTo>
                  <a:pt x="8878459" y="4262540"/>
                  <a:pt x="8888228" y="4252771"/>
                  <a:pt x="8900279" y="4252771"/>
                </a:cubicBezTo>
                <a:close/>
                <a:moveTo>
                  <a:pt x="8199418" y="4252771"/>
                </a:moveTo>
                <a:cubicBezTo>
                  <a:pt x="8211469" y="4252771"/>
                  <a:pt x="8221238" y="4262540"/>
                  <a:pt x="8221238" y="4274591"/>
                </a:cubicBezTo>
                <a:cubicBezTo>
                  <a:pt x="8221238" y="4286642"/>
                  <a:pt x="8211469" y="4296411"/>
                  <a:pt x="8199418" y="4296411"/>
                </a:cubicBezTo>
                <a:cubicBezTo>
                  <a:pt x="8187367" y="4296411"/>
                  <a:pt x="8177598" y="4286642"/>
                  <a:pt x="8177598" y="4274591"/>
                </a:cubicBezTo>
                <a:cubicBezTo>
                  <a:pt x="8177598" y="4262540"/>
                  <a:pt x="8187367" y="4252771"/>
                  <a:pt x="8199418" y="4252771"/>
                </a:cubicBezTo>
                <a:close/>
                <a:moveTo>
                  <a:pt x="8121398" y="4252771"/>
                </a:moveTo>
                <a:cubicBezTo>
                  <a:pt x="8133449" y="4252771"/>
                  <a:pt x="8143218" y="4262540"/>
                  <a:pt x="8143218" y="4274591"/>
                </a:cubicBezTo>
                <a:cubicBezTo>
                  <a:pt x="8143218" y="4286642"/>
                  <a:pt x="8133449" y="4296411"/>
                  <a:pt x="8121398" y="4296411"/>
                </a:cubicBezTo>
                <a:cubicBezTo>
                  <a:pt x="8109347" y="4296411"/>
                  <a:pt x="8099578" y="4286642"/>
                  <a:pt x="8099578" y="4274591"/>
                </a:cubicBezTo>
                <a:cubicBezTo>
                  <a:pt x="8099578" y="4262540"/>
                  <a:pt x="8109347" y="4252771"/>
                  <a:pt x="8121398" y="4252771"/>
                </a:cubicBezTo>
                <a:close/>
                <a:moveTo>
                  <a:pt x="4928511" y="4252771"/>
                </a:moveTo>
                <a:cubicBezTo>
                  <a:pt x="4940927" y="4252771"/>
                  <a:pt x="4950992" y="4262540"/>
                  <a:pt x="4950992" y="4274591"/>
                </a:cubicBezTo>
                <a:cubicBezTo>
                  <a:pt x="4950992" y="4286642"/>
                  <a:pt x="4940927" y="4296411"/>
                  <a:pt x="4928511" y="4296411"/>
                </a:cubicBezTo>
                <a:cubicBezTo>
                  <a:pt x="4916095" y="4296411"/>
                  <a:pt x="4906030" y="4286642"/>
                  <a:pt x="4906030" y="4274591"/>
                </a:cubicBezTo>
                <a:cubicBezTo>
                  <a:pt x="4906030" y="4262540"/>
                  <a:pt x="4916095" y="4252771"/>
                  <a:pt x="4928511" y="4252771"/>
                </a:cubicBezTo>
                <a:close/>
                <a:moveTo>
                  <a:pt x="4850490" y="4252771"/>
                </a:moveTo>
                <a:cubicBezTo>
                  <a:pt x="4862906" y="4252771"/>
                  <a:pt x="4872971" y="4262540"/>
                  <a:pt x="4872971" y="4274591"/>
                </a:cubicBezTo>
                <a:cubicBezTo>
                  <a:pt x="4872971" y="4286642"/>
                  <a:pt x="4862906" y="4296411"/>
                  <a:pt x="4850490" y="4296411"/>
                </a:cubicBezTo>
                <a:cubicBezTo>
                  <a:pt x="4838074" y="4296411"/>
                  <a:pt x="4828009" y="4286642"/>
                  <a:pt x="4828009" y="4274591"/>
                </a:cubicBezTo>
                <a:cubicBezTo>
                  <a:pt x="4828009" y="4262540"/>
                  <a:pt x="4838074" y="4252771"/>
                  <a:pt x="4850490" y="4252771"/>
                </a:cubicBezTo>
                <a:close/>
                <a:moveTo>
                  <a:pt x="8978300" y="4174751"/>
                </a:moveTo>
                <a:cubicBezTo>
                  <a:pt x="8990351" y="4174751"/>
                  <a:pt x="9000120" y="4184520"/>
                  <a:pt x="9000120" y="4196571"/>
                </a:cubicBezTo>
                <a:cubicBezTo>
                  <a:pt x="9000120" y="4208622"/>
                  <a:pt x="8990351" y="4218391"/>
                  <a:pt x="8978300" y="4218391"/>
                </a:cubicBezTo>
                <a:cubicBezTo>
                  <a:pt x="8966249" y="4218391"/>
                  <a:pt x="8956480" y="4208622"/>
                  <a:pt x="8956480" y="4196571"/>
                </a:cubicBezTo>
                <a:cubicBezTo>
                  <a:pt x="8956480" y="4184520"/>
                  <a:pt x="8966249" y="4174751"/>
                  <a:pt x="8978300" y="4174751"/>
                </a:cubicBezTo>
                <a:close/>
                <a:moveTo>
                  <a:pt x="8900279" y="4174751"/>
                </a:moveTo>
                <a:cubicBezTo>
                  <a:pt x="8912330" y="4174751"/>
                  <a:pt x="8922099" y="4184520"/>
                  <a:pt x="8922099" y="4196571"/>
                </a:cubicBezTo>
                <a:cubicBezTo>
                  <a:pt x="8922099" y="4208622"/>
                  <a:pt x="8912330" y="4218391"/>
                  <a:pt x="8900279" y="4218391"/>
                </a:cubicBezTo>
                <a:cubicBezTo>
                  <a:pt x="8888228" y="4218391"/>
                  <a:pt x="8878459" y="4208622"/>
                  <a:pt x="8878459" y="4196571"/>
                </a:cubicBezTo>
                <a:cubicBezTo>
                  <a:pt x="8878459" y="4184520"/>
                  <a:pt x="8888228" y="4174751"/>
                  <a:pt x="8900279" y="4174751"/>
                </a:cubicBezTo>
                <a:close/>
                <a:moveTo>
                  <a:pt x="8277438" y="4174751"/>
                </a:moveTo>
                <a:cubicBezTo>
                  <a:pt x="8289489" y="4174751"/>
                  <a:pt x="8299258" y="4184520"/>
                  <a:pt x="8299258" y="4196571"/>
                </a:cubicBezTo>
                <a:cubicBezTo>
                  <a:pt x="8299258" y="4208622"/>
                  <a:pt x="8289489" y="4218391"/>
                  <a:pt x="8277438" y="4218391"/>
                </a:cubicBezTo>
                <a:cubicBezTo>
                  <a:pt x="8265387" y="4218391"/>
                  <a:pt x="8255618" y="4208622"/>
                  <a:pt x="8255618" y="4196571"/>
                </a:cubicBezTo>
                <a:cubicBezTo>
                  <a:pt x="8255618" y="4184520"/>
                  <a:pt x="8265387" y="4174751"/>
                  <a:pt x="8277438" y="4174751"/>
                </a:cubicBezTo>
                <a:close/>
                <a:moveTo>
                  <a:pt x="8199418" y="4174751"/>
                </a:moveTo>
                <a:cubicBezTo>
                  <a:pt x="8211469" y="4174751"/>
                  <a:pt x="8221238" y="4184520"/>
                  <a:pt x="8221238" y="4196571"/>
                </a:cubicBezTo>
                <a:cubicBezTo>
                  <a:pt x="8221238" y="4208622"/>
                  <a:pt x="8211469" y="4218391"/>
                  <a:pt x="8199418" y="4218391"/>
                </a:cubicBezTo>
                <a:cubicBezTo>
                  <a:pt x="8187367" y="4218391"/>
                  <a:pt x="8177598" y="4208622"/>
                  <a:pt x="8177598" y="4196571"/>
                </a:cubicBezTo>
                <a:cubicBezTo>
                  <a:pt x="8177598" y="4184520"/>
                  <a:pt x="8187367" y="4174751"/>
                  <a:pt x="8199418" y="4174751"/>
                </a:cubicBezTo>
                <a:close/>
                <a:moveTo>
                  <a:pt x="8121398" y="4174751"/>
                </a:moveTo>
                <a:cubicBezTo>
                  <a:pt x="8133449" y="4174751"/>
                  <a:pt x="8143218" y="4184520"/>
                  <a:pt x="8143218" y="4196571"/>
                </a:cubicBezTo>
                <a:cubicBezTo>
                  <a:pt x="8143218" y="4208622"/>
                  <a:pt x="8133449" y="4218391"/>
                  <a:pt x="8121398" y="4218391"/>
                </a:cubicBezTo>
                <a:cubicBezTo>
                  <a:pt x="8109347" y="4218391"/>
                  <a:pt x="8099578" y="4208622"/>
                  <a:pt x="8099578" y="4196571"/>
                </a:cubicBezTo>
                <a:cubicBezTo>
                  <a:pt x="8099578" y="4184520"/>
                  <a:pt x="8109347" y="4174751"/>
                  <a:pt x="8121398" y="4174751"/>
                </a:cubicBezTo>
                <a:close/>
                <a:moveTo>
                  <a:pt x="8044700" y="4174751"/>
                </a:moveTo>
                <a:cubicBezTo>
                  <a:pt x="8056751" y="4174751"/>
                  <a:pt x="8066520" y="4184520"/>
                  <a:pt x="8066520" y="4196571"/>
                </a:cubicBezTo>
                <a:cubicBezTo>
                  <a:pt x="8066520" y="4208622"/>
                  <a:pt x="8056751" y="4218391"/>
                  <a:pt x="8044700" y="4218391"/>
                </a:cubicBezTo>
                <a:cubicBezTo>
                  <a:pt x="8032649" y="4218391"/>
                  <a:pt x="8022880" y="4208622"/>
                  <a:pt x="8022880" y="4196571"/>
                </a:cubicBezTo>
                <a:cubicBezTo>
                  <a:pt x="8022880" y="4184520"/>
                  <a:pt x="8032649" y="4174751"/>
                  <a:pt x="8044700" y="4174751"/>
                </a:cubicBezTo>
                <a:close/>
                <a:moveTo>
                  <a:pt x="5162572" y="4174751"/>
                </a:moveTo>
                <a:cubicBezTo>
                  <a:pt x="5174988" y="4174751"/>
                  <a:pt x="5185053" y="4184816"/>
                  <a:pt x="5185053" y="4197232"/>
                </a:cubicBezTo>
                <a:cubicBezTo>
                  <a:pt x="5185053" y="4209648"/>
                  <a:pt x="5174988" y="4219713"/>
                  <a:pt x="5162572" y="4219713"/>
                </a:cubicBezTo>
                <a:cubicBezTo>
                  <a:pt x="5150156" y="4219713"/>
                  <a:pt x="5140091" y="4209648"/>
                  <a:pt x="5140091" y="4197232"/>
                </a:cubicBezTo>
                <a:cubicBezTo>
                  <a:pt x="5140091" y="4184816"/>
                  <a:pt x="5150156" y="4174751"/>
                  <a:pt x="5162572" y="4174751"/>
                </a:cubicBezTo>
                <a:close/>
                <a:moveTo>
                  <a:pt x="5085212" y="4174751"/>
                </a:moveTo>
                <a:cubicBezTo>
                  <a:pt x="5097263" y="4174751"/>
                  <a:pt x="5107032" y="4184520"/>
                  <a:pt x="5107032" y="4196571"/>
                </a:cubicBezTo>
                <a:cubicBezTo>
                  <a:pt x="5107032" y="4208622"/>
                  <a:pt x="5097263" y="4218391"/>
                  <a:pt x="5085212" y="4218391"/>
                </a:cubicBezTo>
                <a:cubicBezTo>
                  <a:pt x="5073161" y="4218391"/>
                  <a:pt x="5063392" y="4208622"/>
                  <a:pt x="5063392" y="4196571"/>
                </a:cubicBezTo>
                <a:cubicBezTo>
                  <a:pt x="5063392" y="4184520"/>
                  <a:pt x="5073161" y="4174751"/>
                  <a:pt x="5085212" y="4174751"/>
                </a:cubicBezTo>
                <a:close/>
                <a:moveTo>
                  <a:pt x="5007193" y="4174751"/>
                </a:moveTo>
                <a:cubicBezTo>
                  <a:pt x="5019244" y="4174751"/>
                  <a:pt x="5029013" y="4184520"/>
                  <a:pt x="5029013" y="4196571"/>
                </a:cubicBezTo>
                <a:cubicBezTo>
                  <a:pt x="5029013" y="4208622"/>
                  <a:pt x="5019244" y="4218391"/>
                  <a:pt x="5007193" y="4218391"/>
                </a:cubicBezTo>
                <a:cubicBezTo>
                  <a:pt x="4995142" y="4218391"/>
                  <a:pt x="4985373" y="4208622"/>
                  <a:pt x="4985373" y="4196571"/>
                </a:cubicBezTo>
                <a:cubicBezTo>
                  <a:pt x="4985373" y="4184520"/>
                  <a:pt x="4995142" y="4174751"/>
                  <a:pt x="5007193" y="4174751"/>
                </a:cubicBezTo>
                <a:close/>
                <a:moveTo>
                  <a:pt x="4928511" y="4174751"/>
                </a:moveTo>
                <a:cubicBezTo>
                  <a:pt x="4940927" y="4174751"/>
                  <a:pt x="4950992" y="4184520"/>
                  <a:pt x="4950992" y="4196571"/>
                </a:cubicBezTo>
                <a:cubicBezTo>
                  <a:pt x="4950992" y="4208622"/>
                  <a:pt x="4940927" y="4218391"/>
                  <a:pt x="4928511" y="4218391"/>
                </a:cubicBezTo>
                <a:cubicBezTo>
                  <a:pt x="4916095" y="4218391"/>
                  <a:pt x="4906030" y="4208622"/>
                  <a:pt x="4906030" y="4196571"/>
                </a:cubicBezTo>
                <a:cubicBezTo>
                  <a:pt x="4906030" y="4184520"/>
                  <a:pt x="4916095" y="4174751"/>
                  <a:pt x="4928511" y="4174751"/>
                </a:cubicBezTo>
                <a:close/>
                <a:moveTo>
                  <a:pt x="4850490" y="4174751"/>
                </a:moveTo>
                <a:cubicBezTo>
                  <a:pt x="4862906" y="4174751"/>
                  <a:pt x="4872971" y="4184520"/>
                  <a:pt x="4872971" y="4196571"/>
                </a:cubicBezTo>
                <a:cubicBezTo>
                  <a:pt x="4872971" y="4208622"/>
                  <a:pt x="4862906" y="4218391"/>
                  <a:pt x="4850490" y="4218391"/>
                </a:cubicBezTo>
                <a:cubicBezTo>
                  <a:pt x="4838074" y="4218391"/>
                  <a:pt x="4828009" y="4208622"/>
                  <a:pt x="4828009" y="4196571"/>
                </a:cubicBezTo>
                <a:cubicBezTo>
                  <a:pt x="4828009" y="4184520"/>
                  <a:pt x="4838074" y="4174751"/>
                  <a:pt x="4850490" y="4174751"/>
                </a:cubicBezTo>
                <a:close/>
                <a:moveTo>
                  <a:pt x="2903286" y="4174751"/>
                </a:moveTo>
                <a:cubicBezTo>
                  <a:pt x="2915337" y="4174751"/>
                  <a:pt x="2925106" y="4184520"/>
                  <a:pt x="2925106" y="4196571"/>
                </a:cubicBezTo>
                <a:cubicBezTo>
                  <a:pt x="2925106" y="4208622"/>
                  <a:pt x="2915337" y="4218391"/>
                  <a:pt x="2903286" y="4218391"/>
                </a:cubicBezTo>
                <a:cubicBezTo>
                  <a:pt x="2891235" y="4218391"/>
                  <a:pt x="2881466" y="4208622"/>
                  <a:pt x="2881466" y="4196571"/>
                </a:cubicBezTo>
                <a:cubicBezTo>
                  <a:pt x="2881466" y="4184520"/>
                  <a:pt x="2891235" y="4174751"/>
                  <a:pt x="2903286" y="4174751"/>
                </a:cubicBezTo>
                <a:close/>
                <a:moveTo>
                  <a:pt x="2826588" y="4174751"/>
                </a:moveTo>
                <a:cubicBezTo>
                  <a:pt x="2838639" y="4174751"/>
                  <a:pt x="2848408" y="4184520"/>
                  <a:pt x="2848408" y="4196571"/>
                </a:cubicBezTo>
                <a:cubicBezTo>
                  <a:pt x="2848408" y="4208622"/>
                  <a:pt x="2838639" y="4218391"/>
                  <a:pt x="2826588" y="4218391"/>
                </a:cubicBezTo>
                <a:cubicBezTo>
                  <a:pt x="2814537" y="4218391"/>
                  <a:pt x="2804768" y="4208622"/>
                  <a:pt x="2804768" y="4196571"/>
                </a:cubicBezTo>
                <a:cubicBezTo>
                  <a:pt x="2804768" y="4184520"/>
                  <a:pt x="2814537" y="4174751"/>
                  <a:pt x="2826588" y="4174751"/>
                </a:cubicBezTo>
                <a:close/>
                <a:moveTo>
                  <a:pt x="2748567" y="4174751"/>
                </a:moveTo>
                <a:cubicBezTo>
                  <a:pt x="2760618" y="4174751"/>
                  <a:pt x="2770387" y="4184520"/>
                  <a:pt x="2770387" y="4196571"/>
                </a:cubicBezTo>
                <a:cubicBezTo>
                  <a:pt x="2770387" y="4208622"/>
                  <a:pt x="2760618" y="4218391"/>
                  <a:pt x="2748567" y="4218391"/>
                </a:cubicBezTo>
                <a:cubicBezTo>
                  <a:pt x="2736516" y="4218391"/>
                  <a:pt x="2726747" y="4208622"/>
                  <a:pt x="2726747" y="4196571"/>
                </a:cubicBezTo>
                <a:cubicBezTo>
                  <a:pt x="2726747" y="4184520"/>
                  <a:pt x="2736516" y="4174751"/>
                  <a:pt x="2748567" y="4174751"/>
                </a:cubicBezTo>
                <a:close/>
                <a:moveTo>
                  <a:pt x="2670547" y="4174751"/>
                </a:moveTo>
                <a:cubicBezTo>
                  <a:pt x="2682598" y="4174751"/>
                  <a:pt x="2692367" y="4184520"/>
                  <a:pt x="2692367" y="4196571"/>
                </a:cubicBezTo>
                <a:cubicBezTo>
                  <a:pt x="2692367" y="4208622"/>
                  <a:pt x="2682598" y="4218391"/>
                  <a:pt x="2670547" y="4218391"/>
                </a:cubicBezTo>
                <a:cubicBezTo>
                  <a:pt x="2658496" y="4218391"/>
                  <a:pt x="2648727" y="4208622"/>
                  <a:pt x="2648727" y="4196571"/>
                </a:cubicBezTo>
                <a:cubicBezTo>
                  <a:pt x="2648727" y="4184520"/>
                  <a:pt x="2658496" y="4174751"/>
                  <a:pt x="2670547" y="4174751"/>
                </a:cubicBezTo>
                <a:close/>
                <a:moveTo>
                  <a:pt x="2592527" y="4174751"/>
                </a:moveTo>
                <a:cubicBezTo>
                  <a:pt x="2604578" y="4174751"/>
                  <a:pt x="2614347" y="4184520"/>
                  <a:pt x="2614347" y="4196571"/>
                </a:cubicBezTo>
                <a:cubicBezTo>
                  <a:pt x="2614347" y="4208622"/>
                  <a:pt x="2604578" y="4218391"/>
                  <a:pt x="2592527" y="4218391"/>
                </a:cubicBezTo>
                <a:cubicBezTo>
                  <a:pt x="2580476" y="4218391"/>
                  <a:pt x="2570707" y="4208622"/>
                  <a:pt x="2570707" y="4196571"/>
                </a:cubicBezTo>
                <a:cubicBezTo>
                  <a:pt x="2570707" y="4184520"/>
                  <a:pt x="2580476" y="4174751"/>
                  <a:pt x="2592527" y="4174751"/>
                </a:cubicBezTo>
                <a:close/>
                <a:moveTo>
                  <a:pt x="2513845" y="4174751"/>
                </a:moveTo>
                <a:cubicBezTo>
                  <a:pt x="2526261" y="4174751"/>
                  <a:pt x="2536326" y="4184520"/>
                  <a:pt x="2536326" y="4196571"/>
                </a:cubicBezTo>
                <a:cubicBezTo>
                  <a:pt x="2536326" y="4208622"/>
                  <a:pt x="2526261" y="4218391"/>
                  <a:pt x="2513845" y="4218391"/>
                </a:cubicBezTo>
                <a:cubicBezTo>
                  <a:pt x="2501429" y="4218391"/>
                  <a:pt x="2491364" y="4208622"/>
                  <a:pt x="2491364" y="4196571"/>
                </a:cubicBezTo>
                <a:cubicBezTo>
                  <a:pt x="2491364" y="4184520"/>
                  <a:pt x="2501429" y="4174751"/>
                  <a:pt x="2513845" y="4174751"/>
                </a:cubicBezTo>
                <a:close/>
                <a:moveTo>
                  <a:pt x="2981306" y="4096732"/>
                </a:moveTo>
                <a:cubicBezTo>
                  <a:pt x="2993357" y="4096732"/>
                  <a:pt x="3003126" y="4106501"/>
                  <a:pt x="3003126" y="4118552"/>
                </a:cubicBezTo>
                <a:cubicBezTo>
                  <a:pt x="3003126" y="4130603"/>
                  <a:pt x="2993357" y="4140372"/>
                  <a:pt x="2981306" y="4140372"/>
                </a:cubicBezTo>
                <a:cubicBezTo>
                  <a:pt x="2969255" y="4140372"/>
                  <a:pt x="2959486" y="4130603"/>
                  <a:pt x="2959486" y="4118552"/>
                </a:cubicBezTo>
                <a:cubicBezTo>
                  <a:pt x="2959486" y="4106501"/>
                  <a:pt x="2969255" y="4096732"/>
                  <a:pt x="2981306" y="4096732"/>
                </a:cubicBezTo>
                <a:close/>
                <a:moveTo>
                  <a:pt x="2903286" y="4096732"/>
                </a:moveTo>
                <a:cubicBezTo>
                  <a:pt x="2915337" y="4096732"/>
                  <a:pt x="2925106" y="4106501"/>
                  <a:pt x="2925106" y="4118552"/>
                </a:cubicBezTo>
                <a:cubicBezTo>
                  <a:pt x="2925106" y="4130603"/>
                  <a:pt x="2915337" y="4140372"/>
                  <a:pt x="2903286" y="4140372"/>
                </a:cubicBezTo>
                <a:cubicBezTo>
                  <a:pt x="2891235" y="4140372"/>
                  <a:pt x="2881466" y="4130603"/>
                  <a:pt x="2881466" y="4118552"/>
                </a:cubicBezTo>
                <a:cubicBezTo>
                  <a:pt x="2881466" y="4106501"/>
                  <a:pt x="2891235" y="4096732"/>
                  <a:pt x="2903286" y="4096732"/>
                </a:cubicBezTo>
                <a:close/>
                <a:moveTo>
                  <a:pt x="2826588" y="4096732"/>
                </a:moveTo>
                <a:cubicBezTo>
                  <a:pt x="2838639" y="4096732"/>
                  <a:pt x="2848408" y="4106501"/>
                  <a:pt x="2848408" y="4118552"/>
                </a:cubicBezTo>
                <a:cubicBezTo>
                  <a:pt x="2848408" y="4130603"/>
                  <a:pt x="2838639" y="4140372"/>
                  <a:pt x="2826588" y="4140372"/>
                </a:cubicBezTo>
                <a:cubicBezTo>
                  <a:pt x="2814537" y="4140372"/>
                  <a:pt x="2804768" y="4130603"/>
                  <a:pt x="2804768" y="4118552"/>
                </a:cubicBezTo>
                <a:cubicBezTo>
                  <a:pt x="2804768" y="4106501"/>
                  <a:pt x="2814537" y="4096732"/>
                  <a:pt x="2826588" y="4096732"/>
                </a:cubicBezTo>
                <a:close/>
                <a:moveTo>
                  <a:pt x="2748567" y="4096732"/>
                </a:moveTo>
                <a:cubicBezTo>
                  <a:pt x="2760618" y="4096732"/>
                  <a:pt x="2770387" y="4106501"/>
                  <a:pt x="2770387" y="4118552"/>
                </a:cubicBezTo>
                <a:cubicBezTo>
                  <a:pt x="2770387" y="4130603"/>
                  <a:pt x="2760618" y="4140372"/>
                  <a:pt x="2748567" y="4140372"/>
                </a:cubicBezTo>
                <a:cubicBezTo>
                  <a:pt x="2736516" y="4140372"/>
                  <a:pt x="2726747" y="4130603"/>
                  <a:pt x="2726747" y="4118552"/>
                </a:cubicBezTo>
                <a:cubicBezTo>
                  <a:pt x="2726747" y="4106501"/>
                  <a:pt x="2736516" y="4096732"/>
                  <a:pt x="2748567" y="4096732"/>
                </a:cubicBezTo>
                <a:close/>
                <a:moveTo>
                  <a:pt x="2670547" y="4096732"/>
                </a:moveTo>
                <a:cubicBezTo>
                  <a:pt x="2682598" y="4096732"/>
                  <a:pt x="2692367" y="4106501"/>
                  <a:pt x="2692367" y="4118552"/>
                </a:cubicBezTo>
                <a:cubicBezTo>
                  <a:pt x="2692367" y="4130603"/>
                  <a:pt x="2682598" y="4140372"/>
                  <a:pt x="2670547" y="4140372"/>
                </a:cubicBezTo>
                <a:cubicBezTo>
                  <a:pt x="2658496" y="4140372"/>
                  <a:pt x="2648727" y="4130603"/>
                  <a:pt x="2648727" y="4118552"/>
                </a:cubicBezTo>
                <a:cubicBezTo>
                  <a:pt x="2648727" y="4106501"/>
                  <a:pt x="2658496" y="4096732"/>
                  <a:pt x="2670547" y="4096732"/>
                </a:cubicBezTo>
                <a:close/>
                <a:moveTo>
                  <a:pt x="2592527" y="4096732"/>
                </a:moveTo>
                <a:cubicBezTo>
                  <a:pt x="2604578" y="4096732"/>
                  <a:pt x="2614347" y="4106501"/>
                  <a:pt x="2614347" y="4118552"/>
                </a:cubicBezTo>
                <a:cubicBezTo>
                  <a:pt x="2614347" y="4130603"/>
                  <a:pt x="2604578" y="4140372"/>
                  <a:pt x="2592527" y="4140372"/>
                </a:cubicBezTo>
                <a:cubicBezTo>
                  <a:pt x="2580476" y="4140372"/>
                  <a:pt x="2570707" y="4130603"/>
                  <a:pt x="2570707" y="4118552"/>
                </a:cubicBezTo>
                <a:cubicBezTo>
                  <a:pt x="2570707" y="4106501"/>
                  <a:pt x="2580476" y="4096732"/>
                  <a:pt x="2592527" y="4096732"/>
                </a:cubicBezTo>
                <a:close/>
                <a:moveTo>
                  <a:pt x="2513845" y="4096732"/>
                </a:moveTo>
                <a:cubicBezTo>
                  <a:pt x="2526261" y="4096732"/>
                  <a:pt x="2536326" y="4106501"/>
                  <a:pt x="2536326" y="4118552"/>
                </a:cubicBezTo>
                <a:cubicBezTo>
                  <a:pt x="2536326" y="4130603"/>
                  <a:pt x="2526261" y="4140372"/>
                  <a:pt x="2513845" y="4140372"/>
                </a:cubicBezTo>
                <a:cubicBezTo>
                  <a:pt x="2501429" y="4140372"/>
                  <a:pt x="2491364" y="4130603"/>
                  <a:pt x="2491364" y="4118552"/>
                </a:cubicBezTo>
                <a:cubicBezTo>
                  <a:pt x="2491364" y="4106501"/>
                  <a:pt x="2501429" y="4096732"/>
                  <a:pt x="2513845" y="4096732"/>
                </a:cubicBezTo>
                <a:close/>
                <a:moveTo>
                  <a:pt x="8900279" y="4096731"/>
                </a:moveTo>
                <a:cubicBezTo>
                  <a:pt x="8912330" y="4096731"/>
                  <a:pt x="8922099" y="4106500"/>
                  <a:pt x="8922099" y="4118551"/>
                </a:cubicBezTo>
                <a:cubicBezTo>
                  <a:pt x="8922099" y="4130602"/>
                  <a:pt x="8912330" y="4140371"/>
                  <a:pt x="8900279" y="4140371"/>
                </a:cubicBezTo>
                <a:cubicBezTo>
                  <a:pt x="8888228" y="4140371"/>
                  <a:pt x="8878459" y="4130602"/>
                  <a:pt x="8878459" y="4118551"/>
                </a:cubicBezTo>
                <a:cubicBezTo>
                  <a:pt x="8878459" y="4106500"/>
                  <a:pt x="8888228" y="4096731"/>
                  <a:pt x="8900279" y="4096731"/>
                </a:cubicBezTo>
                <a:close/>
                <a:moveTo>
                  <a:pt x="8277438" y="4096731"/>
                </a:moveTo>
                <a:cubicBezTo>
                  <a:pt x="8289489" y="4096731"/>
                  <a:pt x="8299258" y="4106500"/>
                  <a:pt x="8299258" y="4118551"/>
                </a:cubicBezTo>
                <a:cubicBezTo>
                  <a:pt x="8299258" y="4130602"/>
                  <a:pt x="8289489" y="4140371"/>
                  <a:pt x="8277438" y="4140371"/>
                </a:cubicBezTo>
                <a:cubicBezTo>
                  <a:pt x="8265387" y="4140371"/>
                  <a:pt x="8255618" y="4130602"/>
                  <a:pt x="8255618" y="4118551"/>
                </a:cubicBezTo>
                <a:cubicBezTo>
                  <a:pt x="8255618" y="4106500"/>
                  <a:pt x="8265387" y="4096731"/>
                  <a:pt x="8277438" y="4096731"/>
                </a:cubicBezTo>
                <a:close/>
                <a:moveTo>
                  <a:pt x="8199418" y="4096731"/>
                </a:moveTo>
                <a:cubicBezTo>
                  <a:pt x="8211469" y="4096731"/>
                  <a:pt x="8221238" y="4106500"/>
                  <a:pt x="8221238" y="4118551"/>
                </a:cubicBezTo>
                <a:cubicBezTo>
                  <a:pt x="8221238" y="4130602"/>
                  <a:pt x="8211469" y="4140371"/>
                  <a:pt x="8199418" y="4140371"/>
                </a:cubicBezTo>
                <a:cubicBezTo>
                  <a:pt x="8187367" y="4140371"/>
                  <a:pt x="8177598" y="4130602"/>
                  <a:pt x="8177598" y="4118551"/>
                </a:cubicBezTo>
                <a:cubicBezTo>
                  <a:pt x="8177598" y="4106500"/>
                  <a:pt x="8187367" y="4096731"/>
                  <a:pt x="8199418" y="4096731"/>
                </a:cubicBezTo>
                <a:close/>
                <a:moveTo>
                  <a:pt x="8121398" y="4096731"/>
                </a:moveTo>
                <a:cubicBezTo>
                  <a:pt x="8133449" y="4096731"/>
                  <a:pt x="8143218" y="4106500"/>
                  <a:pt x="8143218" y="4118551"/>
                </a:cubicBezTo>
                <a:cubicBezTo>
                  <a:pt x="8143218" y="4130602"/>
                  <a:pt x="8133449" y="4140371"/>
                  <a:pt x="8121398" y="4140371"/>
                </a:cubicBezTo>
                <a:cubicBezTo>
                  <a:pt x="8109347" y="4140371"/>
                  <a:pt x="8099578" y="4130602"/>
                  <a:pt x="8099578" y="4118551"/>
                </a:cubicBezTo>
                <a:cubicBezTo>
                  <a:pt x="8099578" y="4106500"/>
                  <a:pt x="8109347" y="4096731"/>
                  <a:pt x="8121398" y="4096731"/>
                </a:cubicBezTo>
                <a:close/>
                <a:moveTo>
                  <a:pt x="8044700" y="4096731"/>
                </a:moveTo>
                <a:cubicBezTo>
                  <a:pt x="8056751" y="4096731"/>
                  <a:pt x="8066520" y="4106500"/>
                  <a:pt x="8066520" y="4118551"/>
                </a:cubicBezTo>
                <a:cubicBezTo>
                  <a:pt x="8066520" y="4130602"/>
                  <a:pt x="8056751" y="4140371"/>
                  <a:pt x="8044700" y="4140371"/>
                </a:cubicBezTo>
                <a:cubicBezTo>
                  <a:pt x="8032649" y="4140371"/>
                  <a:pt x="8022880" y="4130602"/>
                  <a:pt x="8022880" y="4118551"/>
                </a:cubicBezTo>
                <a:cubicBezTo>
                  <a:pt x="8022880" y="4106500"/>
                  <a:pt x="8032649" y="4096731"/>
                  <a:pt x="8044700" y="4096731"/>
                </a:cubicBezTo>
                <a:close/>
                <a:moveTo>
                  <a:pt x="7966679" y="4096731"/>
                </a:moveTo>
                <a:cubicBezTo>
                  <a:pt x="7978730" y="4096731"/>
                  <a:pt x="7988499" y="4106500"/>
                  <a:pt x="7988499" y="4118551"/>
                </a:cubicBezTo>
                <a:cubicBezTo>
                  <a:pt x="7988499" y="4130602"/>
                  <a:pt x="7978730" y="4140371"/>
                  <a:pt x="7966679" y="4140371"/>
                </a:cubicBezTo>
                <a:cubicBezTo>
                  <a:pt x="7954628" y="4140371"/>
                  <a:pt x="7944859" y="4130602"/>
                  <a:pt x="7944859" y="4118551"/>
                </a:cubicBezTo>
                <a:cubicBezTo>
                  <a:pt x="7944859" y="4106500"/>
                  <a:pt x="7954628" y="4096731"/>
                  <a:pt x="7966679" y="4096731"/>
                </a:cubicBezTo>
                <a:close/>
                <a:moveTo>
                  <a:pt x="7888658" y="4096731"/>
                </a:moveTo>
                <a:cubicBezTo>
                  <a:pt x="7900709" y="4096731"/>
                  <a:pt x="7910478" y="4106500"/>
                  <a:pt x="7910478" y="4118551"/>
                </a:cubicBezTo>
                <a:cubicBezTo>
                  <a:pt x="7910478" y="4130602"/>
                  <a:pt x="7900709" y="4140371"/>
                  <a:pt x="7888658" y="4140371"/>
                </a:cubicBezTo>
                <a:cubicBezTo>
                  <a:pt x="7876607" y="4140371"/>
                  <a:pt x="7866838" y="4130602"/>
                  <a:pt x="7866838" y="4118551"/>
                </a:cubicBezTo>
                <a:cubicBezTo>
                  <a:pt x="7866838" y="4106500"/>
                  <a:pt x="7876607" y="4096731"/>
                  <a:pt x="7888658" y="4096731"/>
                </a:cubicBezTo>
                <a:close/>
                <a:moveTo>
                  <a:pt x="7576577" y="4096731"/>
                </a:moveTo>
                <a:cubicBezTo>
                  <a:pt x="7588628" y="4096731"/>
                  <a:pt x="7598397" y="4106500"/>
                  <a:pt x="7598397" y="4118551"/>
                </a:cubicBezTo>
                <a:cubicBezTo>
                  <a:pt x="7598397" y="4130602"/>
                  <a:pt x="7588628" y="4140371"/>
                  <a:pt x="7576577" y="4140371"/>
                </a:cubicBezTo>
                <a:cubicBezTo>
                  <a:pt x="7564526" y="4140371"/>
                  <a:pt x="7554757" y="4130602"/>
                  <a:pt x="7554757" y="4118551"/>
                </a:cubicBezTo>
                <a:cubicBezTo>
                  <a:pt x="7554757" y="4106500"/>
                  <a:pt x="7564526" y="4096731"/>
                  <a:pt x="7576577" y="4096731"/>
                </a:cubicBezTo>
                <a:close/>
                <a:moveTo>
                  <a:pt x="7498556" y="4096731"/>
                </a:moveTo>
                <a:cubicBezTo>
                  <a:pt x="7510607" y="4096731"/>
                  <a:pt x="7520376" y="4106500"/>
                  <a:pt x="7520376" y="4118551"/>
                </a:cubicBezTo>
                <a:cubicBezTo>
                  <a:pt x="7520376" y="4130602"/>
                  <a:pt x="7510607" y="4140371"/>
                  <a:pt x="7498556" y="4140371"/>
                </a:cubicBezTo>
                <a:cubicBezTo>
                  <a:pt x="7486505" y="4140371"/>
                  <a:pt x="7476736" y="4130602"/>
                  <a:pt x="7476736" y="4118551"/>
                </a:cubicBezTo>
                <a:cubicBezTo>
                  <a:pt x="7476736" y="4106500"/>
                  <a:pt x="7486505" y="4096731"/>
                  <a:pt x="7498556" y="4096731"/>
                </a:cubicBezTo>
                <a:close/>
                <a:moveTo>
                  <a:pt x="7421198" y="4096731"/>
                </a:moveTo>
                <a:cubicBezTo>
                  <a:pt x="7433614" y="4096731"/>
                  <a:pt x="7443679" y="4106500"/>
                  <a:pt x="7443679" y="4118551"/>
                </a:cubicBezTo>
                <a:cubicBezTo>
                  <a:pt x="7443679" y="4130602"/>
                  <a:pt x="7433614" y="4140371"/>
                  <a:pt x="7421198" y="4140371"/>
                </a:cubicBezTo>
                <a:cubicBezTo>
                  <a:pt x="7408782" y="4140371"/>
                  <a:pt x="7398717" y="4130602"/>
                  <a:pt x="7398717" y="4118551"/>
                </a:cubicBezTo>
                <a:cubicBezTo>
                  <a:pt x="7398717" y="4106500"/>
                  <a:pt x="7408782" y="4096731"/>
                  <a:pt x="7421198" y="4096731"/>
                </a:cubicBezTo>
                <a:close/>
                <a:moveTo>
                  <a:pt x="5162572" y="4096731"/>
                </a:moveTo>
                <a:cubicBezTo>
                  <a:pt x="5174988" y="4096731"/>
                  <a:pt x="5185053" y="4106796"/>
                  <a:pt x="5185053" y="4119212"/>
                </a:cubicBezTo>
                <a:cubicBezTo>
                  <a:pt x="5185053" y="4131628"/>
                  <a:pt x="5174988" y="4141693"/>
                  <a:pt x="5162572" y="4141693"/>
                </a:cubicBezTo>
                <a:cubicBezTo>
                  <a:pt x="5150156" y="4141693"/>
                  <a:pt x="5140091" y="4131628"/>
                  <a:pt x="5140091" y="4119212"/>
                </a:cubicBezTo>
                <a:cubicBezTo>
                  <a:pt x="5140091" y="4106796"/>
                  <a:pt x="5150156" y="4096731"/>
                  <a:pt x="5162572" y="4096731"/>
                </a:cubicBezTo>
                <a:close/>
                <a:moveTo>
                  <a:pt x="5085212" y="4096731"/>
                </a:moveTo>
                <a:cubicBezTo>
                  <a:pt x="5097263" y="4096731"/>
                  <a:pt x="5107032" y="4106500"/>
                  <a:pt x="5107032" y="4118551"/>
                </a:cubicBezTo>
                <a:cubicBezTo>
                  <a:pt x="5107032" y="4130602"/>
                  <a:pt x="5097263" y="4140371"/>
                  <a:pt x="5085212" y="4140371"/>
                </a:cubicBezTo>
                <a:cubicBezTo>
                  <a:pt x="5073161" y="4140371"/>
                  <a:pt x="5063392" y="4130602"/>
                  <a:pt x="5063392" y="4118551"/>
                </a:cubicBezTo>
                <a:cubicBezTo>
                  <a:pt x="5063392" y="4106500"/>
                  <a:pt x="5073161" y="4096731"/>
                  <a:pt x="5085212" y="4096731"/>
                </a:cubicBezTo>
                <a:close/>
                <a:moveTo>
                  <a:pt x="5007193" y="4096731"/>
                </a:moveTo>
                <a:cubicBezTo>
                  <a:pt x="5019244" y="4096731"/>
                  <a:pt x="5029013" y="4106500"/>
                  <a:pt x="5029013" y="4118551"/>
                </a:cubicBezTo>
                <a:cubicBezTo>
                  <a:pt x="5029013" y="4130602"/>
                  <a:pt x="5019244" y="4140371"/>
                  <a:pt x="5007193" y="4140371"/>
                </a:cubicBezTo>
                <a:cubicBezTo>
                  <a:pt x="4995142" y="4140371"/>
                  <a:pt x="4985373" y="4130602"/>
                  <a:pt x="4985373" y="4118551"/>
                </a:cubicBezTo>
                <a:cubicBezTo>
                  <a:pt x="4985373" y="4106500"/>
                  <a:pt x="4995142" y="4096731"/>
                  <a:pt x="5007193" y="4096731"/>
                </a:cubicBezTo>
                <a:close/>
                <a:moveTo>
                  <a:pt x="4928511" y="4096731"/>
                </a:moveTo>
                <a:cubicBezTo>
                  <a:pt x="4940927" y="4096731"/>
                  <a:pt x="4950992" y="4106500"/>
                  <a:pt x="4950992" y="4118551"/>
                </a:cubicBezTo>
                <a:cubicBezTo>
                  <a:pt x="4950992" y="4130602"/>
                  <a:pt x="4940927" y="4140371"/>
                  <a:pt x="4928511" y="4140371"/>
                </a:cubicBezTo>
                <a:cubicBezTo>
                  <a:pt x="4916095" y="4140371"/>
                  <a:pt x="4906030" y="4130602"/>
                  <a:pt x="4906030" y="4118551"/>
                </a:cubicBezTo>
                <a:cubicBezTo>
                  <a:pt x="4906030" y="4106500"/>
                  <a:pt x="4916095" y="4096731"/>
                  <a:pt x="4928511" y="4096731"/>
                </a:cubicBezTo>
                <a:close/>
                <a:moveTo>
                  <a:pt x="4850491" y="4096731"/>
                </a:moveTo>
                <a:cubicBezTo>
                  <a:pt x="4862907" y="4096731"/>
                  <a:pt x="4872972" y="4106500"/>
                  <a:pt x="4872972" y="4118551"/>
                </a:cubicBezTo>
                <a:cubicBezTo>
                  <a:pt x="4872972" y="4130602"/>
                  <a:pt x="4862907" y="4140371"/>
                  <a:pt x="4850491" y="4140371"/>
                </a:cubicBezTo>
                <a:cubicBezTo>
                  <a:pt x="4838075" y="4140371"/>
                  <a:pt x="4828010" y="4130602"/>
                  <a:pt x="4828010" y="4118551"/>
                </a:cubicBezTo>
                <a:cubicBezTo>
                  <a:pt x="4828010" y="4106500"/>
                  <a:pt x="4838075" y="4096731"/>
                  <a:pt x="4850491" y="4096731"/>
                </a:cubicBezTo>
                <a:close/>
                <a:moveTo>
                  <a:pt x="7966679" y="4018711"/>
                </a:moveTo>
                <a:cubicBezTo>
                  <a:pt x="7978730" y="4018711"/>
                  <a:pt x="7988499" y="4028776"/>
                  <a:pt x="7988499" y="4041192"/>
                </a:cubicBezTo>
                <a:cubicBezTo>
                  <a:pt x="7988499" y="4053608"/>
                  <a:pt x="7978730" y="4063673"/>
                  <a:pt x="7966679" y="4063673"/>
                </a:cubicBezTo>
                <a:cubicBezTo>
                  <a:pt x="7954628" y="4063673"/>
                  <a:pt x="7944859" y="4053608"/>
                  <a:pt x="7944859" y="4041192"/>
                </a:cubicBezTo>
                <a:cubicBezTo>
                  <a:pt x="7944859" y="4028776"/>
                  <a:pt x="7954628" y="4018711"/>
                  <a:pt x="7966679" y="4018711"/>
                </a:cubicBezTo>
                <a:close/>
                <a:moveTo>
                  <a:pt x="7888658" y="4018711"/>
                </a:moveTo>
                <a:cubicBezTo>
                  <a:pt x="7900709" y="4018711"/>
                  <a:pt x="7910478" y="4028776"/>
                  <a:pt x="7910478" y="4041192"/>
                </a:cubicBezTo>
                <a:cubicBezTo>
                  <a:pt x="7910478" y="4053608"/>
                  <a:pt x="7900709" y="4063673"/>
                  <a:pt x="7888658" y="4063673"/>
                </a:cubicBezTo>
                <a:cubicBezTo>
                  <a:pt x="7876607" y="4063673"/>
                  <a:pt x="7866838" y="4053608"/>
                  <a:pt x="7866838" y="4041192"/>
                </a:cubicBezTo>
                <a:cubicBezTo>
                  <a:pt x="7866838" y="4028776"/>
                  <a:pt x="7876607" y="4018711"/>
                  <a:pt x="7888658" y="4018711"/>
                </a:cubicBezTo>
                <a:close/>
                <a:moveTo>
                  <a:pt x="7809316" y="4018711"/>
                </a:moveTo>
                <a:cubicBezTo>
                  <a:pt x="7821367" y="4018711"/>
                  <a:pt x="7831136" y="4028776"/>
                  <a:pt x="7831136" y="4041192"/>
                </a:cubicBezTo>
                <a:cubicBezTo>
                  <a:pt x="7831136" y="4053608"/>
                  <a:pt x="7821367" y="4063673"/>
                  <a:pt x="7809316" y="4063673"/>
                </a:cubicBezTo>
                <a:cubicBezTo>
                  <a:pt x="7797265" y="4063673"/>
                  <a:pt x="7787496" y="4053608"/>
                  <a:pt x="7787496" y="4041192"/>
                </a:cubicBezTo>
                <a:cubicBezTo>
                  <a:pt x="7787496" y="4028776"/>
                  <a:pt x="7797265" y="4018711"/>
                  <a:pt x="7809316" y="4018711"/>
                </a:cubicBezTo>
                <a:close/>
                <a:moveTo>
                  <a:pt x="7731957" y="4018711"/>
                </a:moveTo>
                <a:cubicBezTo>
                  <a:pt x="7744373" y="4018711"/>
                  <a:pt x="7754438" y="4028776"/>
                  <a:pt x="7754438" y="4041192"/>
                </a:cubicBezTo>
                <a:cubicBezTo>
                  <a:pt x="7754438" y="4053608"/>
                  <a:pt x="7744373" y="4063673"/>
                  <a:pt x="7731957" y="4063673"/>
                </a:cubicBezTo>
                <a:cubicBezTo>
                  <a:pt x="7719541" y="4063673"/>
                  <a:pt x="7709476" y="4053608"/>
                  <a:pt x="7709476" y="4041192"/>
                </a:cubicBezTo>
                <a:cubicBezTo>
                  <a:pt x="7709476" y="4028776"/>
                  <a:pt x="7719541" y="4018711"/>
                  <a:pt x="7731957" y="4018711"/>
                </a:cubicBezTo>
                <a:close/>
                <a:moveTo>
                  <a:pt x="7654597" y="4018711"/>
                </a:moveTo>
                <a:cubicBezTo>
                  <a:pt x="7666648" y="4018711"/>
                  <a:pt x="7676417" y="4028776"/>
                  <a:pt x="7676417" y="4041192"/>
                </a:cubicBezTo>
                <a:cubicBezTo>
                  <a:pt x="7676417" y="4053608"/>
                  <a:pt x="7666648" y="4063673"/>
                  <a:pt x="7654597" y="4063673"/>
                </a:cubicBezTo>
                <a:cubicBezTo>
                  <a:pt x="7642546" y="4063673"/>
                  <a:pt x="7632777" y="4053608"/>
                  <a:pt x="7632777" y="4041192"/>
                </a:cubicBezTo>
                <a:cubicBezTo>
                  <a:pt x="7632777" y="4028776"/>
                  <a:pt x="7642546" y="4018711"/>
                  <a:pt x="7654597" y="4018711"/>
                </a:cubicBezTo>
                <a:close/>
                <a:moveTo>
                  <a:pt x="7576577" y="4018711"/>
                </a:moveTo>
                <a:cubicBezTo>
                  <a:pt x="7588628" y="4018711"/>
                  <a:pt x="7598397" y="4028776"/>
                  <a:pt x="7598397" y="4041192"/>
                </a:cubicBezTo>
                <a:cubicBezTo>
                  <a:pt x="7598397" y="4053608"/>
                  <a:pt x="7588628" y="4063673"/>
                  <a:pt x="7576577" y="4063673"/>
                </a:cubicBezTo>
                <a:cubicBezTo>
                  <a:pt x="7564526" y="4063673"/>
                  <a:pt x="7554757" y="4053608"/>
                  <a:pt x="7554757" y="4041192"/>
                </a:cubicBezTo>
                <a:cubicBezTo>
                  <a:pt x="7554757" y="4028776"/>
                  <a:pt x="7564526" y="4018711"/>
                  <a:pt x="7576577" y="4018711"/>
                </a:cubicBezTo>
                <a:close/>
                <a:moveTo>
                  <a:pt x="7498556" y="4018711"/>
                </a:moveTo>
                <a:cubicBezTo>
                  <a:pt x="7510607" y="4018711"/>
                  <a:pt x="7520376" y="4028776"/>
                  <a:pt x="7520376" y="4041192"/>
                </a:cubicBezTo>
                <a:cubicBezTo>
                  <a:pt x="7520376" y="4053608"/>
                  <a:pt x="7510607" y="4063673"/>
                  <a:pt x="7498556" y="4063673"/>
                </a:cubicBezTo>
                <a:cubicBezTo>
                  <a:pt x="7486505" y="4063673"/>
                  <a:pt x="7476736" y="4053608"/>
                  <a:pt x="7476736" y="4041192"/>
                </a:cubicBezTo>
                <a:cubicBezTo>
                  <a:pt x="7476736" y="4028776"/>
                  <a:pt x="7486505" y="4018711"/>
                  <a:pt x="7498556" y="4018711"/>
                </a:cubicBezTo>
                <a:close/>
                <a:moveTo>
                  <a:pt x="7421198" y="4018711"/>
                </a:moveTo>
                <a:cubicBezTo>
                  <a:pt x="7433614" y="4018711"/>
                  <a:pt x="7443679" y="4028776"/>
                  <a:pt x="7443679" y="4041192"/>
                </a:cubicBezTo>
                <a:cubicBezTo>
                  <a:pt x="7443679" y="4053608"/>
                  <a:pt x="7433614" y="4063673"/>
                  <a:pt x="7421198" y="4063673"/>
                </a:cubicBezTo>
                <a:cubicBezTo>
                  <a:pt x="7408782" y="4063673"/>
                  <a:pt x="7398717" y="4053608"/>
                  <a:pt x="7398717" y="4041192"/>
                </a:cubicBezTo>
                <a:cubicBezTo>
                  <a:pt x="7398717" y="4028776"/>
                  <a:pt x="7408782" y="4018711"/>
                  <a:pt x="7421198" y="4018711"/>
                </a:cubicBezTo>
                <a:close/>
                <a:moveTo>
                  <a:pt x="5162572" y="4018711"/>
                </a:moveTo>
                <a:cubicBezTo>
                  <a:pt x="5174988" y="4018711"/>
                  <a:pt x="5185053" y="4028776"/>
                  <a:pt x="5185053" y="4041192"/>
                </a:cubicBezTo>
                <a:cubicBezTo>
                  <a:pt x="5185053" y="4053608"/>
                  <a:pt x="5174988" y="4063673"/>
                  <a:pt x="5162572" y="4063673"/>
                </a:cubicBezTo>
                <a:cubicBezTo>
                  <a:pt x="5150156" y="4063673"/>
                  <a:pt x="5140091" y="4053608"/>
                  <a:pt x="5140091" y="4041192"/>
                </a:cubicBezTo>
                <a:cubicBezTo>
                  <a:pt x="5140091" y="4028776"/>
                  <a:pt x="5150156" y="4018711"/>
                  <a:pt x="5162572" y="4018711"/>
                </a:cubicBezTo>
                <a:close/>
                <a:moveTo>
                  <a:pt x="5085212" y="4018711"/>
                </a:moveTo>
                <a:cubicBezTo>
                  <a:pt x="5097263" y="4018711"/>
                  <a:pt x="5107032" y="4028776"/>
                  <a:pt x="5107032" y="4041192"/>
                </a:cubicBezTo>
                <a:cubicBezTo>
                  <a:pt x="5107032" y="4053608"/>
                  <a:pt x="5097263" y="4063673"/>
                  <a:pt x="5085212" y="4063673"/>
                </a:cubicBezTo>
                <a:cubicBezTo>
                  <a:pt x="5073161" y="4063673"/>
                  <a:pt x="5063392" y="4053608"/>
                  <a:pt x="5063392" y="4041192"/>
                </a:cubicBezTo>
                <a:cubicBezTo>
                  <a:pt x="5063392" y="4028776"/>
                  <a:pt x="5073161" y="4018711"/>
                  <a:pt x="5085212" y="4018711"/>
                </a:cubicBezTo>
                <a:close/>
                <a:moveTo>
                  <a:pt x="5007193" y="4018711"/>
                </a:moveTo>
                <a:cubicBezTo>
                  <a:pt x="5019244" y="4018711"/>
                  <a:pt x="5029013" y="4028776"/>
                  <a:pt x="5029013" y="4041192"/>
                </a:cubicBezTo>
                <a:cubicBezTo>
                  <a:pt x="5029013" y="4053608"/>
                  <a:pt x="5019244" y="4063673"/>
                  <a:pt x="5007193" y="4063673"/>
                </a:cubicBezTo>
                <a:cubicBezTo>
                  <a:pt x="4995142" y="4063673"/>
                  <a:pt x="4985373" y="4053608"/>
                  <a:pt x="4985373" y="4041192"/>
                </a:cubicBezTo>
                <a:cubicBezTo>
                  <a:pt x="4985373" y="4028776"/>
                  <a:pt x="4995142" y="4018711"/>
                  <a:pt x="5007193" y="4018711"/>
                </a:cubicBezTo>
                <a:close/>
                <a:moveTo>
                  <a:pt x="4928511" y="4018711"/>
                </a:moveTo>
                <a:cubicBezTo>
                  <a:pt x="4940927" y="4018711"/>
                  <a:pt x="4950992" y="4028776"/>
                  <a:pt x="4950992" y="4041192"/>
                </a:cubicBezTo>
                <a:cubicBezTo>
                  <a:pt x="4950992" y="4053608"/>
                  <a:pt x="4940927" y="4063673"/>
                  <a:pt x="4928511" y="4063673"/>
                </a:cubicBezTo>
                <a:cubicBezTo>
                  <a:pt x="4916095" y="4063673"/>
                  <a:pt x="4906030" y="4053608"/>
                  <a:pt x="4906030" y="4041192"/>
                </a:cubicBezTo>
                <a:cubicBezTo>
                  <a:pt x="4906030" y="4028776"/>
                  <a:pt x="4916095" y="4018711"/>
                  <a:pt x="4928511" y="4018711"/>
                </a:cubicBezTo>
                <a:close/>
                <a:moveTo>
                  <a:pt x="4850491" y="4018711"/>
                </a:moveTo>
                <a:cubicBezTo>
                  <a:pt x="4862907" y="4018711"/>
                  <a:pt x="4872972" y="4028776"/>
                  <a:pt x="4872972" y="4041192"/>
                </a:cubicBezTo>
                <a:cubicBezTo>
                  <a:pt x="4872972" y="4053608"/>
                  <a:pt x="4862907" y="4063673"/>
                  <a:pt x="4850491" y="4063673"/>
                </a:cubicBezTo>
                <a:cubicBezTo>
                  <a:pt x="4838075" y="4063673"/>
                  <a:pt x="4828010" y="4053608"/>
                  <a:pt x="4828010" y="4041192"/>
                </a:cubicBezTo>
                <a:cubicBezTo>
                  <a:pt x="4828010" y="4028776"/>
                  <a:pt x="4838075" y="4018711"/>
                  <a:pt x="4850491" y="4018711"/>
                </a:cubicBezTo>
                <a:close/>
                <a:moveTo>
                  <a:pt x="3059326" y="4018711"/>
                </a:moveTo>
                <a:cubicBezTo>
                  <a:pt x="3071377" y="4018711"/>
                  <a:pt x="3081146" y="4028776"/>
                  <a:pt x="3081146" y="4041192"/>
                </a:cubicBezTo>
                <a:cubicBezTo>
                  <a:pt x="3081146" y="4053608"/>
                  <a:pt x="3071377" y="4063673"/>
                  <a:pt x="3059326" y="4063673"/>
                </a:cubicBezTo>
                <a:cubicBezTo>
                  <a:pt x="3047275" y="4063673"/>
                  <a:pt x="3037506" y="4053608"/>
                  <a:pt x="3037506" y="4041192"/>
                </a:cubicBezTo>
                <a:cubicBezTo>
                  <a:pt x="3037506" y="4028776"/>
                  <a:pt x="3047275" y="4018711"/>
                  <a:pt x="3059326" y="4018711"/>
                </a:cubicBezTo>
                <a:close/>
                <a:moveTo>
                  <a:pt x="2981306" y="4018711"/>
                </a:moveTo>
                <a:cubicBezTo>
                  <a:pt x="2993357" y="4018711"/>
                  <a:pt x="3003126" y="4028776"/>
                  <a:pt x="3003126" y="4041192"/>
                </a:cubicBezTo>
                <a:cubicBezTo>
                  <a:pt x="3003126" y="4053608"/>
                  <a:pt x="2993357" y="4063673"/>
                  <a:pt x="2981306" y="4063673"/>
                </a:cubicBezTo>
                <a:cubicBezTo>
                  <a:pt x="2969255" y="4063673"/>
                  <a:pt x="2959486" y="4053608"/>
                  <a:pt x="2959486" y="4041192"/>
                </a:cubicBezTo>
                <a:cubicBezTo>
                  <a:pt x="2959486" y="4028776"/>
                  <a:pt x="2969255" y="4018711"/>
                  <a:pt x="2981306" y="4018711"/>
                </a:cubicBezTo>
                <a:close/>
                <a:moveTo>
                  <a:pt x="2903286" y="4018711"/>
                </a:moveTo>
                <a:cubicBezTo>
                  <a:pt x="2915337" y="4018711"/>
                  <a:pt x="2925106" y="4028776"/>
                  <a:pt x="2925106" y="4041192"/>
                </a:cubicBezTo>
                <a:cubicBezTo>
                  <a:pt x="2925106" y="4053608"/>
                  <a:pt x="2915337" y="4063673"/>
                  <a:pt x="2903286" y="4063673"/>
                </a:cubicBezTo>
                <a:cubicBezTo>
                  <a:pt x="2891235" y="4063673"/>
                  <a:pt x="2881466" y="4053608"/>
                  <a:pt x="2881466" y="4041192"/>
                </a:cubicBezTo>
                <a:cubicBezTo>
                  <a:pt x="2881466" y="4028776"/>
                  <a:pt x="2891235" y="4018711"/>
                  <a:pt x="2903286" y="4018711"/>
                </a:cubicBezTo>
                <a:close/>
                <a:moveTo>
                  <a:pt x="2826588" y="4018711"/>
                </a:moveTo>
                <a:cubicBezTo>
                  <a:pt x="2838639" y="4018711"/>
                  <a:pt x="2848408" y="4028776"/>
                  <a:pt x="2848408" y="4041192"/>
                </a:cubicBezTo>
                <a:cubicBezTo>
                  <a:pt x="2848408" y="4053608"/>
                  <a:pt x="2838639" y="4063673"/>
                  <a:pt x="2826588" y="4063673"/>
                </a:cubicBezTo>
                <a:cubicBezTo>
                  <a:pt x="2814537" y="4063673"/>
                  <a:pt x="2804768" y="4053608"/>
                  <a:pt x="2804768" y="4041192"/>
                </a:cubicBezTo>
                <a:cubicBezTo>
                  <a:pt x="2804768" y="4028776"/>
                  <a:pt x="2814537" y="4018711"/>
                  <a:pt x="2826588" y="4018711"/>
                </a:cubicBezTo>
                <a:close/>
                <a:moveTo>
                  <a:pt x="2748567" y="4018711"/>
                </a:moveTo>
                <a:cubicBezTo>
                  <a:pt x="2760618" y="4018711"/>
                  <a:pt x="2770387" y="4028776"/>
                  <a:pt x="2770387" y="4041192"/>
                </a:cubicBezTo>
                <a:cubicBezTo>
                  <a:pt x="2770387" y="4053608"/>
                  <a:pt x="2760618" y="4063673"/>
                  <a:pt x="2748567" y="4063673"/>
                </a:cubicBezTo>
                <a:cubicBezTo>
                  <a:pt x="2736516" y="4063673"/>
                  <a:pt x="2726747" y="4053608"/>
                  <a:pt x="2726747" y="4041192"/>
                </a:cubicBezTo>
                <a:cubicBezTo>
                  <a:pt x="2726747" y="4028776"/>
                  <a:pt x="2736516" y="4018711"/>
                  <a:pt x="2748567" y="4018711"/>
                </a:cubicBezTo>
                <a:close/>
                <a:moveTo>
                  <a:pt x="2670547" y="4018711"/>
                </a:moveTo>
                <a:cubicBezTo>
                  <a:pt x="2682598" y="4018711"/>
                  <a:pt x="2692367" y="4028776"/>
                  <a:pt x="2692367" y="4041192"/>
                </a:cubicBezTo>
                <a:cubicBezTo>
                  <a:pt x="2692367" y="4053608"/>
                  <a:pt x="2682598" y="4063673"/>
                  <a:pt x="2670547" y="4063673"/>
                </a:cubicBezTo>
                <a:cubicBezTo>
                  <a:pt x="2658496" y="4063673"/>
                  <a:pt x="2648727" y="4053608"/>
                  <a:pt x="2648727" y="4041192"/>
                </a:cubicBezTo>
                <a:cubicBezTo>
                  <a:pt x="2648727" y="4028776"/>
                  <a:pt x="2658496" y="4018711"/>
                  <a:pt x="2670547" y="4018711"/>
                </a:cubicBezTo>
                <a:close/>
                <a:moveTo>
                  <a:pt x="2592527" y="4018711"/>
                </a:moveTo>
                <a:cubicBezTo>
                  <a:pt x="2604578" y="4018711"/>
                  <a:pt x="2614347" y="4028776"/>
                  <a:pt x="2614347" y="4041192"/>
                </a:cubicBezTo>
                <a:cubicBezTo>
                  <a:pt x="2614347" y="4053608"/>
                  <a:pt x="2604578" y="4063673"/>
                  <a:pt x="2592527" y="4063673"/>
                </a:cubicBezTo>
                <a:cubicBezTo>
                  <a:pt x="2580476" y="4063673"/>
                  <a:pt x="2570707" y="4053608"/>
                  <a:pt x="2570707" y="4041192"/>
                </a:cubicBezTo>
                <a:cubicBezTo>
                  <a:pt x="2570707" y="4028776"/>
                  <a:pt x="2580476" y="4018711"/>
                  <a:pt x="2592527" y="4018711"/>
                </a:cubicBezTo>
                <a:close/>
                <a:moveTo>
                  <a:pt x="2513845" y="4018711"/>
                </a:moveTo>
                <a:cubicBezTo>
                  <a:pt x="2526261" y="4018711"/>
                  <a:pt x="2536326" y="4028776"/>
                  <a:pt x="2536326" y="4041192"/>
                </a:cubicBezTo>
                <a:cubicBezTo>
                  <a:pt x="2536326" y="4053608"/>
                  <a:pt x="2526261" y="4063673"/>
                  <a:pt x="2513845" y="4063673"/>
                </a:cubicBezTo>
                <a:cubicBezTo>
                  <a:pt x="2501429" y="4063673"/>
                  <a:pt x="2491364" y="4053608"/>
                  <a:pt x="2491364" y="4041192"/>
                </a:cubicBezTo>
                <a:cubicBezTo>
                  <a:pt x="2491364" y="4028776"/>
                  <a:pt x="2501429" y="4018711"/>
                  <a:pt x="2513845" y="4018711"/>
                </a:cubicBezTo>
                <a:close/>
                <a:moveTo>
                  <a:pt x="8355459" y="4018710"/>
                </a:moveTo>
                <a:cubicBezTo>
                  <a:pt x="8367510" y="4018710"/>
                  <a:pt x="8377279" y="4028775"/>
                  <a:pt x="8377279" y="4041191"/>
                </a:cubicBezTo>
                <a:cubicBezTo>
                  <a:pt x="8377279" y="4053607"/>
                  <a:pt x="8367510" y="4063672"/>
                  <a:pt x="8355459" y="4063672"/>
                </a:cubicBezTo>
                <a:cubicBezTo>
                  <a:pt x="8343408" y="4063672"/>
                  <a:pt x="8333639" y="4053607"/>
                  <a:pt x="8333639" y="4041191"/>
                </a:cubicBezTo>
                <a:cubicBezTo>
                  <a:pt x="8333639" y="4028775"/>
                  <a:pt x="8343408" y="4018710"/>
                  <a:pt x="8355459" y="4018710"/>
                </a:cubicBezTo>
                <a:close/>
                <a:moveTo>
                  <a:pt x="8277438" y="4018710"/>
                </a:moveTo>
                <a:cubicBezTo>
                  <a:pt x="8289489" y="4018710"/>
                  <a:pt x="8299258" y="4028775"/>
                  <a:pt x="8299258" y="4041191"/>
                </a:cubicBezTo>
                <a:cubicBezTo>
                  <a:pt x="8299258" y="4053607"/>
                  <a:pt x="8289489" y="4063672"/>
                  <a:pt x="8277438" y="4063672"/>
                </a:cubicBezTo>
                <a:cubicBezTo>
                  <a:pt x="8265387" y="4063672"/>
                  <a:pt x="8255618" y="4053607"/>
                  <a:pt x="8255618" y="4041191"/>
                </a:cubicBezTo>
                <a:cubicBezTo>
                  <a:pt x="8255618" y="4028775"/>
                  <a:pt x="8265387" y="4018710"/>
                  <a:pt x="8277438" y="4018710"/>
                </a:cubicBezTo>
                <a:close/>
                <a:moveTo>
                  <a:pt x="8199418" y="4018710"/>
                </a:moveTo>
                <a:cubicBezTo>
                  <a:pt x="8211469" y="4018710"/>
                  <a:pt x="8221238" y="4028775"/>
                  <a:pt x="8221238" y="4041191"/>
                </a:cubicBezTo>
                <a:cubicBezTo>
                  <a:pt x="8221238" y="4053607"/>
                  <a:pt x="8211469" y="4063672"/>
                  <a:pt x="8199418" y="4063672"/>
                </a:cubicBezTo>
                <a:cubicBezTo>
                  <a:pt x="8187367" y="4063672"/>
                  <a:pt x="8177598" y="4053607"/>
                  <a:pt x="8177598" y="4041191"/>
                </a:cubicBezTo>
                <a:cubicBezTo>
                  <a:pt x="8177598" y="4028775"/>
                  <a:pt x="8187367" y="4018710"/>
                  <a:pt x="8199418" y="4018710"/>
                </a:cubicBezTo>
                <a:close/>
                <a:moveTo>
                  <a:pt x="8121398" y="4018710"/>
                </a:moveTo>
                <a:cubicBezTo>
                  <a:pt x="8133449" y="4018710"/>
                  <a:pt x="8143218" y="4028775"/>
                  <a:pt x="8143218" y="4041191"/>
                </a:cubicBezTo>
                <a:cubicBezTo>
                  <a:pt x="8143218" y="4053607"/>
                  <a:pt x="8133449" y="4063672"/>
                  <a:pt x="8121398" y="4063672"/>
                </a:cubicBezTo>
                <a:cubicBezTo>
                  <a:pt x="8109347" y="4063672"/>
                  <a:pt x="8099578" y="4053607"/>
                  <a:pt x="8099578" y="4041191"/>
                </a:cubicBezTo>
                <a:cubicBezTo>
                  <a:pt x="8099578" y="4028775"/>
                  <a:pt x="8109347" y="4018710"/>
                  <a:pt x="8121398" y="4018710"/>
                </a:cubicBezTo>
                <a:close/>
                <a:moveTo>
                  <a:pt x="8044700" y="4018710"/>
                </a:moveTo>
                <a:cubicBezTo>
                  <a:pt x="8056751" y="4018710"/>
                  <a:pt x="8066520" y="4028775"/>
                  <a:pt x="8066520" y="4041191"/>
                </a:cubicBezTo>
                <a:cubicBezTo>
                  <a:pt x="8066520" y="4053607"/>
                  <a:pt x="8056751" y="4063672"/>
                  <a:pt x="8044700" y="4063672"/>
                </a:cubicBezTo>
                <a:cubicBezTo>
                  <a:pt x="8032649" y="4063672"/>
                  <a:pt x="8022880" y="4053607"/>
                  <a:pt x="8022880" y="4041191"/>
                </a:cubicBezTo>
                <a:cubicBezTo>
                  <a:pt x="8022880" y="4028775"/>
                  <a:pt x="8032649" y="4018710"/>
                  <a:pt x="8044700" y="4018710"/>
                </a:cubicBezTo>
                <a:close/>
                <a:moveTo>
                  <a:pt x="3059326" y="3942013"/>
                </a:moveTo>
                <a:cubicBezTo>
                  <a:pt x="3071377" y="3942013"/>
                  <a:pt x="3081146" y="3951782"/>
                  <a:pt x="3081146" y="3963833"/>
                </a:cubicBezTo>
                <a:cubicBezTo>
                  <a:pt x="3081146" y="3975884"/>
                  <a:pt x="3071377" y="3985653"/>
                  <a:pt x="3059326" y="3985653"/>
                </a:cubicBezTo>
                <a:cubicBezTo>
                  <a:pt x="3047275" y="3985653"/>
                  <a:pt x="3037506" y="3975884"/>
                  <a:pt x="3037506" y="3963833"/>
                </a:cubicBezTo>
                <a:cubicBezTo>
                  <a:pt x="3037506" y="3951782"/>
                  <a:pt x="3047275" y="3942013"/>
                  <a:pt x="3059326" y="3942013"/>
                </a:cubicBezTo>
                <a:close/>
                <a:moveTo>
                  <a:pt x="2981306" y="3942013"/>
                </a:moveTo>
                <a:cubicBezTo>
                  <a:pt x="2993357" y="3942013"/>
                  <a:pt x="3003126" y="3951782"/>
                  <a:pt x="3003126" y="3963833"/>
                </a:cubicBezTo>
                <a:cubicBezTo>
                  <a:pt x="3003126" y="3975884"/>
                  <a:pt x="2993357" y="3985653"/>
                  <a:pt x="2981306" y="3985653"/>
                </a:cubicBezTo>
                <a:cubicBezTo>
                  <a:pt x="2969255" y="3985653"/>
                  <a:pt x="2959486" y="3975884"/>
                  <a:pt x="2959486" y="3963833"/>
                </a:cubicBezTo>
                <a:cubicBezTo>
                  <a:pt x="2959486" y="3951782"/>
                  <a:pt x="2969255" y="3942013"/>
                  <a:pt x="2981306" y="3942013"/>
                </a:cubicBezTo>
                <a:close/>
                <a:moveTo>
                  <a:pt x="2903286" y="3942013"/>
                </a:moveTo>
                <a:cubicBezTo>
                  <a:pt x="2915337" y="3942013"/>
                  <a:pt x="2925106" y="3951782"/>
                  <a:pt x="2925106" y="3963833"/>
                </a:cubicBezTo>
                <a:cubicBezTo>
                  <a:pt x="2925106" y="3975884"/>
                  <a:pt x="2915337" y="3985653"/>
                  <a:pt x="2903286" y="3985653"/>
                </a:cubicBezTo>
                <a:cubicBezTo>
                  <a:pt x="2891235" y="3985653"/>
                  <a:pt x="2881466" y="3975884"/>
                  <a:pt x="2881466" y="3963833"/>
                </a:cubicBezTo>
                <a:cubicBezTo>
                  <a:pt x="2881466" y="3951782"/>
                  <a:pt x="2891235" y="3942013"/>
                  <a:pt x="2903286" y="3942013"/>
                </a:cubicBezTo>
                <a:close/>
                <a:moveTo>
                  <a:pt x="2826588" y="3942013"/>
                </a:moveTo>
                <a:cubicBezTo>
                  <a:pt x="2838639" y="3942013"/>
                  <a:pt x="2848408" y="3951782"/>
                  <a:pt x="2848408" y="3963833"/>
                </a:cubicBezTo>
                <a:cubicBezTo>
                  <a:pt x="2848408" y="3975884"/>
                  <a:pt x="2838639" y="3985653"/>
                  <a:pt x="2826588" y="3985653"/>
                </a:cubicBezTo>
                <a:cubicBezTo>
                  <a:pt x="2814537" y="3985653"/>
                  <a:pt x="2804768" y="3975884"/>
                  <a:pt x="2804768" y="3963833"/>
                </a:cubicBezTo>
                <a:cubicBezTo>
                  <a:pt x="2804768" y="3951782"/>
                  <a:pt x="2814537" y="3942013"/>
                  <a:pt x="2826588" y="3942013"/>
                </a:cubicBezTo>
                <a:close/>
                <a:moveTo>
                  <a:pt x="2748567" y="3942013"/>
                </a:moveTo>
                <a:cubicBezTo>
                  <a:pt x="2760618" y="3942013"/>
                  <a:pt x="2770387" y="3951782"/>
                  <a:pt x="2770387" y="3963833"/>
                </a:cubicBezTo>
                <a:cubicBezTo>
                  <a:pt x="2770387" y="3975884"/>
                  <a:pt x="2760618" y="3985653"/>
                  <a:pt x="2748567" y="3985653"/>
                </a:cubicBezTo>
                <a:cubicBezTo>
                  <a:pt x="2736516" y="3985653"/>
                  <a:pt x="2726747" y="3975884"/>
                  <a:pt x="2726747" y="3963833"/>
                </a:cubicBezTo>
                <a:cubicBezTo>
                  <a:pt x="2726747" y="3951782"/>
                  <a:pt x="2736516" y="3942013"/>
                  <a:pt x="2748567" y="3942013"/>
                </a:cubicBezTo>
                <a:close/>
                <a:moveTo>
                  <a:pt x="2670547" y="3942013"/>
                </a:moveTo>
                <a:cubicBezTo>
                  <a:pt x="2682598" y="3942013"/>
                  <a:pt x="2692367" y="3951782"/>
                  <a:pt x="2692367" y="3963833"/>
                </a:cubicBezTo>
                <a:cubicBezTo>
                  <a:pt x="2692367" y="3975884"/>
                  <a:pt x="2682598" y="3985653"/>
                  <a:pt x="2670547" y="3985653"/>
                </a:cubicBezTo>
                <a:cubicBezTo>
                  <a:pt x="2658496" y="3985653"/>
                  <a:pt x="2648727" y="3975884"/>
                  <a:pt x="2648727" y="3963833"/>
                </a:cubicBezTo>
                <a:cubicBezTo>
                  <a:pt x="2648727" y="3951782"/>
                  <a:pt x="2658496" y="3942013"/>
                  <a:pt x="2670547" y="3942013"/>
                </a:cubicBezTo>
                <a:close/>
                <a:moveTo>
                  <a:pt x="2592527" y="3942013"/>
                </a:moveTo>
                <a:cubicBezTo>
                  <a:pt x="2604578" y="3942013"/>
                  <a:pt x="2614347" y="3951782"/>
                  <a:pt x="2614347" y="3963833"/>
                </a:cubicBezTo>
                <a:cubicBezTo>
                  <a:pt x="2614347" y="3975884"/>
                  <a:pt x="2604578" y="3985653"/>
                  <a:pt x="2592527" y="3985653"/>
                </a:cubicBezTo>
                <a:cubicBezTo>
                  <a:pt x="2580476" y="3985653"/>
                  <a:pt x="2570707" y="3975884"/>
                  <a:pt x="2570707" y="3963833"/>
                </a:cubicBezTo>
                <a:cubicBezTo>
                  <a:pt x="2570707" y="3951782"/>
                  <a:pt x="2580476" y="3942013"/>
                  <a:pt x="2592527" y="3942013"/>
                </a:cubicBezTo>
                <a:close/>
                <a:moveTo>
                  <a:pt x="2513845" y="3942013"/>
                </a:moveTo>
                <a:cubicBezTo>
                  <a:pt x="2526261" y="3942013"/>
                  <a:pt x="2536326" y="3951782"/>
                  <a:pt x="2536326" y="3963833"/>
                </a:cubicBezTo>
                <a:cubicBezTo>
                  <a:pt x="2536326" y="3975884"/>
                  <a:pt x="2526261" y="3985653"/>
                  <a:pt x="2513845" y="3985653"/>
                </a:cubicBezTo>
                <a:cubicBezTo>
                  <a:pt x="2501429" y="3985653"/>
                  <a:pt x="2491364" y="3975884"/>
                  <a:pt x="2491364" y="3963833"/>
                </a:cubicBezTo>
                <a:cubicBezTo>
                  <a:pt x="2491364" y="3951782"/>
                  <a:pt x="2501429" y="3942013"/>
                  <a:pt x="2513845" y="3942013"/>
                </a:cubicBezTo>
                <a:close/>
                <a:moveTo>
                  <a:pt x="8355459" y="3942012"/>
                </a:moveTo>
                <a:cubicBezTo>
                  <a:pt x="8367510" y="3942012"/>
                  <a:pt x="8377279" y="3951781"/>
                  <a:pt x="8377279" y="3963832"/>
                </a:cubicBezTo>
                <a:cubicBezTo>
                  <a:pt x="8377279" y="3975883"/>
                  <a:pt x="8367510" y="3985652"/>
                  <a:pt x="8355459" y="3985652"/>
                </a:cubicBezTo>
                <a:cubicBezTo>
                  <a:pt x="8343408" y="3985652"/>
                  <a:pt x="8333639" y="3975883"/>
                  <a:pt x="8333639" y="3963832"/>
                </a:cubicBezTo>
                <a:cubicBezTo>
                  <a:pt x="8333639" y="3951781"/>
                  <a:pt x="8343408" y="3942012"/>
                  <a:pt x="8355459" y="3942012"/>
                </a:cubicBezTo>
                <a:close/>
                <a:moveTo>
                  <a:pt x="8277438" y="3942012"/>
                </a:moveTo>
                <a:cubicBezTo>
                  <a:pt x="8289489" y="3942012"/>
                  <a:pt x="8299258" y="3951781"/>
                  <a:pt x="8299258" y="3963832"/>
                </a:cubicBezTo>
                <a:cubicBezTo>
                  <a:pt x="8299258" y="3975883"/>
                  <a:pt x="8289489" y="3985652"/>
                  <a:pt x="8277438" y="3985652"/>
                </a:cubicBezTo>
                <a:cubicBezTo>
                  <a:pt x="8265387" y="3985652"/>
                  <a:pt x="8255618" y="3975883"/>
                  <a:pt x="8255618" y="3963832"/>
                </a:cubicBezTo>
                <a:cubicBezTo>
                  <a:pt x="8255618" y="3951781"/>
                  <a:pt x="8265387" y="3942012"/>
                  <a:pt x="8277438" y="3942012"/>
                </a:cubicBezTo>
                <a:close/>
                <a:moveTo>
                  <a:pt x="8199418" y="3942012"/>
                </a:moveTo>
                <a:cubicBezTo>
                  <a:pt x="8211469" y="3942012"/>
                  <a:pt x="8221238" y="3951781"/>
                  <a:pt x="8221238" y="3963832"/>
                </a:cubicBezTo>
                <a:cubicBezTo>
                  <a:pt x="8221238" y="3975883"/>
                  <a:pt x="8211469" y="3985652"/>
                  <a:pt x="8199418" y="3985652"/>
                </a:cubicBezTo>
                <a:cubicBezTo>
                  <a:pt x="8187367" y="3985652"/>
                  <a:pt x="8177598" y="3975883"/>
                  <a:pt x="8177598" y="3963832"/>
                </a:cubicBezTo>
                <a:cubicBezTo>
                  <a:pt x="8177598" y="3951781"/>
                  <a:pt x="8187367" y="3942012"/>
                  <a:pt x="8199418" y="3942012"/>
                </a:cubicBezTo>
                <a:close/>
                <a:moveTo>
                  <a:pt x="8121398" y="3942012"/>
                </a:moveTo>
                <a:cubicBezTo>
                  <a:pt x="8133449" y="3942012"/>
                  <a:pt x="8143218" y="3951781"/>
                  <a:pt x="8143218" y="3963832"/>
                </a:cubicBezTo>
                <a:cubicBezTo>
                  <a:pt x="8143218" y="3975883"/>
                  <a:pt x="8133449" y="3985652"/>
                  <a:pt x="8121398" y="3985652"/>
                </a:cubicBezTo>
                <a:cubicBezTo>
                  <a:pt x="8109347" y="3985652"/>
                  <a:pt x="8099578" y="3975883"/>
                  <a:pt x="8099578" y="3963832"/>
                </a:cubicBezTo>
                <a:cubicBezTo>
                  <a:pt x="8099578" y="3951781"/>
                  <a:pt x="8109347" y="3942012"/>
                  <a:pt x="8121398" y="3942012"/>
                </a:cubicBezTo>
                <a:close/>
                <a:moveTo>
                  <a:pt x="8044700" y="3942012"/>
                </a:moveTo>
                <a:cubicBezTo>
                  <a:pt x="8056751" y="3942012"/>
                  <a:pt x="8066520" y="3951781"/>
                  <a:pt x="8066520" y="3963832"/>
                </a:cubicBezTo>
                <a:cubicBezTo>
                  <a:pt x="8066520" y="3975883"/>
                  <a:pt x="8056751" y="3985652"/>
                  <a:pt x="8044700" y="3985652"/>
                </a:cubicBezTo>
                <a:cubicBezTo>
                  <a:pt x="8032649" y="3985652"/>
                  <a:pt x="8022880" y="3975883"/>
                  <a:pt x="8022880" y="3963832"/>
                </a:cubicBezTo>
                <a:cubicBezTo>
                  <a:pt x="8022880" y="3951781"/>
                  <a:pt x="8032649" y="3942012"/>
                  <a:pt x="8044700" y="3942012"/>
                </a:cubicBezTo>
                <a:close/>
                <a:moveTo>
                  <a:pt x="7966679" y="3942012"/>
                </a:moveTo>
                <a:cubicBezTo>
                  <a:pt x="7978730" y="3942012"/>
                  <a:pt x="7988499" y="3951781"/>
                  <a:pt x="7988499" y="3963832"/>
                </a:cubicBezTo>
                <a:cubicBezTo>
                  <a:pt x="7988499" y="3975883"/>
                  <a:pt x="7978730" y="3985652"/>
                  <a:pt x="7966679" y="3985652"/>
                </a:cubicBezTo>
                <a:cubicBezTo>
                  <a:pt x="7954628" y="3985652"/>
                  <a:pt x="7944859" y="3975883"/>
                  <a:pt x="7944859" y="3963832"/>
                </a:cubicBezTo>
                <a:cubicBezTo>
                  <a:pt x="7944859" y="3951781"/>
                  <a:pt x="7954628" y="3942012"/>
                  <a:pt x="7966679" y="3942012"/>
                </a:cubicBezTo>
                <a:close/>
                <a:moveTo>
                  <a:pt x="7888658" y="3942012"/>
                </a:moveTo>
                <a:cubicBezTo>
                  <a:pt x="7900709" y="3942012"/>
                  <a:pt x="7910478" y="3951781"/>
                  <a:pt x="7910478" y="3963832"/>
                </a:cubicBezTo>
                <a:cubicBezTo>
                  <a:pt x="7910478" y="3975883"/>
                  <a:pt x="7900709" y="3985652"/>
                  <a:pt x="7888658" y="3985652"/>
                </a:cubicBezTo>
                <a:cubicBezTo>
                  <a:pt x="7876607" y="3985652"/>
                  <a:pt x="7866838" y="3975883"/>
                  <a:pt x="7866838" y="3963832"/>
                </a:cubicBezTo>
                <a:cubicBezTo>
                  <a:pt x="7866838" y="3951781"/>
                  <a:pt x="7876607" y="3942012"/>
                  <a:pt x="7888658" y="3942012"/>
                </a:cubicBezTo>
                <a:close/>
                <a:moveTo>
                  <a:pt x="7809316" y="3942012"/>
                </a:moveTo>
                <a:cubicBezTo>
                  <a:pt x="7821367" y="3942012"/>
                  <a:pt x="7831136" y="3951781"/>
                  <a:pt x="7831136" y="3963832"/>
                </a:cubicBezTo>
                <a:cubicBezTo>
                  <a:pt x="7831136" y="3975883"/>
                  <a:pt x="7821367" y="3985652"/>
                  <a:pt x="7809316" y="3985652"/>
                </a:cubicBezTo>
                <a:cubicBezTo>
                  <a:pt x="7797265" y="3985652"/>
                  <a:pt x="7787496" y="3975883"/>
                  <a:pt x="7787496" y="3963832"/>
                </a:cubicBezTo>
                <a:cubicBezTo>
                  <a:pt x="7787496" y="3951781"/>
                  <a:pt x="7797265" y="3942012"/>
                  <a:pt x="7809316" y="3942012"/>
                </a:cubicBezTo>
                <a:close/>
                <a:moveTo>
                  <a:pt x="7731957" y="3942012"/>
                </a:moveTo>
                <a:cubicBezTo>
                  <a:pt x="7744373" y="3942012"/>
                  <a:pt x="7754438" y="3951781"/>
                  <a:pt x="7754438" y="3963832"/>
                </a:cubicBezTo>
                <a:cubicBezTo>
                  <a:pt x="7754438" y="3975883"/>
                  <a:pt x="7744373" y="3985652"/>
                  <a:pt x="7731957" y="3985652"/>
                </a:cubicBezTo>
                <a:cubicBezTo>
                  <a:pt x="7719541" y="3985652"/>
                  <a:pt x="7709476" y="3975883"/>
                  <a:pt x="7709476" y="3963832"/>
                </a:cubicBezTo>
                <a:cubicBezTo>
                  <a:pt x="7709476" y="3951781"/>
                  <a:pt x="7719541" y="3942012"/>
                  <a:pt x="7731957" y="3942012"/>
                </a:cubicBezTo>
                <a:close/>
                <a:moveTo>
                  <a:pt x="7654597" y="3942012"/>
                </a:moveTo>
                <a:cubicBezTo>
                  <a:pt x="7666648" y="3942012"/>
                  <a:pt x="7676417" y="3951781"/>
                  <a:pt x="7676417" y="3963832"/>
                </a:cubicBezTo>
                <a:cubicBezTo>
                  <a:pt x="7676417" y="3975883"/>
                  <a:pt x="7666648" y="3985652"/>
                  <a:pt x="7654597" y="3985652"/>
                </a:cubicBezTo>
                <a:cubicBezTo>
                  <a:pt x="7642546" y="3985652"/>
                  <a:pt x="7632777" y="3975883"/>
                  <a:pt x="7632777" y="3963832"/>
                </a:cubicBezTo>
                <a:cubicBezTo>
                  <a:pt x="7632777" y="3951781"/>
                  <a:pt x="7642546" y="3942012"/>
                  <a:pt x="7654597" y="3942012"/>
                </a:cubicBezTo>
                <a:close/>
                <a:moveTo>
                  <a:pt x="7576577" y="3942012"/>
                </a:moveTo>
                <a:cubicBezTo>
                  <a:pt x="7588628" y="3942012"/>
                  <a:pt x="7598397" y="3951781"/>
                  <a:pt x="7598397" y="3963832"/>
                </a:cubicBezTo>
                <a:cubicBezTo>
                  <a:pt x="7598397" y="3975883"/>
                  <a:pt x="7588628" y="3985652"/>
                  <a:pt x="7576577" y="3985652"/>
                </a:cubicBezTo>
                <a:cubicBezTo>
                  <a:pt x="7564526" y="3985652"/>
                  <a:pt x="7554757" y="3975883"/>
                  <a:pt x="7554757" y="3963832"/>
                </a:cubicBezTo>
                <a:cubicBezTo>
                  <a:pt x="7554757" y="3951781"/>
                  <a:pt x="7564526" y="3942012"/>
                  <a:pt x="7576577" y="3942012"/>
                </a:cubicBezTo>
                <a:close/>
                <a:moveTo>
                  <a:pt x="7498556" y="3942012"/>
                </a:moveTo>
                <a:cubicBezTo>
                  <a:pt x="7510607" y="3942012"/>
                  <a:pt x="7520376" y="3951781"/>
                  <a:pt x="7520376" y="3963832"/>
                </a:cubicBezTo>
                <a:cubicBezTo>
                  <a:pt x="7520376" y="3975883"/>
                  <a:pt x="7510607" y="3985652"/>
                  <a:pt x="7498556" y="3985652"/>
                </a:cubicBezTo>
                <a:cubicBezTo>
                  <a:pt x="7486505" y="3985652"/>
                  <a:pt x="7476736" y="3975883"/>
                  <a:pt x="7476736" y="3963832"/>
                </a:cubicBezTo>
                <a:cubicBezTo>
                  <a:pt x="7476736" y="3951781"/>
                  <a:pt x="7486505" y="3942012"/>
                  <a:pt x="7498556" y="3942012"/>
                </a:cubicBezTo>
                <a:close/>
                <a:moveTo>
                  <a:pt x="7421198" y="3942012"/>
                </a:moveTo>
                <a:cubicBezTo>
                  <a:pt x="7433614" y="3942012"/>
                  <a:pt x="7443679" y="3951781"/>
                  <a:pt x="7443679" y="3963832"/>
                </a:cubicBezTo>
                <a:cubicBezTo>
                  <a:pt x="7443679" y="3975883"/>
                  <a:pt x="7433614" y="3985652"/>
                  <a:pt x="7421198" y="3985652"/>
                </a:cubicBezTo>
                <a:cubicBezTo>
                  <a:pt x="7408782" y="3985652"/>
                  <a:pt x="7398717" y="3975883"/>
                  <a:pt x="7398717" y="3963832"/>
                </a:cubicBezTo>
                <a:cubicBezTo>
                  <a:pt x="7398717" y="3951781"/>
                  <a:pt x="7408782" y="3942012"/>
                  <a:pt x="7421198" y="3942012"/>
                </a:cubicBezTo>
                <a:close/>
                <a:moveTo>
                  <a:pt x="7343838" y="3942012"/>
                </a:moveTo>
                <a:cubicBezTo>
                  <a:pt x="7355889" y="3942012"/>
                  <a:pt x="7365658" y="3951781"/>
                  <a:pt x="7365658" y="3963832"/>
                </a:cubicBezTo>
                <a:cubicBezTo>
                  <a:pt x="7365658" y="3975883"/>
                  <a:pt x="7355889" y="3985652"/>
                  <a:pt x="7343838" y="3985652"/>
                </a:cubicBezTo>
                <a:cubicBezTo>
                  <a:pt x="7331787" y="3985652"/>
                  <a:pt x="7322018" y="3975883"/>
                  <a:pt x="7322018" y="3963832"/>
                </a:cubicBezTo>
                <a:cubicBezTo>
                  <a:pt x="7322018" y="3951781"/>
                  <a:pt x="7331787" y="3942012"/>
                  <a:pt x="7343838" y="3942012"/>
                </a:cubicBezTo>
                <a:close/>
                <a:moveTo>
                  <a:pt x="5162572" y="3942012"/>
                </a:moveTo>
                <a:cubicBezTo>
                  <a:pt x="5174988" y="3942012"/>
                  <a:pt x="5185053" y="3951781"/>
                  <a:pt x="5185053" y="3963832"/>
                </a:cubicBezTo>
                <a:cubicBezTo>
                  <a:pt x="5185053" y="3975883"/>
                  <a:pt x="5174988" y="3985652"/>
                  <a:pt x="5162572" y="3985652"/>
                </a:cubicBezTo>
                <a:cubicBezTo>
                  <a:pt x="5150156" y="3985652"/>
                  <a:pt x="5140091" y="3975883"/>
                  <a:pt x="5140091" y="3963832"/>
                </a:cubicBezTo>
                <a:cubicBezTo>
                  <a:pt x="5140091" y="3951781"/>
                  <a:pt x="5150156" y="3942012"/>
                  <a:pt x="5162572" y="3942012"/>
                </a:cubicBezTo>
                <a:close/>
                <a:moveTo>
                  <a:pt x="5085212" y="3942012"/>
                </a:moveTo>
                <a:cubicBezTo>
                  <a:pt x="5097263" y="3942012"/>
                  <a:pt x="5107032" y="3951781"/>
                  <a:pt x="5107032" y="3963832"/>
                </a:cubicBezTo>
                <a:cubicBezTo>
                  <a:pt x="5107032" y="3975883"/>
                  <a:pt x="5097263" y="3985652"/>
                  <a:pt x="5085212" y="3985652"/>
                </a:cubicBezTo>
                <a:cubicBezTo>
                  <a:pt x="5073161" y="3985652"/>
                  <a:pt x="5063392" y="3975883"/>
                  <a:pt x="5063392" y="3963832"/>
                </a:cubicBezTo>
                <a:cubicBezTo>
                  <a:pt x="5063392" y="3951781"/>
                  <a:pt x="5073161" y="3942012"/>
                  <a:pt x="5085212" y="3942012"/>
                </a:cubicBezTo>
                <a:close/>
                <a:moveTo>
                  <a:pt x="5007193" y="3942012"/>
                </a:moveTo>
                <a:cubicBezTo>
                  <a:pt x="5019244" y="3942012"/>
                  <a:pt x="5029013" y="3951781"/>
                  <a:pt x="5029013" y="3963832"/>
                </a:cubicBezTo>
                <a:cubicBezTo>
                  <a:pt x="5029013" y="3975883"/>
                  <a:pt x="5019244" y="3985652"/>
                  <a:pt x="5007193" y="3985652"/>
                </a:cubicBezTo>
                <a:cubicBezTo>
                  <a:pt x="4995142" y="3985652"/>
                  <a:pt x="4985373" y="3975883"/>
                  <a:pt x="4985373" y="3963832"/>
                </a:cubicBezTo>
                <a:cubicBezTo>
                  <a:pt x="4985373" y="3951781"/>
                  <a:pt x="4995142" y="3942012"/>
                  <a:pt x="5007193" y="3942012"/>
                </a:cubicBezTo>
                <a:close/>
                <a:moveTo>
                  <a:pt x="4928511" y="3942012"/>
                </a:moveTo>
                <a:cubicBezTo>
                  <a:pt x="4940927" y="3942012"/>
                  <a:pt x="4950992" y="3951781"/>
                  <a:pt x="4950992" y="3963832"/>
                </a:cubicBezTo>
                <a:cubicBezTo>
                  <a:pt x="4950992" y="3975883"/>
                  <a:pt x="4940927" y="3985652"/>
                  <a:pt x="4928511" y="3985652"/>
                </a:cubicBezTo>
                <a:cubicBezTo>
                  <a:pt x="4916095" y="3985652"/>
                  <a:pt x="4906030" y="3975883"/>
                  <a:pt x="4906030" y="3963832"/>
                </a:cubicBezTo>
                <a:cubicBezTo>
                  <a:pt x="4906030" y="3951781"/>
                  <a:pt x="4916095" y="3942012"/>
                  <a:pt x="4928511" y="3942012"/>
                </a:cubicBezTo>
                <a:close/>
                <a:moveTo>
                  <a:pt x="4850491" y="3942012"/>
                </a:moveTo>
                <a:cubicBezTo>
                  <a:pt x="4862907" y="3942012"/>
                  <a:pt x="4872972" y="3951781"/>
                  <a:pt x="4872972" y="3963832"/>
                </a:cubicBezTo>
                <a:cubicBezTo>
                  <a:pt x="4872972" y="3975883"/>
                  <a:pt x="4862907" y="3985652"/>
                  <a:pt x="4850491" y="3985652"/>
                </a:cubicBezTo>
                <a:cubicBezTo>
                  <a:pt x="4838075" y="3985652"/>
                  <a:pt x="4828010" y="3975883"/>
                  <a:pt x="4828010" y="3963832"/>
                </a:cubicBezTo>
                <a:cubicBezTo>
                  <a:pt x="4828010" y="3951781"/>
                  <a:pt x="4838075" y="3942012"/>
                  <a:pt x="4850491" y="3942012"/>
                </a:cubicBezTo>
                <a:close/>
                <a:moveTo>
                  <a:pt x="5552013" y="3862670"/>
                </a:moveTo>
                <a:cubicBezTo>
                  <a:pt x="5564064" y="3862670"/>
                  <a:pt x="5573833" y="3872735"/>
                  <a:pt x="5573833" y="3885151"/>
                </a:cubicBezTo>
                <a:cubicBezTo>
                  <a:pt x="5573833" y="3897567"/>
                  <a:pt x="5564064" y="3907632"/>
                  <a:pt x="5552013" y="3907632"/>
                </a:cubicBezTo>
                <a:cubicBezTo>
                  <a:pt x="5539962" y="3907632"/>
                  <a:pt x="5530193" y="3897567"/>
                  <a:pt x="5530193" y="3885151"/>
                </a:cubicBezTo>
                <a:cubicBezTo>
                  <a:pt x="5530193" y="3872735"/>
                  <a:pt x="5539962" y="3862670"/>
                  <a:pt x="5552013" y="3862670"/>
                </a:cubicBezTo>
                <a:close/>
                <a:moveTo>
                  <a:pt x="5317953" y="3862670"/>
                </a:moveTo>
                <a:cubicBezTo>
                  <a:pt x="5330004" y="3862670"/>
                  <a:pt x="5339773" y="3872735"/>
                  <a:pt x="5339773" y="3885151"/>
                </a:cubicBezTo>
                <a:cubicBezTo>
                  <a:pt x="5339773" y="3897567"/>
                  <a:pt x="5330004" y="3907632"/>
                  <a:pt x="5317953" y="3907632"/>
                </a:cubicBezTo>
                <a:cubicBezTo>
                  <a:pt x="5305902" y="3907632"/>
                  <a:pt x="5296133" y="3897567"/>
                  <a:pt x="5296133" y="3885151"/>
                </a:cubicBezTo>
                <a:cubicBezTo>
                  <a:pt x="5296133" y="3872735"/>
                  <a:pt x="5305902" y="3862670"/>
                  <a:pt x="5317953" y="3862670"/>
                </a:cubicBezTo>
                <a:close/>
                <a:moveTo>
                  <a:pt x="3059326" y="3862670"/>
                </a:moveTo>
                <a:cubicBezTo>
                  <a:pt x="3071377" y="3862670"/>
                  <a:pt x="3081146" y="3872735"/>
                  <a:pt x="3081146" y="3885151"/>
                </a:cubicBezTo>
                <a:cubicBezTo>
                  <a:pt x="3081146" y="3897567"/>
                  <a:pt x="3071377" y="3907632"/>
                  <a:pt x="3059326" y="3907632"/>
                </a:cubicBezTo>
                <a:cubicBezTo>
                  <a:pt x="3047275" y="3907632"/>
                  <a:pt x="3037506" y="3897567"/>
                  <a:pt x="3037506" y="3885151"/>
                </a:cubicBezTo>
                <a:cubicBezTo>
                  <a:pt x="3037506" y="3872735"/>
                  <a:pt x="3047275" y="3862670"/>
                  <a:pt x="3059326" y="3862670"/>
                </a:cubicBezTo>
                <a:close/>
                <a:moveTo>
                  <a:pt x="2981306" y="3862670"/>
                </a:moveTo>
                <a:cubicBezTo>
                  <a:pt x="2993357" y="3862670"/>
                  <a:pt x="3003126" y="3872735"/>
                  <a:pt x="3003126" y="3885151"/>
                </a:cubicBezTo>
                <a:cubicBezTo>
                  <a:pt x="3003126" y="3897567"/>
                  <a:pt x="2993357" y="3907632"/>
                  <a:pt x="2981306" y="3907632"/>
                </a:cubicBezTo>
                <a:cubicBezTo>
                  <a:pt x="2969255" y="3907632"/>
                  <a:pt x="2959486" y="3897567"/>
                  <a:pt x="2959486" y="3885151"/>
                </a:cubicBezTo>
                <a:cubicBezTo>
                  <a:pt x="2959486" y="3872735"/>
                  <a:pt x="2969255" y="3862670"/>
                  <a:pt x="2981306" y="3862670"/>
                </a:cubicBezTo>
                <a:close/>
                <a:moveTo>
                  <a:pt x="2903286" y="3862670"/>
                </a:moveTo>
                <a:cubicBezTo>
                  <a:pt x="2915337" y="3862670"/>
                  <a:pt x="2925106" y="3872735"/>
                  <a:pt x="2925106" y="3885151"/>
                </a:cubicBezTo>
                <a:cubicBezTo>
                  <a:pt x="2925106" y="3897567"/>
                  <a:pt x="2915337" y="3907632"/>
                  <a:pt x="2903286" y="3907632"/>
                </a:cubicBezTo>
                <a:cubicBezTo>
                  <a:pt x="2891235" y="3907632"/>
                  <a:pt x="2881466" y="3897567"/>
                  <a:pt x="2881466" y="3885151"/>
                </a:cubicBezTo>
                <a:cubicBezTo>
                  <a:pt x="2881466" y="3872735"/>
                  <a:pt x="2891235" y="3862670"/>
                  <a:pt x="2903286" y="3862670"/>
                </a:cubicBezTo>
                <a:close/>
                <a:moveTo>
                  <a:pt x="2826588" y="3862670"/>
                </a:moveTo>
                <a:cubicBezTo>
                  <a:pt x="2838639" y="3862670"/>
                  <a:pt x="2848408" y="3872735"/>
                  <a:pt x="2848408" y="3885151"/>
                </a:cubicBezTo>
                <a:cubicBezTo>
                  <a:pt x="2848408" y="3897567"/>
                  <a:pt x="2838639" y="3907632"/>
                  <a:pt x="2826588" y="3907632"/>
                </a:cubicBezTo>
                <a:cubicBezTo>
                  <a:pt x="2814537" y="3907632"/>
                  <a:pt x="2804768" y="3897567"/>
                  <a:pt x="2804768" y="3885151"/>
                </a:cubicBezTo>
                <a:cubicBezTo>
                  <a:pt x="2804768" y="3872735"/>
                  <a:pt x="2814537" y="3862670"/>
                  <a:pt x="2826588" y="3862670"/>
                </a:cubicBezTo>
                <a:close/>
                <a:moveTo>
                  <a:pt x="2748567" y="3862670"/>
                </a:moveTo>
                <a:cubicBezTo>
                  <a:pt x="2760618" y="3862670"/>
                  <a:pt x="2770387" y="3872735"/>
                  <a:pt x="2770387" y="3885151"/>
                </a:cubicBezTo>
                <a:cubicBezTo>
                  <a:pt x="2770387" y="3897567"/>
                  <a:pt x="2760618" y="3907632"/>
                  <a:pt x="2748567" y="3907632"/>
                </a:cubicBezTo>
                <a:cubicBezTo>
                  <a:pt x="2736516" y="3907632"/>
                  <a:pt x="2726747" y="3897567"/>
                  <a:pt x="2726747" y="3885151"/>
                </a:cubicBezTo>
                <a:cubicBezTo>
                  <a:pt x="2726747" y="3872735"/>
                  <a:pt x="2736516" y="3862670"/>
                  <a:pt x="2748567" y="3862670"/>
                </a:cubicBezTo>
                <a:close/>
                <a:moveTo>
                  <a:pt x="2670547" y="3862670"/>
                </a:moveTo>
                <a:cubicBezTo>
                  <a:pt x="2682598" y="3862670"/>
                  <a:pt x="2692367" y="3872735"/>
                  <a:pt x="2692367" y="3885151"/>
                </a:cubicBezTo>
                <a:cubicBezTo>
                  <a:pt x="2692367" y="3897567"/>
                  <a:pt x="2682598" y="3907632"/>
                  <a:pt x="2670547" y="3907632"/>
                </a:cubicBezTo>
                <a:cubicBezTo>
                  <a:pt x="2658496" y="3907632"/>
                  <a:pt x="2648727" y="3897567"/>
                  <a:pt x="2648727" y="3885151"/>
                </a:cubicBezTo>
                <a:cubicBezTo>
                  <a:pt x="2648727" y="3872735"/>
                  <a:pt x="2658496" y="3862670"/>
                  <a:pt x="2670547" y="3862670"/>
                </a:cubicBezTo>
                <a:close/>
                <a:moveTo>
                  <a:pt x="2592527" y="3862670"/>
                </a:moveTo>
                <a:cubicBezTo>
                  <a:pt x="2604578" y="3862670"/>
                  <a:pt x="2614347" y="3872735"/>
                  <a:pt x="2614347" y="3885151"/>
                </a:cubicBezTo>
                <a:cubicBezTo>
                  <a:pt x="2614347" y="3897567"/>
                  <a:pt x="2604578" y="3907632"/>
                  <a:pt x="2592527" y="3907632"/>
                </a:cubicBezTo>
                <a:cubicBezTo>
                  <a:pt x="2580476" y="3907632"/>
                  <a:pt x="2570707" y="3897567"/>
                  <a:pt x="2570707" y="3885151"/>
                </a:cubicBezTo>
                <a:cubicBezTo>
                  <a:pt x="2570707" y="3872735"/>
                  <a:pt x="2580476" y="3862670"/>
                  <a:pt x="2592527" y="3862670"/>
                </a:cubicBezTo>
                <a:close/>
                <a:moveTo>
                  <a:pt x="8355459" y="3862669"/>
                </a:moveTo>
                <a:cubicBezTo>
                  <a:pt x="8367510" y="3862669"/>
                  <a:pt x="8377279" y="3872734"/>
                  <a:pt x="8377279" y="3885150"/>
                </a:cubicBezTo>
                <a:cubicBezTo>
                  <a:pt x="8377279" y="3897566"/>
                  <a:pt x="8367510" y="3907631"/>
                  <a:pt x="8355459" y="3907631"/>
                </a:cubicBezTo>
                <a:cubicBezTo>
                  <a:pt x="8343408" y="3907631"/>
                  <a:pt x="8333639" y="3897566"/>
                  <a:pt x="8333639" y="3885150"/>
                </a:cubicBezTo>
                <a:cubicBezTo>
                  <a:pt x="8333639" y="3872734"/>
                  <a:pt x="8343408" y="3862669"/>
                  <a:pt x="8355459" y="3862669"/>
                </a:cubicBezTo>
                <a:close/>
                <a:moveTo>
                  <a:pt x="8277438" y="3862669"/>
                </a:moveTo>
                <a:cubicBezTo>
                  <a:pt x="8289489" y="3862669"/>
                  <a:pt x="8299258" y="3872734"/>
                  <a:pt x="8299258" y="3885150"/>
                </a:cubicBezTo>
                <a:cubicBezTo>
                  <a:pt x="8299258" y="3897566"/>
                  <a:pt x="8289489" y="3907631"/>
                  <a:pt x="8277438" y="3907631"/>
                </a:cubicBezTo>
                <a:cubicBezTo>
                  <a:pt x="8265387" y="3907631"/>
                  <a:pt x="8255618" y="3897566"/>
                  <a:pt x="8255618" y="3885150"/>
                </a:cubicBezTo>
                <a:cubicBezTo>
                  <a:pt x="8255618" y="3872734"/>
                  <a:pt x="8265387" y="3862669"/>
                  <a:pt x="8277438" y="3862669"/>
                </a:cubicBezTo>
                <a:close/>
                <a:moveTo>
                  <a:pt x="8199418" y="3862669"/>
                </a:moveTo>
                <a:cubicBezTo>
                  <a:pt x="8211469" y="3862669"/>
                  <a:pt x="8221238" y="3872734"/>
                  <a:pt x="8221238" y="3885150"/>
                </a:cubicBezTo>
                <a:cubicBezTo>
                  <a:pt x="8221238" y="3897566"/>
                  <a:pt x="8211469" y="3907631"/>
                  <a:pt x="8199418" y="3907631"/>
                </a:cubicBezTo>
                <a:cubicBezTo>
                  <a:pt x="8187367" y="3907631"/>
                  <a:pt x="8177598" y="3897566"/>
                  <a:pt x="8177598" y="3885150"/>
                </a:cubicBezTo>
                <a:cubicBezTo>
                  <a:pt x="8177598" y="3872734"/>
                  <a:pt x="8187367" y="3862669"/>
                  <a:pt x="8199418" y="3862669"/>
                </a:cubicBezTo>
                <a:close/>
                <a:moveTo>
                  <a:pt x="8121398" y="3862669"/>
                </a:moveTo>
                <a:cubicBezTo>
                  <a:pt x="8133449" y="3862669"/>
                  <a:pt x="8143218" y="3872734"/>
                  <a:pt x="8143218" y="3885150"/>
                </a:cubicBezTo>
                <a:cubicBezTo>
                  <a:pt x="8143218" y="3897566"/>
                  <a:pt x="8133449" y="3907631"/>
                  <a:pt x="8121398" y="3907631"/>
                </a:cubicBezTo>
                <a:cubicBezTo>
                  <a:pt x="8109347" y="3907631"/>
                  <a:pt x="8099578" y="3897566"/>
                  <a:pt x="8099578" y="3885150"/>
                </a:cubicBezTo>
                <a:cubicBezTo>
                  <a:pt x="8099578" y="3872734"/>
                  <a:pt x="8109347" y="3862669"/>
                  <a:pt x="8121398" y="3862669"/>
                </a:cubicBezTo>
                <a:close/>
                <a:moveTo>
                  <a:pt x="8044700" y="3862669"/>
                </a:moveTo>
                <a:cubicBezTo>
                  <a:pt x="8056751" y="3862669"/>
                  <a:pt x="8066520" y="3872734"/>
                  <a:pt x="8066520" y="3885150"/>
                </a:cubicBezTo>
                <a:cubicBezTo>
                  <a:pt x="8066520" y="3897566"/>
                  <a:pt x="8056751" y="3907631"/>
                  <a:pt x="8044700" y="3907631"/>
                </a:cubicBezTo>
                <a:cubicBezTo>
                  <a:pt x="8032649" y="3907631"/>
                  <a:pt x="8022880" y="3897566"/>
                  <a:pt x="8022880" y="3885150"/>
                </a:cubicBezTo>
                <a:cubicBezTo>
                  <a:pt x="8022880" y="3872734"/>
                  <a:pt x="8032649" y="3862669"/>
                  <a:pt x="8044700" y="3862669"/>
                </a:cubicBezTo>
                <a:close/>
                <a:moveTo>
                  <a:pt x="7966679" y="3862669"/>
                </a:moveTo>
                <a:cubicBezTo>
                  <a:pt x="7978730" y="3862669"/>
                  <a:pt x="7988499" y="3872734"/>
                  <a:pt x="7988499" y="3885150"/>
                </a:cubicBezTo>
                <a:cubicBezTo>
                  <a:pt x="7988499" y="3897566"/>
                  <a:pt x="7978730" y="3907631"/>
                  <a:pt x="7966679" y="3907631"/>
                </a:cubicBezTo>
                <a:cubicBezTo>
                  <a:pt x="7954628" y="3907631"/>
                  <a:pt x="7944859" y="3897566"/>
                  <a:pt x="7944859" y="3885150"/>
                </a:cubicBezTo>
                <a:cubicBezTo>
                  <a:pt x="7944859" y="3872734"/>
                  <a:pt x="7954628" y="3862669"/>
                  <a:pt x="7966679" y="3862669"/>
                </a:cubicBezTo>
                <a:close/>
                <a:moveTo>
                  <a:pt x="7888658" y="3862669"/>
                </a:moveTo>
                <a:cubicBezTo>
                  <a:pt x="7900709" y="3862669"/>
                  <a:pt x="7910478" y="3872734"/>
                  <a:pt x="7910478" y="3885150"/>
                </a:cubicBezTo>
                <a:cubicBezTo>
                  <a:pt x="7910478" y="3897566"/>
                  <a:pt x="7900709" y="3907631"/>
                  <a:pt x="7888658" y="3907631"/>
                </a:cubicBezTo>
                <a:cubicBezTo>
                  <a:pt x="7876607" y="3907631"/>
                  <a:pt x="7866838" y="3897566"/>
                  <a:pt x="7866838" y="3885150"/>
                </a:cubicBezTo>
                <a:cubicBezTo>
                  <a:pt x="7866838" y="3872734"/>
                  <a:pt x="7876607" y="3862669"/>
                  <a:pt x="7888658" y="3862669"/>
                </a:cubicBezTo>
                <a:close/>
                <a:moveTo>
                  <a:pt x="7809316" y="3862669"/>
                </a:moveTo>
                <a:cubicBezTo>
                  <a:pt x="7821367" y="3862669"/>
                  <a:pt x="7831136" y="3872734"/>
                  <a:pt x="7831136" y="3885150"/>
                </a:cubicBezTo>
                <a:cubicBezTo>
                  <a:pt x="7831136" y="3897566"/>
                  <a:pt x="7821367" y="3907631"/>
                  <a:pt x="7809316" y="3907631"/>
                </a:cubicBezTo>
                <a:cubicBezTo>
                  <a:pt x="7797265" y="3907631"/>
                  <a:pt x="7787496" y="3897566"/>
                  <a:pt x="7787496" y="3885150"/>
                </a:cubicBezTo>
                <a:cubicBezTo>
                  <a:pt x="7787496" y="3872734"/>
                  <a:pt x="7797265" y="3862669"/>
                  <a:pt x="7809316" y="3862669"/>
                </a:cubicBezTo>
                <a:close/>
                <a:moveTo>
                  <a:pt x="7731957" y="3862669"/>
                </a:moveTo>
                <a:cubicBezTo>
                  <a:pt x="7744373" y="3862669"/>
                  <a:pt x="7754438" y="3872734"/>
                  <a:pt x="7754438" y="3885150"/>
                </a:cubicBezTo>
                <a:cubicBezTo>
                  <a:pt x="7754438" y="3897566"/>
                  <a:pt x="7744373" y="3907631"/>
                  <a:pt x="7731957" y="3907631"/>
                </a:cubicBezTo>
                <a:cubicBezTo>
                  <a:pt x="7719541" y="3907631"/>
                  <a:pt x="7709476" y="3897566"/>
                  <a:pt x="7709476" y="3885150"/>
                </a:cubicBezTo>
                <a:cubicBezTo>
                  <a:pt x="7709476" y="3872734"/>
                  <a:pt x="7719541" y="3862669"/>
                  <a:pt x="7731957" y="3862669"/>
                </a:cubicBezTo>
                <a:close/>
                <a:moveTo>
                  <a:pt x="7654597" y="3862669"/>
                </a:moveTo>
                <a:cubicBezTo>
                  <a:pt x="7666648" y="3862669"/>
                  <a:pt x="7676417" y="3872734"/>
                  <a:pt x="7676417" y="3885150"/>
                </a:cubicBezTo>
                <a:cubicBezTo>
                  <a:pt x="7676417" y="3897566"/>
                  <a:pt x="7666648" y="3907631"/>
                  <a:pt x="7654597" y="3907631"/>
                </a:cubicBezTo>
                <a:cubicBezTo>
                  <a:pt x="7642546" y="3907631"/>
                  <a:pt x="7632777" y="3897566"/>
                  <a:pt x="7632777" y="3885150"/>
                </a:cubicBezTo>
                <a:cubicBezTo>
                  <a:pt x="7632777" y="3872734"/>
                  <a:pt x="7642546" y="3862669"/>
                  <a:pt x="7654597" y="3862669"/>
                </a:cubicBezTo>
                <a:close/>
                <a:moveTo>
                  <a:pt x="7576577" y="3862669"/>
                </a:moveTo>
                <a:cubicBezTo>
                  <a:pt x="7588628" y="3862669"/>
                  <a:pt x="7598397" y="3872734"/>
                  <a:pt x="7598397" y="3885150"/>
                </a:cubicBezTo>
                <a:cubicBezTo>
                  <a:pt x="7598397" y="3897566"/>
                  <a:pt x="7588628" y="3907631"/>
                  <a:pt x="7576577" y="3907631"/>
                </a:cubicBezTo>
                <a:cubicBezTo>
                  <a:pt x="7564526" y="3907631"/>
                  <a:pt x="7554757" y="3897566"/>
                  <a:pt x="7554757" y="3885150"/>
                </a:cubicBezTo>
                <a:cubicBezTo>
                  <a:pt x="7554757" y="3872734"/>
                  <a:pt x="7564526" y="3862669"/>
                  <a:pt x="7576577" y="3862669"/>
                </a:cubicBezTo>
                <a:close/>
                <a:moveTo>
                  <a:pt x="7498556" y="3862669"/>
                </a:moveTo>
                <a:cubicBezTo>
                  <a:pt x="7510607" y="3862669"/>
                  <a:pt x="7520376" y="3872734"/>
                  <a:pt x="7520376" y="3885150"/>
                </a:cubicBezTo>
                <a:cubicBezTo>
                  <a:pt x="7520376" y="3897566"/>
                  <a:pt x="7510607" y="3907631"/>
                  <a:pt x="7498556" y="3907631"/>
                </a:cubicBezTo>
                <a:cubicBezTo>
                  <a:pt x="7486505" y="3907631"/>
                  <a:pt x="7476736" y="3897566"/>
                  <a:pt x="7476736" y="3885150"/>
                </a:cubicBezTo>
                <a:cubicBezTo>
                  <a:pt x="7476736" y="3872734"/>
                  <a:pt x="7486505" y="3862669"/>
                  <a:pt x="7498556" y="3862669"/>
                </a:cubicBezTo>
                <a:close/>
                <a:moveTo>
                  <a:pt x="7421198" y="3862669"/>
                </a:moveTo>
                <a:cubicBezTo>
                  <a:pt x="7433614" y="3862669"/>
                  <a:pt x="7443679" y="3872734"/>
                  <a:pt x="7443679" y="3885150"/>
                </a:cubicBezTo>
                <a:cubicBezTo>
                  <a:pt x="7443679" y="3897566"/>
                  <a:pt x="7433614" y="3907631"/>
                  <a:pt x="7421198" y="3907631"/>
                </a:cubicBezTo>
                <a:cubicBezTo>
                  <a:pt x="7408782" y="3907631"/>
                  <a:pt x="7398717" y="3897566"/>
                  <a:pt x="7398717" y="3885150"/>
                </a:cubicBezTo>
                <a:cubicBezTo>
                  <a:pt x="7398717" y="3872734"/>
                  <a:pt x="7408782" y="3862669"/>
                  <a:pt x="7421198" y="3862669"/>
                </a:cubicBezTo>
                <a:close/>
                <a:moveTo>
                  <a:pt x="7343838" y="3862669"/>
                </a:moveTo>
                <a:cubicBezTo>
                  <a:pt x="7355889" y="3862669"/>
                  <a:pt x="7365658" y="3872734"/>
                  <a:pt x="7365658" y="3885150"/>
                </a:cubicBezTo>
                <a:cubicBezTo>
                  <a:pt x="7365658" y="3897566"/>
                  <a:pt x="7355889" y="3907631"/>
                  <a:pt x="7343838" y="3907631"/>
                </a:cubicBezTo>
                <a:cubicBezTo>
                  <a:pt x="7331787" y="3907631"/>
                  <a:pt x="7322018" y="3897566"/>
                  <a:pt x="7322018" y="3885150"/>
                </a:cubicBezTo>
                <a:cubicBezTo>
                  <a:pt x="7322018" y="3872734"/>
                  <a:pt x="7331787" y="3862669"/>
                  <a:pt x="7343838" y="3862669"/>
                </a:cubicBezTo>
                <a:close/>
                <a:moveTo>
                  <a:pt x="5239931" y="3862669"/>
                </a:moveTo>
                <a:cubicBezTo>
                  <a:pt x="5251982" y="3862669"/>
                  <a:pt x="5261751" y="3872734"/>
                  <a:pt x="5261751" y="3885150"/>
                </a:cubicBezTo>
                <a:cubicBezTo>
                  <a:pt x="5261751" y="3897566"/>
                  <a:pt x="5251982" y="3907631"/>
                  <a:pt x="5239931" y="3907631"/>
                </a:cubicBezTo>
                <a:cubicBezTo>
                  <a:pt x="5227880" y="3907631"/>
                  <a:pt x="5218111" y="3897566"/>
                  <a:pt x="5218111" y="3885150"/>
                </a:cubicBezTo>
                <a:cubicBezTo>
                  <a:pt x="5218111" y="3872734"/>
                  <a:pt x="5227880" y="3862669"/>
                  <a:pt x="5239931" y="3862669"/>
                </a:cubicBezTo>
                <a:close/>
                <a:moveTo>
                  <a:pt x="5162572" y="3862669"/>
                </a:moveTo>
                <a:cubicBezTo>
                  <a:pt x="5174988" y="3862669"/>
                  <a:pt x="5185053" y="3872734"/>
                  <a:pt x="5185053" y="3885150"/>
                </a:cubicBezTo>
                <a:cubicBezTo>
                  <a:pt x="5185053" y="3897566"/>
                  <a:pt x="5174988" y="3907631"/>
                  <a:pt x="5162572" y="3907631"/>
                </a:cubicBezTo>
                <a:cubicBezTo>
                  <a:pt x="5150156" y="3907631"/>
                  <a:pt x="5140091" y="3897566"/>
                  <a:pt x="5140091" y="3885150"/>
                </a:cubicBezTo>
                <a:cubicBezTo>
                  <a:pt x="5140091" y="3872734"/>
                  <a:pt x="5150156" y="3862669"/>
                  <a:pt x="5162572" y="3862669"/>
                </a:cubicBezTo>
                <a:close/>
                <a:moveTo>
                  <a:pt x="5085212" y="3862669"/>
                </a:moveTo>
                <a:cubicBezTo>
                  <a:pt x="5097263" y="3862669"/>
                  <a:pt x="5107032" y="3872734"/>
                  <a:pt x="5107032" y="3885150"/>
                </a:cubicBezTo>
                <a:cubicBezTo>
                  <a:pt x="5107032" y="3897566"/>
                  <a:pt x="5097263" y="3907631"/>
                  <a:pt x="5085212" y="3907631"/>
                </a:cubicBezTo>
                <a:cubicBezTo>
                  <a:pt x="5073161" y="3907631"/>
                  <a:pt x="5063392" y="3897566"/>
                  <a:pt x="5063392" y="3885150"/>
                </a:cubicBezTo>
                <a:cubicBezTo>
                  <a:pt x="5063392" y="3872734"/>
                  <a:pt x="5073161" y="3862669"/>
                  <a:pt x="5085212" y="3862669"/>
                </a:cubicBezTo>
                <a:close/>
                <a:moveTo>
                  <a:pt x="5007193" y="3862669"/>
                </a:moveTo>
                <a:cubicBezTo>
                  <a:pt x="5019244" y="3862669"/>
                  <a:pt x="5029013" y="3872734"/>
                  <a:pt x="5029013" y="3885150"/>
                </a:cubicBezTo>
                <a:cubicBezTo>
                  <a:pt x="5029013" y="3897566"/>
                  <a:pt x="5019244" y="3907631"/>
                  <a:pt x="5007193" y="3907631"/>
                </a:cubicBezTo>
                <a:cubicBezTo>
                  <a:pt x="4995142" y="3907631"/>
                  <a:pt x="4985373" y="3897566"/>
                  <a:pt x="4985373" y="3885150"/>
                </a:cubicBezTo>
                <a:cubicBezTo>
                  <a:pt x="4985373" y="3872734"/>
                  <a:pt x="4995142" y="3862669"/>
                  <a:pt x="5007193" y="3862669"/>
                </a:cubicBezTo>
                <a:close/>
                <a:moveTo>
                  <a:pt x="4928511" y="3862669"/>
                </a:moveTo>
                <a:cubicBezTo>
                  <a:pt x="4940927" y="3862669"/>
                  <a:pt x="4950992" y="3872734"/>
                  <a:pt x="4950992" y="3885150"/>
                </a:cubicBezTo>
                <a:cubicBezTo>
                  <a:pt x="4950992" y="3897566"/>
                  <a:pt x="4940927" y="3907631"/>
                  <a:pt x="4928511" y="3907631"/>
                </a:cubicBezTo>
                <a:cubicBezTo>
                  <a:pt x="4916095" y="3907631"/>
                  <a:pt x="4906030" y="3897566"/>
                  <a:pt x="4906030" y="3885150"/>
                </a:cubicBezTo>
                <a:cubicBezTo>
                  <a:pt x="4906030" y="3872734"/>
                  <a:pt x="4916095" y="3862669"/>
                  <a:pt x="4928511" y="3862669"/>
                </a:cubicBezTo>
                <a:close/>
                <a:moveTo>
                  <a:pt x="4850491" y="3862669"/>
                </a:moveTo>
                <a:cubicBezTo>
                  <a:pt x="4862907" y="3862669"/>
                  <a:pt x="4872972" y="3872734"/>
                  <a:pt x="4872972" y="3885150"/>
                </a:cubicBezTo>
                <a:cubicBezTo>
                  <a:pt x="4872972" y="3897566"/>
                  <a:pt x="4862907" y="3907631"/>
                  <a:pt x="4850491" y="3907631"/>
                </a:cubicBezTo>
                <a:cubicBezTo>
                  <a:pt x="4838075" y="3907631"/>
                  <a:pt x="4828010" y="3897566"/>
                  <a:pt x="4828010" y="3885150"/>
                </a:cubicBezTo>
                <a:cubicBezTo>
                  <a:pt x="4828010" y="3872734"/>
                  <a:pt x="4838075" y="3862669"/>
                  <a:pt x="4850491" y="3862669"/>
                </a:cubicBezTo>
                <a:close/>
                <a:moveTo>
                  <a:pt x="4773132" y="3862669"/>
                </a:moveTo>
                <a:cubicBezTo>
                  <a:pt x="4785183" y="3862669"/>
                  <a:pt x="4794952" y="3872734"/>
                  <a:pt x="4794952" y="3885150"/>
                </a:cubicBezTo>
                <a:cubicBezTo>
                  <a:pt x="4794952" y="3897566"/>
                  <a:pt x="4785183" y="3907631"/>
                  <a:pt x="4773132" y="3907631"/>
                </a:cubicBezTo>
                <a:cubicBezTo>
                  <a:pt x="4761081" y="3907631"/>
                  <a:pt x="4751312" y="3897566"/>
                  <a:pt x="4751312" y="3885150"/>
                </a:cubicBezTo>
                <a:cubicBezTo>
                  <a:pt x="4751312" y="3872734"/>
                  <a:pt x="4761081" y="3862669"/>
                  <a:pt x="4773132" y="3862669"/>
                </a:cubicBezTo>
                <a:close/>
                <a:moveTo>
                  <a:pt x="3137348" y="3862669"/>
                </a:moveTo>
                <a:cubicBezTo>
                  <a:pt x="3149399" y="3862669"/>
                  <a:pt x="3159168" y="3872734"/>
                  <a:pt x="3159168" y="3885150"/>
                </a:cubicBezTo>
                <a:cubicBezTo>
                  <a:pt x="3159168" y="3897566"/>
                  <a:pt x="3149399" y="3907631"/>
                  <a:pt x="3137348" y="3907631"/>
                </a:cubicBezTo>
                <a:cubicBezTo>
                  <a:pt x="3125297" y="3907631"/>
                  <a:pt x="3115528" y="3897566"/>
                  <a:pt x="3115528" y="3885150"/>
                </a:cubicBezTo>
                <a:cubicBezTo>
                  <a:pt x="3115528" y="3872734"/>
                  <a:pt x="3125297" y="3862669"/>
                  <a:pt x="3137348" y="3862669"/>
                </a:cubicBezTo>
                <a:close/>
                <a:moveTo>
                  <a:pt x="8744900" y="3784650"/>
                </a:moveTo>
                <a:cubicBezTo>
                  <a:pt x="8757316" y="3784650"/>
                  <a:pt x="8767381" y="3794419"/>
                  <a:pt x="8767381" y="3806470"/>
                </a:cubicBezTo>
                <a:cubicBezTo>
                  <a:pt x="8767381" y="3818521"/>
                  <a:pt x="8757316" y="3828290"/>
                  <a:pt x="8744900" y="3828290"/>
                </a:cubicBezTo>
                <a:cubicBezTo>
                  <a:pt x="8732484" y="3828290"/>
                  <a:pt x="8722419" y="3818521"/>
                  <a:pt x="8722419" y="3806470"/>
                </a:cubicBezTo>
                <a:cubicBezTo>
                  <a:pt x="8722419" y="3794419"/>
                  <a:pt x="8732484" y="3784650"/>
                  <a:pt x="8744900" y="3784650"/>
                </a:cubicBezTo>
                <a:close/>
                <a:moveTo>
                  <a:pt x="8667540" y="3784650"/>
                </a:moveTo>
                <a:cubicBezTo>
                  <a:pt x="8679591" y="3784650"/>
                  <a:pt x="8689360" y="3794419"/>
                  <a:pt x="8689360" y="3806470"/>
                </a:cubicBezTo>
                <a:cubicBezTo>
                  <a:pt x="8689360" y="3818521"/>
                  <a:pt x="8679591" y="3828290"/>
                  <a:pt x="8667540" y="3828290"/>
                </a:cubicBezTo>
                <a:cubicBezTo>
                  <a:pt x="8655489" y="3828290"/>
                  <a:pt x="8645720" y="3818521"/>
                  <a:pt x="8645720" y="3806470"/>
                </a:cubicBezTo>
                <a:cubicBezTo>
                  <a:pt x="8645720" y="3794419"/>
                  <a:pt x="8655489" y="3784650"/>
                  <a:pt x="8667540" y="3784650"/>
                </a:cubicBezTo>
                <a:close/>
                <a:moveTo>
                  <a:pt x="8277438" y="3784650"/>
                </a:moveTo>
                <a:cubicBezTo>
                  <a:pt x="8289489" y="3784650"/>
                  <a:pt x="8299258" y="3794419"/>
                  <a:pt x="8299258" y="3806470"/>
                </a:cubicBezTo>
                <a:cubicBezTo>
                  <a:pt x="8299258" y="3818521"/>
                  <a:pt x="8289489" y="3828290"/>
                  <a:pt x="8277438" y="3828290"/>
                </a:cubicBezTo>
                <a:cubicBezTo>
                  <a:pt x="8265387" y="3828290"/>
                  <a:pt x="8255618" y="3818521"/>
                  <a:pt x="8255618" y="3806470"/>
                </a:cubicBezTo>
                <a:cubicBezTo>
                  <a:pt x="8255618" y="3794419"/>
                  <a:pt x="8265387" y="3784650"/>
                  <a:pt x="8277438" y="3784650"/>
                </a:cubicBezTo>
                <a:close/>
                <a:moveTo>
                  <a:pt x="8199418" y="3784650"/>
                </a:moveTo>
                <a:cubicBezTo>
                  <a:pt x="8211469" y="3784650"/>
                  <a:pt x="8221238" y="3794419"/>
                  <a:pt x="8221238" y="3806470"/>
                </a:cubicBezTo>
                <a:cubicBezTo>
                  <a:pt x="8221238" y="3818521"/>
                  <a:pt x="8211469" y="3828290"/>
                  <a:pt x="8199418" y="3828290"/>
                </a:cubicBezTo>
                <a:cubicBezTo>
                  <a:pt x="8187367" y="3828290"/>
                  <a:pt x="8177598" y="3818521"/>
                  <a:pt x="8177598" y="3806470"/>
                </a:cubicBezTo>
                <a:cubicBezTo>
                  <a:pt x="8177598" y="3794419"/>
                  <a:pt x="8187367" y="3784650"/>
                  <a:pt x="8199418" y="3784650"/>
                </a:cubicBezTo>
                <a:close/>
                <a:moveTo>
                  <a:pt x="8121398" y="3784650"/>
                </a:moveTo>
                <a:cubicBezTo>
                  <a:pt x="8133449" y="3784650"/>
                  <a:pt x="8143218" y="3794419"/>
                  <a:pt x="8143218" y="3806470"/>
                </a:cubicBezTo>
                <a:cubicBezTo>
                  <a:pt x="8143218" y="3818521"/>
                  <a:pt x="8133449" y="3828290"/>
                  <a:pt x="8121398" y="3828290"/>
                </a:cubicBezTo>
                <a:cubicBezTo>
                  <a:pt x="8109347" y="3828290"/>
                  <a:pt x="8099578" y="3818521"/>
                  <a:pt x="8099578" y="3806470"/>
                </a:cubicBezTo>
                <a:cubicBezTo>
                  <a:pt x="8099578" y="3794419"/>
                  <a:pt x="8109347" y="3784650"/>
                  <a:pt x="8121398" y="3784650"/>
                </a:cubicBezTo>
                <a:close/>
                <a:moveTo>
                  <a:pt x="8044700" y="3784650"/>
                </a:moveTo>
                <a:cubicBezTo>
                  <a:pt x="8056751" y="3784650"/>
                  <a:pt x="8066520" y="3794419"/>
                  <a:pt x="8066520" y="3806470"/>
                </a:cubicBezTo>
                <a:cubicBezTo>
                  <a:pt x="8066520" y="3818521"/>
                  <a:pt x="8056751" y="3828290"/>
                  <a:pt x="8044700" y="3828290"/>
                </a:cubicBezTo>
                <a:cubicBezTo>
                  <a:pt x="8032649" y="3828290"/>
                  <a:pt x="8022880" y="3818521"/>
                  <a:pt x="8022880" y="3806470"/>
                </a:cubicBezTo>
                <a:cubicBezTo>
                  <a:pt x="8022880" y="3794419"/>
                  <a:pt x="8032649" y="3784650"/>
                  <a:pt x="8044700" y="3784650"/>
                </a:cubicBezTo>
                <a:close/>
                <a:moveTo>
                  <a:pt x="7966679" y="3784650"/>
                </a:moveTo>
                <a:cubicBezTo>
                  <a:pt x="7978730" y="3784650"/>
                  <a:pt x="7988499" y="3794419"/>
                  <a:pt x="7988499" y="3806470"/>
                </a:cubicBezTo>
                <a:cubicBezTo>
                  <a:pt x="7988499" y="3818521"/>
                  <a:pt x="7978730" y="3828290"/>
                  <a:pt x="7966679" y="3828290"/>
                </a:cubicBezTo>
                <a:cubicBezTo>
                  <a:pt x="7954628" y="3828290"/>
                  <a:pt x="7944859" y="3818521"/>
                  <a:pt x="7944859" y="3806470"/>
                </a:cubicBezTo>
                <a:cubicBezTo>
                  <a:pt x="7944859" y="3794419"/>
                  <a:pt x="7954628" y="3784650"/>
                  <a:pt x="7966679" y="3784650"/>
                </a:cubicBezTo>
                <a:close/>
                <a:moveTo>
                  <a:pt x="7888658" y="3784650"/>
                </a:moveTo>
                <a:cubicBezTo>
                  <a:pt x="7900709" y="3784650"/>
                  <a:pt x="7910478" y="3794419"/>
                  <a:pt x="7910478" y="3806470"/>
                </a:cubicBezTo>
                <a:cubicBezTo>
                  <a:pt x="7910478" y="3818521"/>
                  <a:pt x="7900709" y="3828290"/>
                  <a:pt x="7888658" y="3828290"/>
                </a:cubicBezTo>
                <a:cubicBezTo>
                  <a:pt x="7876607" y="3828290"/>
                  <a:pt x="7866838" y="3818521"/>
                  <a:pt x="7866838" y="3806470"/>
                </a:cubicBezTo>
                <a:cubicBezTo>
                  <a:pt x="7866838" y="3794419"/>
                  <a:pt x="7876607" y="3784650"/>
                  <a:pt x="7888658" y="3784650"/>
                </a:cubicBezTo>
                <a:close/>
                <a:moveTo>
                  <a:pt x="7809316" y="3784650"/>
                </a:moveTo>
                <a:cubicBezTo>
                  <a:pt x="7821367" y="3784650"/>
                  <a:pt x="7831136" y="3794419"/>
                  <a:pt x="7831136" y="3806470"/>
                </a:cubicBezTo>
                <a:cubicBezTo>
                  <a:pt x="7831136" y="3818521"/>
                  <a:pt x="7821367" y="3828290"/>
                  <a:pt x="7809316" y="3828290"/>
                </a:cubicBezTo>
                <a:cubicBezTo>
                  <a:pt x="7797265" y="3828290"/>
                  <a:pt x="7787496" y="3818521"/>
                  <a:pt x="7787496" y="3806470"/>
                </a:cubicBezTo>
                <a:cubicBezTo>
                  <a:pt x="7787496" y="3794419"/>
                  <a:pt x="7797265" y="3784650"/>
                  <a:pt x="7809316" y="3784650"/>
                </a:cubicBezTo>
                <a:close/>
                <a:moveTo>
                  <a:pt x="7731957" y="3784650"/>
                </a:moveTo>
                <a:cubicBezTo>
                  <a:pt x="7744373" y="3784650"/>
                  <a:pt x="7754438" y="3794419"/>
                  <a:pt x="7754438" y="3806470"/>
                </a:cubicBezTo>
                <a:cubicBezTo>
                  <a:pt x="7754438" y="3818521"/>
                  <a:pt x="7744373" y="3828290"/>
                  <a:pt x="7731957" y="3828290"/>
                </a:cubicBezTo>
                <a:cubicBezTo>
                  <a:pt x="7719541" y="3828290"/>
                  <a:pt x="7709476" y="3818521"/>
                  <a:pt x="7709476" y="3806470"/>
                </a:cubicBezTo>
                <a:cubicBezTo>
                  <a:pt x="7709476" y="3794419"/>
                  <a:pt x="7719541" y="3784650"/>
                  <a:pt x="7731957" y="3784650"/>
                </a:cubicBezTo>
                <a:close/>
                <a:moveTo>
                  <a:pt x="7654597" y="3784650"/>
                </a:moveTo>
                <a:cubicBezTo>
                  <a:pt x="7666648" y="3784650"/>
                  <a:pt x="7676417" y="3794419"/>
                  <a:pt x="7676417" y="3806470"/>
                </a:cubicBezTo>
                <a:cubicBezTo>
                  <a:pt x="7676417" y="3818521"/>
                  <a:pt x="7666648" y="3828290"/>
                  <a:pt x="7654597" y="3828290"/>
                </a:cubicBezTo>
                <a:cubicBezTo>
                  <a:pt x="7642546" y="3828290"/>
                  <a:pt x="7632777" y="3818521"/>
                  <a:pt x="7632777" y="3806470"/>
                </a:cubicBezTo>
                <a:cubicBezTo>
                  <a:pt x="7632777" y="3794419"/>
                  <a:pt x="7642546" y="3784650"/>
                  <a:pt x="7654597" y="3784650"/>
                </a:cubicBezTo>
                <a:close/>
                <a:moveTo>
                  <a:pt x="7576577" y="3784650"/>
                </a:moveTo>
                <a:cubicBezTo>
                  <a:pt x="7588628" y="3784650"/>
                  <a:pt x="7598397" y="3794419"/>
                  <a:pt x="7598397" y="3806470"/>
                </a:cubicBezTo>
                <a:cubicBezTo>
                  <a:pt x="7598397" y="3818521"/>
                  <a:pt x="7588628" y="3828290"/>
                  <a:pt x="7576577" y="3828290"/>
                </a:cubicBezTo>
                <a:cubicBezTo>
                  <a:pt x="7564526" y="3828290"/>
                  <a:pt x="7554757" y="3818521"/>
                  <a:pt x="7554757" y="3806470"/>
                </a:cubicBezTo>
                <a:cubicBezTo>
                  <a:pt x="7554757" y="3794419"/>
                  <a:pt x="7564526" y="3784650"/>
                  <a:pt x="7576577" y="3784650"/>
                </a:cubicBezTo>
                <a:close/>
                <a:moveTo>
                  <a:pt x="7498556" y="3784650"/>
                </a:moveTo>
                <a:cubicBezTo>
                  <a:pt x="7510607" y="3784650"/>
                  <a:pt x="7520376" y="3794419"/>
                  <a:pt x="7520376" y="3806470"/>
                </a:cubicBezTo>
                <a:cubicBezTo>
                  <a:pt x="7520376" y="3818521"/>
                  <a:pt x="7510607" y="3828290"/>
                  <a:pt x="7498556" y="3828290"/>
                </a:cubicBezTo>
                <a:cubicBezTo>
                  <a:pt x="7486505" y="3828290"/>
                  <a:pt x="7476736" y="3818521"/>
                  <a:pt x="7476736" y="3806470"/>
                </a:cubicBezTo>
                <a:cubicBezTo>
                  <a:pt x="7476736" y="3794419"/>
                  <a:pt x="7486505" y="3784650"/>
                  <a:pt x="7498556" y="3784650"/>
                </a:cubicBezTo>
                <a:close/>
                <a:moveTo>
                  <a:pt x="7421198" y="3784650"/>
                </a:moveTo>
                <a:cubicBezTo>
                  <a:pt x="7433614" y="3784650"/>
                  <a:pt x="7443679" y="3794419"/>
                  <a:pt x="7443679" y="3806470"/>
                </a:cubicBezTo>
                <a:cubicBezTo>
                  <a:pt x="7443679" y="3818521"/>
                  <a:pt x="7433614" y="3828290"/>
                  <a:pt x="7421198" y="3828290"/>
                </a:cubicBezTo>
                <a:cubicBezTo>
                  <a:pt x="7408782" y="3828290"/>
                  <a:pt x="7398717" y="3818521"/>
                  <a:pt x="7398717" y="3806470"/>
                </a:cubicBezTo>
                <a:cubicBezTo>
                  <a:pt x="7398717" y="3794419"/>
                  <a:pt x="7408782" y="3784650"/>
                  <a:pt x="7421198" y="3784650"/>
                </a:cubicBezTo>
                <a:close/>
                <a:moveTo>
                  <a:pt x="7343838" y="3784650"/>
                </a:moveTo>
                <a:cubicBezTo>
                  <a:pt x="7355889" y="3784650"/>
                  <a:pt x="7365658" y="3794419"/>
                  <a:pt x="7365658" y="3806470"/>
                </a:cubicBezTo>
                <a:cubicBezTo>
                  <a:pt x="7365658" y="3818521"/>
                  <a:pt x="7355889" y="3828290"/>
                  <a:pt x="7343838" y="3828290"/>
                </a:cubicBezTo>
                <a:cubicBezTo>
                  <a:pt x="7331787" y="3828290"/>
                  <a:pt x="7322018" y="3818521"/>
                  <a:pt x="7322018" y="3806470"/>
                </a:cubicBezTo>
                <a:cubicBezTo>
                  <a:pt x="7322018" y="3794419"/>
                  <a:pt x="7331787" y="3784650"/>
                  <a:pt x="7343838" y="3784650"/>
                </a:cubicBezTo>
                <a:close/>
                <a:moveTo>
                  <a:pt x="5630034" y="3784650"/>
                </a:moveTo>
                <a:cubicBezTo>
                  <a:pt x="5642085" y="3784650"/>
                  <a:pt x="5651854" y="3794419"/>
                  <a:pt x="5651854" y="3806470"/>
                </a:cubicBezTo>
                <a:cubicBezTo>
                  <a:pt x="5651854" y="3818521"/>
                  <a:pt x="5642085" y="3828290"/>
                  <a:pt x="5630034" y="3828290"/>
                </a:cubicBezTo>
                <a:cubicBezTo>
                  <a:pt x="5617983" y="3828290"/>
                  <a:pt x="5608214" y="3818521"/>
                  <a:pt x="5608214" y="3806470"/>
                </a:cubicBezTo>
                <a:cubicBezTo>
                  <a:pt x="5608214" y="3794419"/>
                  <a:pt x="5617983" y="3784650"/>
                  <a:pt x="5630034" y="3784650"/>
                </a:cubicBezTo>
                <a:close/>
                <a:moveTo>
                  <a:pt x="5552013" y="3784650"/>
                </a:moveTo>
                <a:cubicBezTo>
                  <a:pt x="5564064" y="3784650"/>
                  <a:pt x="5573833" y="3794419"/>
                  <a:pt x="5573833" y="3806470"/>
                </a:cubicBezTo>
                <a:cubicBezTo>
                  <a:pt x="5573833" y="3818521"/>
                  <a:pt x="5564064" y="3828290"/>
                  <a:pt x="5552013" y="3828290"/>
                </a:cubicBezTo>
                <a:cubicBezTo>
                  <a:pt x="5539962" y="3828290"/>
                  <a:pt x="5530193" y="3818521"/>
                  <a:pt x="5530193" y="3806470"/>
                </a:cubicBezTo>
                <a:cubicBezTo>
                  <a:pt x="5530193" y="3794419"/>
                  <a:pt x="5539962" y="3784650"/>
                  <a:pt x="5552013" y="3784650"/>
                </a:cubicBezTo>
                <a:close/>
                <a:moveTo>
                  <a:pt x="5317953" y="3784650"/>
                </a:moveTo>
                <a:cubicBezTo>
                  <a:pt x="5330004" y="3784650"/>
                  <a:pt x="5339773" y="3794419"/>
                  <a:pt x="5339773" y="3806470"/>
                </a:cubicBezTo>
                <a:cubicBezTo>
                  <a:pt x="5339773" y="3818521"/>
                  <a:pt x="5330004" y="3828290"/>
                  <a:pt x="5317953" y="3828290"/>
                </a:cubicBezTo>
                <a:cubicBezTo>
                  <a:pt x="5305902" y="3828290"/>
                  <a:pt x="5296133" y="3818521"/>
                  <a:pt x="5296133" y="3806470"/>
                </a:cubicBezTo>
                <a:cubicBezTo>
                  <a:pt x="5296133" y="3794419"/>
                  <a:pt x="5305902" y="3784650"/>
                  <a:pt x="5317953" y="3784650"/>
                </a:cubicBezTo>
                <a:close/>
                <a:moveTo>
                  <a:pt x="5239931" y="3784650"/>
                </a:moveTo>
                <a:cubicBezTo>
                  <a:pt x="5251982" y="3784650"/>
                  <a:pt x="5261751" y="3794419"/>
                  <a:pt x="5261751" y="3806470"/>
                </a:cubicBezTo>
                <a:cubicBezTo>
                  <a:pt x="5261751" y="3818521"/>
                  <a:pt x="5251982" y="3828290"/>
                  <a:pt x="5239931" y="3828290"/>
                </a:cubicBezTo>
                <a:cubicBezTo>
                  <a:pt x="5227880" y="3828290"/>
                  <a:pt x="5218111" y="3818521"/>
                  <a:pt x="5218111" y="3806470"/>
                </a:cubicBezTo>
                <a:cubicBezTo>
                  <a:pt x="5218111" y="3794419"/>
                  <a:pt x="5227880" y="3784650"/>
                  <a:pt x="5239931" y="3784650"/>
                </a:cubicBezTo>
                <a:close/>
                <a:moveTo>
                  <a:pt x="5162572" y="3784650"/>
                </a:moveTo>
                <a:cubicBezTo>
                  <a:pt x="5174988" y="3784650"/>
                  <a:pt x="5185053" y="3794419"/>
                  <a:pt x="5185053" y="3806470"/>
                </a:cubicBezTo>
                <a:cubicBezTo>
                  <a:pt x="5185053" y="3818521"/>
                  <a:pt x="5174988" y="3828290"/>
                  <a:pt x="5162572" y="3828290"/>
                </a:cubicBezTo>
                <a:cubicBezTo>
                  <a:pt x="5150156" y="3828290"/>
                  <a:pt x="5140091" y="3818521"/>
                  <a:pt x="5140091" y="3806470"/>
                </a:cubicBezTo>
                <a:cubicBezTo>
                  <a:pt x="5140091" y="3794419"/>
                  <a:pt x="5150156" y="3784650"/>
                  <a:pt x="5162572" y="3784650"/>
                </a:cubicBezTo>
                <a:close/>
                <a:moveTo>
                  <a:pt x="5085212" y="3784650"/>
                </a:moveTo>
                <a:cubicBezTo>
                  <a:pt x="5097263" y="3784650"/>
                  <a:pt x="5107032" y="3794419"/>
                  <a:pt x="5107032" y="3806470"/>
                </a:cubicBezTo>
                <a:cubicBezTo>
                  <a:pt x="5107032" y="3818521"/>
                  <a:pt x="5097263" y="3828290"/>
                  <a:pt x="5085212" y="3828290"/>
                </a:cubicBezTo>
                <a:cubicBezTo>
                  <a:pt x="5073161" y="3828290"/>
                  <a:pt x="5063392" y="3818521"/>
                  <a:pt x="5063392" y="3806470"/>
                </a:cubicBezTo>
                <a:cubicBezTo>
                  <a:pt x="5063392" y="3794419"/>
                  <a:pt x="5073161" y="3784650"/>
                  <a:pt x="5085212" y="3784650"/>
                </a:cubicBezTo>
                <a:close/>
                <a:moveTo>
                  <a:pt x="5007193" y="3784650"/>
                </a:moveTo>
                <a:cubicBezTo>
                  <a:pt x="5019244" y="3784650"/>
                  <a:pt x="5029013" y="3794419"/>
                  <a:pt x="5029013" y="3806470"/>
                </a:cubicBezTo>
                <a:cubicBezTo>
                  <a:pt x="5029013" y="3818521"/>
                  <a:pt x="5019244" y="3828290"/>
                  <a:pt x="5007193" y="3828290"/>
                </a:cubicBezTo>
                <a:cubicBezTo>
                  <a:pt x="4995142" y="3828290"/>
                  <a:pt x="4985373" y="3818521"/>
                  <a:pt x="4985373" y="3806470"/>
                </a:cubicBezTo>
                <a:cubicBezTo>
                  <a:pt x="4985373" y="3794419"/>
                  <a:pt x="4995142" y="3784650"/>
                  <a:pt x="5007193" y="3784650"/>
                </a:cubicBezTo>
                <a:close/>
                <a:moveTo>
                  <a:pt x="4928511" y="3784650"/>
                </a:moveTo>
                <a:cubicBezTo>
                  <a:pt x="4940927" y="3784650"/>
                  <a:pt x="4950992" y="3794419"/>
                  <a:pt x="4950992" y="3806470"/>
                </a:cubicBezTo>
                <a:cubicBezTo>
                  <a:pt x="4950992" y="3818521"/>
                  <a:pt x="4940927" y="3828290"/>
                  <a:pt x="4928511" y="3828290"/>
                </a:cubicBezTo>
                <a:cubicBezTo>
                  <a:pt x="4916095" y="3828290"/>
                  <a:pt x="4906030" y="3818521"/>
                  <a:pt x="4906030" y="3806470"/>
                </a:cubicBezTo>
                <a:cubicBezTo>
                  <a:pt x="4906030" y="3794419"/>
                  <a:pt x="4916095" y="3784650"/>
                  <a:pt x="4928511" y="3784650"/>
                </a:cubicBezTo>
                <a:close/>
                <a:moveTo>
                  <a:pt x="4850491" y="3784650"/>
                </a:moveTo>
                <a:cubicBezTo>
                  <a:pt x="4862907" y="3784650"/>
                  <a:pt x="4872972" y="3794419"/>
                  <a:pt x="4872972" y="3806470"/>
                </a:cubicBezTo>
                <a:cubicBezTo>
                  <a:pt x="4872972" y="3818521"/>
                  <a:pt x="4862907" y="3828290"/>
                  <a:pt x="4850491" y="3828290"/>
                </a:cubicBezTo>
                <a:cubicBezTo>
                  <a:pt x="4838075" y="3828290"/>
                  <a:pt x="4828010" y="3818521"/>
                  <a:pt x="4828010" y="3806470"/>
                </a:cubicBezTo>
                <a:cubicBezTo>
                  <a:pt x="4828010" y="3794419"/>
                  <a:pt x="4838075" y="3784650"/>
                  <a:pt x="4850491" y="3784650"/>
                </a:cubicBezTo>
                <a:close/>
                <a:moveTo>
                  <a:pt x="4773132" y="3784650"/>
                </a:moveTo>
                <a:cubicBezTo>
                  <a:pt x="4785183" y="3784650"/>
                  <a:pt x="4794952" y="3794419"/>
                  <a:pt x="4794952" y="3806470"/>
                </a:cubicBezTo>
                <a:cubicBezTo>
                  <a:pt x="4794952" y="3818521"/>
                  <a:pt x="4785183" y="3828290"/>
                  <a:pt x="4773132" y="3828290"/>
                </a:cubicBezTo>
                <a:cubicBezTo>
                  <a:pt x="4761081" y="3828290"/>
                  <a:pt x="4751312" y="3818521"/>
                  <a:pt x="4751312" y="3806470"/>
                </a:cubicBezTo>
                <a:cubicBezTo>
                  <a:pt x="4751312" y="3794419"/>
                  <a:pt x="4761081" y="3784650"/>
                  <a:pt x="4773132" y="3784650"/>
                </a:cubicBezTo>
                <a:close/>
                <a:moveTo>
                  <a:pt x="3059326" y="3784650"/>
                </a:moveTo>
                <a:cubicBezTo>
                  <a:pt x="3071377" y="3784650"/>
                  <a:pt x="3081146" y="3794419"/>
                  <a:pt x="3081146" y="3806470"/>
                </a:cubicBezTo>
                <a:cubicBezTo>
                  <a:pt x="3081146" y="3818521"/>
                  <a:pt x="3071377" y="3828290"/>
                  <a:pt x="3059326" y="3828290"/>
                </a:cubicBezTo>
                <a:cubicBezTo>
                  <a:pt x="3047275" y="3828290"/>
                  <a:pt x="3037506" y="3818521"/>
                  <a:pt x="3037506" y="3806470"/>
                </a:cubicBezTo>
                <a:cubicBezTo>
                  <a:pt x="3037506" y="3794419"/>
                  <a:pt x="3047275" y="3784650"/>
                  <a:pt x="3059326" y="3784650"/>
                </a:cubicBezTo>
                <a:close/>
                <a:moveTo>
                  <a:pt x="2981306" y="3784650"/>
                </a:moveTo>
                <a:cubicBezTo>
                  <a:pt x="2993357" y="3784650"/>
                  <a:pt x="3003126" y="3794419"/>
                  <a:pt x="3003126" y="3806470"/>
                </a:cubicBezTo>
                <a:cubicBezTo>
                  <a:pt x="3003126" y="3818521"/>
                  <a:pt x="2993357" y="3828290"/>
                  <a:pt x="2981306" y="3828290"/>
                </a:cubicBezTo>
                <a:cubicBezTo>
                  <a:pt x="2969255" y="3828290"/>
                  <a:pt x="2959486" y="3818521"/>
                  <a:pt x="2959486" y="3806470"/>
                </a:cubicBezTo>
                <a:cubicBezTo>
                  <a:pt x="2959486" y="3794419"/>
                  <a:pt x="2969255" y="3784650"/>
                  <a:pt x="2981306" y="3784650"/>
                </a:cubicBezTo>
                <a:close/>
                <a:moveTo>
                  <a:pt x="2903286" y="3784650"/>
                </a:moveTo>
                <a:cubicBezTo>
                  <a:pt x="2915337" y="3784650"/>
                  <a:pt x="2925106" y="3794419"/>
                  <a:pt x="2925106" y="3806470"/>
                </a:cubicBezTo>
                <a:cubicBezTo>
                  <a:pt x="2925106" y="3818521"/>
                  <a:pt x="2915337" y="3828290"/>
                  <a:pt x="2903286" y="3828290"/>
                </a:cubicBezTo>
                <a:cubicBezTo>
                  <a:pt x="2891235" y="3828290"/>
                  <a:pt x="2881466" y="3818521"/>
                  <a:pt x="2881466" y="3806470"/>
                </a:cubicBezTo>
                <a:cubicBezTo>
                  <a:pt x="2881466" y="3794419"/>
                  <a:pt x="2891235" y="3784650"/>
                  <a:pt x="2903286" y="3784650"/>
                </a:cubicBezTo>
                <a:close/>
                <a:moveTo>
                  <a:pt x="2826588" y="3784650"/>
                </a:moveTo>
                <a:cubicBezTo>
                  <a:pt x="2838639" y="3784650"/>
                  <a:pt x="2848408" y="3794419"/>
                  <a:pt x="2848408" y="3806470"/>
                </a:cubicBezTo>
                <a:cubicBezTo>
                  <a:pt x="2848408" y="3818521"/>
                  <a:pt x="2838639" y="3828290"/>
                  <a:pt x="2826588" y="3828290"/>
                </a:cubicBezTo>
                <a:cubicBezTo>
                  <a:pt x="2814537" y="3828290"/>
                  <a:pt x="2804768" y="3818521"/>
                  <a:pt x="2804768" y="3806470"/>
                </a:cubicBezTo>
                <a:cubicBezTo>
                  <a:pt x="2804768" y="3794419"/>
                  <a:pt x="2814537" y="3784650"/>
                  <a:pt x="2826588" y="3784650"/>
                </a:cubicBezTo>
                <a:close/>
                <a:moveTo>
                  <a:pt x="2748567" y="3784650"/>
                </a:moveTo>
                <a:cubicBezTo>
                  <a:pt x="2760618" y="3784650"/>
                  <a:pt x="2770387" y="3794419"/>
                  <a:pt x="2770387" y="3806470"/>
                </a:cubicBezTo>
                <a:cubicBezTo>
                  <a:pt x="2770387" y="3818521"/>
                  <a:pt x="2760618" y="3828290"/>
                  <a:pt x="2748567" y="3828290"/>
                </a:cubicBezTo>
                <a:cubicBezTo>
                  <a:pt x="2736516" y="3828290"/>
                  <a:pt x="2726747" y="3818521"/>
                  <a:pt x="2726747" y="3806470"/>
                </a:cubicBezTo>
                <a:cubicBezTo>
                  <a:pt x="2726747" y="3794419"/>
                  <a:pt x="2736516" y="3784650"/>
                  <a:pt x="2748567" y="3784650"/>
                </a:cubicBezTo>
                <a:close/>
                <a:moveTo>
                  <a:pt x="2670547" y="3784650"/>
                </a:moveTo>
                <a:cubicBezTo>
                  <a:pt x="2682598" y="3784650"/>
                  <a:pt x="2692367" y="3794419"/>
                  <a:pt x="2692367" y="3806470"/>
                </a:cubicBezTo>
                <a:cubicBezTo>
                  <a:pt x="2692367" y="3818521"/>
                  <a:pt x="2682598" y="3828290"/>
                  <a:pt x="2670547" y="3828290"/>
                </a:cubicBezTo>
                <a:cubicBezTo>
                  <a:pt x="2658496" y="3828290"/>
                  <a:pt x="2648727" y="3818521"/>
                  <a:pt x="2648727" y="3806470"/>
                </a:cubicBezTo>
                <a:cubicBezTo>
                  <a:pt x="2648727" y="3794419"/>
                  <a:pt x="2658496" y="3784650"/>
                  <a:pt x="2670547" y="3784650"/>
                </a:cubicBezTo>
                <a:close/>
                <a:moveTo>
                  <a:pt x="2592527" y="3784650"/>
                </a:moveTo>
                <a:cubicBezTo>
                  <a:pt x="2604578" y="3784650"/>
                  <a:pt x="2614347" y="3794419"/>
                  <a:pt x="2614347" y="3806470"/>
                </a:cubicBezTo>
                <a:cubicBezTo>
                  <a:pt x="2614347" y="3818521"/>
                  <a:pt x="2604578" y="3828290"/>
                  <a:pt x="2592527" y="3828290"/>
                </a:cubicBezTo>
                <a:cubicBezTo>
                  <a:pt x="2580476" y="3828290"/>
                  <a:pt x="2570707" y="3818521"/>
                  <a:pt x="2570707" y="3806470"/>
                </a:cubicBezTo>
                <a:cubicBezTo>
                  <a:pt x="2570707" y="3794419"/>
                  <a:pt x="2580476" y="3784650"/>
                  <a:pt x="2592527" y="3784650"/>
                </a:cubicBezTo>
                <a:close/>
                <a:moveTo>
                  <a:pt x="3293388" y="3784649"/>
                </a:moveTo>
                <a:cubicBezTo>
                  <a:pt x="3305439" y="3784649"/>
                  <a:pt x="3315208" y="3794418"/>
                  <a:pt x="3315208" y="3806469"/>
                </a:cubicBezTo>
                <a:cubicBezTo>
                  <a:pt x="3315208" y="3818520"/>
                  <a:pt x="3305439" y="3828289"/>
                  <a:pt x="3293388" y="3828289"/>
                </a:cubicBezTo>
                <a:cubicBezTo>
                  <a:pt x="3281337" y="3828289"/>
                  <a:pt x="3271568" y="3818520"/>
                  <a:pt x="3271568" y="3806469"/>
                </a:cubicBezTo>
                <a:cubicBezTo>
                  <a:pt x="3271568" y="3794418"/>
                  <a:pt x="3281337" y="3784649"/>
                  <a:pt x="3293388" y="3784649"/>
                </a:cubicBezTo>
                <a:close/>
                <a:moveTo>
                  <a:pt x="3215368" y="3784649"/>
                </a:moveTo>
                <a:cubicBezTo>
                  <a:pt x="3227419" y="3784649"/>
                  <a:pt x="3237188" y="3794418"/>
                  <a:pt x="3237188" y="3806469"/>
                </a:cubicBezTo>
                <a:cubicBezTo>
                  <a:pt x="3237188" y="3818520"/>
                  <a:pt x="3227419" y="3828289"/>
                  <a:pt x="3215368" y="3828289"/>
                </a:cubicBezTo>
                <a:cubicBezTo>
                  <a:pt x="3203317" y="3828289"/>
                  <a:pt x="3193548" y="3818520"/>
                  <a:pt x="3193548" y="3806469"/>
                </a:cubicBezTo>
                <a:cubicBezTo>
                  <a:pt x="3193548" y="3794418"/>
                  <a:pt x="3203317" y="3784649"/>
                  <a:pt x="3215368" y="3784649"/>
                </a:cubicBezTo>
                <a:close/>
                <a:moveTo>
                  <a:pt x="3137348" y="3784649"/>
                </a:moveTo>
                <a:cubicBezTo>
                  <a:pt x="3149399" y="3784649"/>
                  <a:pt x="3159168" y="3794418"/>
                  <a:pt x="3159168" y="3806469"/>
                </a:cubicBezTo>
                <a:cubicBezTo>
                  <a:pt x="3159168" y="3818520"/>
                  <a:pt x="3149399" y="3828289"/>
                  <a:pt x="3137348" y="3828289"/>
                </a:cubicBezTo>
                <a:cubicBezTo>
                  <a:pt x="3125297" y="3828289"/>
                  <a:pt x="3115528" y="3818520"/>
                  <a:pt x="3115528" y="3806469"/>
                </a:cubicBezTo>
                <a:cubicBezTo>
                  <a:pt x="3115528" y="3794418"/>
                  <a:pt x="3125297" y="3784649"/>
                  <a:pt x="3137348" y="3784649"/>
                </a:cubicBezTo>
                <a:close/>
                <a:moveTo>
                  <a:pt x="5630034" y="3706630"/>
                </a:moveTo>
                <a:cubicBezTo>
                  <a:pt x="5642085" y="3706630"/>
                  <a:pt x="5651854" y="3716399"/>
                  <a:pt x="5651854" y="3728450"/>
                </a:cubicBezTo>
                <a:cubicBezTo>
                  <a:pt x="5651854" y="3740501"/>
                  <a:pt x="5642085" y="3750270"/>
                  <a:pt x="5630034" y="3750270"/>
                </a:cubicBezTo>
                <a:cubicBezTo>
                  <a:pt x="5617983" y="3750270"/>
                  <a:pt x="5608214" y="3740501"/>
                  <a:pt x="5608214" y="3728450"/>
                </a:cubicBezTo>
                <a:cubicBezTo>
                  <a:pt x="5608214" y="3716399"/>
                  <a:pt x="5617983" y="3706630"/>
                  <a:pt x="5630034" y="3706630"/>
                </a:cubicBezTo>
                <a:close/>
                <a:moveTo>
                  <a:pt x="5552013" y="3706630"/>
                </a:moveTo>
                <a:cubicBezTo>
                  <a:pt x="5564064" y="3706630"/>
                  <a:pt x="5573833" y="3716399"/>
                  <a:pt x="5573833" y="3728450"/>
                </a:cubicBezTo>
                <a:cubicBezTo>
                  <a:pt x="5573833" y="3740501"/>
                  <a:pt x="5564064" y="3750270"/>
                  <a:pt x="5552013" y="3750270"/>
                </a:cubicBezTo>
                <a:cubicBezTo>
                  <a:pt x="5539962" y="3750270"/>
                  <a:pt x="5530193" y="3740501"/>
                  <a:pt x="5530193" y="3728450"/>
                </a:cubicBezTo>
                <a:cubicBezTo>
                  <a:pt x="5530193" y="3716399"/>
                  <a:pt x="5539962" y="3706630"/>
                  <a:pt x="5552013" y="3706630"/>
                </a:cubicBezTo>
                <a:close/>
                <a:moveTo>
                  <a:pt x="5317953" y="3706630"/>
                </a:moveTo>
                <a:cubicBezTo>
                  <a:pt x="5330004" y="3706630"/>
                  <a:pt x="5339773" y="3716399"/>
                  <a:pt x="5339773" y="3728450"/>
                </a:cubicBezTo>
                <a:cubicBezTo>
                  <a:pt x="5339773" y="3740501"/>
                  <a:pt x="5330004" y="3750270"/>
                  <a:pt x="5317953" y="3750270"/>
                </a:cubicBezTo>
                <a:cubicBezTo>
                  <a:pt x="5305902" y="3750270"/>
                  <a:pt x="5296133" y="3740501"/>
                  <a:pt x="5296133" y="3728450"/>
                </a:cubicBezTo>
                <a:cubicBezTo>
                  <a:pt x="5296133" y="3716399"/>
                  <a:pt x="5305902" y="3706630"/>
                  <a:pt x="5317953" y="3706630"/>
                </a:cubicBezTo>
                <a:close/>
                <a:moveTo>
                  <a:pt x="8744900" y="3706629"/>
                </a:moveTo>
                <a:cubicBezTo>
                  <a:pt x="8757316" y="3706629"/>
                  <a:pt x="8767381" y="3716398"/>
                  <a:pt x="8767381" y="3728449"/>
                </a:cubicBezTo>
                <a:cubicBezTo>
                  <a:pt x="8767381" y="3740500"/>
                  <a:pt x="8757316" y="3750269"/>
                  <a:pt x="8744900" y="3750269"/>
                </a:cubicBezTo>
                <a:cubicBezTo>
                  <a:pt x="8732484" y="3750269"/>
                  <a:pt x="8722419" y="3740500"/>
                  <a:pt x="8722419" y="3728449"/>
                </a:cubicBezTo>
                <a:cubicBezTo>
                  <a:pt x="8722419" y="3716398"/>
                  <a:pt x="8732484" y="3706629"/>
                  <a:pt x="8744900" y="3706629"/>
                </a:cubicBezTo>
                <a:close/>
                <a:moveTo>
                  <a:pt x="8667540" y="3706629"/>
                </a:moveTo>
                <a:cubicBezTo>
                  <a:pt x="8679591" y="3706629"/>
                  <a:pt x="8689360" y="3716398"/>
                  <a:pt x="8689360" y="3728449"/>
                </a:cubicBezTo>
                <a:cubicBezTo>
                  <a:pt x="8689360" y="3740500"/>
                  <a:pt x="8679591" y="3750269"/>
                  <a:pt x="8667540" y="3750269"/>
                </a:cubicBezTo>
                <a:cubicBezTo>
                  <a:pt x="8655489" y="3750269"/>
                  <a:pt x="8645720" y="3740500"/>
                  <a:pt x="8645720" y="3728449"/>
                </a:cubicBezTo>
                <a:cubicBezTo>
                  <a:pt x="8645720" y="3716398"/>
                  <a:pt x="8655489" y="3706629"/>
                  <a:pt x="8667540" y="3706629"/>
                </a:cubicBezTo>
                <a:close/>
                <a:moveTo>
                  <a:pt x="8199418" y="3706629"/>
                </a:moveTo>
                <a:cubicBezTo>
                  <a:pt x="8211469" y="3706629"/>
                  <a:pt x="8221238" y="3716398"/>
                  <a:pt x="8221238" y="3728449"/>
                </a:cubicBezTo>
                <a:cubicBezTo>
                  <a:pt x="8221238" y="3740500"/>
                  <a:pt x="8211469" y="3750269"/>
                  <a:pt x="8199418" y="3750269"/>
                </a:cubicBezTo>
                <a:cubicBezTo>
                  <a:pt x="8187367" y="3750269"/>
                  <a:pt x="8177598" y="3740500"/>
                  <a:pt x="8177598" y="3728449"/>
                </a:cubicBezTo>
                <a:cubicBezTo>
                  <a:pt x="8177598" y="3716398"/>
                  <a:pt x="8187367" y="3706629"/>
                  <a:pt x="8199418" y="3706629"/>
                </a:cubicBezTo>
                <a:close/>
                <a:moveTo>
                  <a:pt x="8121398" y="3706629"/>
                </a:moveTo>
                <a:cubicBezTo>
                  <a:pt x="8133449" y="3706629"/>
                  <a:pt x="8143218" y="3716398"/>
                  <a:pt x="8143218" y="3728449"/>
                </a:cubicBezTo>
                <a:cubicBezTo>
                  <a:pt x="8143218" y="3740500"/>
                  <a:pt x="8133449" y="3750269"/>
                  <a:pt x="8121398" y="3750269"/>
                </a:cubicBezTo>
                <a:cubicBezTo>
                  <a:pt x="8109347" y="3750269"/>
                  <a:pt x="8099578" y="3740500"/>
                  <a:pt x="8099578" y="3728449"/>
                </a:cubicBezTo>
                <a:cubicBezTo>
                  <a:pt x="8099578" y="3716398"/>
                  <a:pt x="8109347" y="3706629"/>
                  <a:pt x="8121398" y="3706629"/>
                </a:cubicBezTo>
                <a:close/>
                <a:moveTo>
                  <a:pt x="8044700" y="3706629"/>
                </a:moveTo>
                <a:cubicBezTo>
                  <a:pt x="8056751" y="3706629"/>
                  <a:pt x="8066520" y="3716398"/>
                  <a:pt x="8066520" y="3728449"/>
                </a:cubicBezTo>
                <a:cubicBezTo>
                  <a:pt x="8066520" y="3740500"/>
                  <a:pt x="8056751" y="3750269"/>
                  <a:pt x="8044700" y="3750269"/>
                </a:cubicBezTo>
                <a:cubicBezTo>
                  <a:pt x="8032649" y="3750269"/>
                  <a:pt x="8022880" y="3740500"/>
                  <a:pt x="8022880" y="3728449"/>
                </a:cubicBezTo>
                <a:cubicBezTo>
                  <a:pt x="8022880" y="3716398"/>
                  <a:pt x="8032649" y="3706629"/>
                  <a:pt x="8044700" y="3706629"/>
                </a:cubicBezTo>
                <a:close/>
                <a:moveTo>
                  <a:pt x="7966679" y="3706629"/>
                </a:moveTo>
                <a:cubicBezTo>
                  <a:pt x="7978730" y="3706629"/>
                  <a:pt x="7988499" y="3716398"/>
                  <a:pt x="7988499" y="3728449"/>
                </a:cubicBezTo>
                <a:cubicBezTo>
                  <a:pt x="7988499" y="3740500"/>
                  <a:pt x="7978730" y="3750269"/>
                  <a:pt x="7966679" y="3750269"/>
                </a:cubicBezTo>
                <a:cubicBezTo>
                  <a:pt x="7954628" y="3750269"/>
                  <a:pt x="7944859" y="3740500"/>
                  <a:pt x="7944859" y="3728449"/>
                </a:cubicBezTo>
                <a:cubicBezTo>
                  <a:pt x="7944859" y="3716398"/>
                  <a:pt x="7954628" y="3706629"/>
                  <a:pt x="7966679" y="3706629"/>
                </a:cubicBezTo>
                <a:close/>
                <a:moveTo>
                  <a:pt x="7888658" y="3706629"/>
                </a:moveTo>
                <a:cubicBezTo>
                  <a:pt x="7900709" y="3706629"/>
                  <a:pt x="7910478" y="3716398"/>
                  <a:pt x="7910478" y="3728449"/>
                </a:cubicBezTo>
                <a:cubicBezTo>
                  <a:pt x="7910478" y="3740500"/>
                  <a:pt x="7900709" y="3750269"/>
                  <a:pt x="7888658" y="3750269"/>
                </a:cubicBezTo>
                <a:cubicBezTo>
                  <a:pt x="7876607" y="3750269"/>
                  <a:pt x="7866838" y="3740500"/>
                  <a:pt x="7866838" y="3728449"/>
                </a:cubicBezTo>
                <a:cubicBezTo>
                  <a:pt x="7866838" y="3716398"/>
                  <a:pt x="7876607" y="3706629"/>
                  <a:pt x="7888658" y="3706629"/>
                </a:cubicBezTo>
                <a:close/>
                <a:moveTo>
                  <a:pt x="7809316" y="3706629"/>
                </a:moveTo>
                <a:cubicBezTo>
                  <a:pt x="7821367" y="3706629"/>
                  <a:pt x="7831136" y="3716398"/>
                  <a:pt x="7831136" y="3728449"/>
                </a:cubicBezTo>
                <a:cubicBezTo>
                  <a:pt x="7831136" y="3740500"/>
                  <a:pt x="7821367" y="3750269"/>
                  <a:pt x="7809316" y="3750269"/>
                </a:cubicBezTo>
                <a:cubicBezTo>
                  <a:pt x="7797265" y="3750269"/>
                  <a:pt x="7787496" y="3740500"/>
                  <a:pt x="7787496" y="3728449"/>
                </a:cubicBezTo>
                <a:cubicBezTo>
                  <a:pt x="7787496" y="3716398"/>
                  <a:pt x="7797265" y="3706629"/>
                  <a:pt x="7809316" y="3706629"/>
                </a:cubicBezTo>
                <a:close/>
                <a:moveTo>
                  <a:pt x="7731957" y="3706629"/>
                </a:moveTo>
                <a:cubicBezTo>
                  <a:pt x="7744373" y="3706629"/>
                  <a:pt x="7754438" y="3716398"/>
                  <a:pt x="7754438" y="3728449"/>
                </a:cubicBezTo>
                <a:cubicBezTo>
                  <a:pt x="7754438" y="3740500"/>
                  <a:pt x="7744373" y="3750269"/>
                  <a:pt x="7731957" y="3750269"/>
                </a:cubicBezTo>
                <a:cubicBezTo>
                  <a:pt x="7719541" y="3750269"/>
                  <a:pt x="7709476" y="3740500"/>
                  <a:pt x="7709476" y="3728449"/>
                </a:cubicBezTo>
                <a:cubicBezTo>
                  <a:pt x="7709476" y="3716398"/>
                  <a:pt x="7719541" y="3706629"/>
                  <a:pt x="7731957" y="3706629"/>
                </a:cubicBezTo>
                <a:close/>
                <a:moveTo>
                  <a:pt x="7654597" y="3706629"/>
                </a:moveTo>
                <a:cubicBezTo>
                  <a:pt x="7666648" y="3706629"/>
                  <a:pt x="7676417" y="3716398"/>
                  <a:pt x="7676417" y="3728449"/>
                </a:cubicBezTo>
                <a:cubicBezTo>
                  <a:pt x="7676417" y="3740500"/>
                  <a:pt x="7666648" y="3750269"/>
                  <a:pt x="7654597" y="3750269"/>
                </a:cubicBezTo>
                <a:cubicBezTo>
                  <a:pt x="7642546" y="3750269"/>
                  <a:pt x="7632777" y="3740500"/>
                  <a:pt x="7632777" y="3728449"/>
                </a:cubicBezTo>
                <a:cubicBezTo>
                  <a:pt x="7632777" y="3716398"/>
                  <a:pt x="7642546" y="3706629"/>
                  <a:pt x="7654597" y="3706629"/>
                </a:cubicBezTo>
                <a:close/>
                <a:moveTo>
                  <a:pt x="7576577" y="3706629"/>
                </a:moveTo>
                <a:cubicBezTo>
                  <a:pt x="7588628" y="3706629"/>
                  <a:pt x="7598397" y="3716398"/>
                  <a:pt x="7598397" y="3728449"/>
                </a:cubicBezTo>
                <a:cubicBezTo>
                  <a:pt x="7598397" y="3740500"/>
                  <a:pt x="7588628" y="3750269"/>
                  <a:pt x="7576577" y="3750269"/>
                </a:cubicBezTo>
                <a:cubicBezTo>
                  <a:pt x="7564526" y="3750269"/>
                  <a:pt x="7554757" y="3740500"/>
                  <a:pt x="7554757" y="3728449"/>
                </a:cubicBezTo>
                <a:cubicBezTo>
                  <a:pt x="7554757" y="3716398"/>
                  <a:pt x="7564526" y="3706629"/>
                  <a:pt x="7576577" y="3706629"/>
                </a:cubicBezTo>
                <a:close/>
                <a:moveTo>
                  <a:pt x="7498556" y="3706629"/>
                </a:moveTo>
                <a:cubicBezTo>
                  <a:pt x="7510607" y="3706629"/>
                  <a:pt x="7520376" y="3716398"/>
                  <a:pt x="7520376" y="3728449"/>
                </a:cubicBezTo>
                <a:cubicBezTo>
                  <a:pt x="7520376" y="3740500"/>
                  <a:pt x="7510607" y="3750269"/>
                  <a:pt x="7498556" y="3750269"/>
                </a:cubicBezTo>
                <a:cubicBezTo>
                  <a:pt x="7486505" y="3750269"/>
                  <a:pt x="7476736" y="3740500"/>
                  <a:pt x="7476736" y="3728449"/>
                </a:cubicBezTo>
                <a:cubicBezTo>
                  <a:pt x="7476736" y="3716398"/>
                  <a:pt x="7486505" y="3706629"/>
                  <a:pt x="7498556" y="3706629"/>
                </a:cubicBezTo>
                <a:close/>
                <a:moveTo>
                  <a:pt x="5239931" y="3706629"/>
                </a:moveTo>
                <a:cubicBezTo>
                  <a:pt x="5251982" y="3706629"/>
                  <a:pt x="5261751" y="3716398"/>
                  <a:pt x="5261751" y="3728449"/>
                </a:cubicBezTo>
                <a:cubicBezTo>
                  <a:pt x="5261751" y="3740500"/>
                  <a:pt x="5251982" y="3750269"/>
                  <a:pt x="5239931" y="3750269"/>
                </a:cubicBezTo>
                <a:cubicBezTo>
                  <a:pt x="5227880" y="3750269"/>
                  <a:pt x="5218111" y="3740500"/>
                  <a:pt x="5218111" y="3728449"/>
                </a:cubicBezTo>
                <a:cubicBezTo>
                  <a:pt x="5218111" y="3716398"/>
                  <a:pt x="5227880" y="3706629"/>
                  <a:pt x="5239931" y="3706629"/>
                </a:cubicBezTo>
                <a:close/>
                <a:moveTo>
                  <a:pt x="5162572" y="3706629"/>
                </a:moveTo>
                <a:cubicBezTo>
                  <a:pt x="5174988" y="3706629"/>
                  <a:pt x="5185053" y="3716398"/>
                  <a:pt x="5185053" y="3728449"/>
                </a:cubicBezTo>
                <a:cubicBezTo>
                  <a:pt x="5185053" y="3740500"/>
                  <a:pt x="5174988" y="3750269"/>
                  <a:pt x="5162572" y="3750269"/>
                </a:cubicBezTo>
                <a:cubicBezTo>
                  <a:pt x="5150156" y="3750269"/>
                  <a:pt x="5140091" y="3740500"/>
                  <a:pt x="5140091" y="3728449"/>
                </a:cubicBezTo>
                <a:cubicBezTo>
                  <a:pt x="5140091" y="3716398"/>
                  <a:pt x="5150156" y="3706629"/>
                  <a:pt x="5162572" y="3706629"/>
                </a:cubicBezTo>
                <a:close/>
                <a:moveTo>
                  <a:pt x="5085212" y="3706629"/>
                </a:moveTo>
                <a:cubicBezTo>
                  <a:pt x="5097263" y="3706629"/>
                  <a:pt x="5107032" y="3716398"/>
                  <a:pt x="5107032" y="3728449"/>
                </a:cubicBezTo>
                <a:cubicBezTo>
                  <a:pt x="5107032" y="3740500"/>
                  <a:pt x="5097263" y="3750269"/>
                  <a:pt x="5085212" y="3750269"/>
                </a:cubicBezTo>
                <a:cubicBezTo>
                  <a:pt x="5073161" y="3750269"/>
                  <a:pt x="5063392" y="3740500"/>
                  <a:pt x="5063392" y="3728449"/>
                </a:cubicBezTo>
                <a:cubicBezTo>
                  <a:pt x="5063392" y="3716398"/>
                  <a:pt x="5073161" y="3706629"/>
                  <a:pt x="5085212" y="3706629"/>
                </a:cubicBezTo>
                <a:close/>
                <a:moveTo>
                  <a:pt x="5007193" y="3706629"/>
                </a:moveTo>
                <a:cubicBezTo>
                  <a:pt x="5019244" y="3706629"/>
                  <a:pt x="5029013" y="3716398"/>
                  <a:pt x="5029013" y="3728449"/>
                </a:cubicBezTo>
                <a:cubicBezTo>
                  <a:pt x="5029013" y="3740500"/>
                  <a:pt x="5019244" y="3750269"/>
                  <a:pt x="5007193" y="3750269"/>
                </a:cubicBezTo>
                <a:cubicBezTo>
                  <a:pt x="4995142" y="3750269"/>
                  <a:pt x="4985373" y="3740500"/>
                  <a:pt x="4985373" y="3728449"/>
                </a:cubicBezTo>
                <a:cubicBezTo>
                  <a:pt x="4985373" y="3716398"/>
                  <a:pt x="4995142" y="3706629"/>
                  <a:pt x="5007193" y="3706629"/>
                </a:cubicBezTo>
                <a:close/>
                <a:moveTo>
                  <a:pt x="4928511" y="3706629"/>
                </a:moveTo>
                <a:cubicBezTo>
                  <a:pt x="4940927" y="3706629"/>
                  <a:pt x="4950992" y="3716398"/>
                  <a:pt x="4950992" y="3728449"/>
                </a:cubicBezTo>
                <a:cubicBezTo>
                  <a:pt x="4950992" y="3740500"/>
                  <a:pt x="4940927" y="3750269"/>
                  <a:pt x="4928511" y="3750269"/>
                </a:cubicBezTo>
                <a:cubicBezTo>
                  <a:pt x="4916095" y="3750269"/>
                  <a:pt x="4906030" y="3740500"/>
                  <a:pt x="4906030" y="3728449"/>
                </a:cubicBezTo>
                <a:cubicBezTo>
                  <a:pt x="4906030" y="3716398"/>
                  <a:pt x="4916095" y="3706629"/>
                  <a:pt x="4928511" y="3706629"/>
                </a:cubicBezTo>
                <a:close/>
                <a:moveTo>
                  <a:pt x="4850491" y="3706629"/>
                </a:moveTo>
                <a:cubicBezTo>
                  <a:pt x="4862907" y="3706629"/>
                  <a:pt x="4872972" y="3716398"/>
                  <a:pt x="4872972" y="3728449"/>
                </a:cubicBezTo>
                <a:cubicBezTo>
                  <a:pt x="4872972" y="3740500"/>
                  <a:pt x="4862907" y="3750269"/>
                  <a:pt x="4850491" y="3750269"/>
                </a:cubicBezTo>
                <a:cubicBezTo>
                  <a:pt x="4838075" y="3750269"/>
                  <a:pt x="4828010" y="3740500"/>
                  <a:pt x="4828010" y="3728449"/>
                </a:cubicBezTo>
                <a:cubicBezTo>
                  <a:pt x="4828010" y="3716398"/>
                  <a:pt x="4838075" y="3706629"/>
                  <a:pt x="4850491" y="3706629"/>
                </a:cubicBezTo>
                <a:close/>
                <a:moveTo>
                  <a:pt x="4773132" y="3706629"/>
                </a:moveTo>
                <a:cubicBezTo>
                  <a:pt x="4785183" y="3706629"/>
                  <a:pt x="4794952" y="3716398"/>
                  <a:pt x="4794952" y="3728449"/>
                </a:cubicBezTo>
                <a:cubicBezTo>
                  <a:pt x="4794952" y="3740500"/>
                  <a:pt x="4785183" y="3750269"/>
                  <a:pt x="4773132" y="3750269"/>
                </a:cubicBezTo>
                <a:cubicBezTo>
                  <a:pt x="4761081" y="3750269"/>
                  <a:pt x="4751312" y="3740500"/>
                  <a:pt x="4751312" y="3728449"/>
                </a:cubicBezTo>
                <a:cubicBezTo>
                  <a:pt x="4751312" y="3716398"/>
                  <a:pt x="4761081" y="3706629"/>
                  <a:pt x="4773132" y="3706629"/>
                </a:cubicBezTo>
                <a:close/>
                <a:moveTo>
                  <a:pt x="3293388" y="3706629"/>
                </a:moveTo>
                <a:cubicBezTo>
                  <a:pt x="3305439" y="3706629"/>
                  <a:pt x="3315208" y="3716398"/>
                  <a:pt x="3315208" y="3728449"/>
                </a:cubicBezTo>
                <a:cubicBezTo>
                  <a:pt x="3315208" y="3740500"/>
                  <a:pt x="3305439" y="3750269"/>
                  <a:pt x="3293388" y="3750269"/>
                </a:cubicBezTo>
                <a:cubicBezTo>
                  <a:pt x="3281337" y="3750269"/>
                  <a:pt x="3271568" y="3740500"/>
                  <a:pt x="3271568" y="3728449"/>
                </a:cubicBezTo>
                <a:cubicBezTo>
                  <a:pt x="3271568" y="3716398"/>
                  <a:pt x="3281337" y="3706629"/>
                  <a:pt x="3293388" y="3706629"/>
                </a:cubicBezTo>
                <a:close/>
                <a:moveTo>
                  <a:pt x="3215368" y="3706629"/>
                </a:moveTo>
                <a:cubicBezTo>
                  <a:pt x="3227419" y="3706629"/>
                  <a:pt x="3237188" y="3716398"/>
                  <a:pt x="3237188" y="3728449"/>
                </a:cubicBezTo>
                <a:cubicBezTo>
                  <a:pt x="3237188" y="3740500"/>
                  <a:pt x="3227419" y="3750269"/>
                  <a:pt x="3215368" y="3750269"/>
                </a:cubicBezTo>
                <a:cubicBezTo>
                  <a:pt x="3203317" y="3750269"/>
                  <a:pt x="3193548" y="3740500"/>
                  <a:pt x="3193548" y="3728449"/>
                </a:cubicBezTo>
                <a:cubicBezTo>
                  <a:pt x="3193548" y="3716398"/>
                  <a:pt x="3203317" y="3706629"/>
                  <a:pt x="3215368" y="3706629"/>
                </a:cubicBezTo>
                <a:close/>
                <a:moveTo>
                  <a:pt x="3137348" y="3706629"/>
                </a:moveTo>
                <a:cubicBezTo>
                  <a:pt x="3149399" y="3706629"/>
                  <a:pt x="3159168" y="3716398"/>
                  <a:pt x="3159168" y="3728449"/>
                </a:cubicBezTo>
                <a:cubicBezTo>
                  <a:pt x="3159168" y="3740500"/>
                  <a:pt x="3149399" y="3750269"/>
                  <a:pt x="3137348" y="3750269"/>
                </a:cubicBezTo>
                <a:cubicBezTo>
                  <a:pt x="3125297" y="3750269"/>
                  <a:pt x="3115528" y="3740500"/>
                  <a:pt x="3115528" y="3728449"/>
                </a:cubicBezTo>
                <a:cubicBezTo>
                  <a:pt x="3115528" y="3716398"/>
                  <a:pt x="3125297" y="3706629"/>
                  <a:pt x="3137348" y="3706629"/>
                </a:cubicBezTo>
                <a:close/>
                <a:moveTo>
                  <a:pt x="3059326" y="3706629"/>
                </a:moveTo>
                <a:cubicBezTo>
                  <a:pt x="3071377" y="3706629"/>
                  <a:pt x="3081146" y="3716398"/>
                  <a:pt x="3081146" y="3728449"/>
                </a:cubicBezTo>
                <a:cubicBezTo>
                  <a:pt x="3081146" y="3740500"/>
                  <a:pt x="3071377" y="3750269"/>
                  <a:pt x="3059326" y="3750269"/>
                </a:cubicBezTo>
                <a:cubicBezTo>
                  <a:pt x="3047275" y="3750269"/>
                  <a:pt x="3037506" y="3740500"/>
                  <a:pt x="3037506" y="3728449"/>
                </a:cubicBezTo>
                <a:cubicBezTo>
                  <a:pt x="3037506" y="3716398"/>
                  <a:pt x="3047275" y="3706629"/>
                  <a:pt x="3059326" y="3706629"/>
                </a:cubicBezTo>
                <a:close/>
                <a:moveTo>
                  <a:pt x="2981306" y="3706629"/>
                </a:moveTo>
                <a:cubicBezTo>
                  <a:pt x="2993357" y="3706629"/>
                  <a:pt x="3003126" y="3716398"/>
                  <a:pt x="3003126" y="3728449"/>
                </a:cubicBezTo>
                <a:cubicBezTo>
                  <a:pt x="3003126" y="3740500"/>
                  <a:pt x="2993357" y="3750269"/>
                  <a:pt x="2981306" y="3750269"/>
                </a:cubicBezTo>
                <a:cubicBezTo>
                  <a:pt x="2969255" y="3750269"/>
                  <a:pt x="2959486" y="3740500"/>
                  <a:pt x="2959486" y="3728449"/>
                </a:cubicBezTo>
                <a:cubicBezTo>
                  <a:pt x="2959486" y="3716398"/>
                  <a:pt x="2969255" y="3706629"/>
                  <a:pt x="2981306" y="3706629"/>
                </a:cubicBezTo>
                <a:close/>
                <a:moveTo>
                  <a:pt x="2903286" y="3706629"/>
                </a:moveTo>
                <a:cubicBezTo>
                  <a:pt x="2915337" y="3706629"/>
                  <a:pt x="2925106" y="3716398"/>
                  <a:pt x="2925106" y="3728449"/>
                </a:cubicBezTo>
                <a:cubicBezTo>
                  <a:pt x="2925106" y="3740500"/>
                  <a:pt x="2915337" y="3750269"/>
                  <a:pt x="2903286" y="3750269"/>
                </a:cubicBezTo>
                <a:cubicBezTo>
                  <a:pt x="2891235" y="3750269"/>
                  <a:pt x="2881466" y="3740500"/>
                  <a:pt x="2881466" y="3728449"/>
                </a:cubicBezTo>
                <a:cubicBezTo>
                  <a:pt x="2881466" y="3716398"/>
                  <a:pt x="2891235" y="3706629"/>
                  <a:pt x="2903286" y="3706629"/>
                </a:cubicBezTo>
                <a:close/>
                <a:moveTo>
                  <a:pt x="2826588" y="3706629"/>
                </a:moveTo>
                <a:cubicBezTo>
                  <a:pt x="2838639" y="3706629"/>
                  <a:pt x="2848408" y="3716398"/>
                  <a:pt x="2848408" y="3728449"/>
                </a:cubicBezTo>
                <a:cubicBezTo>
                  <a:pt x="2848408" y="3740500"/>
                  <a:pt x="2838639" y="3750269"/>
                  <a:pt x="2826588" y="3750269"/>
                </a:cubicBezTo>
                <a:cubicBezTo>
                  <a:pt x="2814537" y="3750269"/>
                  <a:pt x="2804768" y="3740500"/>
                  <a:pt x="2804768" y="3728449"/>
                </a:cubicBezTo>
                <a:cubicBezTo>
                  <a:pt x="2804768" y="3716398"/>
                  <a:pt x="2814537" y="3706629"/>
                  <a:pt x="2826588" y="3706629"/>
                </a:cubicBezTo>
                <a:close/>
                <a:moveTo>
                  <a:pt x="2748567" y="3706629"/>
                </a:moveTo>
                <a:cubicBezTo>
                  <a:pt x="2760618" y="3706629"/>
                  <a:pt x="2770387" y="3716398"/>
                  <a:pt x="2770387" y="3728449"/>
                </a:cubicBezTo>
                <a:cubicBezTo>
                  <a:pt x="2770387" y="3740500"/>
                  <a:pt x="2760618" y="3750269"/>
                  <a:pt x="2748567" y="3750269"/>
                </a:cubicBezTo>
                <a:cubicBezTo>
                  <a:pt x="2736516" y="3750269"/>
                  <a:pt x="2726747" y="3740500"/>
                  <a:pt x="2726747" y="3728449"/>
                </a:cubicBezTo>
                <a:cubicBezTo>
                  <a:pt x="2726747" y="3716398"/>
                  <a:pt x="2736516" y="3706629"/>
                  <a:pt x="2748567" y="3706629"/>
                </a:cubicBezTo>
                <a:close/>
                <a:moveTo>
                  <a:pt x="2670547" y="3706629"/>
                </a:moveTo>
                <a:cubicBezTo>
                  <a:pt x="2682598" y="3706629"/>
                  <a:pt x="2692367" y="3716398"/>
                  <a:pt x="2692367" y="3728449"/>
                </a:cubicBezTo>
                <a:cubicBezTo>
                  <a:pt x="2692367" y="3740500"/>
                  <a:pt x="2682598" y="3750269"/>
                  <a:pt x="2670547" y="3750269"/>
                </a:cubicBezTo>
                <a:cubicBezTo>
                  <a:pt x="2658496" y="3750269"/>
                  <a:pt x="2648727" y="3740500"/>
                  <a:pt x="2648727" y="3728449"/>
                </a:cubicBezTo>
                <a:cubicBezTo>
                  <a:pt x="2648727" y="3716398"/>
                  <a:pt x="2658496" y="3706629"/>
                  <a:pt x="2670547" y="3706629"/>
                </a:cubicBezTo>
                <a:close/>
                <a:moveTo>
                  <a:pt x="2592527" y="3706629"/>
                </a:moveTo>
                <a:cubicBezTo>
                  <a:pt x="2604578" y="3706629"/>
                  <a:pt x="2614347" y="3716398"/>
                  <a:pt x="2614347" y="3728449"/>
                </a:cubicBezTo>
                <a:cubicBezTo>
                  <a:pt x="2614347" y="3740500"/>
                  <a:pt x="2604578" y="3750269"/>
                  <a:pt x="2592527" y="3750269"/>
                </a:cubicBezTo>
                <a:cubicBezTo>
                  <a:pt x="2580476" y="3750269"/>
                  <a:pt x="2570707" y="3740500"/>
                  <a:pt x="2570707" y="3728449"/>
                </a:cubicBezTo>
                <a:cubicBezTo>
                  <a:pt x="2570707" y="3716398"/>
                  <a:pt x="2580476" y="3706629"/>
                  <a:pt x="2592527" y="3706629"/>
                </a:cubicBezTo>
                <a:close/>
                <a:moveTo>
                  <a:pt x="8199418" y="3629931"/>
                </a:moveTo>
                <a:cubicBezTo>
                  <a:pt x="8211469" y="3629931"/>
                  <a:pt x="8221238" y="3639700"/>
                  <a:pt x="8221238" y="3651751"/>
                </a:cubicBezTo>
                <a:cubicBezTo>
                  <a:pt x="8221238" y="3663802"/>
                  <a:pt x="8211469" y="3673571"/>
                  <a:pt x="8199418" y="3673571"/>
                </a:cubicBezTo>
                <a:cubicBezTo>
                  <a:pt x="8187367" y="3673571"/>
                  <a:pt x="8177598" y="3663802"/>
                  <a:pt x="8177598" y="3651751"/>
                </a:cubicBezTo>
                <a:cubicBezTo>
                  <a:pt x="8177598" y="3639700"/>
                  <a:pt x="8187367" y="3629931"/>
                  <a:pt x="8199418" y="3629931"/>
                </a:cubicBezTo>
                <a:close/>
                <a:moveTo>
                  <a:pt x="8121398" y="3629931"/>
                </a:moveTo>
                <a:cubicBezTo>
                  <a:pt x="8133449" y="3629931"/>
                  <a:pt x="8143218" y="3639700"/>
                  <a:pt x="8143218" y="3651751"/>
                </a:cubicBezTo>
                <a:cubicBezTo>
                  <a:pt x="8143218" y="3663802"/>
                  <a:pt x="8133449" y="3673571"/>
                  <a:pt x="8121398" y="3673571"/>
                </a:cubicBezTo>
                <a:cubicBezTo>
                  <a:pt x="8109347" y="3673571"/>
                  <a:pt x="8099578" y="3663802"/>
                  <a:pt x="8099578" y="3651751"/>
                </a:cubicBezTo>
                <a:cubicBezTo>
                  <a:pt x="8099578" y="3639700"/>
                  <a:pt x="8109347" y="3629931"/>
                  <a:pt x="8121398" y="3629931"/>
                </a:cubicBezTo>
                <a:close/>
                <a:moveTo>
                  <a:pt x="8044700" y="3629931"/>
                </a:moveTo>
                <a:cubicBezTo>
                  <a:pt x="8056751" y="3629931"/>
                  <a:pt x="8066520" y="3639700"/>
                  <a:pt x="8066520" y="3651751"/>
                </a:cubicBezTo>
                <a:cubicBezTo>
                  <a:pt x="8066520" y="3663802"/>
                  <a:pt x="8056751" y="3673571"/>
                  <a:pt x="8044700" y="3673571"/>
                </a:cubicBezTo>
                <a:cubicBezTo>
                  <a:pt x="8032649" y="3673571"/>
                  <a:pt x="8022880" y="3663802"/>
                  <a:pt x="8022880" y="3651751"/>
                </a:cubicBezTo>
                <a:cubicBezTo>
                  <a:pt x="8022880" y="3639700"/>
                  <a:pt x="8032649" y="3629931"/>
                  <a:pt x="8044700" y="3629931"/>
                </a:cubicBezTo>
                <a:close/>
                <a:moveTo>
                  <a:pt x="7966679" y="3629931"/>
                </a:moveTo>
                <a:cubicBezTo>
                  <a:pt x="7978730" y="3629931"/>
                  <a:pt x="7988499" y="3639700"/>
                  <a:pt x="7988499" y="3651751"/>
                </a:cubicBezTo>
                <a:cubicBezTo>
                  <a:pt x="7988499" y="3663802"/>
                  <a:pt x="7978730" y="3673571"/>
                  <a:pt x="7966679" y="3673571"/>
                </a:cubicBezTo>
                <a:cubicBezTo>
                  <a:pt x="7954628" y="3673571"/>
                  <a:pt x="7944859" y="3663802"/>
                  <a:pt x="7944859" y="3651751"/>
                </a:cubicBezTo>
                <a:cubicBezTo>
                  <a:pt x="7944859" y="3639700"/>
                  <a:pt x="7954628" y="3629931"/>
                  <a:pt x="7966679" y="3629931"/>
                </a:cubicBezTo>
                <a:close/>
                <a:moveTo>
                  <a:pt x="7888658" y="3629931"/>
                </a:moveTo>
                <a:cubicBezTo>
                  <a:pt x="7900709" y="3629931"/>
                  <a:pt x="7910478" y="3639700"/>
                  <a:pt x="7910478" y="3651751"/>
                </a:cubicBezTo>
                <a:cubicBezTo>
                  <a:pt x="7910478" y="3663802"/>
                  <a:pt x="7900709" y="3673571"/>
                  <a:pt x="7888658" y="3673571"/>
                </a:cubicBezTo>
                <a:cubicBezTo>
                  <a:pt x="7876607" y="3673571"/>
                  <a:pt x="7866838" y="3663802"/>
                  <a:pt x="7866838" y="3651751"/>
                </a:cubicBezTo>
                <a:cubicBezTo>
                  <a:pt x="7866838" y="3639700"/>
                  <a:pt x="7876607" y="3629931"/>
                  <a:pt x="7888658" y="3629931"/>
                </a:cubicBezTo>
                <a:close/>
                <a:moveTo>
                  <a:pt x="7809316" y="3629931"/>
                </a:moveTo>
                <a:cubicBezTo>
                  <a:pt x="7821367" y="3629931"/>
                  <a:pt x="7831136" y="3639700"/>
                  <a:pt x="7831136" y="3651751"/>
                </a:cubicBezTo>
                <a:cubicBezTo>
                  <a:pt x="7831136" y="3663802"/>
                  <a:pt x="7821367" y="3673571"/>
                  <a:pt x="7809316" y="3673571"/>
                </a:cubicBezTo>
                <a:cubicBezTo>
                  <a:pt x="7797265" y="3673571"/>
                  <a:pt x="7787496" y="3663802"/>
                  <a:pt x="7787496" y="3651751"/>
                </a:cubicBezTo>
                <a:cubicBezTo>
                  <a:pt x="7787496" y="3639700"/>
                  <a:pt x="7797265" y="3629931"/>
                  <a:pt x="7809316" y="3629931"/>
                </a:cubicBezTo>
                <a:close/>
                <a:moveTo>
                  <a:pt x="7731957" y="3629931"/>
                </a:moveTo>
                <a:cubicBezTo>
                  <a:pt x="7744373" y="3629931"/>
                  <a:pt x="7754438" y="3639700"/>
                  <a:pt x="7754438" y="3651751"/>
                </a:cubicBezTo>
                <a:cubicBezTo>
                  <a:pt x="7754438" y="3663802"/>
                  <a:pt x="7744373" y="3673571"/>
                  <a:pt x="7731957" y="3673571"/>
                </a:cubicBezTo>
                <a:cubicBezTo>
                  <a:pt x="7719541" y="3673571"/>
                  <a:pt x="7709476" y="3663802"/>
                  <a:pt x="7709476" y="3651751"/>
                </a:cubicBezTo>
                <a:cubicBezTo>
                  <a:pt x="7709476" y="3639700"/>
                  <a:pt x="7719541" y="3629931"/>
                  <a:pt x="7731957" y="3629931"/>
                </a:cubicBezTo>
                <a:close/>
                <a:moveTo>
                  <a:pt x="7654597" y="3629931"/>
                </a:moveTo>
                <a:cubicBezTo>
                  <a:pt x="7666648" y="3629931"/>
                  <a:pt x="7676417" y="3639700"/>
                  <a:pt x="7676417" y="3651751"/>
                </a:cubicBezTo>
                <a:cubicBezTo>
                  <a:pt x="7676417" y="3663802"/>
                  <a:pt x="7666648" y="3673571"/>
                  <a:pt x="7654597" y="3673571"/>
                </a:cubicBezTo>
                <a:cubicBezTo>
                  <a:pt x="7642546" y="3673571"/>
                  <a:pt x="7632777" y="3663802"/>
                  <a:pt x="7632777" y="3651751"/>
                </a:cubicBezTo>
                <a:cubicBezTo>
                  <a:pt x="7632777" y="3639700"/>
                  <a:pt x="7642546" y="3629931"/>
                  <a:pt x="7654597" y="3629931"/>
                </a:cubicBezTo>
                <a:close/>
                <a:moveTo>
                  <a:pt x="7576577" y="3629931"/>
                </a:moveTo>
                <a:cubicBezTo>
                  <a:pt x="7588628" y="3629931"/>
                  <a:pt x="7598397" y="3639700"/>
                  <a:pt x="7598397" y="3651751"/>
                </a:cubicBezTo>
                <a:cubicBezTo>
                  <a:pt x="7598397" y="3663802"/>
                  <a:pt x="7588628" y="3673571"/>
                  <a:pt x="7576577" y="3673571"/>
                </a:cubicBezTo>
                <a:cubicBezTo>
                  <a:pt x="7564526" y="3673571"/>
                  <a:pt x="7554757" y="3663802"/>
                  <a:pt x="7554757" y="3651751"/>
                </a:cubicBezTo>
                <a:cubicBezTo>
                  <a:pt x="7554757" y="3639700"/>
                  <a:pt x="7564526" y="3629931"/>
                  <a:pt x="7576577" y="3629931"/>
                </a:cubicBezTo>
                <a:close/>
                <a:moveTo>
                  <a:pt x="7498556" y="3629931"/>
                </a:moveTo>
                <a:cubicBezTo>
                  <a:pt x="7510607" y="3629931"/>
                  <a:pt x="7520376" y="3639700"/>
                  <a:pt x="7520376" y="3651751"/>
                </a:cubicBezTo>
                <a:cubicBezTo>
                  <a:pt x="7520376" y="3663802"/>
                  <a:pt x="7510607" y="3673571"/>
                  <a:pt x="7498556" y="3673571"/>
                </a:cubicBezTo>
                <a:cubicBezTo>
                  <a:pt x="7486505" y="3673571"/>
                  <a:pt x="7476736" y="3663802"/>
                  <a:pt x="7476736" y="3651751"/>
                </a:cubicBezTo>
                <a:cubicBezTo>
                  <a:pt x="7476736" y="3639700"/>
                  <a:pt x="7486505" y="3629931"/>
                  <a:pt x="7498556" y="3629931"/>
                </a:cubicBezTo>
                <a:close/>
                <a:moveTo>
                  <a:pt x="5630034" y="3629931"/>
                </a:moveTo>
                <a:cubicBezTo>
                  <a:pt x="5642085" y="3629931"/>
                  <a:pt x="5651854" y="3639700"/>
                  <a:pt x="5651854" y="3651751"/>
                </a:cubicBezTo>
                <a:cubicBezTo>
                  <a:pt x="5651854" y="3663802"/>
                  <a:pt x="5642085" y="3673571"/>
                  <a:pt x="5630034" y="3673571"/>
                </a:cubicBezTo>
                <a:cubicBezTo>
                  <a:pt x="5617983" y="3673571"/>
                  <a:pt x="5608214" y="3663802"/>
                  <a:pt x="5608214" y="3651751"/>
                </a:cubicBezTo>
                <a:cubicBezTo>
                  <a:pt x="5608214" y="3639700"/>
                  <a:pt x="5617983" y="3629931"/>
                  <a:pt x="5630034" y="3629931"/>
                </a:cubicBezTo>
                <a:close/>
                <a:moveTo>
                  <a:pt x="5552013" y="3629931"/>
                </a:moveTo>
                <a:cubicBezTo>
                  <a:pt x="5564064" y="3629931"/>
                  <a:pt x="5573833" y="3639700"/>
                  <a:pt x="5573833" y="3651751"/>
                </a:cubicBezTo>
                <a:cubicBezTo>
                  <a:pt x="5573833" y="3663802"/>
                  <a:pt x="5564064" y="3673571"/>
                  <a:pt x="5552013" y="3673571"/>
                </a:cubicBezTo>
                <a:cubicBezTo>
                  <a:pt x="5539962" y="3673571"/>
                  <a:pt x="5530193" y="3663802"/>
                  <a:pt x="5530193" y="3651751"/>
                </a:cubicBezTo>
                <a:cubicBezTo>
                  <a:pt x="5530193" y="3639700"/>
                  <a:pt x="5539962" y="3629931"/>
                  <a:pt x="5552013" y="3629931"/>
                </a:cubicBezTo>
                <a:close/>
                <a:moveTo>
                  <a:pt x="5395972" y="3629931"/>
                </a:moveTo>
                <a:cubicBezTo>
                  <a:pt x="5408023" y="3629931"/>
                  <a:pt x="5417792" y="3639700"/>
                  <a:pt x="5417792" y="3651751"/>
                </a:cubicBezTo>
                <a:cubicBezTo>
                  <a:pt x="5417792" y="3663802"/>
                  <a:pt x="5408023" y="3673571"/>
                  <a:pt x="5395972" y="3673571"/>
                </a:cubicBezTo>
                <a:cubicBezTo>
                  <a:pt x="5383921" y="3673571"/>
                  <a:pt x="5374152" y="3663802"/>
                  <a:pt x="5374152" y="3651751"/>
                </a:cubicBezTo>
                <a:cubicBezTo>
                  <a:pt x="5374152" y="3639700"/>
                  <a:pt x="5383921" y="3629931"/>
                  <a:pt x="5395972" y="3629931"/>
                </a:cubicBezTo>
                <a:close/>
                <a:moveTo>
                  <a:pt x="5317953" y="3629931"/>
                </a:moveTo>
                <a:cubicBezTo>
                  <a:pt x="5330004" y="3629931"/>
                  <a:pt x="5339773" y="3639700"/>
                  <a:pt x="5339773" y="3651751"/>
                </a:cubicBezTo>
                <a:cubicBezTo>
                  <a:pt x="5339773" y="3663802"/>
                  <a:pt x="5330004" y="3673571"/>
                  <a:pt x="5317953" y="3673571"/>
                </a:cubicBezTo>
                <a:cubicBezTo>
                  <a:pt x="5305902" y="3673571"/>
                  <a:pt x="5296133" y="3663802"/>
                  <a:pt x="5296133" y="3651751"/>
                </a:cubicBezTo>
                <a:cubicBezTo>
                  <a:pt x="5296133" y="3639700"/>
                  <a:pt x="5305902" y="3629931"/>
                  <a:pt x="5317953" y="3629931"/>
                </a:cubicBezTo>
                <a:close/>
                <a:moveTo>
                  <a:pt x="5239931" y="3629931"/>
                </a:moveTo>
                <a:cubicBezTo>
                  <a:pt x="5251982" y="3629931"/>
                  <a:pt x="5261751" y="3639700"/>
                  <a:pt x="5261751" y="3651751"/>
                </a:cubicBezTo>
                <a:cubicBezTo>
                  <a:pt x="5261751" y="3663802"/>
                  <a:pt x="5251982" y="3673571"/>
                  <a:pt x="5239931" y="3673571"/>
                </a:cubicBezTo>
                <a:cubicBezTo>
                  <a:pt x="5227880" y="3673571"/>
                  <a:pt x="5218111" y="3663802"/>
                  <a:pt x="5218111" y="3651751"/>
                </a:cubicBezTo>
                <a:cubicBezTo>
                  <a:pt x="5218111" y="3639700"/>
                  <a:pt x="5227880" y="3629931"/>
                  <a:pt x="5239931" y="3629931"/>
                </a:cubicBezTo>
                <a:close/>
                <a:moveTo>
                  <a:pt x="5162572" y="3629931"/>
                </a:moveTo>
                <a:cubicBezTo>
                  <a:pt x="5174988" y="3629931"/>
                  <a:pt x="5185053" y="3639700"/>
                  <a:pt x="5185053" y="3651751"/>
                </a:cubicBezTo>
                <a:cubicBezTo>
                  <a:pt x="5185053" y="3663802"/>
                  <a:pt x="5174988" y="3673571"/>
                  <a:pt x="5162572" y="3673571"/>
                </a:cubicBezTo>
                <a:cubicBezTo>
                  <a:pt x="5150156" y="3673571"/>
                  <a:pt x="5140091" y="3663802"/>
                  <a:pt x="5140091" y="3651751"/>
                </a:cubicBezTo>
                <a:cubicBezTo>
                  <a:pt x="5140091" y="3639700"/>
                  <a:pt x="5150156" y="3629931"/>
                  <a:pt x="5162572" y="3629931"/>
                </a:cubicBezTo>
                <a:close/>
                <a:moveTo>
                  <a:pt x="5085212" y="3629931"/>
                </a:moveTo>
                <a:cubicBezTo>
                  <a:pt x="5097263" y="3629931"/>
                  <a:pt x="5107032" y="3639700"/>
                  <a:pt x="5107032" y="3651751"/>
                </a:cubicBezTo>
                <a:cubicBezTo>
                  <a:pt x="5107032" y="3663802"/>
                  <a:pt x="5097263" y="3673571"/>
                  <a:pt x="5085212" y="3673571"/>
                </a:cubicBezTo>
                <a:cubicBezTo>
                  <a:pt x="5073161" y="3673571"/>
                  <a:pt x="5063392" y="3663802"/>
                  <a:pt x="5063392" y="3651751"/>
                </a:cubicBezTo>
                <a:cubicBezTo>
                  <a:pt x="5063392" y="3639700"/>
                  <a:pt x="5073161" y="3629931"/>
                  <a:pt x="5085212" y="3629931"/>
                </a:cubicBezTo>
                <a:close/>
                <a:moveTo>
                  <a:pt x="5007193" y="3629931"/>
                </a:moveTo>
                <a:cubicBezTo>
                  <a:pt x="5019244" y="3629931"/>
                  <a:pt x="5029013" y="3639700"/>
                  <a:pt x="5029013" y="3651751"/>
                </a:cubicBezTo>
                <a:cubicBezTo>
                  <a:pt x="5029013" y="3663802"/>
                  <a:pt x="5019244" y="3673571"/>
                  <a:pt x="5007193" y="3673571"/>
                </a:cubicBezTo>
                <a:cubicBezTo>
                  <a:pt x="4995142" y="3673571"/>
                  <a:pt x="4985373" y="3663802"/>
                  <a:pt x="4985373" y="3651751"/>
                </a:cubicBezTo>
                <a:cubicBezTo>
                  <a:pt x="4985373" y="3639700"/>
                  <a:pt x="4995142" y="3629931"/>
                  <a:pt x="5007193" y="3629931"/>
                </a:cubicBezTo>
                <a:close/>
                <a:moveTo>
                  <a:pt x="4928511" y="3629931"/>
                </a:moveTo>
                <a:cubicBezTo>
                  <a:pt x="4940927" y="3629931"/>
                  <a:pt x="4950992" y="3639700"/>
                  <a:pt x="4950992" y="3651751"/>
                </a:cubicBezTo>
                <a:cubicBezTo>
                  <a:pt x="4950992" y="3663802"/>
                  <a:pt x="4940927" y="3673571"/>
                  <a:pt x="4928511" y="3673571"/>
                </a:cubicBezTo>
                <a:cubicBezTo>
                  <a:pt x="4916095" y="3673571"/>
                  <a:pt x="4906030" y="3663802"/>
                  <a:pt x="4906030" y="3651751"/>
                </a:cubicBezTo>
                <a:cubicBezTo>
                  <a:pt x="4906030" y="3639700"/>
                  <a:pt x="4916095" y="3629931"/>
                  <a:pt x="4928511" y="3629931"/>
                </a:cubicBezTo>
                <a:close/>
                <a:moveTo>
                  <a:pt x="4850491" y="3629931"/>
                </a:moveTo>
                <a:cubicBezTo>
                  <a:pt x="4862907" y="3629931"/>
                  <a:pt x="4872972" y="3639700"/>
                  <a:pt x="4872972" y="3651751"/>
                </a:cubicBezTo>
                <a:cubicBezTo>
                  <a:pt x="4872972" y="3663802"/>
                  <a:pt x="4862907" y="3673571"/>
                  <a:pt x="4850491" y="3673571"/>
                </a:cubicBezTo>
                <a:cubicBezTo>
                  <a:pt x="4838075" y="3673571"/>
                  <a:pt x="4828010" y="3663802"/>
                  <a:pt x="4828010" y="3651751"/>
                </a:cubicBezTo>
                <a:cubicBezTo>
                  <a:pt x="4828010" y="3639700"/>
                  <a:pt x="4838075" y="3629931"/>
                  <a:pt x="4850491" y="3629931"/>
                </a:cubicBezTo>
                <a:close/>
                <a:moveTo>
                  <a:pt x="4773132" y="3629931"/>
                </a:moveTo>
                <a:cubicBezTo>
                  <a:pt x="4785183" y="3629931"/>
                  <a:pt x="4794952" y="3639700"/>
                  <a:pt x="4794952" y="3651751"/>
                </a:cubicBezTo>
                <a:cubicBezTo>
                  <a:pt x="4794952" y="3663802"/>
                  <a:pt x="4785183" y="3673571"/>
                  <a:pt x="4773132" y="3673571"/>
                </a:cubicBezTo>
                <a:cubicBezTo>
                  <a:pt x="4761081" y="3673571"/>
                  <a:pt x="4751312" y="3663802"/>
                  <a:pt x="4751312" y="3651751"/>
                </a:cubicBezTo>
                <a:cubicBezTo>
                  <a:pt x="4751312" y="3639700"/>
                  <a:pt x="4761081" y="3629931"/>
                  <a:pt x="4773132" y="3629931"/>
                </a:cubicBezTo>
                <a:close/>
                <a:moveTo>
                  <a:pt x="4695111" y="3629931"/>
                </a:moveTo>
                <a:cubicBezTo>
                  <a:pt x="4707162" y="3629931"/>
                  <a:pt x="4716931" y="3639700"/>
                  <a:pt x="4716931" y="3651751"/>
                </a:cubicBezTo>
                <a:cubicBezTo>
                  <a:pt x="4716931" y="3663802"/>
                  <a:pt x="4707162" y="3673571"/>
                  <a:pt x="4695111" y="3673571"/>
                </a:cubicBezTo>
                <a:cubicBezTo>
                  <a:pt x="4683060" y="3673571"/>
                  <a:pt x="4673291" y="3663802"/>
                  <a:pt x="4673291" y="3651751"/>
                </a:cubicBezTo>
                <a:cubicBezTo>
                  <a:pt x="4673291" y="3639700"/>
                  <a:pt x="4683060" y="3629931"/>
                  <a:pt x="4695111" y="3629931"/>
                </a:cubicBezTo>
                <a:close/>
                <a:moveTo>
                  <a:pt x="3059326" y="3629931"/>
                </a:moveTo>
                <a:cubicBezTo>
                  <a:pt x="3071377" y="3629931"/>
                  <a:pt x="3081146" y="3639700"/>
                  <a:pt x="3081146" y="3651751"/>
                </a:cubicBezTo>
                <a:cubicBezTo>
                  <a:pt x="3081146" y="3663802"/>
                  <a:pt x="3071377" y="3673571"/>
                  <a:pt x="3059326" y="3673571"/>
                </a:cubicBezTo>
                <a:cubicBezTo>
                  <a:pt x="3047275" y="3673571"/>
                  <a:pt x="3037506" y="3663802"/>
                  <a:pt x="3037506" y="3651751"/>
                </a:cubicBezTo>
                <a:cubicBezTo>
                  <a:pt x="3037506" y="3639700"/>
                  <a:pt x="3047275" y="3629931"/>
                  <a:pt x="3059326" y="3629931"/>
                </a:cubicBezTo>
                <a:close/>
                <a:moveTo>
                  <a:pt x="2981306" y="3629931"/>
                </a:moveTo>
                <a:cubicBezTo>
                  <a:pt x="2993357" y="3629931"/>
                  <a:pt x="3003126" y="3639700"/>
                  <a:pt x="3003126" y="3651751"/>
                </a:cubicBezTo>
                <a:cubicBezTo>
                  <a:pt x="3003126" y="3663802"/>
                  <a:pt x="2993357" y="3673571"/>
                  <a:pt x="2981306" y="3673571"/>
                </a:cubicBezTo>
                <a:cubicBezTo>
                  <a:pt x="2969255" y="3673571"/>
                  <a:pt x="2959486" y="3663802"/>
                  <a:pt x="2959486" y="3651751"/>
                </a:cubicBezTo>
                <a:cubicBezTo>
                  <a:pt x="2959486" y="3639700"/>
                  <a:pt x="2969255" y="3629931"/>
                  <a:pt x="2981306" y="3629931"/>
                </a:cubicBezTo>
                <a:close/>
                <a:moveTo>
                  <a:pt x="2903286" y="3629931"/>
                </a:moveTo>
                <a:cubicBezTo>
                  <a:pt x="2915337" y="3629931"/>
                  <a:pt x="2925106" y="3639700"/>
                  <a:pt x="2925106" y="3651751"/>
                </a:cubicBezTo>
                <a:cubicBezTo>
                  <a:pt x="2925106" y="3663802"/>
                  <a:pt x="2915337" y="3673571"/>
                  <a:pt x="2903286" y="3673571"/>
                </a:cubicBezTo>
                <a:cubicBezTo>
                  <a:pt x="2891235" y="3673571"/>
                  <a:pt x="2881466" y="3663802"/>
                  <a:pt x="2881466" y="3651751"/>
                </a:cubicBezTo>
                <a:cubicBezTo>
                  <a:pt x="2881466" y="3639700"/>
                  <a:pt x="2891235" y="3629931"/>
                  <a:pt x="2903286" y="3629931"/>
                </a:cubicBezTo>
                <a:close/>
                <a:moveTo>
                  <a:pt x="2826588" y="3629931"/>
                </a:moveTo>
                <a:cubicBezTo>
                  <a:pt x="2838639" y="3629931"/>
                  <a:pt x="2848408" y="3639700"/>
                  <a:pt x="2848408" y="3651751"/>
                </a:cubicBezTo>
                <a:cubicBezTo>
                  <a:pt x="2848408" y="3663802"/>
                  <a:pt x="2838639" y="3673571"/>
                  <a:pt x="2826588" y="3673571"/>
                </a:cubicBezTo>
                <a:cubicBezTo>
                  <a:pt x="2814537" y="3673571"/>
                  <a:pt x="2804768" y="3663802"/>
                  <a:pt x="2804768" y="3651751"/>
                </a:cubicBezTo>
                <a:cubicBezTo>
                  <a:pt x="2804768" y="3639700"/>
                  <a:pt x="2814537" y="3629931"/>
                  <a:pt x="2826588" y="3629931"/>
                </a:cubicBezTo>
                <a:close/>
                <a:moveTo>
                  <a:pt x="2748567" y="3629931"/>
                </a:moveTo>
                <a:cubicBezTo>
                  <a:pt x="2760618" y="3629931"/>
                  <a:pt x="2770387" y="3639700"/>
                  <a:pt x="2770387" y="3651751"/>
                </a:cubicBezTo>
                <a:cubicBezTo>
                  <a:pt x="2770387" y="3663802"/>
                  <a:pt x="2760618" y="3673571"/>
                  <a:pt x="2748567" y="3673571"/>
                </a:cubicBezTo>
                <a:cubicBezTo>
                  <a:pt x="2736516" y="3673571"/>
                  <a:pt x="2726747" y="3663802"/>
                  <a:pt x="2726747" y="3651751"/>
                </a:cubicBezTo>
                <a:cubicBezTo>
                  <a:pt x="2726747" y="3639700"/>
                  <a:pt x="2736516" y="3629931"/>
                  <a:pt x="2748567" y="3629931"/>
                </a:cubicBezTo>
                <a:close/>
                <a:moveTo>
                  <a:pt x="2670547" y="3629931"/>
                </a:moveTo>
                <a:cubicBezTo>
                  <a:pt x="2682598" y="3629931"/>
                  <a:pt x="2692367" y="3639700"/>
                  <a:pt x="2692367" y="3651751"/>
                </a:cubicBezTo>
                <a:cubicBezTo>
                  <a:pt x="2692367" y="3663802"/>
                  <a:pt x="2682598" y="3673571"/>
                  <a:pt x="2670547" y="3673571"/>
                </a:cubicBezTo>
                <a:cubicBezTo>
                  <a:pt x="2658496" y="3673571"/>
                  <a:pt x="2648727" y="3663802"/>
                  <a:pt x="2648727" y="3651751"/>
                </a:cubicBezTo>
                <a:cubicBezTo>
                  <a:pt x="2648727" y="3639700"/>
                  <a:pt x="2658496" y="3629931"/>
                  <a:pt x="2670547" y="3629931"/>
                </a:cubicBezTo>
                <a:close/>
                <a:moveTo>
                  <a:pt x="2592527" y="3629931"/>
                </a:moveTo>
                <a:cubicBezTo>
                  <a:pt x="2604578" y="3629931"/>
                  <a:pt x="2614347" y="3639700"/>
                  <a:pt x="2614347" y="3651751"/>
                </a:cubicBezTo>
                <a:cubicBezTo>
                  <a:pt x="2614347" y="3663802"/>
                  <a:pt x="2604578" y="3673571"/>
                  <a:pt x="2592527" y="3673571"/>
                </a:cubicBezTo>
                <a:cubicBezTo>
                  <a:pt x="2580476" y="3673571"/>
                  <a:pt x="2570707" y="3663802"/>
                  <a:pt x="2570707" y="3651751"/>
                </a:cubicBezTo>
                <a:cubicBezTo>
                  <a:pt x="2570707" y="3639700"/>
                  <a:pt x="2580476" y="3629931"/>
                  <a:pt x="2592527" y="3629931"/>
                </a:cubicBezTo>
                <a:close/>
                <a:moveTo>
                  <a:pt x="2513845" y="3629931"/>
                </a:moveTo>
                <a:cubicBezTo>
                  <a:pt x="2526261" y="3629931"/>
                  <a:pt x="2536326" y="3639700"/>
                  <a:pt x="2536326" y="3651751"/>
                </a:cubicBezTo>
                <a:cubicBezTo>
                  <a:pt x="2536326" y="3663802"/>
                  <a:pt x="2526261" y="3673571"/>
                  <a:pt x="2513845" y="3673571"/>
                </a:cubicBezTo>
                <a:cubicBezTo>
                  <a:pt x="2501429" y="3673571"/>
                  <a:pt x="2491364" y="3663802"/>
                  <a:pt x="2491364" y="3651751"/>
                </a:cubicBezTo>
                <a:cubicBezTo>
                  <a:pt x="2491364" y="3639700"/>
                  <a:pt x="2501429" y="3629931"/>
                  <a:pt x="2513845" y="3629931"/>
                </a:cubicBezTo>
                <a:close/>
                <a:moveTo>
                  <a:pt x="3371408" y="3629930"/>
                </a:moveTo>
                <a:cubicBezTo>
                  <a:pt x="3383459" y="3629930"/>
                  <a:pt x="3393228" y="3639699"/>
                  <a:pt x="3393228" y="3651750"/>
                </a:cubicBezTo>
                <a:cubicBezTo>
                  <a:pt x="3393228" y="3663801"/>
                  <a:pt x="3383459" y="3673570"/>
                  <a:pt x="3371408" y="3673570"/>
                </a:cubicBezTo>
                <a:cubicBezTo>
                  <a:pt x="3359357" y="3673570"/>
                  <a:pt x="3349588" y="3663801"/>
                  <a:pt x="3349588" y="3651750"/>
                </a:cubicBezTo>
                <a:cubicBezTo>
                  <a:pt x="3349588" y="3639699"/>
                  <a:pt x="3359357" y="3629930"/>
                  <a:pt x="3371408" y="3629930"/>
                </a:cubicBezTo>
                <a:close/>
                <a:moveTo>
                  <a:pt x="3293388" y="3629930"/>
                </a:moveTo>
                <a:cubicBezTo>
                  <a:pt x="3305439" y="3629930"/>
                  <a:pt x="3315208" y="3639699"/>
                  <a:pt x="3315208" y="3651750"/>
                </a:cubicBezTo>
                <a:cubicBezTo>
                  <a:pt x="3315208" y="3663801"/>
                  <a:pt x="3305439" y="3673570"/>
                  <a:pt x="3293388" y="3673570"/>
                </a:cubicBezTo>
                <a:cubicBezTo>
                  <a:pt x="3281337" y="3673570"/>
                  <a:pt x="3271568" y="3663801"/>
                  <a:pt x="3271568" y="3651750"/>
                </a:cubicBezTo>
                <a:cubicBezTo>
                  <a:pt x="3271568" y="3639699"/>
                  <a:pt x="3281337" y="3629930"/>
                  <a:pt x="3293388" y="3629930"/>
                </a:cubicBezTo>
                <a:close/>
                <a:moveTo>
                  <a:pt x="3215368" y="3629930"/>
                </a:moveTo>
                <a:cubicBezTo>
                  <a:pt x="3227419" y="3629930"/>
                  <a:pt x="3237188" y="3639699"/>
                  <a:pt x="3237188" y="3651750"/>
                </a:cubicBezTo>
                <a:cubicBezTo>
                  <a:pt x="3237188" y="3663801"/>
                  <a:pt x="3227419" y="3673570"/>
                  <a:pt x="3215368" y="3673570"/>
                </a:cubicBezTo>
                <a:cubicBezTo>
                  <a:pt x="3203317" y="3673570"/>
                  <a:pt x="3193548" y="3663801"/>
                  <a:pt x="3193548" y="3651750"/>
                </a:cubicBezTo>
                <a:cubicBezTo>
                  <a:pt x="3193548" y="3639699"/>
                  <a:pt x="3203317" y="3629930"/>
                  <a:pt x="3215368" y="3629930"/>
                </a:cubicBezTo>
                <a:close/>
                <a:moveTo>
                  <a:pt x="3137348" y="3629930"/>
                </a:moveTo>
                <a:cubicBezTo>
                  <a:pt x="3149399" y="3629930"/>
                  <a:pt x="3159168" y="3639699"/>
                  <a:pt x="3159168" y="3651750"/>
                </a:cubicBezTo>
                <a:cubicBezTo>
                  <a:pt x="3159168" y="3663801"/>
                  <a:pt x="3149399" y="3673570"/>
                  <a:pt x="3137348" y="3673570"/>
                </a:cubicBezTo>
                <a:cubicBezTo>
                  <a:pt x="3125297" y="3673570"/>
                  <a:pt x="3115528" y="3663801"/>
                  <a:pt x="3115528" y="3651750"/>
                </a:cubicBezTo>
                <a:cubicBezTo>
                  <a:pt x="3115528" y="3639699"/>
                  <a:pt x="3125297" y="3629930"/>
                  <a:pt x="3137348" y="3629930"/>
                </a:cubicBezTo>
                <a:close/>
                <a:moveTo>
                  <a:pt x="5708054" y="3551911"/>
                </a:moveTo>
                <a:cubicBezTo>
                  <a:pt x="5720105" y="3551911"/>
                  <a:pt x="5729874" y="3561680"/>
                  <a:pt x="5729874" y="3573731"/>
                </a:cubicBezTo>
                <a:cubicBezTo>
                  <a:pt x="5729874" y="3585782"/>
                  <a:pt x="5720105" y="3595551"/>
                  <a:pt x="5708054" y="3595551"/>
                </a:cubicBezTo>
                <a:cubicBezTo>
                  <a:pt x="5696003" y="3595551"/>
                  <a:pt x="5686234" y="3585782"/>
                  <a:pt x="5686234" y="3573731"/>
                </a:cubicBezTo>
                <a:cubicBezTo>
                  <a:pt x="5686234" y="3561680"/>
                  <a:pt x="5696003" y="3551911"/>
                  <a:pt x="5708054" y="3551911"/>
                </a:cubicBezTo>
                <a:close/>
                <a:moveTo>
                  <a:pt x="5630034" y="3551911"/>
                </a:moveTo>
                <a:cubicBezTo>
                  <a:pt x="5642085" y="3551911"/>
                  <a:pt x="5651854" y="3561680"/>
                  <a:pt x="5651854" y="3573731"/>
                </a:cubicBezTo>
                <a:cubicBezTo>
                  <a:pt x="5651854" y="3585782"/>
                  <a:pt x="5642085" y="3595551"/>
                  <a:pt x="5630034" y="3595551"/>
                </a:cubicBezTo>
                <a:cubicBezTo>
                  <a:pt x="5617983" y="3595551"/>
                  <a:pt x="5608214" y="3585782"/>
                  <a:pt x="5608214" y="3573731"/>
                </a:cubicBezTo>
                <a:cubicBezTo>
                  <a:pt x="5608214" y="3561680"/>
                  <a:pt x="5617983" y="3551911"/>
                  <a:pt x="5630034" y="3551911"/>
                </a:cubicBezTo>
                <a:close/>
                <a:moveTo>
                  <a:pt x="5395972" y="3551911"/>
                </a:moveTo>
                <a:cubicBezTo>
                  <a:pt x="5408023" y="3551911"/>
                  <a:pt x="5417792" y="3561680"/>
                  <a:pt x="5417792" y="3573731"/>
                </a:cubicBezTo>
                <a:cubicBezTo>
                  <a:pt x="5417792" y="3585782"/>
                  <a:pt x="5408023" y="3595551"/>
                  <a:pt x="5395972" y="3595551"/>
                </a:cubicBezTo>
                <a:cubicBezTo>
                  <a:pt x="5383921" y="3595551"/>
                  <a:pt x="5374152" y="3585782"/>
                  <a:pt x="5374152" y="3573731"/>
                </a:cubicBezTo>
                <a:cubicBezTo>
                  <a:pt x="5374152" y="3561680"/>
                  <a:pt x="5383921" y="3551911"/>
                  <a:pt x="5395972" y="3551911"/>
                </a:cubicBezTo>
                <a:close/>
                <a:moveTo>
                  <a:pt x="5317953" y="3551911"/>
                </a:moveTo>
                <a:cubicBezTo>
                  <a:pt x="5330004" y="3551911"/>
                  <a:pt x="5339773" y="3561680"/>
                  <a:pt x="5339773" y="3573731"/>
                </a:cubicBezTo>
                <a:cubicBezTo>
                  <a:pt x="5339773" y="3585782"/>
                  <a:pt x="5330004" y="3595551"/>
                  <a:pt x="5317953" y="3595551"/>
                </a:cubicBezTo>
                <a:cubicBezTo>
                  <a:pt x="5305902" y="3595551"/>
                  <a:pt x="5296133" y="3585782"/>
                  <a:pt x="5296133" y="3573731"/>
                </a:cubicBezTo>
                <a:cubicBezTo>
                  <a:pt x="5296133" y="3561680"/>
                  <a:pt x="5305902" y="3551911"/>
                  <a:pt x="5317953" y="3551911"/>
                </a:cubicBezTo>
                <a:close/>
                <a:moveTo>
                  <a:pt x="3059326" y="3551911"/>
                </a:moveTo>
                <a:cubicBezTo>
                  <a:pt x="3071377" y="3551911"/>
                  <a:pt x="3081146" y="3561680"/>
                  <a:pt x="3081146" y="3573731"/>
                </a:cubicBezTo>
                <a:cubicBezTo>
                  <a:pt x="3081146" y="3585782"/>
                  <a:pt x="3071377" y="3595551"/>
                  <a:pt x="3059326" y="3595551"/>
                </a:cubicBezTo>
                <a:cubicBezTo>
                  <a:pt x="3047275" y="3595551"/>
                  <a:pt x="3037506" y="3585782"/>
                  <a:pt x="3037506" y="3573731"/>
                </a:cubicBezTo>
                <a:cubicBezTo>
                  <a:pt x="3037506" y="3561680"/>
                  <a:pt x="3047275" y="3551911"/>
                  <a:pt x="3059326" y="3551911"/>
                </a:cubicBezTo>
                <a:close/>
                <a:moveTo>
                  <a:pt x="2981306" y="3551911"/>
                </a:moveTo>
                <a:cubicBezTo>
                  <a:pt x="2993357" y="3551911"/>
                  <a:pt x="3003126" y="3561680"/>
                  <a:pt x="3003126" y="3573731"/>
                </a:cubicBezTo>
                <a:cubicBezTo>
                  <a:pt x="3003126" y="3585782"/>
                  <a:pt x="2993357" y="3595551"/>
                  <a:pt x="2981306" y="3595551"/>
                </a:cubicBezTo>
                <a:cubicBezTo>
                  <a:pt x="2969255" y="3595551"/>
                  <a:pt x="2959486" y="3585782"/>
                  <a:pt x="2959486" y="3573731"/>
                </a:cubicBezTo>
                <a:cubicBezTo>
                  <a:pt x="2959486" y="3561680"/>
                  <a:pt x="2969255" y="3551911"/>
                  <a:pt x="2981306" y="3551911"/>
                </a:cubicBezTo>
                <a:close/>
                <a:moveTo>
                  <a:pt x="2903286" y="3551911"/>
                </a:moveTo>
                <a:cubicBezTo>
                  <a:pt x="2915337" y="3551911"/>
                  <a:pt x="2925106" y="3561680"/>
                  <a:pt x="2925106" y="3573731"/>
                </a:cubicBezTo>
                <a:cubicBezTo>
                  <a:pt x="2925106" y="3585782"/>
                  <a:pt x="2915337" y="3595551"/>
                  <a:pt x="2903286" y="3595551"/>
                </a:cubicBezTo>
                <a:cubicBezTo>
                  <a:pt x="2891235" y="3595551"/>
                  <a:pt x="2881466" y="3585782"/>
                  <a:pt x="2881466" y="3573731"/>
                </a:cubicBezTo>
                <a:cubicBezTo>
                  <a:pt x="2881466" y="3561680"/>
                  <a:pt x="2891235" y="3551911"/>
                  <a:pt x="2903286" y="3551911"/>
                </a:cubicBezTo>
                <a:close/>
                <a:moveTo>
                  <a:pt x="2826588" y="3551911"/>
                </a:moveTo>
                <a:cubicBezTo>
                  <a:pt x="2838639" y="3551911"/>
                  <a:pt x="2848408" y="3561680"/>
                  <a:pt x="2848408" y="3573731"/>
                </a:cubicBezTo>
                <a:cubicBezTo>
                  <a:pt x="2848408" y="3585782"/>
                  <a:pt x="2838639" y="3595551"/>
                  <a:pt x="2826588" y="3595551"/>
                </a:cubicBezTo>
                <a:cubicBezTo>
                  <a:pt x="2814537" y="3595551"/>
                  <a:pt x="2804768" y="3585782"/>
                  <a:pt x="2804768" y="3573731"/>
                </a:cubicBezTo>
                <a:cubicBezTo>
                  <a:pt x="2804768" y="3561680"/>
                  <a:pt x="2814537" y="3551911"/>
                  <a:pt x="2826588" y="3551911"/>
                </a:cubicBezTo>
                <a:close/>
                <a:moveTo>
                  <a:pt x="2748567" y="3551911"/>
                </a:moveTo>
                <a:cubicBezTo>
                  <a:pt x="2760618" y="3551911"/>
                  <a:pt x="2770387" y="3561680"/>
                  <a:pt x="2770387" y="3573731"/>
                </a:cubicBezTo>
                <a:cubicBezTo>
                  <a:pt x="2770387" y="3585782"/>
                  <a:pt x="2760618" y="3595551"/>
                  <a:pt x="2748567" y="3595551"/>
                </a:cubicBezTo>
                <a:cubicBezTo>
                  <a:pt x="2736516" y="3595551"/>
                  <a:pt x="2726747" y="3585782"/>
                  <a:pt x="2726747" y="3573731"/>
                </a:cubicBezTo>
                <a:cubicBezTo>
                  <a:pt x="2726747" y="3561680"/>
                  <a:pt x="2736516" y="3551911"/>
                  <a:pt x="2748567" y="3551911"/>
                </a:cubicBezTo>
                <a:close/>
                <a:moveTo>
                  <a:pt x="2670547" y="3551911"/>
                </a:moveTo>
                <a:cubicBezTo>
                  <a:pt x="2682598" y="3551911"/>
                  <a:pt x="2692367" y="3561680"/>
                  <a:pt x="2692367" y="3573731"/>
                </a:cubicBezTo>
                <a:cubicBezTo>
                  <a:pt x="2692367" y="3585782"/>
                  <a:pt x="2682598" y="3595551"/>
                  <a:pt x="2670547" y="3595551"/>
                </a:cubicBezTo>
                <a:cubicBezTo>
                  <a:pt x="2658496" y="3595551"/>
                  <a:pt x="2648727" y="3585782"/>
                  <a:pt x="2648727" y="3573731"/>
                </a:cubicBezTo>
                <a:cubicBezTo>
                  <a:pt x="2648727" y="3561680"/>
                  <a:pt x="2658496" y="3551911"/>
                  <a:pt x="2670547" y="3551911"/>
                </a:cubicBezTo>
                <a:close/>
                <a:moveTo>
                  <a:pt x="2592527" y="3551911"/>
                </a:moveTo>
                <a:cubicBezTo>
                  <a:pt x="2604578" y="3551911"/>
                  <a:pt x="2614347" y="3561680"/>
                  <a:pt x="2614347" y="3573731"/>
                </a:cubicBezTo>
                <a:cubicBezTo>
                  <a:pt x="2614347" y="3585782"/>
                  <a:pt x="2604578" y="3595551"/>
                  <a:pt x="2592527" y="3595551"/>
                </a:cubicBezTo>
                <a:cubicBezTo>
                  <a:pt x="2580476" y="3595551"/>
                  <a:pt x="2570707" y="3585782"/>
                  <a:pt x="2570707" y="3573731"/>
                </a:cubicBezTo>
                <a:cubicBezTo>
                  <a:pt x="2570707" y="3561680"/>
                  <a:pt x="2580476" y="3551911"/>
                  <a:pt x="2592527" y="3551911"/>
                </a:cubicBezTo>
                <a:close/>
                <a:moveTo>
                  <a:pt x="2513845" y="3551911"/>
                </a:moveTo>
                <a:cubicBezTo>
                  <a:pt x="2526261" y="3551911"/>
                  <a:pt x="2536326" y="3561680"/>
                  <a:pt x="2536326" y="3573731"/>
                </a:cubicBezTo>
                <a:cubicBezTo>
                  <a:pt x="2536326" y="3585782"/>
                  <a:pt x="2526261" y="3595551"/>
                  <a:pt x="2513845" y="3595551"/>
                </a:cubicBezTo>
                <a:cubicBezTo>
                  <a:pt x="2501429" y="3595551"/>
                  <a:pt x="2491364" y="3585782"/>
                  <a:pt x="2491364" y="3573731"/>
                </a:cubicBezTo>
                <a:cubicBezTo>
                  <a:pt x="2491364" y="3561680"/>
                  <a:pt x="2501429" y="3551911"/>
                  <a:pt x="2513845" y="3551911"/>
                </a:cubicBezTo>
                <a:close/>
                <a:moveTo>
                  <a:pt x="2436486" y="3551911"/>
                </a:moveTo>
                <a:cubicBezTo>
                  <a:pt x="2448537" y="3551911"/>
                  <a:pt x="2458306" y="3561680"/>
                  <a:pt x="2458306" y="3573731"/>
                </a:cubicBezTo>
                <a:cubicBezTo>
                  <a:pt x="2458306" y="3585782"/>
                  <a:pt x="2448537" y="3595551"/>
                  <a:pt x="2436486" y="3595551"/>
                </a:cubicBezTo>
                <a:cubicBezTo>
                  <a:pt x="2424435" y="3595551"/>
                  <a:pt x="2414666" y="3585782"/>
                  <a:pt x="2414666" y="3573731"/>
                </a:cubicBezTo>
                <a:cubicBezTo>
                  <a:pt x="2414666" y="3561680"/>
                  <a:pt x="2424435" y="3551911"/>
                  <a:pt x="2436486" y="3551911"/>
                </a:cubicBezTo>
                <a:close/>
                <a:moveTo>
                  <a:pt x="8121398" y="3551910"/>
                </a:moveTo>
                <a:cubicBezTo>
                  <a:pt x="8133449" y="3551910"/>
                  <a:pt x="8143218" y="3561679"/>
                  <a:pt x="8143218" y="3573730"/>
                </a:cubicBezTo>
                <a:cubicBezTo>
                  <a:pt x="8143218" y="3585781"/>
                  <a:pt x="8133449" y="3595550"/>
                  <a:pt x="8121398" y="3595550"/>
                </a:cubicBezTo>
                <a:cubicBezTo>
                  <a:pt x="8109347" y="3595550"/>
                  <a:pt x="8099578" y="3585781"/>
                  <a:pt x="8099578" y="3573730"/>
                </a:cubicBezTo>
                <a:cubicBezTo>
                  <a:pt x="8099578" y="3561679"/>
                  <a:pt x="8109347" y="3551910"/>
                  <a:pt x="8121398" y="3551910"/>
                </a:cubicBezTo>
                <a:close/>
                <a:moveTo>
                  <a:pt x="7888658" y="3551910"/>
                </a:moveTo>
                <a:cubicBezTo>
                  <a:pt x="7900709" y="3551910"/>
                  <a:pt x="7910478" y="3561679"/>
                  <a:pt x="7910478" y="3573730"/>
                </a:cubicBezTo>
                <a:cubicBezTo>
                  <a:pt x="7910478" y="3585781"/>
                  <a:pt x="7900709" y="3595550"/>
                  <a:pt x="7888658" y="3595550"/>
                </a:cubicBezTo>
                <a:cubicBezTo>
                  <a:pt x="7876607" y="3595550"/>
                  <a:pt x="7866838" y="3585781"/>
                  <a:pt x="7866838" y="3573730"/>
                </a:cubicBezTo>
                <a:cubicBezTo>
                  <a:pt x="7866838" y="3561679"/>
                  <a:pt x="7876607" y="3551910"/>
                  <a:pt x="7888658" y="3551910"/>
                </a:cubicBezTo>
                <a:close/>
                <a:moveTo>
                  <a:pt x="7809316" y="3551910"/>
                </a:moveTo>
                <a:cubicBezTo>
                  <a:pt x="7821367" y="3551910"/>
                  <a:pt x="7831136" y="3561679"/>
                  <a:pt x="7831136" y="3573730"/>
                </a:cubicBezTo>
                <a:cubicBezTo>
                  <a:pt x="7831136" y="3585781"/>
                  <a:pt x="7821367" y="3595550"/>
                  <a:pt x="7809316" y="3595550"/>
                </a:cubicBezTo>
                <a:cubicBezTo>
                  <a:pt x="7797265" y="3595550"/>
                  <a:pt x="7787496" y="3585781"/>
                  <a:pt x="7787496" y="3573730"/>
                </a:cubicBezTo>
                <a:cubicBezTo>
                  <a:pt x="7787496" y="3561679"/>
                  <a:pt x="7797265" y="3551910"/>
                  <a:pt x="7809316" y="3551910"/>
                </a:cubicBezTo>
                <a:close/>
                <a:moveTo>
                  <a:pt x="7731957" y="3551910"/>
                </a:moveTo>
                <a:cubicBezTo>
                  <a:pt x="7744373" y="3551910"/>
                  <a:pt x="7754438" y="3561679"/>
                  <a:pt x="7754438" y="3573730"/>
                </a:cubicBezTo>
                <a:cubicBezTo>
                  <a:pt x="7754438" y="3585781"/>
                  <a:pt x="7744373" y="3595550"/>
                  <a:pt x="7731957" y="3595550"/>
                </a:cubicBezTo>
                <a:cubicBezTo>
                  <a:pt x="7719541" y="3595550"/>
                  <a:pt x="7709476" y="3585781"/>
                  <a:pt x="7709476" y="3573730"/>
                </a:cubicBezTo>
                <a:cubicBezTo>
                  <a:pt x="7709476" y="3561679"/>
                  <a:pt x="7719541" y="3551910"/>
                  <a:pt x="7731957" y="3551910"/>
                </a:cubicBezTo>
                <a:close/>
                <a:moveTo>
                  <a:pt x="7654597" y="3551910"/>
                </a:moveTo>
                <a:cubicBezTo>
                  <a:pt x="7666648" y="3551910"/>
                  <a:pt x="7676417" y="3561679"/>
                  <a:pt x="7676417" y="3573730"/>
                </a:cubicBezTo>
                <a:cubicBezTo>
                  <a:pt x="7676417" y="3585781"/>
                  <a:pt x="7666648" y="3595550"/>
                  <a:pt x="7654597" y="3595550"/>
                </a:cubicBezTo>
                <a:cubicBezTo>
                  <a:pt x="7642546" y="3595550"/>
                  <a:pt x="7632777" y="3585781"/>
                  <a:pt x="7632777" y="3573730"/>
                </a:cubicBezTo>
                <a:cubicBezTo>
                  <a:pt x="7632777" y="3561679"/>
                  <a:pt x="7642546" y="3551910"/>
                  <a:pt x="7654597" y="3551910"/>
                </a:cubicBezTo>
                <a:close/>
                <a:moveTo>
                  <a:pt x="5239931" y="3551910"/>
                </a:moveTo>
                <a:cubicBezTo>
                  <a:pt x="5251982" y="3551910"/>
                  <a:pt x="5261751" y="3561679"/>
                  <a:pt x="5261751" y="3573730"/>
                </a:cubicBezTo>
                <a:cubicBezTo>
                  <a:pt x="5261751" y="3585781"/>
                  <a:pt x="5251982" y="3595550"/>
                  <a:pt x="5239931" y="3595550"/>
                </a:cubicBezTo>
                <a:cubicBezTo>
                  <a:pt x="5227880" y="3595550"/>
                  <a:pt x="5218111" y="3585781"/>
                  <a:pt x="5218111" y="3573730"/>
                </a:cubicBezTo>
                <a:cubicBezTo>
                  <a:pt x="5218111" y="3561679"/>
                  <a:pt x="5227880" y="3551910"/>
                  <a:pt x="5239931" y="3551910"/>
                </a:cubicBezTo>
                <a:close/>
                <a:moveTo>
                  <a:pt x="5162572" y="3551910"/>
                </a:moveTo>
                <a:cubicBezTo>
                  <a:pt x="5174988" y="3551910"/>
                  <a:pt x="5185053" y="3561679"/>
                  <a:pt x="5185053" y="3573730"/>
                </a:cubicBezTo>
                <a:cubicBezTo>
                  <a:pt x="5185053" y="3585781"/>
                  <a:pt x="5174988" y="3595550"/>
                  <a:pt x="5162572" y="3595550"/>
                </a:cubicBezTo>
                <a:cubicBezTo>
                  <a:pt x="5150156" y="3595550"/>
                  <a:pt x="5140091" y="3585781"/>
                  <a:pt x="5140091" y="3573730"/>
                </a:cubicBezTo>
                <a:cubicBezTo>
                  <a:pt x="5140091" y="3561679"/>
                  <a:pt x="5150156" y="3551910"/>
                  <a:pt x="5162572" y="3551910"/>
                </a:cubicBezTo>
                <a:close/>
                <a:moveTo>
                  <a:pt x="5085212" y="3551910"/>
                </a:moveTo>
                <a:cubicBezTo>
                  <a:pt x="5097263" y="3551910"/>
                  <a:pt x="5107032" y="3561679"/>
                  <a:pt x="5107032" y="3573730"/>
                </a:cubicBezTo>
                <a:cubicBezTo>
                  <a:pt x="5107032" y="3585781"/>
                  <a:pt x="5097263" y="3595550"/>
                  <a:pt x="5085212" y="3595550"/>
                </a:cubicBezTo>
                <a:cubicBezTo>
                  <a:pt x="5073161" y="3595550"/>
                  <a:pt x="5063392" y="3585781"/>
                  <a:pt x="5063392" y="3573730"/>
                </a:cubicBezTo>
                <a:cubicBezTo>
                  <a:pt x="5063392" y="3561679"/>
                  <a:pt x="5073161" y="3551910"/>
                  <a:pt x="5085212" y="3551910"/>
                </a:cubicBezTo>
                <a:close/>
                <a:moveTo>
                  <a:pt x="5007193" y="3551910"/>
                </a:moveTo>
                <a:cubicBezTo>
                  <a:pt x="5019244" y="3551910"/>
                  <a:pt x="5029013" y="3561679"/>
                  <a:pt x="5029013" y="3573730"/>
                </a:cubicBezTo>
                <a:cubicBezTo>
                  <a:pt x="5029013" y="3585781"/>
                  <a:pt x="5019244" y="3595550"/>
                  <a:pt x="5007193" y="3595550"/>
                </a:cubicBezTo>
                <a:cubicBezTo>
                  <a:pt x="4995142" y="3595550"/>
                  <a:pt x="4985373" y="3585781"/>
                  <a:pt x="4985373" y="3573730"/>
                </a:cubicBezTo>
                <a:cubicBezTo>
                  <a:pt x="4985373" y="3561679"/>
                  <a:pt x="4995142" y="3551910"/>
                  <a:pt x="5007193" y="3551910"/>
                </a:cubicBezTo>
                <a:close/>
                <a:moveTo>
                  <a:pt x="4928511" y="3551910"/>
                </a:moveTo>
                <a:cubicBezTo>
                  <a:pt x="4940927" y="3551910"/>
                  <a:pt x="4950992" y="3561679"/>
                  <a:pt x="4950992" y="3573730"/>
                </a:cubicBezTo>
                <a:cubicBezTo>
                  <a:pt x="4950992" y="3585781"/>
                  <a:pt x="4940927" y="3595550"/>
                  <a:pt x="4928511" y="3595550"/>
                </a:cubicBezTo>
                <a:cubicBezTo>
                  <a:pt x="4916095" y="3595550"/>
                  <a:pt x="4906030" y="3585781"/>
                  <a:pt x="4906030" y="3573730"/>
                </a:cubicBezTo>
                <a:cubicBezTo>
                  <a:pt x="4906030" y="3561679"/>
                  <a:pt x="4916095" y="3551910"/>
                  <a:pt x="4928511" y="3551910"/>
                </a:cubicBezTo>
                <a:close/>
                <a:moveTo>
                  <a:pt x="4850491" y="3551910"/>
                </a:moveTo>
                <a:cubicBezTo>
                  <a:pt x="4862907" y="3551910"/>
                  <a:pt x="4872972" y="3561679"/>
                  <a:pt x="4872972" y="3573730"/>
                </a:cubicBezTo>
                <a:cubicBezTo>
                  <a:pt x="4872972" y="3585781"/>
                  <a:pt x="4862907" y="3595550"/>
                  <a:pt x="4850491" y="3595550"/>
                </a:cubicBezTo>
                <a:cubicBezTo>
                  <a:pt x="4838075" y="3595550"/>
                  <a:pt x="4828010" y="3585781"/>
                  <a:pt x="4828010" y="3573730"/>
                </a:cubicBezTo>
                <a:cubicBezTo>
                  <a:pt x="4828010" y="3561679"/>
                  <a:pt x="4838075" y="3551910"/>
                  <a:pt x="4850491" y="3551910"/>
                </a:cubicBezTo>
                <a:close/>
                <a:moveTo>
                  <a:pt x="4773132" y="3551910"/>
                </a:moveTo>
                <a:cubicBezTo>
                  <a:pt x="4785183" y="3551910"/>
                  <a:pt x="4794952" y="3561679"/>
                  <a:pt x="4794952" y="3573730"/>
                </a:cubicBezTo>
                <a:cubicBezTo>
                  <a:pt x="4794952" y="3585781"/>
                  <a:pt x="4785183" y="3595550"/>
                  <a:pt x="4773132" y="3595550"/>
                </a:cubicBezTo>
                <a:cubicBezTo>
                  <a:pt x="4761081" y="3595550"/>
                  <a:pt x="4751312" y="3585781"/>
                  <a:pt x="4751312" y="3573730"/>
                </a:cubicBezTo>
                <a:cubicBezTo>
                  <a:pt x="4751312" y="3561679"/>
                  <a:pt x="4761081" y="3551910"/>
                  <a:pt x="4773132" y="3551910"/>
                </a:cubicBezTo>
                <a:close/>
                <a:moveTo>
                  <a:pt x="4695111" y="3551910"/>
                </a:moveTo>
                <a:cubicBezTo>
                  <a:pt x="4707162" y="3551910"/>
                  <a:pt x="4716931" y="3561679"/>
                  <a:pt x="4716931" y="3573730"/>
                </a:cubicBezTo>
                <a:cubicBezTo>
                  <a:pt x="4716931" y="3585781"/>
                  <a:pt x="4707162" y="3595550"/>
                  <a:pt x="4695111" y="3595550"/>
                </a:cubicBezTo>
                <a:cubicBezTo>
                  <a:pt x="4683060" y="3595550"/>
                  <a:pt x="4673291" y="3585781"/>
                  <a:pt x="4673291" y="3573730"/>
                </a:cubicBezTo>
                <a:cubicBezTo>
                  <a:pt x="4673291" y="3561679"/>
                  <a:pt x="4683060" y="3551910"/>
                  <a:pt x="4695111" y="3551910"/>
                </a:cubicBezTo>
                <a:close/>
                <a:moveTo>
                  <a:pt x="3371408" y="3551910"/>
                </a:moveTo>
                <a:cubicBezTo>
                  <a:pt x="3383459" y="3551910"/>
                  <a:pt x="3393228" y="3561679"/>
                  <a:pt x="3393228" y="3573730"/>
                </a:cubicBezTo>
                <a:cubicBezTo>
                  <a:pt x="3393228" y="3585781"/>
                  <a:pt x="3383459" y="3595550"/>
                  <a:pt x="3371408" y="3595550"/>
                </a:cubicBezTo>
                <a:cubicBezTo>
                  <a:pt x="3359357" y="3595550"/>
                  <a:pt x="3349588" y="3585781"/>
                  <a:pt x="3349588" y="3573730"/>
                </a:cubicBezTo>
                <a:cubicBezTo>
                  <a:pt x="3349588" y="3561679"/>
                  <a:pt x="3359357" y="3551910"/>
                  <a:pt x="3371408" y="3551910"/>
                </a:cubicBezTo>
                <a:close/>
                <a:moveTo>
                  <a:pt x="3293388" y="3551910"/>
                </a:moveTo>
                <a:cubicBezTo>
                  <a:pt x="3305439" y="3551910"/>
                  <a:pt x="3315208" y="3561679"/>
                  <a:pt x="3315208" y="3573730"/>
                </a:cubicBezTo>
                <a:cubicBezTo>
                  <a:pt x="3315208" y="3585781"/>
                  <a:pt x="3305439" y="3595550"/>
                  <a:pt x="3293388" y="3595550"/>
                </a:cubicBezTo>
                <a:cubicBezTo>
                  <a:pt x="3281337" y="3595550"/>
                  <a:pt x="3271568" y="3585781"/>
                  <a:pt x="3271568" y="3573730"/>
                </a:cubicBezTo>
                <a:cubicBezTo>
                  <a:pt x="3271568" y="3561679"/>
                  <a:pt x="3281337" y="3551910"/>
                  <a:pt x="3293388" y="3551910"/>
                </a:cubicBezTo>
                <a:close/>
                <a:moveTo>
                  <a:pt x="3215368" y="3551910"/>
                </a:moveTo>
                <a:cubicBezTo>
                  <a:pt x="3227419" y="3551910"/>
                  <a:pt x="3237188" y="3561679"/>
                  <a:pt x="3237188" y="3573730"/>
                </a:cubicBezTo>
                <a:cubicBezTo>
                  <a:pt x="3237188" y="3585781"/>
                  <a:pt x="3227419" y="3595550"/>
                  <a:pt x="3215368" y="3595550"/>
                </a:cubicBezTo>
                <a:cubicBezTo>
                  <a:pt x="3203317" y="3595550"/>
                  <a:pt x="3193548" y="3585781"/>
                  <a:pt x="3193548" y="3573730"/>
                </a:cubicBezTo>
                <a:cubicBezTo>
                  <a:pt x="3193548" y="3561679"/>
                  <a:pt x="3203317" y="3551910"/>
                  <a:pt x="3215368" y="3551910"/>
                </a:cubicBezTo>
                <a:close/>
                <a:moveTo>
                  <a:pt x="3137348" y="3551910"/>
                </a:moveTo>
                <a:cubicBezTo>
                  <a:pt x="3149399" y="3551910"/>
                  <a:pt x="3159168" y="3561679"/>
                  <a:pt x="3159168" y="3573730"/>
                </a:cubicBezTo>
                <a:cubicBezTo>
                  <a:pt x="3159168" y="3585781"/>
                  <a:pt x="3149399" y="3595550"/>
                  <a:pt x="3137348" y="3595550"/>
                </a:cubicBezTo>
                <a:cubicBezTo>
                  <a:pt x="3125297" y="3595550"/>
                  <a:pt x="3115528" y="3585781"/>
                  <a:pt x="3115528" y="3573730"/>
                </a:cubicBezTo>
                <a:cubicBezTo>
                  <a:pt x="3115528" y="3561679"/>
                  <a:pt x="3125297" y="3551910"/>
                  <a:pt x="3137348" y="3551910"/>
                </a:cubicBezTo>
                <a:close/>
                <a:moveTo>
                  <a:pt x="8277438" y="3473890"/>
                </a:moveTo>
                <a:cubicBezTo>
                  <a:pt x="8289489" y="3473890"/>
                  <a:pt x="8299258" y="3483659"/>
                  <a:pt x="8299258" y="3495710"/>
                </a:cubicBezTo>
                <a:cubicBezTo>
                  <a:pt x="8299258" y="3507761"/>
                  <a:pt x="8289489" y="3517530"/>
                  <a:pt x="8277438" y="3517530"/>
                </a:cubicBezTo>
                <a:cubicBezTo>
                  <a:pt x="8265387" y="3517530"/>
                  <a:pt x="8255618" y="3507761"/>
                  <a:pt x="8255618" y="3495710"/>
                </a:cubicBezTo>
                <a:cubicBezTo>
                  <a:pt x="8255618" y="3483659"/>
                  <a:pt x="8265387" y="3473890"/>
                  <a:pt x="8277438" y="3473890"/>
                </a:cubicBezTo>
                <a:close/>
                <a:moveTo>
                  <a:pt x="7809316" y="3473890"/>
                </a:moveTo>
                <a:cubicBezTo>
                  <a:pt x="7821367" y="3473890"/>
                  <a:pt x="7831136" y="3483659"/>
                  <a:pt x="7831136" y="3495710"/>
                </a:cubicBezTo>
                <a:cubicBezTo>
                  <a:pt x="7831136" y="3507761"/>
                  <a:pt x="7821367" y="3517530"/>
                  <a:pt x="7809316" y="3517530"/>
                </a:cubicBezTo>
                <a:cubicBezTo>
                  <a:pt x="7797265" y="3517530"/>
                  <a:pt x="7787496" y="3507761"/>
                  <a:pt x="7787496" y="3495710"/>
                </a:cubicBezTo>
                <a:cubicBezTo>
                  <a:pt x="7787496" y="3483659"/>
                  <a:pt x="7797265" y="3473890"/>
                  <a:pt x="7809316" y="3473890"/>
                </a:cubicBezTo>
                <a:close/>
                <a:moveTo>
                  <a:pt x="7576577" y="3473890"/>
                </a:moveTo>
                <a:cubicBezTo>
                  <a:pt x="7588628" y="3473890"/>
                  <a:pt x="7598397" y="3483659"/>
                  <a:pt x="7598397" y="3495710"/>
                </a:cubicBezTo>
                <a:cubicBezTo>
                  <a:pt x="7598397" y="3507761"/>
                  <a:pt x="7588628" y="3517530"/>
                  <a:pt x="7576577" y="3517530"/>
                </a:cubicBezTo>
                <a:cubicBezTo>
                  <a:pt x="7564526" y="3517530"/>
                  <a:pt x="7554757" y="3507761"/>
                  <a:pt x="7554757" y="3495710"/>
                </a:cubicBezTo>
                <a:cubicBezTo>
                  <a:pt x="7554757" y="3483659"/>
                  <a:pt x="7564526" y="3473890"/>
                  <a:pt x="7576577" y="3473890"/>
                </a:cubicBezTo>
                <a:close/>
                <a:moveTo>
                  <a:pt x="7498556" y="3473890"/>
                </a:moveTo>
                <a:cubicBezTo>
                  <a:pt x="7510607" y="3473890"/>
                  <a:pt x="7520376" y="3483659"/>
                  <a:pt x="7520376" y="3495710"/>
                </a:cubicBezTo>
                <a:cubicBezTo>
                  <a:pt x="7520376" y="3507761"/>
                  <a:pt x="7510607" y="3517530"/>
                  <a:pt x="7498556" y="3517530"/>
                </a:cubicBezTo>
                <a:cubicBezTo>
                  <a:pt x="7486505" y="3517530"/>
                  <a:pt x="7476736" y="3507761"/>
                  <a:pt x="7476736" y="3495710"/>
                </a:cubicBezTo>
                <a:cubicBezTo>
                  <a:pt x="7476736" y="3483659"/>
                  <a:pt x="7486505" y="3473890"/>
                  <a:pt x="7498556" y="3473890"/>
                </a:cubicBezTo>
                <a:close/>
                <a:moveTo>
                  <a:pt x="5395972" y="3473890"/>
                </a:moveTo>
                <a:cubicBezTo>
                  <a:pt x="5408023" y="3473890"/>
                  <a:pt x="5417792" y="3483659"/>
                  <a:pt x="5417792" y="3495710"/>
                </a:cubicBezTo>
                <a:cubicBezTo>
                  <a:pt x="5417792" y="3507761"/>
                  <a:pt x="5408023" y="3517530"/>
                  <a:pt x="5395972" y="3517530"/>
                </a:cubicBezTo>
                <a:cubicBezTo>
                  <a:pt x="5383921" y="3517530"/>
                  <a:pt x="5374152" y="3507761"/>
                  <a:pt x="5374152" y="3495710"/>
                </a:cubicBezTo>
                <a:cubicBezTo>
                  <a:pt x="5374152" y="3483659"/>
                  <a:pt x="5383921" y="3473890"/>
                  <a:pt x="5395972" y="3473890"/>
                </a:cubicBezTo>
                <a:close/>
                <a:moveTo>
                  <a:pt x="5317953" y="3473890"/>
                </a:moveTo>
                <a:cubicBezTo>
                  <a:pt x="5330004" y="3473890"/>
                  <a:pt x="5339773" y="3483659"/>
                  <a:pt x="5339773" y="3495710"/>
                </a:cubicBezTo>
                <a:cubicBezTo>
                  <a:pt x="5339773" y="3507761"/>
                  <a:pt x="5330004" y="3517530"/>
                  <a:pt x="5317953" y="3517530"/>
                </a:cubicBezTo>
                <a:cubicBezTo>
                  <a:pt x="5305902" y="3517530"/>
                  <a:pt x="5296133" y="3507761"/>
                  <a:pt x="5296133" y="3495710"/>
                </a:cubicBezTo>
                <a:cubicBezTo>
                  <a:pt x="5296133" y="3483659"/>
                  <a:pt x="5305902" y="3473890"/>
                  <a:pt x="5317953" y="3473890"/>
                </a:cubicBezTo>
                <a:close/>
                <a:moveTo>
                  <a:pt x="5239931" y="3473890"/>
                </a:moveTo>
                <a:cubicBezTo>
                  <a:pt x="5251982" y="3473890"/>
                  <a:pt x="5261751" y="3483659"/>
                  <a:pt x="5261751" y="3495710"/>
                </a:cubicBezTo>
                <a:cubicBezTo>
                  <a:pt x="5261751" y="3507761"/>
                  <a:pt x="5251982" y="3517530"/>
                  <a:pt x="5239931" y="3517530"/>
                </a:cubicBezTo>
                <a:cubicBezTo>
                  <a:pt x="5227880" y="3517530"/>
                  <a:pt x="5218111" y="3507761"/>
                  <a:pt x="5218111" y="3495710"/>
                </a:cubicBezTo>
                <a:cubicBezTo>
                  <a:pt x="5218111" y="3483659"/>
                  <a:pt x="5227880" y="3473890"/>
                  <a:pt x="5239931" y="3473890"/>
                </a:cubicBezTo>
                <a:close/>
                <a:moveTo>
                  <a:pt x="5162572" y="3473890"/>
                </a:moveTo>
                <a:cubicBezTo>
                  <a:pt x="5174988" y="3473890"/>
                  <a:pt x="5185053" y="3483659"/>
                  <a:pt x="5185053" y="3495710"/>
                </a:cubicBezTo>
                <a:cubicBezTo>
                  <a:pt x="5185053" y="3507761"/>
                  <a:pt x="5174988" y="3517530"/>
                  <a:pt x="5162572" y="3517530"/>
                </a:cubicBezTo>
                <a:cubicBezTo>
                  <a:pt x="5150156" y="3517530"/>
                  <a:pt x="5140091" y="3507761"/>
                  <a:pt x="5140091" y="3495710"/>
                </a:cubicBezTo>
                <a:cubicBezTo>
                  <a:pt x="5140091" y="3483659"/>
                  <a:pt x="5150156" y="3473890"/>
                  <a:pt x="5162572" y="3473890"/>
                </a:cubicBezTo>
                <a:close/>
                <a:moveTo>
                  <a:pt x="5085212" y="3473890"/>
                </a:moveTo>
                <a:cubicBezTo>
                  <a:pt x="5097263" y="3473890"/>
                  <a:pt x="5107032" y="3483659"/>
                  <a:pt x="5107032" y="3495710"/>
                </a:cubicBezTo>
                <a:cubicBezTo>
                  <a:pt x="5107032" y="3507761"/>
                  <a:pt x="5097263" y="3517530"/>
                  <a:pt x="5085212" y="3517530"/>
                </a:cubicBezTo>
                <a:cubicBezTo>
                  <a:pt x="5073161" y="3517530"/>
                  <a:pt x="5063392" y="3507761"/>
                  <a:pt x="5063392" y="3495710"/>
                </a:cubicBezTo>
                <a:cubicBezTo>
                  <a:pt x="5063392" y="3483659"/>
                  <a:pt x="5073161" y="3473890"/>
                  <a:pt x="5085212" y="3473890"/>
                </a:cubicBezTo>
                <a:close/>
                <a:moveTo>
                  <a:pt x="5007193" y="3473890"/>
                </a:moveTo>
                <a:cubicBezTo>
                  <a:pt x="5019244" y="3473890"/>
                  <a:pt x="5029013" y="3483659"/>
                  <a:pt x="5029013" y="3495710"/>
                </a:cubicBezTo>
                <a:cubicBezTo>
                  <a:pt x="5029013" y="3507761"/>
                  <a:pt x="5019244" y="3517530"/>
                  <a:pt x="5007193" y="3517530"/>
                </a:cubicBezTo>
                <a:cubicBezTo>
                  <a:pt x="4995142" y="3517530"/>
                  <a:pt x="4985373" y="3507761"/>
                  <a:pt x="4985373" y="3495710"/>
                </a:cubicBezTo>
                <a:cubicBezTo>
                  <a:pt x="4985373" y="3483659"/>
                  <a:pt x="4995142" y="3473890"/>
                  <a:pt x="5007193" y="3473890"/>
                </a:cubicBezTo>
                <a:close/>
                <a:moveTo>
                  <a:pt x="4928511" y="3473890"/>
                </a:moveTo>
                <a:cubicBezTo>
                  <a:pt x="4940927" y="3473890"/>
                  <a:pt x="4950992" y="3483659"/>
                  <a:pt x="4950992" y="3495710"/>
                </a:cubicBezTo>
                <a:cubicBezTo>
                  <a:pt x="4950992" y="3507761"/>
                  <a:pt x="4940927" y="3517530"/>
                  <a:pt x="4928511" y="3517530"/>
                </a:cubicBezTo>
                <a:cubicBezTo>
                  <a:pt x="4916095" y="3517530"/>
                  <a:pt x="4906030" y="3507761"/>
                  <a:pt x="4906030" y="3495710"/>
                </a:cubicBezTo>
                <a:cubicBezTo>
                  <a:pt x="4906030" y="3483659"/>
                  <a:pt x="4916095" y="3473890"/>
                  <a:pt x="4928511" y="3473890"/>
                </a:cubicBezTo>
                <a:close/>
                <a:moveTo>
                  <a:pt x="4850491" y="3473890"/>
                </a:moveTo>
                <a:cubicBezTo>
                  <a:pt x="4862907" y="3473890"/>
                  <a:pt x="4872972" y="3483659"/>
                  <a:pt x="4872972" y="3495710"/>
                </a:cubicBezTo>
                <a:cubicBezTo>
                  <a:pt x="4872972" y="3507761"/>
                  <a:pt x="4862907" y="3517530"/>
                  <a:pt x="4850491" y="3517530"/>
                </a:cubicBezTo>
                <a:cubicBezTo>
                  <a:pt x="4838075" y="3517530"/>
                  <a:pt x="4828010" y="3507761"/>
                  <a:pt x="4828010" y="3495710"/>
                </a:cubicBezTo>
                <a:cubicBezTo>
                  <a:pt x="4828010" y="3483659"/>
                  <a:pt x="4838075" y="3473890"/>
                  <a:pt x="4850491" y="3473890"/>
                </a:cubicBezTo>
                <a:close/>
                <a:moveTo>
                  <a:pt x="4773132" y="3473890"/>
                </a:moveTo>
                <a:cubicBezTo>
                  <a:pt x="4785183" y="3473890"/>
                  <a:pt x="4794952" y="3483659"/>
                  <a:pt x="4794952" y="3495710"/>
                </a:cubicBezTo>
                <a:cubicBezTo>
                  <a:pt x="4794952" y="3507761"/>
                  <a:pt x="4785183" y="3517530"/>
                  <a:pt x="4773132" y="3517530"/>
                </a:cubicBezTo>
                <a:cubicBezTo>
                  <a:pt x="4761081" y="3517530"/>
                  <a:pt x="4751312" y="3507761"/>
                  <a:pt x="4751312" y="3495710"/>
                </a:cubicBezTo>
                <a:cubicBezTo>
                  <a:pt x="4751312" y="3483659"/>
                  <a:pt x="4761081" y="3473890"/>
                  <a:pt x="4773132" y="3473890"/>
                </a:cubicBezTo>
                <a:close/>
                <a:moveTo>
                  <a:pt x="3371408" y="3473890"/>
                </a:moveTo>
                <a:cubicBezTo>
                  <a:pt x="3383459" y="3473890"/>
                  <a:pt x="3393228" y="3483659"/>
                  <a:pt x="3393228" y="3495710"/>
                </a:cubicBezTo>
                <a:cubicBezTo>
                  <a:pt x="3393228" y="3507761"/>
                  <a:pt x="3383459" y="3517530"/>
                  <a:pt x="3371408" y="3517530"/>
                </a:cubicBezTo>
                <a:cubicBezTo>
                  <a:pt x="3359357" y="3517530"/>
                  <a:pt x="3349588" y="3507761"/>
                  <a:pt x="3349588" y="3495710"/>
                </a:cubicBezTo>
                <a:cubicBezTo>
                  <a:pt x="3349588" y="3483659"/>
                  <a:pt x="3359357" y="3473890"/>
                  <a:pt x="3371408" y="3473890"/>
                </a:cubicBezTo>
                <a:close/>
                <a:moveTo>
                  <a:pt x="3293388" y="3473890"/>
                </a:moveTo>
                <a:cubicBezTo>
                  <a:pt x="3305439" y="3473890"/>
                  <a:pt x="3315208" y="3483659"/>
                  <a:pt x="3315208" y="3495710"/>
                </a:cubicBezTo>
                <a:cubicBezTo>
                  <a:pt x="3315208" y="3507761"/>
                  <a:pt x="3305439" y="3517530"/>
                  <a:pt x="3293388" y="3517530"/>
                </a:cubicBezTo>
                <a:cubicBezTo>
                  <a:pt x="3281337" y="3517530"/>
                  <a:pt x="3271568" y="3507761"/>
                  <a:pt x="3271568" y="3495710"/>
                </a:cubicBezTo>
                <a:cubicBezTo>
                  <a:pt x="3271568" y="3483659"/>
                  <a:pt x="3281337" y="3473890"/>
                  <a:pt x="3293388" y="3473890"/>
                </a:cubicBezTo>
                <a:close/>
                <a:moveTo>
                  <a:pt x="3215368" y="3473890"/>
                </a:moveTo>
                <a:cubicBezTo>
                  <a:pt x="3227419" y="3473890"/>
                  <a:pt x="3237188" y="3483659"/>
                  <a:pt x="3237188" y="3495710"/>
                </a:cubicBezTo>
                <a:cubicBezTo>
                  <a:pt x="3237188" y="3507761"/>
                  <a:pt x="3227419" y="3517530"/>
                  <a:pt x="3215368" y="3517530"/>
                </a:cubicBezTo>
                <a:cubicBezTo>
                  <a:pt x="3203317" y="3517530"/>
                  <a:pt x="3193548" y="3507761"/>
                  <a:pt x="3193548" y="3495710"/>
                </a:cubicBezTo>
                <a:cubicBezTo>
                  <a:pt x="3193548" y="3483659"/>
                  <a:pt x="3203317" y="3473890"/>
                  <a:pt x="3215368" y="3473890"/>
                </a:cubicBezTo>
                <a:close/>
                <a:moveTo>
                  <a:pt x="3137348" y="3473890"/>
                </a:moveTo>
                <a:cubicBezTo>
                  <a:pt x="3149399" y="3473890"/>
                  <a:pt x="3159168" y="3483659"/>
                  <a:pt x="3159168" y="3495710"/>
                </a:cubicBezTo>
                <a:cubicBezTo>
                  <a:pt x="3159168" y="3507761"/>
                  <a:pt x="3149399" y="3517530"/>
                  <a:pt x="3137348" y="3517530"/>
                </a:cubicBezTo>
                <a:cubicBezTo>
                  <a:pt x="3125297" y="3517530"/>
                  <a:pt x="3115528" y="3507761"/>
                  <a:pt x="3115528" y="3495710"/>
                </a:cubicBezTo>
                <a:cubicBezTo>
                  <a:pt x="3115528" y="3483659"/>
                  <a:pt x="3125297" y="3473890"/>
                  <a:pt x="3137348" y="3473890"/>
                </a:cubicBezTo>
                <a:close/>
                <a:moveTo>
                  <a:pt x="3059326" y="3473890"/>
                </a:moveTo>
                <a:cubicBezTo>
                  <a:pt x="3071377" y="3473890"/>
                  <a:pt x="3081146" y="3483659"/>
                  <a:pt x="3081146" y="3495710"/>
                </a:cubicBezTo>
                <a:cubicBezTo>
                  <a:pt x="3081146" y="3507761"/>
                  <a:pt x="3071377" y="3517530"/>
                  <a:pt x="3059326" y="3517530"/>
                </a:cubicBezTo>
                <a:cubicBezTo>
                  <a:pt x="3047275" y="3517530"/>
                  <a:pt x="3037506" y="3507761"/>
                  <a:pt x="3037506" y="3495710"/>
                </a:cubicBezTo>
                <a:cubicBezTo>
                  <a:pt x="3037506" y="3483659"/>
                  <a:pt x="3047275" y="3473890"/>
                  <a:pt x="3059326" y="3473890"/>
                </a:cubicBezTo>
                <a:close/>
                <a:moveTo>
                  <a:pt x="2981306" y="3473890"/>
                </a:moveTo>
                <a:cubicBezTo>
                  <a:pt x="2993357" y="3473890"/>
                  <a:pt x="3003126" y="3483659"/>
                  <a:pt x="3003126" y="3495710"/>
                </a:cubicBezTo>
                <a:cubicBezTo>
                  <a:pt x="3003126" y="3507761"/>
                  <a:pt x="2993357" y="3517530"/>
                  <a:pt x="2981306" y="3517530"/>
                </a:cubicBezTo>
                <a:cubicBezTo>
                  <a:pt x="2969255" y="3517530"/>
                  <a:pt x="2959486" y="3507761"/>
                  <a:pt x="2959486" y="3495710"/>
                </a:cubicBezTo>
                <a:cubicBezTo>
                  <a:pt x="2959486" y="3483659"/>
                  <a:pt x="2969255" y="3473890"/>
                  <a:pt x="2981306" y="3473890"/>
                </a:cubicBezTo>
                <a:close/>
                <a:moveTo>
                  <a:pt x="2903286" y="3473890"/>
                </a:moveTo>
                <a:cubicBezTo>
                  <a:pt x="2915337" y="3473890"/>
                  <a:pt x="2925106" y="3483659"/>
                  <a:pt x="2925106" y="3495710"/>
                </a:cubicBezTo>
                <a:cubicBezTo>
                  <a:pt x="2925106" y="3507761"/>
                  <a:pt x="2915337" y="3517530"/>
                  <a:pt x="2903286" y="3517530"/>
                </a:cubicBezTo>
                <a:cubicBezTo>
                  <a:pt x="2891235" y="3517530"/>
                  <a:pt x="2881466" y="3507761"/>
                  <a:pt x="2881466" y="3495710"/>
                </a:cubicBezTo>
                <a:cubicBezTo>
                  <a:pt x="2881466" y="3483659"/>
                  <a:pt x="2891235" y="3473890"/>
                  <a:pt x="2903286" y="3473890"/>
                </a:cubicBezTo>
                <a:close/>
                <a:moveTo>
                  <a:pt x="2826588" y="3473890"/>
                </a:moveTo>
                <a:cubicBezTo>
                  <a:pt x="2838639" y="3473890"/>
                  <a:pt x="2848408" y="3483659"/>
                  <a:pt x="2848408" y="3495710"/>
                </a:cubicBezTo>
                <a:cubicBezTo>
                  <a:pt x="2848408" y="3507761"/>
                  <a:pt x="2838639" y="3517530"/>
                  <a:pt x="2826588" y="3517530"/>
                </a:cubicBezTo>
                <a:cubicBezTo>
                  <a:pt x="2814537" y="3517530"/>
                  <a:pt x="2804768" y="3507761"/>
                  <a:pt x="2804768" y="3495710"/>
                </a:cubicBezTo>
                <a:cubicBezTo>
                  <a:pt x="2804768" y="3483659"/>
                  <a:pt x="2814537" y="3473890"/>
                  <a:pt x="2826588" y="3473890"/>
                </a:cubicBezTo>
                <a:close/>
                <a:moveTo>
                  <a:pt x="2748567" y="3473890"/>
                </a:moveTo>
                <a:cubicBezTo>
                  <a:pt x="2760618" y="3473890"/>
                  <a:pt x="2770387" y="3483659"/>
                  <a:pt x="2770387" y="3495710"/>
                </a:cubicBezTo>
                <a:cubicBezTo>
                  <a:pt x="2770387" y="3507761"/>
                  <a:pt x="2760618" y="3517530"/>
                  <a:pt x="2748567" y="3517530"/>
                </a:cubicBezTo>
                <a:cubicBezTo>
                  <a:pt x="2736516" y="3517530"/>
                  <a:pt x="2726747" y="3507761"/>
                  <a:pt x="2726747" y="3495710"/>
                </a:cubicBezTo>
                <a:cubicBezTo>
                  <a:pt x="2726747" y="3483659"/>
                  <a:pt x="2736516" y="3473890"/>
                  <a:pt x="2748567" y="3473890"/>
                </a:cubicBezTo>
                <a:close/>
                <a:moveTo>
                  <a:pt x="2670547" y="3473890"/>
                </a:moveTo>
                <a:cubicBezTo>
                  <a:pt x="2682598" y="3473890"/>
                  <a:pt x="2692367" y="3483659"/>
                  <a:pt x="2692367" y="3495710"/>
                </a:cubicBezTo>
                <a:cubicBezTo>
                  <a:pt x="2692367" y="3507761"/>
                  <a:pt x="2682598" y="3517530"/>
                  <a:pt x="2670547" y="3517530"/>
                </a:cubicBezTo>
                <a:cubicBezTo>
                  <a:pt x="2658496" y="3517530"/>
                  <a:pt x="2648727" y="3507761"/>
                  <a:pt x="2648727" y="3495710"/>
                </a:cubicBezTo>
                <a:cubicBezTo>
                  <a:pt x="2648727" y="3483659"/>
                  <a:pt x="2658496" y="3473890"/>
                  <a:pt x="2670547" y="3473890"/>
                </a:cubicBezTo>
                <a:close/>
                <a:moveTo>
                  <a:pt x="2592527" y="3473890"/>
                </a:moveTo>
                <a:cubicBezTo>
                  <a:pt x="2604578" y="3473890"/>
                  <a:pt x="2614347" y="3483659"/>
                  <a:pt x="2614347" y="3495710"/>
                </a:cubicBezTo>
                <a:cubicBezTo>
                  <a:pt x="2614347" y="3507761"/>
                  <a:pt x="2604578" y="3517530"/>
                  <a:pt x="2592527" y="3517530"/>
                </a:cubicBezTo>
                <a:cubicBezTo>
                  <a:pt x="2580476" y="3517530"/>
                  <a:pt x="2570707" y="3507761"/>
                  <a:pt x="2570707" y="3495710"/>
                </a:cubicBezTo>
                <a:cubicBezTo>
                  <a:pt x="2570707" y="3483659"/>
                  <a:pt x="2580476" y="3473890"/>
                  <a:pt x="2592527" y="3473890"/>
                </a:cubicBezTo>
                <a:close/>
                <a:moveTo>
                  <a:pt x="2513845" y="3473890"/>
                </a:moveTo>
                <a:cubicBezTo>
                  <a:pt x="2526261" y="3473890"/>
                  <a:pt x="2536326" y="3483659"/>
                  <a:pt x="2536326" y="3495710"/>
                </a:cubicBezTo>
                <a:cubicBezTo>
                  <a:pt x="2536326" y="3507761"/>
                  <a:pt x="2526261" y="3517530"/>
                  <a:pt x="2513845" y="3517530"/>
                </a:cubicBezTo>
                <a:cubicBezTo>
                  <a:pt x="2501429" y="3517530"/>
                  <a:pt x="2491364" y="3507761"/>
                  <a:pt x="2491364" y="3495710"/>
                </a:cubicBezTo>
                <a:cubicBezTo>
                  <a:pt x="2491364" y="3483659"/>
                  <a:pt x="2501429" y="3473890"/>
                  <a:pt x="2513845" y="3473890"/>
                </a:cubicBezTo>
                <a:close/>
                <a:moveTo>
                  <a:pt x="2436486" y="3473890"/>
                </a:moveTo>
                <a:cubicBezTo>
                  <a:pt x="2448537" y="3473890"/>
                  <a:pt x="2458306" y="3483659"/>
                  <a:pt x="2458306" y="3495710"/>
                </a:cubicBezTo>
                <a:cubicBezTo>
                  <a:pt x="2458306" y="3507761"/>
                  <a:pt x="2448537" y="3517530"/>
                  <a:pt x="2436486" y="3517530"/>
                </a:cubicBezTo>
                <a:cubicBezTo>
                  <a:pt x="2424435" y="3517530"/>
                  <a:pt x="2414666" y="3507761"/>
                  <a:pt x="2414666" y="3495710"/>
                </a:cubicBezTo>
                <a:cubicBezTo>
                  <a:pt x="2414666" y="3483659"/>
                  <a:pt x="2424435" y="3473890"/>
                  <a:pt x="2436486" y="3473890"/>
                </a:cubicBezTo>
                <a:close/>
                <a:moveTo>
                  <a:pt x="2358465" y="3473890"/>
                </a:moveTo>
                <a:cubicBezTo>
                  <a:pt x="2370516" y="3473890"/>
                  <a:pt x="2380285" y="3483659"/>
                  <a:pt x="2380285" y="3495710"/>
                </a:cubicBezTo>
                <a:cubicBezTo>
                  <a:pt x="2380285" y="3507761"/>
                  <a:pt x="2370516" y="3517530"/>
                  <a:pt x="2358465" y="3517530"/>
                </a:cubicBezTo>
                <a:cubicBezTo>
                  <a:pt x="2346414" y="3517530"/>
                  <a:pt x="2336645" y="3507761"/>
                  <a:pt x="2336645" y="3495710"/>
                </a:cubicBezTo>
                <a:cubicBezTo>
                  <a:pt x="2336645" y="3483659"/>
                  <a:pt x="2346414" y="3473890"/>
                  <a:pt x="2358465" y="3473890"/>
                </a:cubicBezTo>
                <a:close/>
                <a:moveTo>
                  <a:pt x="8511500" y="3394548"/>
                </a:moveTo>
                <a:cubicBezTo>
                  <a:pt x="8523551" y="3394548"/>
                  <a:pt x="8533320" y="3404613"/>
                  <a:pt x="8533320" y="3417029"/>
                </a:cubicBezTo>
                <a:cubicBezTo>
                  <a:pt x="8533320" y="3429445"/>
                  <a:pt x="8523551" y="3439510"/>
                  <a:pt x="8511500" y="3439510"/>
                </a:cubicBezTo>
                <a:cubicBezTo>
                  <a:pt x="8499449" y="3439510"/>
                  <a:pt x="8489680" y="3429445"/>
                  <a:pt x="8489680" y="3417029"/>
                </a:cubicBezTo>
                <a:cubicBezTo>
                  <a:pt x="8489680" y="3404613"/>
                  <a:pt x="8499449" y="3394548"/>
                  <a:pt x="8511500" y="3394548"/>
                </a:cubicBezTo>
                <a:close/>
                <a:moveTo>
                  <a:pt x="8432818" y="3394548"/>
                </a:moveTo>
                <a:cubicBezTo>
                  <a:pt x="8445234" y="3394548"/>
                  <a:pt x="8455299" y="3404613"/>
                  <a:pt x="8455299" y="3417029"/>
                </a:cubicBezTo>
                <a:cubicBezTo>
                  <a:pt x="8455299" y="3429445"/>
                  <a:pt x="8445234" y="3439510"/>
                  <a:pt x="8432818" y="3439510"/>
                </a:cubicBezTo>
                <a:cubicBezTo>
                  <a:pt x="8420402" y="3439510"/>
                  <a:pt x="8410337" y="3429445"/>
                  <a:pt x="8410337" y="3417029"/>
                </a:cubicBezTo>
                <a:cubicBezTo>
                  <a:pt x="8410337" y="3404613"/>
                  <a:pt x="8420402" y="3394548"/>
                  <a:pt x="8432818" y="3394548"/>
                </a:cubicBezTo>
                <a:close/>
                <a:moveTo>
                  <a:pt x="8199418" y="3394548"/>
                </a:moveTo>
                <a:cubicBezTo>
                  <a:pt x="8211469" y="3394548"/>
                  <a:pt x="8221238" y="3404613"/>
                  <a:pt x="8221238" y="3417029"/>
                </a:cubicBezTo>
                <a:cubicBezTo>
                  <a:pt x="8221238" y="3429445"/>
                  <a:pt x="8211469" y="3439510"/>
                  <a:pt x="8199418" y="3439510"/>
                </a:cubicBezTo>
                <a:cubicBezTo>
                  <a:pt x="8187367" y="3439510"/>
                  <a:pt x="8177598" y="3429445"/>
                  <a:pt x="8177598" y="3417029"/>
                </a:cubicBezTo>
                <a:cubicBezTo>
                  <a:pt x="8177598" y="3404613"/>
                  <a:pt x="8187367" y="3394548"/>
                  <a:pt x="8199418" y="3394548"/>
                </a:cubicBezTo>
                <a:close/>
                <a:moveTo>
                  <a:pt x="8121398" y="3394548"/>
                </a:moveTo>
                <a:cubicBezTo>
                  <a:pt x="8133449" y="3394548"/>
                  <a:pt x="8143218" y="3404613"/>
                  <a:pt x="8143218" y="3417029"/>
                </a:cubicBezTo>
                <a:cubicBezTo>
                  <a:pt x="8143218" y="3429445"/>
                  <a:pt x="8133449" y="3439510"/>
                  <a:pt x="8121398" y="3439510"/>
                </a:cubicBezTo>
                <a:cubicBezTo>
                  <a:pt x="8109347" y="3439510"/>
                  <a:pt x="8099578" y="3429445"/>
                  <a:pt x="8099578" y="3417029"/>
                </a:cubicBezTo>
                <a:cubicBezTo>
                  <a:pt x="8099578" y="3404613"/>
                  <a:pt x="8109347" y="3394548"/>
                  <a:pt x="8121398" y="3394548"/>
                </a:cubicBezTo>
                <a:close/>
                <a:moveTo>
                  <a:pt x="8044700" y="3394548"/>
                </a:moveTo>
                <a:cubicBezTo>
                  <a:pt x="8056751" y="3394548"/>
                  <a:pt x="8066520" y="3404613"/>
                  <a:pt x="8066520" y="3417029"/>
                </a:cubicBezTo>
                <a:cubicBezTo>
                  <a:pt x="8066520" y="3429445"/>
                  <a:pt x="8056751" y="3439510"/>
                  <a:pt x="8044700" y="3439510"/>
                </a:cubicBezTo>
                <a:cubicBezTo>
                  <a:pt x="8032649" y="3439510"/>
                  <a:pt x="8022880" y="3429445"/>
                  <a:pt x="8022880" y="3417029"/>
                </a:cubicBezTo>
                <a:cubicBezTo>
                  <a:pt x="8022880" y="3404613"/>
                  <a:pt x="8032649" y="3394548"/>
                  <a:pt x="8044700" y="3394548"/>
                </a:cubicBezTo>
                <a:close/>
                <a:moveTo>
                  <a:pt x="7966679" y="3394548"/>
                </a:moveTo>
                <a:cubicBezTo>
                  <a:pt x="7978730" y="3394548"/>
                  <a:pt x="7988499" y="3404613"/>
                  <a:pt x="7988499" y="3417029"/>
                </a:cubicBezTo>
                <a:cubicBezTo>
                  <a:pt x="7988499" y="3429445"/>
                  <a:pt x="7978730" y="3439510"/>
                  <a:pt x="7966679" y="3439510"/>
                </a:cubicBezTo>
                <a:cubicBezTo>
                  <a:pt x="7954628" y="3439510"/>
                  <a:pt x="7944859" y="3429445"/>
                  <a:pt x="7944859" y="3417029"/>
                </a:cubicBezTo>
                <a:cubicBezTo>
                  <a:pt x="7944859" y="3404613"/>
                  <a:pt x="7954628" y="3394548"/>
                  <a:pt x="7966679" y="3394548"/>
                </a:cubicBezTo>
                <a:close/>
                <a:moveTo>
                  <a:pt x="7888658" y="3394548"/>
                </a:moveTo>
                <a:cubicBezTo>
                  <a:pt x="7900709" y="3394548"/>
                  <a:pt x="7910478" y="3404613"/>
                  <a:pt x="7910478" y="3417029"/>
                </a:cubicBezTo>
                <a:cubicBezTo>
                  <a:pt x="7910478" y="3429445"/>
                  <a:pt x="7900709" y="3439510"/>
                  <a:pt x="7888658" y="3439510"/>
                </a:cubicBezTo>
                <a:cubicBezTo>
                  <a:pt x="7876607" y="3439510"/>
                  <a:pt x="7866838" y="3429445"/>
                  <a:pt x="7866838" y="3417029"/>
                </a:cubicBezTo>
                <a:cubicBezTo>
                  <a:pt x="7866838" y="3404613"/>
                  <a:pt x="7876607" y="3394548"/>
                  <a:pt x="7888658" y="3394548"/>
                </a:cubicBezTo>
                <a:close/>
                <a:moveTo>
                  <a:pt x="7809316" y="3394548"/>
                </a:moveTo>
                <a:cubicBezTo>
                  <a:pt x="7821367" y="3394548"/>
                  <a:pt x="7831136" y="3404613"/>
                  <a:pt x="7831136" y="3417029"/>
                </a:cubicBezTo>
                <a:cubicBezTo>
                  <a:pt x="7831136" y="3429445"/>
                  <a:pt x="7821367" y="3439510"/>
                  <a:pt x="7809316" y="3439510"/>
                </a:cubicBezTo>
                <a:cubicBezTo>
                  <a:pt x="7797265" y="3439510"/>
                  <a:pt x="7787496" y="3429445"/>
                  <a:pt x="7787496" y="3417029"/>
                </a:cubicBezTo>
                <a:cubicBezTo>
                  <a:pt x="7787496" y="3404613"/>
                  <a:pt x="7797265" y="3394548"/>
                  <a:pt x="7809316" y="3394548"/>
                </a:cubicBezTo>
                <a:close/>
                <a:moveTo>
                  <a:pt x="7654597" y="3394548"/>
                </a:moveTo>
                <a:cubicBezTo>
                  <a:pt x="7666648" y="3394548"/>
                  <a:pt x="7676417" y="3404613"/>
                  <a:pt x="7676417" y="3417029"/>
                </a:cubicBezTo>
                <a:cubicBezTo>
                  <a:pt x="7676417" y="3429445"/>
                  <a:pt x="7666648" y="3439510"/>
                  <a:pt x="7654597" y="3439510"/>
                </a:cubicBezTo>
                <a:cubicBezTo>
                  <a:pt x="7642546" y="3439510"/>
                  <a:pt x="7632777" y="3429445"/>
                  <a:pt x="7632777" y="3417029"/>
                </a:cubicBezTo>
                <a:cubicBezTo>
                  <a:pt x="7632777" y="3404613"/>
                  <a:pt x="7642546" y="3394548"/>
                  <a:pt x="7654597" y="3394548"/>
                </a:cubicBezTo>
                <a:close/>
                <a:moveTo>
                  <a:pt x="7576577" y="3394548"/>
                </a:moveTo>
                <a:cubicBezTo>
                  <a:pt x="7588628" y="3394548"/>
                  <a:pt x="7598397" y="3404613"/>
                  <a:pt x="7598397" y="3417029"/>
                </a:cubicBezTo>
                <a:cubicBezTo>
                  <a:pt x="7598397" y="3429445"/>
                  <a:pt x="7588628" y="3439510"/>
                  <a:pt x="7576577" y="3439510"/>
                </a:cubicBezTo>
                <a:cubicBezTo>
                  <a:pt x="7564526" y="3439510"/>
                  <a:pt x="7554757" y="3429445"/>
                  <a:pt x="7554757" y="3417029"/>
                </a:cubicBezTo>
                <a:cubicBezTo>
                  <a:pt x="7554757" y="3404613"/>
                  <a:pt x="7564526" y="3394548"/>
                  <a:pt x="7576577" y="3394548"/>
                </a:cubicBezTo>
                <a:close/>
                <a:moveTo>
                  <a:pt x="7498556" y="3394548"/>
                </a:moveTo>
                <a:cubicBezTo>
                  <a:pt x="7510607" y="3394548"/>
                  <a:pt x="7520376" y="3404613"/>
                  <a:pt x="7520376" y="3417029"/>
                </a:cubicBezTo>
                <a:cubicBezTo>
                  <a:pt x="7520376" y="3429445"/>
                  <a:pt x="7510607" y="3439510"/>
                  <a:pt x="7498556" y="3439510"/>
                </a:cubicBezTo>
                <a:cubicBezTo>
                  <a:pt x="7486505" y="3439510"/>
                  <a:pt x="7476736" y="3429445"/>
                  <a:pt x="7476736" y="3417029"/>
                </a:cubicBezTo>
                <a:cubicBezTo>
                  <a:pt x="7476736" y="3404613"/>
                  <a:pt x="7486505" y="3394548"/>
                  <a:pt x="7498556" y="3394548"/>
                </a:cubicBezTo>
                <a:close/>
                <a:moveTo>
                  <a:pt x="7421198" y="3394548"/>
                </a:moveTo>
                <a:cubicBezTo>
                  <a:pt x="7433614" y="3394548"/>
                  <a:pt x="7443679" y="3404613"/>
                  <a:pt x="7443679" y="3417029"/>
                </a:cubicBezTo>
                <a:cubicBezTo>
                  <a:pt x="7443679" y="3429445"/>
                  <a:pt x="7433614" y="3439510"/>
                  <a:pt x="7421198" y="3439510"/>
                </a:cubicBezTo>
                <a:cubicBezTo>
                  <a:pt x="7408782" y="3439510"/>
                  <a:pt x="7398717" y="3429445"/>
                  <a:pt x="7398717" y="3417029"/>
                </a:cubicBezTo>
                <a:cubicBezTo>
                  <a:pt x="7398717" y="3404613"/>
                  <a:pt x="7408782" y="3394548"/>
                  <a:pt x="7421198" y="3394548"/>
                </a:cubicBezTo>
                <a:close/>
                <a:moveTo>
                  <a:pt x="7343838" y="3394548"/>
                </a:moveTo>
                <a:cubicBezTo>
                  <a:pt x="7355889" y="3394548"/>
                  <a:pt x="7365658" y="3404613"/>
                  <a:pt x="7365658" y="3417029"/>
                </a:cubicBezTo>
                <a:cubicBezTo>
                  <a:pt x="7365658" y="3429445"/>
                  <a:pt x="7355889" y="3439510"/>
                  <a:pt x="7343838" y="3439510"/>
                </a:cubicBezTo>
                <a:cubicBezTo>
                  <a:pt x="7331787" y="3439510"/>
                  <a:pt x="7322018" y="3429445"/>
                  <a:pt x="7322018" y="3417029"/>
                </a:cubicBezTo>
                <a:cubicBezTo>
                  <a:pt x="7322018" y="3404613"/>
                  <a:pt x="7331787" y="3394548"/>
                  <a:pt x="7343838" y="3394548"/>
                </a:cubicBezTo>
                <a:close/>
                <a:moveTo>
                  <a:pt x="7264495" y="3394548"/>
                </a:moveTo>
                <a:cubicBezTo>
                  <a:pt x="7276546" y="3394548"/>
                  <a:pt x="7286315" y="3404613"/>
                  <a:pt x="7286315" y="3417029"/>
                </a:cubicBezTo>
                <a:cubicBezTo>
                  <a:pt x="7286315" y="3429445"/>
                  <a:pt x="7276546" y="3439510"/>
                  <a:pt x="7264495" y="3439510"/>
                </a:cubicBezTo>
                <a:cubicBezTo>
                  <a:pt x="7252444" y="3439510"/>
                  <a:pt x="7242675" y="3429445"/>
                  <a:pt x="7242675" y="3417029"/>
                </a:cubicBezTo>
                <a:cubicBezTo>
                  <a:pt x="7242675" y="3404613"/>
                  <a:pt x="7252444" y="3394548"/>
                  <a:pt x="7264495" y="3394548"/>
                </a:cubicBezTo>
                <a:close/>
                <a:moveTo>
                  <a:pt x="7186475" y="3394548"/>
                </a:moveTo>
                <a:cubicBezTo>
                  <a:pt x="7198526" y="3394548"/>
                  <a:pt x="7208295" y="3404613"/>
                  <a:pt x="7208295" y="3417029"/>
                </a:cubicBezTo>
                <a:cubicBezTo>
                  <a:pt x="7208295" y="3429445"/>
                  <a:pt x="7198526" y="3439510"/>
                  <a:pt x="7186475" y="3439510"/>
                </a:cubicBezTo>
                <a:cubicBezTo>
                  <a:pt x="7174424" y="3439510"/>
                  <a:pt x="7164655" y="3429445"/>
                  <a:pt x="7164655" y="3417029"/>
                </a:cubicBezTo>
                <a:cubicBezTo>
                  <a:pt x="7164655" y="3404613"/>
                  <a:pt x="7174424" y="3394548"/>
                  <a:pt x="7186475" y="3394548"/>
                </a:cubicBezTo>
                <a:close/>
                <a:moveTo>
                  <a:pt x="5395972" y="3394548"/>
                </a:moveTo>
                <a:cubicBezTo>
                  <a:pt x="5408023" y="3394548"/>
                  <a:pt x="5417792" y="3404613"/>
                  <a:pt x="5417792" y="3417029"/>
                </a:cubicBezTo>
                <a:cubicBezTo>
                  <a:pt x="5417792" y="3429445"/>
                  <a:pt x="5408023" y="3439510"/>
                  <a:pt x="5395972" y="3439510"/>
                </a:cubicBezTo>
                <a:cubicBezTo>
                  <a:pt x="5383921" y="3439510"/>
                  <a:pt x="5374152" y="3429445"/>
                  <a:pt x="5374152" y="3417029"/>
                </a:cubicBezTo>
                <a:cubicBezTo>
                  <a:pt x="5374152" y="3404613"/>
                  <a:pt x="5383921" y="3394548"/>
                  <a:pt x="5395972" y="3394548"/>
                </a:cubicBezTo>
                <a:close/>
                <a:moveTo>
                  <a:pt x="5317953" y="3394548"/>
                </a:moveTo>
                <a:cubicBezTo>
                  <a:pt x="5330004" y="3394548"/>
                  <a:pt x="5339773" y="3404613"/>
                  <a:pt x="5339773" y="3417029"/>
                </a:cubicBezTo>
                <a:cubicBezTo>
                  <a:pt x="5339773" y="3429445"/>
                  <a:pt x="5330004" y="3439510"/>
                  <a:pt x="5317953" y="3439510"/>
                </a:cubicBezTo>
                <a:cubicBezTo>
                  <a:pt x="5305902" y="3439510"/>
                  <a:pt x="5296133" y="3429445"/>
                  <a:pt x="5296133" y="3417029"/>
                </a:cubicBezTo>
                <a:cubicBezTo>
                  <a:pt x="5296133" y="3404613"/>
                  <a:pt x="5305902" y="3394548"/>
                  <a:pt x="5317953" y="3394548"/>
                </a:cubicBezTo>
                <a:close/>
                <a:moveTo>
                  <a:pt x="5239931" y="3394548"/>
                </a:moveTo>
                <a:cubicBezTo>
                  <a:pt x="5251982" y="3394548"/>
                  <a:pt x="5261751" y="3404613"/>
                  <a:pt x="5261751" y="3417029"/>
                </a:cubicBezTo>
                <a:cubicBezTo>
                  <a:pt x="5261751" y="3429445"/>
                  <a:pt x="5251982" y="3439510"/>
                  <a:pt x="5239931" y="3439510"/>
                </a:cubicBezTo>
                <a:cubicBezTo>
                  <a:pt x="5227880" y="3439510"/>
                  <a:pt x="5218111" y="3429445"/>
                  <a:pt x="5218111" y="3417029"/>
                </a:cubicBezTo>
                <a:cubicBezTo>
                  <a:pt x="5218111" y="3404613"/>
                  <a:pt x="5227880" y="3394548"/>
                  <a:pt x="5239931" y="3394548"/>
                </a:cubicBezTo>
                <a:close/>
                <a:moveTo>
                  <a:pt x="5162572" y="3394548"/>
                </a:moveTo>
                <a:cubicBezTo>
                  <a:pt x="5174988" y="3394548"/>
                  <a:pt x="5185053" y="3404613"/>
                  <a:pt x="5185053" y="3417029"/>
                </a:cubicBezTo>
                <a:cubicBezTo>
                  <a:pt x="5185053" y="3429445"/>
                  <a:pt x="5174988" y="3439510"/>
                  <a:pt x="5162572" y="3439510"/>
                </a:cubicBezTo>
                <a:cubicBezTo>
                  <a:pt x="5150156" y="3439510"/>
                  <a:pt x="5140091" y="3429445"/>
                  <a:pt x="5140091" y="3417029"/>
                </a:cubicBezTo>
                <a:cubicBezTo>
                  <a:pt x="5140091" y="3404613"/>
                  <a:pt x="5150156" y="3394548"/>
                  <a:pt x="5162572" y="3394548"/>
                </a:cubicBezTo>
                <a:close/>
                <a:moveTo>
                  <a:pt x="5085212" y="3394548"/>
                </a:moveTo>
                <a:cubicBezTo>
                  <a:pt x="5097263" y="3394548"/>
                  <a:pt x="5107032" y="3404613"/>
                  <a:pt x="5107032" y="3417029"/>
                </a:cubicBezTo>
                <a:cubicBezTo>
                  <a:pt x="5107032" y="3429445"/>
                  <a:pt x="5097263" y="3439510"/>
                  <a:pt x="5085212" y="3439510"/>
                </a:cubicBezTo>
                <a:cubicBezTo>
                  <a:pt x="5073161" y="3439510"/>
                  <a:pt x="5063392" y="3429445"/>
                  <a:pt x="5063392" y="3417029"/>
                </a:cubicBezTo>
                <a:cubicBezTo>
                  <a:pt x="5063392" y="3404613"/>
                  <a:pt x="5073161" y="3394548"/>
                  <a:pt x="5085212" y="3394548"/>
                </a:cubicBezTo>
                <a:close/>
                <a:moveTo>
                  <a:pt x="5007193" y="3394548"/>
                </a:moveTo>
                <a:cubicBezTo>
                  <a:pt x="5019244" y="3394548"/>
                  <a:pt x="5029013" y="3404613"/>
                  <a:pt x="5029013" y="3417029"/>
                </a:cubicBezTo>
                <a:cubicBezTo>
                  <a:pt x="5029013" y="3429445"/>
                  <a:pt x="5019244" y="3439510"/>
                  <a:pt x="5007193" y="3439510"/>
                </a:cubicBezTo>
                <a:cubicBezTo>
                  <a:pt x="4995142" y="3439510"/>
                  <a:pt x="4985373" y="3429445"/>
                  <a:pt x="4985373" y="3417029"/>
                </a:cubicBezTo>
                <a:cubicBezTo>
                  <a:pt x="4985373" y="3404613"/>
                  <a:pt x="4995142" y="3394548"/>
                  <a:pt x="5007193" y="3394548"/>
                </a:cubicBezTo>
                <a:close/>
                <a:moveTo>
                  <a:pt x="4928511" y="3394548"/>
                </a:moveTo>
                <a:cubicBezTo>
                  <a:pt x="4940927" y="3394548"/>
                  <a:pt x="4950992" y="3404613"/>
                  <a:pt x="4950992" y="3417029"/>
                </a:cubicBezTo>
                <a:cubicBezTo>
                  <a:pt x="4950992" y="3429445"/>
                  <a:pt x="4940927" y="3439510"/>
                  <a:pt x="4928511" y="3439510"/>
                </a:cubicBezTo>
                <a:cubicBezTo>
                  <a:pt x="4916095" y="3439510"/>
                  <a:pt x="4906030" y="3429445"/>
                  <a:pt x="4906030" y="3417029"/>
                </a:cubicBezTo>
                <a:cubicBezTo>
                  <a:pt x="4906030" y="3404613"/>
                  <a:pt x="4916095" y="3394548"/>
                  <a:pt x="4928511" y="3394548"/>
                </a:cubicBezTo>
                <a:close/>
                <a:moveTo>
                  <a:pt x="4850491" y="3394548"/>
                </a:moveTo>
                <a:cubicBezTo>
                  <a:pt x="4862907" y="3394548"/>
                  <a:pt x="4872972" y="3404613"/>
                  <a:pt x="4872972" y="3417029"/>
                </a:cubicBezTo>
                <a:cubicBezTo>
                  <a:pt x="4872972" y="3429445"/>
                  <a:pt x="4862907" y="3439510"/>
                  <a:pt x="4850491" y="3439510"/>
                </a:cubicBezTo>
                <a:cubicBezTo>
                  <a:pt x="4838075" y="3439510"/>
                  <a:pt x="4828010" y="3429445"/>
                  <a:pt x="4828010" y="3417029"/>
                </a:cubicBezTo>
                <a:cubicBezTo>
                  <a:pt x="4828010" y="3404613"/>
                  <a:pt x="4838075" y="3394548"/>
                  <a:pt x="4850491" y="3394548"/>
                </a:cubicBezTo>
                <a:close/>
                <a:moveTo>
                  <a:pt x="4773132" y="3394548"/>
                </a:moveTo>
                <a:cubicBezTo>
                  <a:pt x="4785183" y="3394548"/>
                  <a:pt x="4794952" y="3404613"/>
                  <a:pt x="4794952" y="3417029"/>
                </a:cubicBezTo>
                <a:cubicBezTo>
                  <a:pt x="4794952" y="3429445"/>
                  <a:pt x="4785183" y="3439510"/>
                  <a:pt x="4773132" y="3439510"/>
                </a:cubicBezTo>
                <a:cubicBezTo>
                  <a:pt x="4761081" y="3439510"/>
                  <a:pt x="4751312" y="3429445"/>
                  <a:pt x="4751312" y="3417029"/>
                </a:cubicBezTo>
                <a:cubicBezTo>
                  <a:pt x="4751312" y="3404613"/>
                  <a:pt x="4761081" y="3394548"/>
                  <a:pt x="4773132" y="3394548"/>
                </a:cubicBezTo>
                <a:close/>
                <a:moveTo>
                  <a:pt x="2981306" y="3394548"/>
                </a:moveTo>
                <a:cubicBezTo>
                  <a:pt x="2993357" y="3394548"/>
                  <a:pt x="3003126" y="3404613"/>
                  <a:pt x="3003126" y="3417029"/>
                </a:cubicBezTo>
                <a:cubicBezTo>
                  <a:pt x="3003126" y="3429445"/>
                  <a:pt x="2993357" y="3439510"/>
                  <a:pt x="2981306" y="3439510"/>
                </a:cubicBezTo>
                <a:cubicBezTo>
                  <a:pt x="2969255" y="3439510"/>
                  <a:pt x="2959486" y="3429445"/>
                  <a:pt x="2959486" y="3417029"/>
                </a:cubicBezTo>
                <a:cubicBezTo>
                  <a:pt x="2959486" y="3404613"/>
                  <a:pt x="2969255" y="3394548"/>
                  <a:pt x="2981306" y="3394548"/>
                </a:cubicBezTo>
                <a:close/>
                <a:moveTo>
                  <a:pt x="2903286" y="3394548"/>
                </a:moveTo>
                <a:cubicBezTo>
                  <a:pt x="2915337" y="3394548"/>
                  <a:pt x="2925106" y="3404613"/>
                  <a:pt x="2925106" y="3417029"/>
                </a:cubicBezTo>
                <a:cubicBezTo>
                  <a:pt x="2925106" y="3429445"/>
                  <a:pt x="2915337" y="3439510"/>
                  <a:pt x="2903286" y="3439510"/>
                </a:cubicBezTo>
                <a:cubicBezTo>
                  <a:pt x="2891235" y="3439510"/>
                  <a:pt x="2881466" y="3429445"/>
                  <a:pt x="2881466" y="3417029"/>
                </a:cubicBezTo>
                <a:cubicBezTo>
                  <a:pt x="2881466" y="3404613"/>
                  <a:pt x="2891235" y="3394548"/>
                  <a:pt x="2903286" y="3394548"/>
                </a:cubicBezTo>
                <a:close/>
                <a:moveTo>
                  <a:pt x="2826588" y="3394548"/>
                </a:moveTo>
                <a:cubicBezTo>
                  <a:pt x="2838639" y="3394548"/>
                  <a:pt x="2848408" y="3404613"/>
                  <a:pt x="2848408" y="3417029"/>
                </a:cubicBezTo>
                <a:cubicBezTo>
                  <a:pt x="2848408" y="3429445"/>
                  <a:pt x="2838639" y="3439510"/>
                  <a:pt x="2826588" y="3439510"/>
                </a:cubicBezTo>
                <a:cubicBezTo>
                  <a:pt x="2814537" y="3439510"/>
                  <a:pt x="2804768" y="3429445"/>
                  <a:pt x="2804768" y="3417029"/>
                </a:cubicBezTo>
                <a:cubicBezTo>
                  <a:pt x="2804768" y="3404613"/>
                  <a:pt x="2814537" y="3394548"/>
                  <a:pt x="2826588" y="3394548"/>
                </a:cubicBezTo>
                <a:close/>
                <a:moveTo>
                  <a:pt x="2748567" y="3394548"/>
                </a:moveTo>
                <a:cubicBezTo>
                  <a:pt x="2760618" y="3394548"/>
                  <a:pt x="2770387" y="3404613"/>
                  <a:pt x="2770387" y="3417029"/>
                </a:cubicBezTo>
                <a:cubicBezTo>
                  <a:pt x="2770387" y="3429445"/>
                  <a:pt x="2760618" y="3439510"/>
                  <a:pt x="2748567" y="3439510"/>
                </a:cubicBezTo>
                <a:cubicBezTo>
                  <a:pt x="2736516" y="3439510"/>
                  <a:pt x="2726747" y="3429445"/>
                  <a:pt x="2726747" y="3417029"/>
                </a:cubicBezTo>
                <a:cubicBezTo>
                  <a:pt x="2726747" y="3404613"/>
                  <a:pt x="2736516" y="3394548"/>
                  <a:pt x="2748567" y="3394548"/>
                </a:cubicBezTo>
                <a:close/>
                <a:moveTo>
                  <a:pt x="2670547" y="3394548"/>
                </a:moveTo>
                <a:cubicBezTo>
                  <a:pt x="2682598" y="3394548"/>
                  <a:pt x="2692367" y="3404613"/>
                  <a:pt x="2692367" y="3417029"/>
                </a:cubicBezTo>
                <a:cubicBezTo>
                  <a:pt x="2692367" y="3429445"/>
                  <a:pt x="2682598" y="3439510"/>
                  <a:pt x="2670547" y="3439510"/>
                </a:cubicBezTo>
                <a:cubicBezTo>
                  <a:pt x="2658496" y="3439510"/>
                  <a:pt x="2648727" y="3429445"/>
                  <a:pt x="2648727" y="3417029"/>
                </a:cubicBezTo>
                <a:cubicBezTo>
                  <a:pt x="2648727" y="3404613"/>
                  <a:pt x="2658496" y="3394548"/>
                  <a:pt x="2670547" y="3394548"/>
                </a:cubicBezTo>
                <a:close/>
                <a:moveTo>
                  <a:pt x="2592527" y="3394548"/>
                </a:moveTo>
                <a:cubicBezTo>
                  <a:pt x="2604578" y="3394548"/>
                  <a:pt x="2614347" y="3404613"/>
                  <a:pt x="2614347" y="3417029"/>
                </a:cubicBezTo>
                <a:cubicBezTo>
                  <a:pt x="2614347" y="3429445"/>
                  <a:pt x="2604578" y="3439510"/>
                  <a:pt x="2592527" y="3439510"/>
                </a:cubicBezTo>
                <a:cubicBezTo>
                  <a:pt x="2580476" y="3439510"/>
                  <a:pt x="2570707" y="3429445"/>
                  <a:pt x="2570707" y="3417029"/>
                </a:cubicBezTo>
                <a:cubicBezTo>
                  <a:pt x="2570707" y="3404613"/>
                  <a:pt x="2580476" y="3394548"/>
                  <a:pt x="2592527" y="3394548"/>
                </a:cubicBezTo>
                <a:close/>
                <a:moveTo>
                  <a:pt x="2513845" y="3394548"/>
                </a:moveTo>
                <a:cubicBezTo>
                  <a:pt x="2526261" y="3394548"/>
                  <a:pt x="2536326" y="3404613"/>
                  <a:pt x="2536326" y="3417029"/>
                </a:cubicBezTo>
                <a:cubicBezTo>
                  <a:pt x="2536326" y="3429445"/>
                  <a:pt x="2526261" y="3439510"/>
                  <a:pt x="2513845" y="3439510"/>
                </a:cubicBezTo>
                <a:cubicBezTo>
                  <a:pt x="2501429" y="3439510"/>
                  <a:pt x="2491364" y="3429445"/>
                  <a:pt x="2491364" y="3417029"/>
                </a:cubicBezTo>
                <a:cubicBezTo>
                  <a:pt x="2491364" y="3404613"/>
                  <a:pt x="2501429" y="3394548"/>
                  <a:pt x="2513845" y="3394548"/>
                </a:cubicBezTo>
                <a:close/>
                <a:moveTo>
                  <a:pt x="2436486" y="3394548"/>
                </a:moveTo>
                <a:cubicBezTo>
                  <a:pt x="2448537" y="3394548"/>
                  <a:pt x="2458306" y="3404613"/>
                  <a:pt x="2458306" y="3417029"/>
                </a:cubicBezTo>
                <a:cubicBezTo>
                  <a:pt x="2458306" y="3429445"/>
                  <a:pt x="2448537" y="3439510"/>
                  <a:pt x="2436486" y="3439510"/>
                </a:cubicBezTo>
                <a:cubicBezTo>
                  <a:pt x="2424435" y="3439510"/>
                  <a:pt x="2414666" y="3429445"/>
                  <a:pt x="2414666" y="3417029"/>
                </a:cubicBezTo>
                <a:cubicBezTo>
                  <a:pt x="2414666" y="3404613"/>
                  <a:pt x="2424435" y="3394548"/>
                  <a:pt x="2436486" y="3394548"/>
                </a:cubicBezTo>
                <a:close/>
                <a:moveTo>
                  <a:pt x="2358465" y="3394548"/>
                </a:moveTo>
                <a:cubicBezTo>
                  <a:pt x="2370516" y="3394548"/>
                  <a:pt x="2380285" y="3404613"/>
                  <a:pt x="2380285" y="3417029"/>
                </a:cubicBezTo>
                <a:cubicBezTo>
                  <a:pt x="2380285" y="3429445"/>
                  <a:pt x="2370516" y="3439510"/>
                  <a:pt x="2358465" y="3439510"/>
                </a:cubicBezTo>
                <a:cubicBezTo>
                  <a:pt x="2346414" y="3439510"/>
                  <a:pt x="2336645" y="3429445"/>
                  <a:pt x="2336645" y="3417029"/>
                </a:cubicBezTo>
                <a:cubicBezTo>
                  <a:pt x="2336645" y="3404613"/>
                  <a:pt x="2346414" y="3394548"/>
                  <a:pt x="2358465" y="3394548"/>
                </a:cubicBezTo>
                <a:close/>
                <a:moveTo>
                  <a:pt x="3449429" y="3394547"/>
                </a:moveTo>
                <a:cubicBezTo>
                  <a:pt x="3461480" y="3394547"/>
                  <a:pt x="3471249" y="3404612"/>
                  <a:pt x="3471249" y="3417028"/>
                </a:cubicBezTo>
                <a:cubicBezTo>
                  <a:pt x="3471249" y="3429444"/>
                  <a:pt x="3461480" y="3439509"/>
                  <a:pt x="3449429" y="3439509"/>
                </a:cubicBezTo>
                <a:cubicBezTo>
                  <a:pt x="3437378" y="3439509"/>
                  <a:pt x="3427609" y="3429444"/>
                  <a:pt x="3427609" y="3417028"/>
                </a:cubicBezTo>
                <a:cubicBezTo>
                  <a:pt x="3427609" y="3404612"/>
                  <a:pt x="3437378" y="3394547"/>
                  <a:pt x="3449429" y="3394547"/>
                </a:cubicBezTo>
                <a:close/>
                <a:moveTo>
                  <a:pt x="3371408" y="3394547"/>
                </a:moveTo>
                <a:cubicBezTo>
                  <a:pt x="3383459" y="3394547"/>
                  <a:pt x="3393228" y="3404612"/>
                  <a:pt x="3393228" y="3417028"/>
                </a:cubicBezTo>
                <a:cubicBezTo>
                  <a:pt x="3393228" y="3429444"/>
                  <a:pt x="3383459" y="3439509"/>
                  <a:pt x="3371408" y="3439509"/>
                </a:cubicBezTo>
                <a:cubicBezTo>
                  <a:pt x="3359357" y="3439509"/>
                  <a:pt x="3349588" y="3429444"/>
                  <a:pt x="3349588" y="3417028"/>
                </a:cubicBezTo>
                <a:cubicBezTo>
                  <a:pt x="3349588" y="3404612"/>
                  <a:pt x="3359357" y="3394547"/>
                  <a:pt x="3371408" y="3394547"/>
                </a:cubicBezTo>
                <a:close/>
                <a:moveTo>
                  <a:pt x="3293388" y="3394547"/>
                </a:moveTo>
                <a:cubicBezTo>
                  <a:pt x="3305439" y="3394547"/>
                  <a:pt x="3315208" y="3404612"/>
                  <a:pt x="3315208" y="3417028"/>
                </a:cubicBezTo>
                <a:cubicBezTo>
                  <a:pt x="3315208" y="3429444"/>
                  <a:pt x="3305439" y="3439509"/>
                  <a:pt x="3293388" y="3439509"/>
                </a:cubicBezTo>
                <a:cubicBezTo>
                  <a:pt x="3281337" y="3439509"/>
                  <a:pt x="3271568" y="3429444"/>
                  <a:pt x="3271568" y="3417028"/>
                </a:cubicBezTo>
                <a:cubicBezTo>
                  <a:pt x="3271568" y="3404612"/>
                  <a:pt x="3281337" y="3394547"/>
                  <a:pt x="3293388" y="3394547"/>
                </a:cubicBezTo>
                <a:close/>
                <a:moveTo>
                  <a:pt x="3215368" y="3394547"/>
                </a:moveTo>
                <a:cubicBezTo>
                  <a:pt x="3227419" y="3394547"/>
                  <a:pt x="3237188" y="3404612"/>
                  <a:pt x="3237188" y="3417028"/>
                </a:cubicBezTo>
                <a:cubicBezTo>
                  <a:pt x="3237188" y="3429444"/>
                  <a:pt x="3227419" y="3439509"/>
                  <a:pt x="3215368" y="3439509"/>
                </a:cubicBezTo>
                <a:cubicBezTo>
                  <a:pt x="3203317" y="3439509"/>
                  <a:pt x="3193548" y="3429444"/>
                  <a:pt x="3193548" y="3417028"/>
                </a:cubicBezTo>
                <a:cubicBezTo>
                  <a:pt x="3193548" y="3404612"/>
                  <a:pt x="3203317" y="3394547"/>
                  <a:pt x="3215368" y="3394547"/>
                </a:cubicBezTo>
                <a:close/>
                <a:moveTo>
                  <a:pt x="3137348" y="3394547"/>
                </a:moveTo>
                <a:cubicBezTo>
                  <a:pt x="3149399" y="3394547"/>
                  <a:pt x="3159168" y="3404612"/>
                  <a:pt x="3159168" y="3417028"/>
                </a:cubicBezTo>
                <a:cubicBezTo>
                  <a:pt x="3159168" y="3429444"/>
                  <a:pt x="3149399" y="3439509"/>
                  <a:pt x="3137348" y="3439509"/>
                </a:cubicBezTo>
                <a:cubicBezTo>
                  <a:pt x="3125297" y="3439509"/>
                  <a:pt x="3115528" y="3429444"/>
                  <a:pt x="3115528" y="3417028"/>
                </a:cubicBezTo>
                <a:cubicBezTo>
                  <a:pt x="3115528" y="3404612"/>
                  <a:pt x="3125297" y="3394547"/>
                  <a:pt x="3137348" y="3394547"/>
                </a:cubicBezTo>
                <a:close/>
                <a:moveTo>
                  <a:pt x="3059327" y="3394547"/>
                </a:moveTo>
                <a:cubicBezTo>
                  <a:pt x="3071378" y="3394547"/>
                  <a:pt x="3081147" y="3404612"/>
                  <a:pt x="3081147" y="3417028"/>
                </a:cubicBezTo>
                <a:cubicBezTo>
                  <a:pt x="3081147" y="3429444"/>
                  <a:pt x="3071378" y="3439509"/>
                  <a:pt x="3059327" y="3439509"/>
                </a:cubicBezTo>
                <a:cubicBezTo>
                  <a:pt x="3047276" y="3439509"/>
                  <a:pt x="3037507" y="3429444"/>
                  <a:pt x="3037507" y="3417028"/>
                </a:cubicBezTo>
                <a:cubicBezTo>
                  <a:pt x="3037507" y="3404612"/>
                  <a:pt x="3047276" y="3394547"/>
                  <a:pt x="3059327" y="3394547"/>
                </a:cubicBezTo>
                <a:close/>
                <a:moveTo>
                  <a:pt x="8355459" y="3316527"/>
                </a:moveTo>
                <a:cubicBezTo>
                  <a:pt x="8367510" y="3316527"/>
                  <a:pt x="8377279" y="3326592"/>
                  <a:pt x="8377279" y="3339008"/>
                </a:cubicBezTo>
                <a:cubicBezTo>
                  <a:pt x="8377279" y="3351424"/>
                  <a:pt x="8367510" y="3361489"/>
                  <a:pt x="8355459" y="3361489"/>
                </a:cubicBezTo>
                <a:cubicBezTo>
                  <a:pt x="8343408" y="3361489"/>
                  <a:pt x="8333639" y="3351424"/>
                  <a:pt x="8333639" y="3339008"/>
                </a:cubicBezTo>
                <a:cubicBezTo>
                  <a:pt x="8333639" y="3326592"/>
                  <a:pt x="8343408" y="3316527"/>
                  <a:pt x="8355459" y="3316527"/>
                </a:cubicBezTo>
                <a:close/>
                <a:moveTo>
                  <a:pt x="8277438" y="3316527"/>
                </a:moveTo>
                <a:cubicBezTo>
                  <a:pt x="8289489" y="3316527"/>
                  <a:pt x="8299258" y="3326592"/>
                  <a:pt x="8299258" y="3339008"/>
                </a:cubicBezTo>
                <a:cubicBezTo>
                  <a:pt x="8299258" y="3351424"/>
                  <a:pt x="8289489" y="3361489"/>
                  <a:pt x="8277438" y="3361489"/>
                </a:cubicBezTo>
                <a:cubicBezTo>
                  <a:pt x="8265387" y="3361489"/>
                  <a:pt x="8255618" y="3351424"/>
                  <a:pt x="8255618" y="3339008"/>
                </a:cubicBezTo>
                <a:cubicBezTo>
                  <a:pt x="8255618" y="3326592"/>
                  <a:pt x="8265387" y="3316527"/>
                  <a:pt x="8277438" y="3316527"/>
                </a:cubicBezTo>
                <a:close/>
                <a:moveTo>
                  <a:pt x="8199418" y="3316527"/>
                </a:moveTo>
                <a:cubicBezTo>
                  <a:pt x="8211469" y="3316527"/>
                  <a:pt x="8221238" y="3326592"/>
                  <a:pt x="8221238" y="3339008"/>
                </a:cubicBezTo>
                <a:cubicBezTo>
                  <a:pt x="8221238" y="3351424"/>
                  <a:pt x="8211469" y="3361489"/>
                  <a:pt x="8199418" y="3361489"/>
                </a:cubicBezTo>
                <a:cubicBezTo>
                  <a:pt x="8187367" y="3361489"/>
                  <a:pt x="8177598" y="3351424"/>
                  <a:pt x="8177598" y="3339008"/>
                </a:cubicBezTo>
                <a:cubicBezTo>
                  <a:pt x="8177598" y="3326592"/>
                  <a:pt x="8187367" y="3316527"/>
                  <a:pt x="8199418" y="3316527"/>
                </a:cubicBezTo>
                <a:close/>
                <a:moveTo>
                  <a:pt x="8121398" y="3316527"/>
                </a:moveTo>
                <a:cubicBezTo>
                  <a:pt x="8133449" y="3316527"/>
                  <a:pt x="8143218" y="3326592"/>
                  <a:pt x="8143218" y="3339008"/>
                </a:cubicBezTo>
                <a:cubicBezTo>
                  <a:pt x="8143218" y="3351424"/>
                  <a:pt x="8133449" y="3361489"/>
                  <a:pt x="8121398" y="3361489"/>
                </a:cubicBezTo>
                <a:cubicBezTo>
                  <a:pt x="8109347" y="3361489"/>
                  <a:pt x="8099578" y="3351424"/>
                  <a:pt x="8099578" y="3339008"/>
                </a:cubicBezTo>
                <a:cubicBezTo>
                  <a:pt x="8099578" y="3326592"/>
                  <a:pt x="8109347" y="3316527"/>
                  <a:pt x="8121398" y="3316527"/>
                </a:cubicBezTo>
                <a:close/>
                <a:moveTo>
                  <a:pt x="8044700" y="3316527"/>
                </a:moveTo>
                <a:cubicBezTo>
                  <a:pt x="8056751" y="3316527"/>
                  <a:pt x="8066520" y="3326592"/>
                  <a:pt x="8066520" y="3339008"/>
                </a:cubicBezTo>
                <a:cubicBezTo>
                  <a:pt x="8066520" y="3351424"/>
                  <a:pt x="8056751" y="3361489"/>
                  <a:pt x="8044700" y="3361489"/>
                </a:cubicBezTo>
                <a:cubicBezTo>
                  <a:pt x="8032649" y="3361489"/>
                  <a:pt x="8022880" y="3351424"/>
                  <a:pt x="8022880" y="3339008"/>
                </a:cubicBezTo>
                <a:cubicBezTo>
                  <a:pt x="8022880" y="3326592"/>
                  <a:pt x="8032649" y="3316527"/>
                  <a:pt x="8044700" y="3316527"/>
                </a:cubicBezTo>
                <a:close/>
                <a:moveTo>
                  <a:pt x="7966679" y="3316527"/>
                </a:moveTo>
                <a:cubicBezTo>
                  <a:pt x="7978730" y="3316527"/>
                  <a:pt x="7988499" y="3326592"/>
                  <a:pt x="7988499" y="3339008"/>
                </a:cubicBezTo>
                <a:cubicBezTo>
                  <a:pt x="7988499" y="3351424"/>
                  <a:pt x="7978730" y="3361489"/>
                  <a:pt x="7966679" y="3361489"/>
                </a:cubicBezTo>
                <a:cubicBezTo>
                  <a:pt x="7954628" y="3361489"/>
                  <a:pt x="7944859" y="3351424"/>
                  <a:pt x="7944859" y="3339008"/>
                </a:cubicBezTo>
                <a:cubicBezTo>
                  <a:pt x="7944859" y="3326592"/>
                  <a:pt x="7954628" y="3316527"/>
                  <a:pt x="7966679" y="3316527"/>
                </a:cubicBezTo>
                <a:close/>
                <a:moveTo>
                  <a:pt x="7888658" y="3316527"/>
                </a:moveTo>
                <a:cubicBezTo>
                  <a:pt x="7900709" y="3316527"/>
                  <a:pt x="7910478" y="3326592"/>
                  <a:pt x="7910478" y="3339008"/>
                </a:cubicBezTo>
                <a:cubicBezTo>
                  <a:pt x="7910478" y="3351424"/>
                  <a:pt x="7900709" y="3361489"/>
                  <a:pt x="7888658" y="3361489"/>
                </a:cubicBezTo>
                <a:cubicBezTo>
                  <a:pt x="7876607" y="3361489"/>
                  <a:pt x="7866838" y="3351424"/>
                  <a:pt x="7866838" y="3339008"/>
                </a:cubicBezTo>
                <a:cubicBezTo>
                  <a:pt x="7866838" y="3326592"/>
                  <a:pt x="7876607" y="3316527"/>
                  <a:pt x="7888658" y="3316527"/>
                </a:cubicBezTo>
                <a:close/>
                <a:moveTo>
                  <a:pt x="7654597" y="3316527"/>
                </a:moveTo>
                <a:cubicBezTo>
                  <a:pt x="7666648" y="3316527"/>
                  <a:pt x="7676417" y="3326592"/>
                  <a:pt x="7676417" y="3339008"/>
                </a:cubicBezTo>
                <a:cubicBezTo>
                  <a:pt x="7676417" y="3351424"/>
                  <a:pt x="7666648" y="3361489"/>
                  <a:pt x="7654597" y="3361489"/>
                </a:cubicBezTo>
                <a:cubicBezTo>
                  <a:pt x="7642546" y="3361489"/>
                  <a:pt x="7632777" y="3351424"/>
                  <a:pt x="7632777" y="3339008"/>
                </a:cubicBezTo>
                <a:cubicBezTo>
                  <a:pt x="7632777" y="3326592"/>
                  <a:pt x="7642546" y="3316527"/>
                  <a:pt x="7654597" y="3316527"/>
                </a:cubicBezTo>
                <a:close/>
                <a:moveTo>
                  <a:pt x="7576577" y="3316527"/>
                </a:moveTo>
                <a:cubicBezTo>
                  <a:pt x="7588628" y="3316527"/>
                  <a:pt x="7598397" y="3326592"/>
                  <a:pt x="7598397" y="3339008"/>
                </a:cubicBezTo>
                <a:cubicBezTo>
                  <a:pt x="7598397" y="3351424"/>
                  <a:pt x="7588628" y="3361489"/>
                  <a:pt x="7576577" y="3361489"/>
                </a:cubicBezTo>
                <a:cubicBezTo>
                  <a:pt x="7564526" y="3361489"/>
                  <a:pt x="7554757" y="3351424"/>
                  <a:pt x="7554757" y="3339008"/>
                </a:cubicBezTo>
                <a:cubicBezTo>
                  <a:pt x="7554757" y="3326592"/>
                  <a:pt x="7564526" y="3316527"/>
                  <a:pt x="7576577" y="3316527"/>
                </a:cubicBezTo>
                <a:close/>
                <a:moveTo>
                  <a:pt x="7498556" y="3316527"/>
                </a:moveTo>
                <a:cubicBezTo>
                  <a:pt x="7510607" y="3316527"/>
                  <a:pt x="7520376" y="3326592"/>
                  <a:pt x="7520376" y="3339008"/>
                </a:cubicBezTo>
                <a:cubicBezTo>
                  <a:pt x="7520376" y="3351424"/>
                  <a:pt x="7510607" y="3361489"/>
                  <a:pt x="7498556" y="3361489"/>
                </a:cubicBezTo>
                <a:cubicBezTo>
                  <a:pt x="7486505" y="3361489"/>
                  <a:pt x="7476736" y="3351424"/>
                  <a:pt x="7476736" y="3339008"/>
                </a:cubicBezTo>
                <a:cubicBezTo>
                  <a:pt x="7476736" y="3326592"/>
                  <a:pt x="7486505" y="3316527"/>
                  <a:pt x="7498556" y="3316527"/>
                </a:cubicBezTo>
                <a:close/>
                <a:moveTo>
                  <a:pt x="7186475" y="3316527"/>
                </a:moveTo>
                <a:cubicBezTo>
                  <a:pt x="7198526" y="3316527"/>
                  <a:pt x="7208295" y="3326592"/>
                  <a:pt x="7208295" y="3339008"/>
                </a:cubicBezTo>
                <a:cubicBezTo>
                  <a:pt x="7208295" y="3351424"/>
                  <a:pt x="7198526" y="3361489"/>
                  <a:pt x="7186475" y="3361489"/>
                </a:cubicBezTo>
                <a:cubicBezTo>
                  <a:pt x="7174424" y="3361489"/>
                  <a:pt x="7164655" y="3351424"/>
                  <a:pt x="7164655" y="3339008"/>
                </a:cubicBezTo>
                <a:cubicBezTo>
                  <a:pt x="7164655" y="3326592"/>
                  <a:pt x="7174424" y="3316527"/>
                  <a:pt x="7186475" y="3316527"/>
                </a:cubicBezTo>
                <a:close/>
                <a:moveTo>
                  <a:pt x="7109116" y="3316527"/>
                </a:moveTo>
                <a:cubicBezTo>
                  <a:pt x="7121532" y="3316527"/>
                  <a:pt x="7131597" y="3326592"/>
                  <a:pt x="7131597" y="3339008"/>
                </a:cubicBezTo>
                <a:cubicBezTo>
                  <a:pt x="7131597" y="3351424"/>
                  <a:pt x="7121532" y="3361489"/>
                  <a:pt x="7109116" y="3361489"/>
                </a:cubicBezTo>
                <a:cubicBezTo>
                  <a:pt x="7096700" y="3361489"/>
                  <a:pt x="7086635" y="3351424"/>
                  <a:pt x="7086635" y="3339008"/>
                </a:cubicBezTo>
                <a:cubicBezTo>
                  <a:pt x="7086635" y="3326592"/>
                  <a:pt x="7096700" y="3316527"/>
                  <a:pt x="7109116" y="3316527"/>
                </a:cubicBezTo>
                <a:close/>
                <a:moveTo>
                  <a:pt x="5395972" y="3316527"/>
                </a:moveTo>
                <a:cubicBezTo>
                  <a:pt x="5408023" y="3316527"/>
                  <a:pt x="5417792" y="3326592"/>
                  <a:pt x="5417792" y="3339008"/>
                </a:cubicBezTo>
                <a:cubicBezTo>
                  <a:pt x="5417792" y="3351424"/>
                  <a:pt x="5408023" y="3361489"/>
                  <a:pt x="5395972" y="3361489"/>
                </a:cubicBezTo>
                <a:cubicBezTo>
                  <a:pt x="5383921" y="3361489"/>
                  <a:pt x="5374152" y="3351424"/>
                  <a:pt x="5374152" y="3339008"/>
                </a:cubicBezTo>
                <a:cubicBezTo>
                  <a:pt x="5374152" y="3326592"/>
                  <a:pt x="5383921" y="3316527"/>
                  <a:pt x="5395972" y="3316527"/>
                </a:cubicBezTo>
                <a:close/>
                <a:moveTo>
                  <a:pt x="5317953" y="3316527"/>
                </a:moveTo>
                <a:cubicBezTo>
                  <a:pt x="5330004" y="3316527"/>
                  <a:pt x="5339773" y="3326592"/>
                  <a:pt x="5339773" y="3339008"/>
                </a:cubicBezTo>
                <a:cubicBezTo>
                  <a:pt x="5339773" y="3351424"/>
                  <a:pt x="5330004" y="3361489"/>
                  <a:pt x="5317953" y="3361489"/>
                </a:cubicBezTo>
                <a:cubicBezTo>
                  <a:pt x="5305902" y="3361489"/>
                  <a:pt x="5296133" y="3351424"/>
                  <a:pt x="5296133" y="3339008"/>
                </a:cubicBezTo>
                <a:cubicBezTo>
                  <a:pt x="5296133" y="3326592"/>
                  <a:pt x="5305902" y="3316527"/>
                  <a:pt x="5317953" y="3316527"/>
                </a:cubicBezTo>
                <a:close/>
                <a:moveTo>
                  <a:pt x="5239931" y="3316527"/>
                </a:moveTo>
                <a:cubicBezTo>
                  <a:pt x="5251982" y="3316527"/>
                  <a:pt x="5261751" y="3326592"/>
                  <a:pt x="5261751" y="3339008"/>
                </a:cubicBezTo>
                <a:cubicBezTo>
                  <a:pt x="5261751" y="3351424"/>
                  <a:pt x="5251982" y="3361489"/>
                  <a:pt x="5239931" y="3361489"/>
                </a:cubicBezTo>
                <a:cubicBezTo>
                  <a:pt x="5227880" y="3361489"/>
                  <a:pt x="5218111" y="3351424"/>
                  <a:pt x="5218111" y="3339008"/>
                </a:cubicBezTo>
                <a:cubicBezTo>
                  <a:pt x="5218111" y="3326592"/>
                  <a:pt x="5227880" y="3316527"/>
                  <a:pt x="5239931" y="3316527"/>
                </a:cubicBezTo>
                <a:close/>
                <a:moveTo>
                  <a:pt x="5162572" y="3316527"/>
                </a:moveTo>
                <a:cubicBezTo>
                  <a:pt x="5174988" y="3316527"/>
                  <a:pt x="5185053" y="3326592"/>
                  <a:pt x="5185053" y="3339008"/>
                </a:cubicBezTo>
                <a:cubicBezTo>
                  <a:pt x="5185053" y="3351424"/>
                  <a:pt x="5174988" y="3361489"/>
                  <a:pt x="5162572" y="3361489"/>
                </a:cubicBezTo>
                <a:cubicBezTo>
                  <a:pt x="5150156" y="3361489"/>
                  <a:pt x="5140091" y="3351424"/>
                  <a:pt x="5140091" y="3339008"/>
                </a:cubicBezTo>
                <a:cubicBezTo>
                  <a:pt x="5140091" y="3326592"/>
                  <a:pt x="5150156" y="3316527"/>
                  <a:pt x="5162572" y="3316527"/>
                </a:cubicBezTo>
                <a:close/>
                <a:moveTo>
                  <a:pt x="5085212" y="3316527"/>
                </a:moveTo>
                <a:cubicBezTo>
                  <a:pt x="5097263" y="3316527"/>
                  <a:pt x="5107032" y="3326592"/>
                  <a:pt x="5107032" y="3339008"/>
                </a:cubicBezTo>
                <a:cubicBezTo>
                  <a:pt x="5107032" y="3351424"/>
                  <a:pt x="5097263" y="3361489"/>
                  <a:pt x="5085212" y="3361489"/>
                </a:cubicBezTo>
                <a:cubicBezTo>
                  <a:pt x="5073161" y="3361489"/>
                  <a:pt x="5063392" y="3351424"/>
                  <a:pt x="5063392" y="3339008"/>
                </a:cubicBezTo>
                <a:cubicBezTo>
                  <a:pt x="5063392" y="3326592"/>
                  <a:pt x="5073161" y="3316527"/>
                  <a:pt x="5085212" y="3316527"/>
                </a:cubicBezTo>
                <a:close/>
                <a:moveTo>
                  <a:pt x="5007193" y="3316527"/>
                </a:moveTo>
                <a:cubicBezTo>
                  <a:pt x="5019244" y="3316527"/>
                  <a:pt x="5029013" y="3326592"/>
                  <a:pt x="5029013" y="3339008"/>
                </a:cubicBezTo>
                <a:cubicBezTo>
                  <a:pt x="5029013" y="3351424"/>
                  <a:pt x="5019244" y="3361489"/>
                  <a:pt x="5007193" y="3361489"/>
                </a:cubicBezTo>
                <a:cubicBezTo>
                  <a:pt x="4995142" y="3361489"/>
                  <a:pt x="4985373" y="3351424"/>
                  <a:pt x="4985373" y="3339008"/>
                </a:cubicBezTo>
                <a:cubicBezTo>
                  <a:pt x="4985373" y="3326592"/>
                  <a:pt x="4995142" y="3316527"/>
                  <a:pt x="5007193" y="3316527"/>
                </a:cubicBezTo>
                <a:close/>
                <a:moveTo>
                  <a:pt x="4928511" y="3316527"/>
                </a:moveTo>
                <a:cubicBezTo>
                  <a:pt x="4940927" y="3316527"/>
                  <a:pt x="4950992" y="3326592"/>
                  <a:pt x="4950992" y="3339008"/>
                </a:cubicBezTo>
                <a:cubicBezTo>
                  <a:pt x="4950992" y="3351424"/>
                  <a:pt x="4940927" y="3361489"/>
                  <a:pt x="4928511" y="3361489"/>
                </a:cubicBezTo>
                <a:cubicBezTo>
                  <a:pt x="4916095" y="3361489"/>
                  <a:pt x="4906030" y="3351424"/>
                  <a:pt x="4906030" y="3339008"/>
                </a:cubicBezTo>
                <a:cubicBezTo>
                  <a:pt x="4906030" y="3326592"/>
                  <a:pt x="4916095" y="3316527"/>
                  <a:pt x="4928511" y="3316527"/>
                </a:cubicBezTo>
                <a:close/>
                <a:moveTo>
                  <a:pt x="4850491" y="3316527"/>
                </a:moveTo>
                <a:cubicBezTo>
                  <a:pt x="4862907" y="3316527"/>
                  <a:pt x="4872972" y="3326592"/>
                  <a:pt x="4872972" y="3339008"/>
                </a:cubicBezTo>
                <a:cubicBezTo>
                  <a:pt x="4872972" y="3351424"/>
                  <a:pt x="4862907" y="3361489"/>
                  <a:pt x="4850491" y="3361489"/>
                </a:cubicBezTo>
                <a:cubicBezTo>
                  <a:pt x="4838075" y="3361489"/>
                  <a:pt x="4828010" y="3351424"/>
                  <a:pt x="4828010" y="3339008"/>
                </a:cubicBezTo>
                <a:cubicBezTo>
                  <a:pt x="4828010" y="3326592"/>
                  <a:pt x="4838075" y="3316527"/>
                  <a:pt x="4850491" y="3316527"/>
                </a:cubicBezTo>
                <a:close/>
                <a:moveTo>
                  <a:pt x="4773132" y="3316527"/>
                </a:moveTo>
                <a:cubicBezTo>
                  <a:pt x="4785183" y="3316527"/>
                  <a:pt x="4794952" y="3326592"/>
                  <a:pt x="4794952" y="3339008"/>
                </a:cubicBezTo>
                <a:cubicBezTo>
                  <a:pt x="4794952" y="3351424"/>
                  <a:pt x="4785183" y="3361489"/>
                  <a:pt x="4773132" y="3361489"/>
                </a:cubicBezTo>
                <a:cubicBezTo>
                  <a:pt x="4761081" y="3361489"/>
                  <a:pt x="4751312" y="3351424"/>
                  <a:pt x="4751312" y="3339008"/>
                </a:cubicBezTo>
                <a:cubicBezTo>
                  <a:pt x="4751312" y="3326592"/>
                  <a:pt x="4761081" y="3316527"/>
                  <a:pt x="4773132" y="3316527"/>
                </a:cubicBezTo>
                <a:close/>
                <a:moveTo>
                  <a:pt x="4695111" y="3316527"/>
                </a:moveTo>
                <a:cubicBezTo>
                  <a:pt x="4707162" y="3316527"/>
                  <a:pt x="4716931" y="3326592"/>
                  <a:pt x="4716931" y="3339008"/>
                </a:cubicBezTo>
                <a:cubicBezTo>
                  <a:pt x="4716931" y="3351424"/>
                  <a:pt x="4707162" y="3361489"/>
                  <a:pt x="4695111" y="3361489"/>
                </a:cubicBezTo>
                <a:cubicBezTo>
                  <a:pt x="4683060" y="3361489"/>
                  <a:pt x="4673291" y="3351424"/>
                  <a:pt x="4673291" y="3339008"/>
                </a:cubicBezTo>
                <a:cubicBezTo>
                  <a:pt x="4673291" y="3326592"/>
                  <a:pt x="4683060" y="3316527"/>
                  <a:pt x="4695111" y="3316527"/>
                </a:cubicBezTo>
                <a:close/>
                <a:moveTo>
                  <a:pt x="2981306" y="3316527"/>
                </a:moveTo>
                <a:cubicBezTo>
                  <a:pt x="2993357" y="3316527"/>
                  <a:pt x="3003126" y="3326592"/>
                  <a:pt x="3003126" y="3339008"/>
                </a:cubicBezTo>
                <a:cubicBezTo>
                  <a:pt x="3003126" y="3351424"/>
                  <a:pt x="2993357" y="3361489"/>
                  <a:pt x="2981306" y="3361489"/>
                </a:cubicBezTo>
                <a:cubicBezTo>
                  <a:pt x="2969255" y="3361489"/>
                  <a:pt x="2959486" y="3351424"/>
                  <a:pt x="2959486" y="3339008"/>
                </a:cubicBezTo>
                <a:cubicBezTo>
                  <a:pt x="2959486" y="3326592"/>
                  <a:pt x="2969255" y="3316527"/>
                  <a:pt x="2981306" y="3316527"/>
                </a:cubicBezTo>
                <a:close/>
                <a:moveTo>
                  <a:pt x="2903286" y="3316527"/>
                </a:moveTo>
                <a:cubicBezTo>
                  <a:pt x="2915337" y="3316527"/>
                  <a:pt x="2925106" y="3326592"/>
                  <a:pt x="2925106" y="3339008"/>
                </a:cubicBezTo>
                <a:cubicBezTo>
                  <a:pt x="2925106" y="3351424"/>
                  <a:pt x="2915337" y="3361489"/>
                  <a:pt x="2903286" y="3361489"/>
                </a:cubicBezTo>
                <a:cubicBezTo>
                  <a:pt x="2891235" y="3361489"/>
                  <a:pt x="2881466" y="3351424"/>
                  <a:pt x="2881466" y="3339008"/>
                </a:cubicBezTo>
                <a:cubicBezTo>
                  <a:pt x="2881466" y="3326592"/>
                  <a:pt x="2891235" y="3316527"/>
                  <a:pt x="2903286" y="3316527"/>
                </a:cubicBezTo>
                <a:close/>
                <a:moveTo>
                  <a:pt x="2826588" y="3316527"/>
                </a:moveTo>
                <a:cubicBezTo>
                  <a:pt x="2838639" y="3316527"/>
                  <a:pt x="2848408" y="3326592"/>
                  <a:pt x="2848408" y="3339008"/>
                </a:cubicBezTo>
                <a:cubicBezTo>
                  <a:pt x="2848408" y="3351424"/>
                  <a:pt x="2838639" y="3361489"/>
                  <a:pt x="2826588" y="3361489"/>
                </a:cubicBezTo>
                <a:cubicBezTo>
                  <a:pt x="2814537" y="3361489"/>
                  <a:pt x="2804768" y="3351424"/>
                  <a:pt x="2804768" y="3339008"/>
                </a:cubicBezTo>
                <a:cubicBezTo>
                  <a:pt x="2804768" y="3326592"/>
                  <a:pt x="2814537" y="3316527"/>
                  <a:pt x="2826588" y="3316527"/>
                </a:cubicBezTo>
                <a:close/>
                <a:moveTo>
                  <a:pt x="2748567" y="3316527"/>
                </a:moveTo>
                <a:cubicBezTo>
                  <a:pt x="2760618" y="3316527"/>
                  <a:pt x="2770387" y="3326592"/>
                  <a:pt x="2770387" y="3339008"/>
                </a:cubicBezTo>
                <a:cubicBezTo>
                  <a:pt x="2770387" y="3351424"/>
                  <a:pt x="2760618" y="3361489"/>
                  <a:pt x="2748567" y="3361489"/>
                </a:cubicBezTo>
                <a:cubicBezTo>
                  <a:pt x="2736516" y="3361489"/>
                  <a:pt x="2726747" y="3351424"/>
                  <a:pt x="2726747" y="3339008"/>
                </a:cubicBezTo>
                <a:cubicBezTo>
                  <a:pt x="2726747" y="3326592"/>
                  <a:pt x="2736516" y="3316527"/>
                  <a:pt x="2748567" y="3316527"/>
                </a:cubicBezTo>
                <a:close/>
                <a:moveTo>
                  <a:pt x="2670547" y="3316527"/>
                </a:moveTo>
                <a:cubicBezTo>
                  <a:pt x="2682598" y="3316527"/>
                  <a:pt x="2692367" y="3326592"/>
                  <a:pt x="2692367" y="3339008"/>
                </a:cubicBezTo>
                <a:cubicBezTo>
                  <a:pt x="2692367" y="3351424"/>
                  <a:pt x="2682598" y="3361489"/>
                  <a:pt x="2670547" y="3361489"/>
                </a:cubicBezTo>
                <a:cubicBezTo>
                  <a:pt x="2658496" y="3361489"/>
                  <a:pt x="2648727" y="3351424"/>
                  <a:pt x="2648727" y="3339008"/>
                </a:cubicBezTo>
                <a:cubicBezTo>
                  <a:pt x="2648727" y="3326592"/>
                  <a:pt x="2658496" y="3316527"/>
                  <a:pt x="2670547" y="3316527"/>
                </a:cubicBezTo>
                <a:close/>
                <a:moveTo>
                  <a:pt x="2592527" y="3316527"/>
                </a:moveTo>
                <a:cubicBezTo>
                  <a:pt x="2604578" y="3316527"/>
                  <a:pt x="2614347" y="3326592"/>
                  <a:pt x="2614347" y="3339008"/>
                </a:cubicBezTo>
                <a:cubicBezTo>
                  <a:pt x="2614347" y="3351424"/>
                  <a:pt x="2604578" y="3361489"/>
                  <a:pt x="2592527" y="3361489"/>
                </a:cubicBezTo>
                <a:cubicBezTo>
                  <a:pt x="2580476" y="3361489"/>
                  <a:pt x="2570707" y="3351424"/>
                  <a:pt x="2570707" y="3339008"/>
                </a:cubicBezTo>
                <a:cubicBezTo>
                  <a:pt x="2570707" y="3326592"/>
                  <a:pt x="2580476" y="3316527"/>
                  <a:pt x="2592527" y="3316527"/>
                </a:cubicBezTo>
                <a:close/>
                <a:moveTo>
                  <a:pt x="2513845" y="3316527"/>
                </a:moveTo>
                <a:cubicBezTo>
                  <a:pt x="2526261" y="3316527"/>
                  <a:pt x="2536326" y="3326592"/>
                  <a:pt x="2536326" y="3339008"/>
                </a:cubicBezTo>
                <a:cubicBezTo>
                  <a:pt x="2536326" y="3351424"/>
                  <a:pt x="2526261" y="3361489"/>
                  <a:pt x="2513845" y="3361489"/>
                </a:cubicBezTo>
                <a:cubicBezTo>
                  <a:pt x="2501429" y="3361489"/>
                  <a:pt x="2491364" y="3351424"/>
                  <a:pt x="2491364" y="3339008"/>
                </a:cubicBezTo>
                <a:cubicBezTo>
                  <a:pt x="2491364" y="3326592"/>
                  <a:pt x="2501429" y="3316527"/>
                  <a:pt x="2513845" y="3316527"/>
                </a:cubicBezTo>
                <a:close/>
                <a:moveTo>
                  <a:pt x="2436486" y="3316527"/>
                </a:moveTo>
                <a:cubicBezTo>
                  <a:pt x="2448537" y="3316527"/>
                  <a:pt x="2458306" y="3326592"/>
                  <a:pt x="2458306" y="3339008"/>
                </a:cubicBezTo>
                <a:cubicBezTo>
                  <a:pt x="2458306" y="3351424"/>
                  <a:pt x="2448537" y="3361489"/>
                  <a:pt x="2436486" y="3361489"/>
                </a:cubicBezTo>
                <a:cubicBezTo>
                  <a:pt x="2424435" y="3361489"/>
                  <a:pt x="2414666" y="3351424"/>
                  <a:pt x="2414666" y="3339008"/>
                </a:cubicBezTo>
                <a:cubicBezTo>
                  <a:pt x="2414666" y="3326592"/>
                  <a:pt x="2424435" y="3316527"/>
                  <a:pt x="2436486" y="3316527"/>
                </a:cubicBezTo>
                <a:close/>
                <a:moveTo>
                  <a:pt x="2358465" y="3316527"/>
                </a:moveTo>
                <a:cubicBezTo>
                  <a:pt x="2370516" y="3316527"/>
                  <a:pt x="2380285" y="3326592"/>
                  <a:pt x="2380285" y="3339008"/>
                </a:cubicBezTo>
                <a:cubicBezTo>
                  <a:pt x="2380285" y="3351424"/>
                  <a:pt x="2370516" y="3361489"/>
                  <a:pt x="2358465" y="3361489"/>
                </a:cubicBezTo>
                <a:cubicBezTo>
                  <a:pt x="2346414" y="3361489"/>
                  <a:pt x="2336645" y="3351424"/>
                  <a:pt x="2336645" y="3339008"/>
                </a:cubicBezTo>
                <a:cubicBezTo>
                  <a:pt x="2336645" y="3326592"/>
                  <a:pt x="2346414" y="3316527"/>
                  <a:pt x="2358465" y="3316527"/>
                </a:cubicBezTo>
                <a:close/>
                <a:moveTo>
                  <a:pt x="2280445" y="3316527"/>
                </a:moveTo>
                <a:cubicBezTo>
                  <a:pt x="2292496" y="3316527"/>
                  <a:pt x="2302265" y="3326592"/>
                  <a:pt x="2302265" y="3339008"/>
                </a:cubicBezTo>
                <a:cubicBezTo>
                  <a:pt x="2302265" y="3351424"/>
                  <a:pt x="2292496" y="3361489"/>
                  <a:pt x="2280445" y="3361489"/>
                </a:cubicBezTo>
                <a:cubicBezTo>
                  <a:pt x="2268394" y="3361489"/>
                  <a:pt x="2258625" y="3351424"/>
                  <a:pt x="2258625" y="3339008"/>
                </a:cubicBezTo>
                <a:cubicBezTo>
                  <a:pt x="2258625" y="3326592"/>
                  <a:pt x="2268394" y="3316527"/>
                  <a:pt x="2280445" y="3316527"/>
                </a:cubicBezTo>
                <a:close/>
                <a:moveTo>
                  <a:pt x="3449429" y="3316526"/>
                </a:moveTo>
                <a:cubicBezTo>
                  <a:pt x="3461480" y="3316526"/>
                  <a:pt x="3471249" y="3326591"/>
                  <a:pt x="3471249" y="3339007"/>
                </a:cubicBezTo>
                <a:cubicBezTo>
                  <a:pt x="3471249" y="3351423"/>
                  <a:pt x="3461480" y="3361488"/>
                  <a:pt x="3449429" y="3361488"/>
                </a:cubicBezTo>
                <a:cubicBezTo>
                  <a:pt x="3437378" y="3361488"/>
                  <a:pt x="3427609" y="3351423"/>
                  <a:pt x="3427609" y="3339007"/>
                </a:cubicBezTo>
                <a:cubicBezTo>
                  <a:pt x="3427609" y="3326591"/>
                  <a:pt x="3437378" y="3316526"/>
                  <a:pt x="3449429" y="3316526"/>
                </a:cubicBezTo>
                <a:close/>
                <a:moveTo>
                  <a:pt x="3371408" y="3316526"/>
                </a:moveTo>
                <a:cubicBezTo>
                  <a:pt x="3383459" y="3316526"/>
                  <a:pt x="3393228" y="3326591"/>
                  <a:pt x="3393228" y="3339007"/>
                </a:cubicBezTo>
                <a:cubicBezTo>
                  <a:pt x="3393228" y="3351423"/>
                  <a:pt x="3383459" y="3361488"/>
                  <a:pt x="3371408" y="3361488"/>
                </a:cubicBezTo>
                <a:cubicBezTo>
                  <a:pt x="3359357" y="3361488"/>
                  <a:pt x="3349588" y="3351423"/>
                  <a:pt x="3349588" y="3339007"/>
                </a:cubicBezTo>
                <a:cubicBezTo>
                  <a:pt x="3349588" y="3326591"/>
                  <a:pt x="3359357" y="3316526"/>
                  <a:pt x="3371408" y="3316526"/>
                </a:cubicBezTo>
                <a:close/>
                <a:moveTo>
                  <a:pt x="3293388" y="3316526"/>
                </a:moveTo>
                <a:cubicBezTo>
                  <a:pt x="3305439" y="3316526"/>
                  <a:pt x="3315208" y="3326591"/>
                  <a:pt x="3315208" y="3339007"/>
                </a:cubicBezTo>
                <a:cubicBezTo>
                  <a:pt x="3315208" y="3351423"/>
                  <a:pt x="3305439" y="3361488"/>
                  <a:pt x="3293388" y="3361488"/>
                </a:cubicBezTo>
                <a:cubicBezTo>
                  <a:pt x="3281337" y="3361488"/>
                  <a:pt x="3271568" y="3351423"/>
                  <a:pt x="3271568" y="3339007"/>
                </a:cubicBezTo>
                <a:cubicBezTo>
                  <a:pt x="3271568" y="3326591"/>
                  <a:pt x="3281337" y="3316526"/>
                  <a:pt x="3293388" y="3316526"/>
                </a:cubicBezTo>
                <a:close/>
                <a:moveTo>
                  <a:pt x="3215368" y="3316526"/>
                </a:moveTo>
                <a:cubicBezTo>
                  <a:pt x="3227419" y="3316526"/>
                  <a:pt x="3237188" y="3326591"/>
                  <a:pt x="3237188" y="3339007"/>
                </a:cubicBezTo>
                <a:cubicBezTo>
                  <a:pt x="3237188" y="3351423"/>
                  <a:pt x="3227419" y="3361488"/>
                  <a:pt x="3215368" y="3361488"/>
                </a:cubicBezTo>
                <a:cubicBezTo>
                  <a:pt x="3203317" y="3361488"/>
                  <a:pt x="3193548" y="3351423"/>
                  <a:pt x="3193548" y="3339007"/>
                </a:cubicBezTo>
                <a:cubicBezTo>
                  <a:pt x="3193548" y="3326591"/>
                  <a:pt x="3203317" y="3316526"/>
                  <a:pt x="3215368" y="3316526"/>
                </a:cubicBezTo>
                <a:close/>
                <a:moveTo>
                  <a:pt x="3137348" y="3316526"/>
                </a:moveTo>
                <a:cubicBezTo>
                  <a:pt x="3149399" y="3316526"/>
                  <a:pt x="3159168" y="3326591"/>
                  <a:pt x="3159168" y="3339007"/>
                </a:cubicBezTo>
                <a:cubicBezTo>
                  <a:pt x="3159168" y="3351423"/>
                  <a:pt x="3149399" y="3361488"/>
                  <a:pt x="3137348" y="3361488"/>
                </a:cubicBezTo>
                <a:cubicBezTo>
                  <a:pt x="3125297" y="3361488"/>
                  <a:pt x="3115528" y="3351423"/>
                  <a:pt x="3115528" y="3339007"/>
                </a:cubicBezTo>
                <a:cubicBezTo>
                  <a:pt x="3115528" y="3326591"/>
                  <a:pt x="3125297" y="3316526"/>
                  <a:pt x="3137348" y="3316526"/>
                </a:cubicBezTo>
                <a:close/>
                <a:moveTo>
                  <a:pt x="3059327" y="3316526"/>
                </a:moveTo>
                <a:cubicBezTo>
                  <a:pt x="3071378" y="3316526"/>
                  <a:pt x="3081147" y="3326591"/>
                  <a:pt x="3081147" y="3339007"/>
                </a:cubicBezTo>
                <a:cubicBezTo>
                  <a:pt x="3081147" y="3351423"/>
                  <a:pt x="3071378" y="3361488"/>
                  <a:pt x="3059327" y="3361488"/>
                </a:cubicBezTo>
                <a:cubicBezTo>
                  <a:pt x="3047276" y="3361488"/>
                  <a:pt x="3037507" y="3351423"/>
                  <a:pt x="3037507" y="3339007"/>
                </a:cubicBezTo>
                <a:cubicBezTo>
                  <a:pt x="3037507" y="3326591"/>
                  <a:pt x="3047276" y="3316526"/>
                  <a:pt x="3059327" y="3316526"/>
                </a:cubicBezTo>
                <a:close/>
                <a:moveTo>
                  <a:pt x="8044700" y="3239829"/>
                </a:moveTo>
                <a:cubicBezTo>
                  <a:pt x="8056751" y="3239829"/>
                  <a:pt x="8066520" y="3249598"/>
                  <a:pt x="8066520" y="3261649"/>
                </a:cubicBezTo>
                <a:cubicBezTo>
                  <a:pt x="8066520" y="3273700"/>
                  <a:pt x="8056751" y="3283469"/>
                  <a:pt x="8044700" y="3283469"/>
                </a:cubicBezTo>
                <a:cubicBezTo>
                  <a:pt x="8032649" y="3283469"/>
                  <a:pt x="8022880" y="3273700"/>
                  <a:pt x="8022880" y="3261649"/>
                </a:cubicBezTo>
                <a:cubicBezTo>
                  <a:pt x="8022880" y="3249598"/>
                  <a:pt x="8032649" y="3239829"/>
                  <a:pt x="8044700" y="3239829"/>
                </a:cubicBezTo>
                <a:close/>
                <a:moveTo>
                  <a:pt x="7966679" y="3239829"/>
                </a:moveTo>
                <a:cubicBezTo>
                  <a:pt x="7978730" y="3239829"/>
                  <a:pt x="7988499" y="3249598"/>
                  <a:pt x="7988499" y="3261649"/>
                </a:cubicBezTo>
                <a:cubicBezTo>
                  <a:pt x="7988499" y="3273700"/>
                  <a:pt x="7978730" y="3283469"/>
                  <a:pt x="7966679" y="3283469"/>
                </a:cubicBezTo>
                <a:cubicBezTo>
                  <a:pt x="7954628" y="3283469"/>
                  <a:pt x="7944859" y="3273700"/>
                  <a:pt x="7944859" y="3261649"/>
                </a:cubicBezTo>
                <a:cubicBezTo>
                  <a:pt x="7944859" y="3249598"/>
                  <a:pt x="7954628" y="3239829"/>
                  <a:pt x="7966679" y="3239829"/>
                </a:cubicBezTo>
                <a:close/>
                <a:moveTo>
                  <a:pt x="7888658" y="3239829"/>
                </a:moveTo>
                <a:cubicBezTo>
                  <a:pt x="7900709" y="3239829"/>
                  <a:pt x="7910478" y="3249598"/>
                  <a:pt x="7910478" y="3261649"/>
                </a:cubicBezTo>
                <a:cubicBezTo>
                  <a:pt x="7910478" y="3273700"/>
                  <a:pt x="7900709" y="3283469"/>
                  <a:pt x="7888658" y="3283469"/>
                </a:cubicBezTo>
                <a:cubicBezTo>
                  <a:pt x="7876607" y="3283469"/>
                  <a:pt x="7866838" y="3273700"/>
                  <a:pt x="7866838" y="3261649"/>
                </a:cubicBezTo>
                <a:cubicBezTo>
                  <a:pt x="7866838" y="3249598"/>
                  <a:pt x="7876607" y="3239829"/>
                  <a:pt x="7888658" y="3239829"/>
                </a:cubicBezTo>
                <a:close/>
                <a:moveTo>
                  <a:pt x="7809316" y="3239829"/>
                </a:moveTo>
                <a:cubicBezTo>
                  <a:pt x="7821367" y="3239829"/>
                  <a:pt x="7831136" y="3249598"/>
                  <a:pt x="7831136" y="3261649"/>
                </a:cubicBezTo>
                <a:cubicBezTo>
                  <a:pt x="7831136" y="3273700"/>
                  <a:pt x="7821367" y="3283469"/>
                  <a:pt x="7809316" y="3283469"/>
                </a:cubicBezTo>
                <a:cubicBezTo>
                  <a:pt x="7797265" y="3283469"/>
                  <a:pt x="7787496" y="3273700"/>
                  <a:pt x="7787496" y="3261649"/>
                </a:cubicBezTo>
                <a:cubicBezTo>
                  <a:pt x="7787496" y="3249598"/>
                  <a:pt x="7797265" y="3239829"/>
                  <a:pt x="7809316" y="3239829"/>
                </a:cubicBezTo>
                <a:close/>
                <a:moveTo>
                  <a:pt x="7731957" y="3239829"/>
                </a:moveTo>
                <a:cubicBezTo>
                  <a:pt x="7744373" y="3239829"/>
                  <a:pt x="7754438" y="3249598"/>
                  <a:pt x="7754438" y="3261649"/>
                </a:cubicBezTo>
                <a:cubicBezTo>
                  <a:pt x="7754438" y="3273700"/>
                  <a:pt x="7744373" y="3283469"/>
                  <a:pt x="7731957" y="3283469"/>
                </a:cubicBezTo>
                <a:cubicBezTo>
                  <a:pt x="7719541" y="3283469"/>
                  <a:pt x="7709476" y="3273700"/>
                  <a:pt x="7709476" y="3261649"/>
                </a:cubicBezTo>
                <a:cubicBezTo>
                  <a:pt x="7709476" y="3249598"/>
                  <a:pt x="7719541" y="3239829"/>
                  <a:pt x="7731957" y="3239829"/>
                </a:cubicBezTo>
                <a:close/>
                <a:moveTo>
                  <a:pt x="7654597" y="3239829"/>
                </a:moveTo>
                <a:cubicBezTo>
                  <a:pt x="7666648" y="3239829"/>
                  <a:pt x="7676417" y="3249598"/>
                  <a:pt x="7676417" y="3261649"/>
                </a:cubicBezTo>
                <a:cubicBezTo>
                  <a:pt x="7676417" y="3273700"/>
                  <a:pt x="7666648" y="3283469"/>
                  <a:pt x="7654597" y="3283469"/>
                </a:cubicBezTo>
                <a:cubicBezTo>
                  <a:pt x="7642546" y="3283469"/>
                  <a:pt x="7632777" y="3273700"/>
                  <a:pt x="7632777" y="3261649"/>
                </a:cubicBezTo>
                <a:cubicBezTo>
                  <a:pt x="7632777" y="3249598"/>
                  <a:pt x="7642546" y="3239829"/>
                  <a:pt x="7654597" y="3239829"/>
                </a:cubicBezTo>
                <a:close/>
                <a:moveTo>
                  <a:pt x="7576577" y="3239829"/>
                </a:moveTo>
                <a:cubicBezTo>
                  <a:pt x="7588628" y="3239829"/>
                  <a:pt x="7598397" y="3249598"/>
                  <a:pt x="7598397" y="3261649"/>
                </a:cubicBezTo>
                <a:cubicBezTo>
                  <a:pt x="7598397" y="3273700"/>
                  <a:pt x="7588628" y="3283469"/>
                  <a:pt x="7576577" y="3283469"/>
                </a:cubicBezTo>
                <a:cubicBezTo>
                  <a:pt x="7564526" y="3283469"/>
                  <a:pt x="7554757" y="3273700"/>
                  <a:pt x="7554757" y="3261649"/>
                </a:cubicBezTo>
                <a:cubicBezTo>
                  <a:pt x="7554757" y="3249598"/>
                  <a:pt x="7564526" y="3239829"/>
                  <a:pt x="7576577" y="3239829"/>
                </a:cubicBezTo>
                <a:close/>
                <a:moveTo>
                  <a:pt x="7498556" y="3239829"/>
                </a:moveTo>
                <a:cubicBezTo>
                  <a:pt x="7510607" y="3239829"/>
                  <a:pt x="7520376" y="3249598"/>
                  <a:pt x="7520376" y="3261649"/>
                </a:cubicBezTo>
                <a:cubicBezTo>
                  <a:pt x="7520376" y="3273700"/>
                  <a:pt x="7510607" y="3283469"/>
                  <a:pt x="7498556" y="3283469"/>
                </a:cubicBezTo>
                <a:cubicBezTo>
                  <a:pt x="7486505" y="3283469"/>
                  <a:pt x="7476736" y="3273700"/>
                  <a:pt x="7476736" y="3261649"/>
                </a:cubicBezTo>
                <a:cubicBezTo>
                  <a:pt x="7476736" y="3249598"/>
                  <a:pt x="7486505" y="3239829"/>
                  <a:pt x="7498556" y="3239829"/>
                </a:cubicBezTo>
                <a:close/>
                <a:moveTo>
                  <a:pt x="7421198" y="3239829"/>
                </a:moveTo>
                <a:cubicBezTo>
                  <a:pt x="7433614" y="3239829"/>
                  <a:pt x="7443679" y="3249598"/>
                  <a:pt x="7443679" y="3261649"/>
                </a:cubicBezTo>
                <a:cubicBezTo>
                  <a:pt x="7443679" y="3273700"/>
                  <a:pt x="7433614" y="3283469"/>
                  <a:pt x="7421198" y="3283469"/>
                </a:cubicBezTo>
                <a:cubicBezTo>
                  <a:pt x="7408782" y="3283469"/>
                  <a:pt x="7398717" y="3273700"/>
                  <a:pt x="7398717" y="3261649"/>
                </a:cubicBezTo>
                <a:cubicBezTo>
                  <a:pt x="7398717" y="3249598"/>
                  <a:pt x="7408782" y="3239829"/>
                  <a:pt x="7421198" y="3239829"/>
                </a:cubicBezTo>
                <a:close/>
                <a:moveTo>
                  <a:pt x="7343838" y="3239829"/>
                </a:moveTo>
                <a:cubicBezTo>
                  <a:pt x="7355889" y="3239829"/>
                  <a:pt x="7365658" y="3249598"/>
                  <a:pt x="7365658" y="3261649"/>
                </a:cubicBezTo>
                <a:cubicBezTo>
                  <a:pt x="7365658" y="3273700"/>
                  <a:pt x="7355889" y="3283469"/>
                  <a:pt x="7343838" y="3283469"/>
                </a:cubicBezTo>
                <a:cubicBezTo>
                  <a:pt x="7331787" y="3283469"/>
                  <a:pt x="7322018" y="3273700"/>
                  <a:pt x="7322018" y="3261649"/>
                </a:cubicBezTo>
                <a:cubicBezTo>
                  <a:pt x="7322018" y="3249598"/>
                  <a:pt x="7331787" y="3239829"/>
                  <a:pt x="7343838" y="3239829"/>
                </a:cubicBezTo>
                <a:close/>
                <a:moveTo>
                  <a:pt x="7264495" y="3239829"/>
                </a:moveTo>
                <a:cubicBezTo>
                  <a:pt x="7276546" y="3239829"/>
                  <a:pt x="7286315" y="3249598"/>
                  <a:pt x="7286315" y="3261649"/>
                </a:cubicBezTo>
                <a:cubicBezTo>
                  <a:pt x="7286315" y="3273700"/>
                  <a:pt x="7276546" y="3283469"/>
                  <a:pt x="7264495" y="3283469"/>
                </a:cubicBezTo>
                <a:cubicBezTo>
                  <a:pt x="7252444" y="3283469"/>
                  <a:pt x="7242675" y="3273700"/>
                  <a:pt x="7242675" y="3261649"/>
                </a:cubicBezTo>
                <a:cubicBezTo>
                  <a:pt x="7242675" y="3249598"/>
                  <a:pt x="7252444" y="3239829"/>
                  <a:pt x="7264495" y="3239829"/>
                </a:cubicBezTo>
                <a:close/>
                <a:moveTo>
                  <a:pt x="7109116" y="3239829"/>
                </a:moveTo>
                <a:cubicBezTo>
                  <a:pt x="7121532" y="3239829"/>
                  <a:pt x="7131597" y="3249598"/>
                  <a:pt x="7131597" y="3261649"/>
                </a:cubicBezTo>
                <a:cubicBezTo>
                  <a:pt x="7131597" y="3273700"/>
                  <a:pt x="7121532" y="3283469"/>
                  <a:pt x="7109116" y="3283469"/>
                </a:cubicBezTo>
                <a:cubicBezTo>
                  <a:pt x="7096700" y="3283469"/>
                  <a:pt x="7086635" y="3273700"/>
                  <a:pt x="7086635" y="3261649"/>
                </a:cubicBezTo>
                <a:cubicBezTo>
                  <a:pt x="7086635" y="3249598"/>
                  <a:pt x="7096700" y="3239829"/>
                  <a:pt x="7109116" y="3239829"/>
                </a:cubicBezTo>
                <a:close/>
                <a:moveTo>
                  <a:pt x="7031757" y="3239829"/>
                </a:moveTo>
                <a:cubicBezTo>
                  <a:pt x="7043808" y="3239829"/>
                  <a:pt x="7053577" y="3249598"/>
                  <a:pt x="7053577" y="3261649"/>
                </a:cubicBezTo>
                <a:cubicBezTo>
                  <a:pt x="7053577" y="3273700"/>
                  <a:pt x="7043808" y="3283469"/>
                  <a:pt x="7031757" y="3283469"/>
                </a:cubicBezTo>
                <a:cubicBezTo>
                  <a:pt x="7019706" y="3283469"/>
                  <a:pt x="7009937" y="3273700"/>
                  <a:pt x="7009937" y="3261649"/>
                </a:cubicBezTo>
                <a:cubicBezTo>
                  <a:pt x="7009937" y="3249598"/>
                  <a:pt x="7019706" y="3239829"/>
                  <a:pt x="7031757" y="3239829"/>
                </a:cubicBezTo>
                <a:close/>
                <a:moveTo>
                  <a:pt x="5395972" y="3239829"/>
                </a:moveTo>
                <a:cubicBezTo>
                  <a:pt x="5408023" y="3239829"/>
                  <a:pt x="5417792" y="3249598"/>
                  <a:pt x="5417792" y="3261649"/>
                </a:cubicBezTo>
                <a:cubicBezTo>
                  <a:pt x="5417792" y="3273700"/>
                  <a:pt x="5408023" y="3283469"/>
                  <a:pt x="5395972" y="3283469"/>
                </a:cubicBezTo>
                <a:cubicBezTo>
                  <a:pt x="5383921" y="3283469"/>
                  <a:pt x="5374152" y="3273700"/>
                  <a:pt x="5374152" y="3261649"/>
                </a:cubicBezTo>
                <a:cubicBezTo>
                  <a:pt x="5374152" y="3249598"/>
                  <a:pt x="5383921" y="3239829"/>
                  <a:pt x="5395972" y="3239829"/>
                </a:cubicBezTo>
                <a:close/>
                <a:moveTo>
                  <a:pt x="5317953" y="3239829"/>
                </a:moveTo>
                <a:cubicBezTo>
                  <a:pt x="5330004" y="3239829"/>
                  <a:pt x="5339773" y="3249598"/>
                  <a:pt x="5339773" y="3261649"/>
                </a:cubicBezTo>
                <a:cubicBezTo>
                  <a:pt x="5339773" y="3273700"/>
                  <a:pt x="5330004" y="3283469"/>
                  <a:pt x="5317953" y="3283469"/>
                </a:cubicBezTo>
                <a:cubicBezTo>
                  <a:pt x="5305902" y="3283469"/>
                  <a:pt x="5296133" y="3273700"/>
                  <a:pt x="5296133" y="3261649"/>
                </a:cubicBezTo>
                <a:cubicBezTo>
                  <a:pt x="5296133" y="3249598"/>
                  <a:pt x="5305902" y="3239829"/>
                  <a:pt x="5317953" y="3239829"/>
                </a:cubicBezTo>
                <a:close/>
                <a:moveTo>
                  <a:pt x="5239931" y="3239829"/>
                </a:moveTo>
                <a:cubicBezTo>
                  <a:pt x="5251982" y="3239829"/>
                  <a:pt x="5261751" y="3249598"/>
                  <a:pt x="5261751" y="3261649"/>
                </a:cubicBezTo>
                <a:cubicBezTo>
                  <a:pt x="5261751" y="3273700"/>
                  <a:pt x="5251982" y="3283469"/>
                  <a:pt x="5239931" y="3283469"/>
                </a:cubicBezTo>
                <a:cubicBezTo>
                  <a:pt x="5227880" y="3283469"/>
                  <a:pt x="5218111" y="3273700"/>
                  <a:pt x="5218111" y="3261649"/>
                </a:cubicBezTo>
                <a:cubicBezTo>
                  <a:pt x="5218111" y="3249598"/>
                  <a:pt x="5227880" y="3239829"/>
                  <a:pt x="5239931" y="3239829"/>
                </a:cubicBezTo>
                <a:close/>
                <a:moveTo>
                  <a:pt x="5162572" y="3239829"/>
                </a:moveTo>
                <a:cubicBezTo>
                  <a:pt x="5174988" y="3239829"/>
                  <a:pt x="5185053" y="3249598"/>
                  <a:pt x="5185053" y="3261649"/>
                </a:cubicBezTo>
                <a:cubicBezTo>
                  <a:pt x="5185053" y="3273700"/>
                  <a:pt x="5174988" y="3283469"/>
                  <a:pt x="5162572" y="3283469"/>
                </a:cubicBezTo>
                <a:cubicBezTo>
                  <a:pt x="5150156" y="3283469"/>
                  <a:pt x="5140091" y="3273700"/>
                  <a:pt x="5140091" y="3261649"/>
                </a:cubicBezTo>
                <a:cubicBezTo>
                  <a:pt x="5140091" y="3249598"/>
                  <a:pt x="5150156" y="3239829"/>
                  <a:pt x="5162572" y="3239829"/>
                </a:cubicBezTo>
                <a:close/>
                <a:moveTo>
                  <a:pt x="5085212" y="3239829"/>
                </a:moveTo>
                <a:cubicBezTo>
                  <a:pt x="5097263" y="3239829"/>
                  <a:pt x="5107032" y="3249598"/>
                  <a:pt x="5107032" y="3261649"/>
                </a:cubicBezTo>
                <a:cubicBezTo>
                  <a:pt x="5107032" y="3273700"/>
                  <a:pt x="5097263" y="3283469"/>
                  <a:pt x="5085212" y="3283469"/>
                </a:cubicBezTo>
                <a:cubicBezTo>
                  <a:pt x="5073161" y="3283469"/>
                  <a:pt x="5063392" y="3273700"/>
                  <a:pt x="5063392" y="3261649"/>
                </a:cubicBezTo>
                <a:cubicBezTo>
                  <a:pt x="5063392" y="3249598"/>
                  <a:pt x="5073161" y="3239829"/>
                  <a:pt x="5085212" y="3239829"/>
                </a:cubicBezTo>
                <a:close/>
                <a:moveTo>
                  <a:pt x="5007193" y="3239829"/>
                </a:moveTo>
                <a:cubicBezTo>
                  <a:pt x="5019244" y="3239829"/>
                  <a:pt x="5029013" y="3249598"/>
                  <a:pt x="5029013" y="3261649"/>
                </a:cubicBezTo>
                <a:cubicBezTo>
                  <a:pt x="5029013" y="3273700"/>
                  <a:pt x="5019244" y="3283469"/>
                  <a:pt x="5007193" y="3283469"/>
                </a:cubicBezTo>
                <a:cubicBezTo>
                  <a:pt x="4995142" y="3283469"/>
                  <a:pt x="4985373" y="3273700"/>
                  <a:pt x="4985373" y="3261649"/>
                </a:cubicBezTo>
                <a:cubicBezTo>
                  <a:pt x="4985373" y="3249598"/>
                  <a:pt x="4995142" y="3239829"/>
                  <a:pt x="5007193" y="3239829"/>
                </a:cubicBezTo>
                <a:close/>
                <a:moveTo>
                  <a:pt x="4928511" y="3239829"/>
                </a:moveTo>
                <a:cubicBezTo>
                  <a:pt x="4940927" y="3239829"/>
                  <a:pt x="4950992" y="3249598"/>
                  <a:pt x="4950992" y="3261649"/>
                </a:cubicBezTo>
                <a:cubicBezTo>
                  <a:pt x="4950992" y="3273700"/>
                  <a:pt x="4940927" y="3283469"/>
                  <a:pt x="4928511" y="3283469"/>
                </a:cubicBezTo>
                <a:cubicBezTo>
                  <a:pt x="4916095" y="3283469"/>
                  <a:pt x="4906030" y="3273700"/>
                  <a:pt x="4906030" y="3261649"/>
                </a:cubicBezTo>
                <a:cubicBezTo>
                  <a:pt x="4906030" y="3249598"/>
                  <a:pt x="4916095" y="3239829"/>
                  <a:pt x="4928511" y="3239829"/>
                </a:cubicBezTo>
                <a:close/>
                <a:moveTo>
                  <a:pt x="4850491" y="3239829"/>
                </a:moveTo>
                <a:cubicBezTo>
                  <a:pt x="4862907" y="3239829"/>
                  <a:pt x="4872972" y="3249598"/>
                  <a:pt x="4872972" y="3261649"/>
                </a:cubicBezTo>
                <a:cubicBezTo>
                  <a:pt x="4872972" y="3273700"/>
                  <a:pt x="4862907" y="3283469"/>
                  <a:pt x="4850491" y="3283469"/>
                </a:cubicBezTo>
                <a:cubicBezTo>
                  <a:pt x="4838075" y="3283469"/>
                  <a:pt x="4828010" y="3273700"/>
                  <a:pt x="4828010" y="3261649"/>
                </a:cubicBezTo>
                <a:cubicBezTo>
                  <a:pt x="4828010" y="3249598"/>
                  <a:pt x="4838075" y="3239829"/>
                  <a:pt x="4850491" y="3239829"/>
                </a:cubicBezTo>
                <a:close/>
                <a:moveTo>
                  <a:pt x="4773132" y="3239829"/>
                </a:moveTo>
                <a:cubicBezTo>
                  <a:pt x="4785183" y="3239829"/>
                  <a:pt x="4794952" y="3249598"/>
                  <a:pt x="4794952" y="3261649"/>
                </a:cubicBezTo>
                <a:cubicBezTo>
                  <a:pt x="4794952" y="3273700"/>
                  <a:pt x="4785183" y="3283469"/>
                  <a:pt x="4773132" y="3283469"/>
                </a:cubicBezTo>
                <a:cubicBezTo>
                  <a:pt x="4761081" y="3283469"/>
                  <a:pt x="4751312" y="3273700"/>
                  <a:pt x="4751312" y="3261649"/>
                </a:cubicBezTo>
                <a:cubicBezTo>
                  <a:pt x="4751312" y="3249598"/>
                  <a:pt x="4761081" y="3239829"/>
                  <a:pt x="4773132" y="3239829"/>
                </a:cubicBezTo>
                <a:close/>
                <a:moveTo>
                  <a:pt x="4695111" y="3239829"/>
                </a:moveTo>
                <a:cubicBezTo>
                  <a:pt x="4707162" y="3239829"/>
                  <a:pt x="4716931" y="3249598"/>
                  <a:pt x="4716931" y="3261649"/>
                </a:cubicBezTo>
                <a:cubicBezTo>
                  <a:pt x="4716931" y="3273700"/>
                  <a:pt x="4707162" y="3283469"/>
                  <a:pt x="4695111" y="3283469"/>
                </a:cubicBezTo>
                <a:cubicBezTo>
                  <a:pt x="4683060" y="3283469"/>
                  <a:pt x="4673291" y="3273700"/>
                  <a:pt x="4673291" y="3261649"/>
                </a:cubicBezTo>
                <a:cubicBezTo>
                  <a:pt x="4673291" y="3249598"/>
                  <a:pt x="4683060" y="3239829"/>
                  <a:pt x="4695111" y="3239829"/>
                </a:cubicBezTo>
                <a:close/>
                <a:moveTo>
                  <a:pt x="4617091" y="3239829"/>
                </a:moveTo>
                <a:cubicBezTo>
                  <a:pt x="4629142" y="3239829"/>
                  <a:pt x="4638911" y="3249598"/>
                  <a:pt x="4638911" y="3261649"/>
                </a:cubicBezTo>
                <a:cubicBezTo>
                  <a:pt x="4638911" y="3273700"/>
                  <a:pt x="4629142" y="3283469"/>
                  <a:pt x="4617091" y="3283469"/>
                </a:cubicBezTo>
                <a:cubicBezTo>
                  <a:pt x="4605040" y="3283469"/>
                  <a:pt x="4595271" y="3273700"/>
                  <a:pt x="4595271" y="3261649"/>
                </a:cubicBezTo>
                <a:cubicBezTo>
                  <a:pt x="4595271" y="3249598"/>
                  <a:pt x="4605040" y="3239829"/>
                  <a:pt x="4617091" y="3239829"/>
                </a:cubicBezTo>
                <a:close/>
                <a:moveTo>
                  <a:pt x="2981306" y="3239829"/>
                </a:moveTo>
                <a:cubicBezTo>
                  <a:pt x="2993357" y="3239829"/>
                  <a:pt x="3003126" y="3249598"/>
                  <a:pt x="3003126" y="3261649"/>
                </a:cubicBezTo>
                <a:cubicBezTo>
                  <a:pt x="3003126" y="3273700"/>
                  <a:pt x="2993357" y="3283469"/>
                  <a:pt x="2981306" y="3283469"/>
                </a:cubicBezTo>
                <a:cubicBezTo>
                  <a:pt x="2969255" y="3283469"/>
                  <a:pt x="2959486" y="3273700"/>
                  <a:pt x="2959486" y="3261649"/>
                </a:cubicBezTo>
                <a:cubicBezTo>
                  <a:pt x="2959486" y="3249598"/>
                  <a:pt x="2969255" y="3239829"/>
                  <a:pt x="2981306" y="3239829"/>
                </a:cubicBezTo>
                <a:close/>
                <a:moveTo>
                  <a:pt x="2903286" y="3239829"/>
                </a:moveTo>
                <a:cubicBezTo>
                  <a:pt x="2915337" y="3239829"/>
                  <a:pt x="2925106" y="3249598"/>
                  <a:pt x="2925106" y="3261649"/>
                </a:cubicBezTo>
                <a:cubicBezTo>
                  <a:pt x="2925106" y="3273700"/>
                  <a:pt x="2915337" y="3283469"/>
                  <a:pt x="2903286" y="3283469"/>
                </a:cubicBezTo>
                <a:cubicBezTo>
                  <a:pt x="2891235" y="3283469"/>
                  <a:pt x="2881466" y="3273700"/>
                  <a:pt x="2881466" y="3261649"/>
                </a:cubicBezTo>
                <a:cubicBezTo>
                  <a:pt x="2881466" y="3249598"/>
                  <a:pt x="2891235" y="3239829"/>
                  <a:pt x="2903286" y="3239829"/>
                </a:cubicBezTo>
                <a:close/>
                <a:moveTo>
                  <a:pt x="2826588" y="3239829"/>
                </a:moveTo>
                <a:cubicBezTo>
                  <a:pt x="2838639" y="3239829"/>
                  <a:pt x="2848408" y="3249598"/>
                  <a:pt x="2848408" y="3261649"/>
                </a:cubicBezTo>
                <a:cubicBezTo>
                  <a:pt x="2848408" y="3273700"/>
                  <a:pt x="2838639" y="3283469"/>
                  <a:pt x="2826588" y="3283469"/>
                </a:cubicBezTo>
                <a:cubicBezTo>
                  <a:pt x="2814537" y="3283469"/>
                  <a:pt x="2804768" y="3273700"/>
                  <a:pt x="2804768" y="3261649"/>
                </a:cubicBezTo>
                <a:cubicBezTo>
                  <a:pt x="2804768" y="3249598"/>
                  <a:pt x="2814537" y="3239829"/>
                  <a:pt x="2826588" y="3239829"/>
                </a:cubicBezTo>
                <a:close/>
                <a:moveTo>
                  <a:pt x="2748567" y="3239829"/>
                </a:moveTo>
                <a:cubicBezTo>
                  <a:pt x="2760618" y="3239829"/>
                  <a:pt x="2770387" y="3249598"/>
                  <a:pt x="2770387" y="3261649"/>
                </a:cubicBezTo>
                <a:cubicBezTo>
                  <a:pt x="2770387" y="3273700"/>
                  <a:pt x="2760618" y="3283469"/>
                  <a:pt x="2748567" y="3283469"/>
                </a:cubicBezTo>
                <a:cubicBezTo>
                  <a:pt x="2736516" y="3283469"/>
                  <a:pt x="2726747" y="3273700"/>
                  <a:pt x="2726747" y="3261649"/>
                </a:cubicBezTo>
                <a:cubicBezTo>
                  <a:pt x="2726747" y="3249598"/>
                  <a:pt x="2736516" y="3239829"/>
                  <a:pt x="2748567" y="3239829"/>
                </a:cubicBezTo>
                <a:close/>
                <a:moveTo>
                  <a:pt x="2670547" y="3239829"/>
                </a:moveTo>
                <a:cubicBezTo>
                  <a:pt x="2682598" y="3239829"/>
                  <a:pt x="2692367" y="3249598"/>
                  <a:pt x="2692367" y="3261649"/>
                </a:cubicBezTo>
                <a:cubicBezTo>
                  <a:pt x="2692367" y="3273700"/>
                  <a:pt x="2682598" y="3283469"/>
                  <a:pt x="2670547" y="3283469"/>
                </a:cubicBezTo>
                <a:cubicBezTo>
                  <a:pt x="2658496" y="3283469"/>
                  <a:pt x="2648727" y="3273700"/>
                  <a:pt x="2648727" y="3261649"/>
                </a:cubicBezTo>
                <a:cubicBezTo>
                  <a:pt x="2648727" y="3249598"/>
                  <a:pt x="2658496" y="3239829"/>
                  <a:pt x="2670547" y="3239829"/>
                </a:cubicBezTo>
                <a:close/>
                <a:moveTo>
                  <a:pt x="2592527" y="3239829"/>
                </a:moveTo>
                <a:cubicBezTo>
                  <a:pt x="2604578" y="3239829"/>
                  <a:pt x="2614347" y="3249598"/>
                  <a:pt x="2614347" y="3261649"/>
                </a:cubicBezTo>
                <a:cubicBezTo>
                  <a:pt x="2614347" y="3273700"/>
                  <a:pt x="2604578" y="3283469"/>
                  <a:pt x="2592527" y="3283469"/>
                </a:cubicBezTo>
                <a:cubicBezTo>
                  <a:pt x="2580476" y="3283469"/>
                  <a:pt x="2570707" y="3273700"/>
                  <a:pt x="2570707" y="3261649"/>
                </a:cubicBezTo>
                <a:cubicBezTo>
                  <a:pt x="2570707" y="3249598"/>
                  <a:pt x="2580476" y="3239829"/>
                  <a:pt x="2592527" y="3239829"/>
                </a:cubicBezTo>
                <a:close/>
                <a:moveTo>
                  <a:pt x="2513845" y="3239829"/>
                </a:moveTo>
                <a:cubicBezTo>
                  <a:pt x="2526261" y="3239829"/>
                  <a:pt x="2536326" y="3249598"/>
                  <a:pt x="2536326" y="3261649"/>
                </a:cubicBezTo>
                <a:cubicBezTo>
                  <a:pt x="2536326" y="3273700"/>
                  <a:pt x="2526261" y="3283469"/>
                  <a:pt x="2513845" y="3283469"/>
                </a:cubicBezTo>
                <a:cubicBezTo>
                  <a:pt x="2501429" y="3283469"/>
                  <a:pt x="2491364" y="3273700"/>
                  <a:pt x="2491364" y="3261649"/>
                </a:cubicBezTo>
                <a:cubicBezTo>
                  <a:pt x="2491364" y="3249598"/>
                  <a:pt x="2501429" y="3239829"/>
                  <a:pt x="2513845" y="3239829"/>
                </a:cubicBezTo>
                <a:close/>
                <a:moveTo>
                  <a:pt x="2436486" y="3239829"/>
                </a:moveTo>
                <a:cubicBezTo>
                  <a:pt x="2448537" y="3239829"/>
                  <a:pt x="2458306" y="3249598"/>
                  <a:pt x="2458306" y="3261649"/>
                </a:cubicBezTo>
                <a:cubicBezTo>
                  <a:pt x="2458306" y="3273700"/>
                  <a:pt x="2448537" y="3283469"/>
                  <a:pt x="2436486" y="3283469"/>
                </a:cubicBezTo>
                <a:cubicBezTo>
                  <a:pt x="2424435" y="3283469"/>
                  <a:pt x="2414666" y="3273700"/>
                  <a:pt x="2414666" y="3261649"/>
                </a:cubicBezTo>
                <a:cubicBezTo>
                  <a:pt x="2414666" y="3249598"/>
                  <a:pt x="2424435" y="3239829"/>
                  <a:pt x="2436486" y="3239829"/>
                </a:cubicBezTo>
                <a:close/>
                <a:moveTo>
                  <a:pt x="2358465" y="3239829"/>
                </a:moveTo>
                <a:cubicBezTo>
                  <a:pt x="2370516" y="3239829"/>
                  <a:pt x="2380285" y="3249598"/>
                  <a:pt x="2380285" y="3261649"/>
                </a:cubicBezTo>
                <a:cubicBezTo>
                  <a:pt x="2380285" y="3273700"/>
                  <a:pt x="2370516" y="3283469"/>
                  <a:pt x="2358465" y="3283469"/>
                </a:cubicBezTo>
                <a:cubicBezTo>
                  <a:pt x="2346414" y="3283469"/>
                  <a:pt x="2336645" y="3273700"/>
                  <a:pt x="2336645" y="3261649"/>
                </a:cubicBezTo>
                <a:cubicBezTo>
                  <a:pt x="2336645" y="3249598"/>
                  <a:pt x="2346414" y="3239829"/>
                  <a:pt x="2358465" y="3239829"/>
                </a:cubicBezTo>
                <a:close/>
                <a:moveTo>
                  <a:pt x="2280445" y="3239829"/>
                </a:moveTo>
                <a:cubicBezTo>
                  <a:pt x="2292496" y="3239829"/>
                  <a:pt x="2302265" y="3249598"/>
                  <a:pt x="2302265" y="3261649"/>
                </a:cubicBezTo>
                <a:cubicBezTo>
                  <a:pt x="2302265" y="3273700"/>
                  <a:pt x="2292496" y="3283469"/>
                  <a:pt x="2280445" y="3283469"/>
                </a:cubicBezTo>
                <a:cubicBezTo>
                  <a:pt x="2268394" y="3283469"/>
                  <a:pt x="2258625" y="3273700"/>
                  <a:pt x="2258625" y="3261649"/>
                </a:cubicBezTo>
                <a:cubicBezTo>
                  <a:pt x="2258625" y="3249598"/>
                  <a:pt x="2268394" y="3239829"/>
                  <a:pt x="2280445" y="3239829"/>
                </a:cubicBezTo>
                <a:close/>
                <a:moveTo>
                  <a:pt x="3215368" y="3239828"/>
                </a:moveTo>
                <a:cubicBezTo>
                  <a:pt x="3227419" y="3239828"/>
                  <a:pt x="3237188" y="3249597"/>
                  <a:pt x="3237188" y="3261648"/>
                </a:cubicBezTo>
                <a:cubicBezTo>
                  <a:pt x="3237188" y="3273699"/>
                  <a:pt x="3227419" y="3283468"/>
                  <a:pt x="3215368" y="3283468"/>
                </a:cubicBezTo>
                <a:cubicBezTo>
                  <a:pt x="3203317" y="3283468"/>
                  <a:pt x="3193548" y="3273699"/>
                  <a:pt x="3193548" y="3261648"/>
                </a:cubicBezTo>
                <a:cubicBezTo>
                  <a:pt x="3193548" y="3249597"/>
                  <a:pt x="3203317" y="3239828"/>
                  <a:pt x="3215368" y="3239828"/>
                </a:cubicBezTo>
                <a:close/>
                <a:moveTo>
                  <a:pt x="3137348" y="3239828"/>
                </a:moveTo>
                <a:cubicBezTo>
                  <a:pt x="3149399" y="3239828"/>
                  <a:pt x="3159168" y="3249597"/>
                  <a:pt x="3159168" y="3261648"/>
                </a:cubicBezTo>
                <a:cubicBezTo>
                  <a:pt x="3159168" y="3273699"/>
                  <a:pt x="3149399" y="3283468"/>
                  <a:pt x="3137348" y="3283468"/>
                </a:cubicBezTo>
                <a:cubicBezTo>
                  <a:pt x="3125297" y="3283468"/>
                  <a:pt x="3115528" y="3273699"/>
                  <a:pt x="3115528" y="3261648"/>
                </a:cubicBezTo>
                <a:cubicBezTo>
                  <a:pt x="3115528" y="3249597"/>
                  <a:pt x="3125297" y="3239828"/>
                  <a:pt x="3137348" y="3239828"/>
                </a:cubicBezTo>
                <a:close/>
                <a:moveTo>
                  <a:pt x="3059327" y="3239828"/>
                </a:moveTo>
                <a:cubicBezTo>
                  <a:pt x="3071378" y="3239828"/>
                  <a:pt x="3081147" y="3249597"/>
                  <a:pt x="3081147" y="3261648"/>
                </a:cubicBezTo>
                <a:cubicBezTo>
                  <a:pt x="3081147" y="3273699"/>
                  <a:pt x="3071378" y="3283468"/>
                  <a:pt x="3059327" y="3283468"/>
                </a:cubicBezTo>
                <a:cubicBezTo>
                  <a:pt x="3047276" y="3283468"/>
                  <a:pt x="3037507" y="3273699"/>
                  <a:pt x="3037507" y="3261648"/>
                </a:cubicBezTo>
                <a:cubicBezTo>
                  <a:pt x="3037507" y="3249597"/>
                  <a:pt x="3047276" y="3239828"/>
                  <a:pt x="3059327" y="3239828"/>
                </a:cubicBezTo>
                <a:close/>
                <a:moveTo>
                  <a:pt x="5473331" y="3161809"/>
                </a:moveTo>
                <a:cubicBezTo>
                  <a:pt x="5485747" y="3161809"/>
                  <a:pt x="5495812" y="3171578"/>
                  <a:pt x="5495812" y="3183629"/>
                </a:cubicBezTo>
                <a:cubicBezTo>
                  <a:pt x="5495812" y="3195680"/>
                  <a:pt x="5485747" y="3205449"/>
                  <a:pt x="5473331" y="3205449"/>
                </a:cubicBezTo>
                <a:cubicBezTo>
                  <a:pt x="5460915" y="3205449"/>
                  <a:pt x="5450850" y="3195680"/>
                  <a:pt x="5450850" y="3183629"/>
                </a:cubicBezTo>
                <a:cubicBezTo>
                  <a:pt x="5450850" y="3171578"/>
                  <a:pt x="5460915" y="3161809"/>
                  <a:pt x="5473331" y="3161809"/>
                </a:cubicBezTo>
                <a:close/>
                <a:moveTo>
                  <a:pt x="5395972" y="3161809"/>
                </a:moveTo>
                <a:cubicBezTo>
                  <a:pt x="5408023" y="3161809"/>
                  <a:pt x="5417792" y="3171578"/>
                  <a:pt x="5417792" y="3183629"/>
                </a:cubicBezTo>
                <a:cubicBezTo>
                  <a:pt x="5417792" y="3195680"/>
                  <a:pt x="5408023" y="3205449"/>
                  <a:pt x="5395972" y="3205449"/>
                </a:cubicBezTo>
                <a:cubicBezTo>
                  <a:pt x="5383921" y="3205449"/>
                  <a:pt x="5374152" y="3195680"/>
                  <a:pt x="5374152" y="3183629"/>
                </a:cubicBezTo>
                <a:cubicBezTo>
                  <a:pt x="5374152" y="3171578"/>
                  <a:pt x="5383921" y="3161809"/>
                  <a:pt x="5395972" y="3161809"/>
                </a:cubicBezTo>
                <a:close/>
                <a:moveTo>
                  <a:pt x="5317953" y="3161809"/>
                </a:moveTo>
                <a:cubicBezTo>
                  <a:pt x="5330004" y="3161809"/>
                  <a:pt x="5339773" y="3171578"/>
                  <a:pt x="5339773" y="3183629"/>
                </a:cubicBezTo>
                <a:cubicBezTo>
                  <a:pt x="5339773" y="3195680"/>
                  <a:pt x="5330004" y="3205449"/>
                  <a:pt x="5317953" y="3205449"/>
                </a:cubicBezTo>
                <a:cubicBezTo>
                  <a:pt x="5305902" y="3205449"/>
                  <a:pt x="5296133" y="3195680"/>
                  <a:pt x="5296133" y="3183629"/>
                </a:cubicBezTo>
                <a:cubicBezTo>
                  <a:pt x="5296133" y="3171578"/>
                  <a:pt x="5305902" y="3161809"/>
                  <a:pt x="5317953" y="3161809"/>
                </a:cubicBezTo>
                <a:close/>
                <a:moveTo>
                  <a:pt x="7731957" y="3161808"/>
                </a:moveTo>
                <a:cubicBezTo>
                  <a:pt x="7744373" y="3161808"/>
                  <a:pt x="7754438" y="3171577"/>
                  <a:pt x="7754438" y="3183628"/>
                </a:cubicBezTo>
                <a:cubicBezTo>
                  <a:pt x="7754438" y="3195679"/>
                  <a:pt x="7744373" y="3205448"/>
                  <a:pt x="7731957" y="3205448"/>
                </a:cubicBezTo>
                <a:cubicBezTo>
                  <a:pt x="7719541" y="3205448"/>
                  <a:pt x="7709476" y="3195679"/>
                  <a:pt x="7709476" y="3183628"/>
                </a:cubicBezTo>
                <a:cubicBezTo>
                  <a:pt x="7709476" y="3171577"/>
                  <a:pt x="7719541" y="3161808"/>
                  <a:pt x="7731957" y="3161808"/>
                </a:cubicBezTo>
                <a:close/>
                <a:moveTo>
                  <a:pt x="7654597" y="3161808"/>
                </a:moveTo>
                <a:cubicBezTo>
                  <a:pt x="7666648" y="3161808"/>
                  <a:pt x="7676417" y="3171577"/>
                  <a:pt x="7676417" y="3183628"/>
                </a:cubicBezTo>
                <a:cubicBezTo>
                  <a:pt x="7676417" y="3195679"/>
                  <a:pt x="7666648" y="3205448"/>
                  <a:pt x="7654597" y="3205448"/>
                </a:cubicBezTo>
                <a:cubicBezTo>
                  <a:pt x="7642546" y="3205448"/>
                  <a:pt x="7632777" y="3195679"/>
                  <a:pt x="7632777" y="3183628"/>
                </a:cubicBezTo>
                <a:cubicBezTo>
                  <a:pt x="7632777" y="3171577"/>
                  <a:pt x="7642546" y="3161808"/>
                  <a:pt x="7654597" y="3161808"/>
                </a:cubicBezTo>
                <a:close/>
                <a:moveTo>
                  <a:pt x="7576577" y="3161808"/>
                </a:moveTo>
                <a:cubicBezTo>
                  <a:pt x="7588628" y="3161808"/>
                  <a:pt x="7598397" y="3171577"/>
                  <a:pt x="7598397" y="3183628"/>
                </a:cubicBezTo>
                <a:cubicBezTo>
                  <a:pt x="7598397" y="3195679"/>
                  <a:pt x="7588628" y="3205448"/>
                  <a:pt x="7576577" y="3205448"/>
                </a:cubicBezTo>
                <a:cubicBezTo>
                  <a:pt x="7564526" y="3205448"/>
                  <a:pt x="7554757" y="3195679"/>
                  <a:pt x="7554757" y="3183628"/>
                </a:cubicBezTo>
                <a:cubicBezTo>
                  <a:pt x="7554757" y="3171577"/>
                  <a:pt x="7564526" y="3161808"/>
                  <a:pt x="7576577" y="3161808"/>
                </a:cubicBezTo>
                <a:close/>
                <a:moveTo>
                  <a:pt x="7498556" y="3161808"/>
                </a:moveTo>
                <a:cubicBezTo>
                  <a:pt x="7510607" y="3161808"/>
                  <a:pt x="7520376" y="3171577"/>
                  <a:pt x="7520376" y="3183628"/>
                </a:cubicBezTo>
                <a:cubicBezTo>
                  <a:pt x="7520376" y="3195679"/>
                  <a:pt x="7510607" y="3205448"/>
                  <a:pt x="7498556" y="3205448"/>
                </a:cubicBezTo>
                <a:cubicBezTo>
                  <a:pt x="7486505" y="3205448"/>
                  <a:pt x="7476736" y="3195679"/>
                  <a:pt x="7476736" y="3183628"/>
                </a:cubicBezTo>
                <a:cubicBezTo>
                  <a:pt x="7476736" y="3171577"/>
                  <a:pt x="7486505" y="3161808"/>
                  <a:pt x="7498556" y="3161808"/>
                </a:cubicBezTo>
                <a:close/>
                <a:moveTo>
                  <a:pt x="7421198" y="3161808"/>
                </a:moveTo>
                <a:cubicBezTo>
                  <a:pt x="7433614" y="3161808"/>
                  <a:pt x="7443679" y="3171577"/>
                  <a:pt x="7443679" y="3183628"/>
                </a:cubicBezTo>
                <a:cubicBezTo>
                  <a:pt x="7443679" y="3195679"/>
                  <a:pt x="7433614" y="3205448"/>
                  <a:pt x="7421198" y="3205448"/>
                </a:cubicBezTo>
                <a:cubicBezTo>
                  <a:pt x="7408782" y="3205448"/>
                  <a:pt x="7398717" y="3195679"/>
                  <a:pt x="7398717" y="3183628"/>
                </a:cubicBezTo>
                <a:cubicBezTo>
                  <a:pt x="7398717" y="3171577"/>
                  <a:pt x="7408782" y="3161808"/>
                  <a:pt x="7421198" y="3161808"/>
                </a:cubicBezTo>
                <a:close/>
                <a:moveTo>
                  <a:pt x="7343838" y="3161808"/>
                </a:moveTo>
                <a:cubicBezTo>
                  <a:pt x="7355889" y="3161808"/>
                  <a:pt x="7365658" y="3171577"/>
                  <a:pt x="7365658" y="3183628"/>
                </a:cubicBezTo>
                <a:cubicBezTo>
                  <a:pt x="7365658" y="3195679"/>
                  <a:pt x="7355889" y="3205448"/>
                  <a:pt x="7343838" y="3205448"/>
                </a:cubicBezTo>
                <a:cubicBezTo>
                  <a:pt x="7331787" y="3205448"/>
                  <a:pt x="7322018" y="3195679"/>
                  <a:pt x="7322018" y="3183628"/>
                </a:cubicBezTo>
                <a:cubicBezTo>
                  <a:pt x="7322018" y="3171577"/>
                  <a:pt x="7331787" y="3161808"/>
                  <a:pt x="7343838" y="3161808"/>
                </a:cubicBezTo>
                <a:close/>
                <a:moveTo>
                  <a:pt x="7264495" y="3161808"/>
                </a:moveTo>
                <a:cubicBezTo>
                  <a:pt x="7276546" y="3161808"/>
                  <a:pt x="7286315" y="3171577"/>
                  <a:pt x="7286315" y="3183628"/>
                </a:cubicBezTo>
                <a:cubicBezTo>
                  <a:pt x="7286315" y="3195679"/>
                  <a:pt x="7276546" y="3205448"/>
                  <a:pt x="7264495" y="3205448"/>
                </a:cubicBezTo>
                <a:cubicBezTo>
                  <a:pt x="7252444" y="3205448"/>
                  <a:pt x="7242675" y="3195679"/>
                  <a:pt x="7242675" y="3183628"/>
                </a:cubicBezTo>
                <a:cubicBezTo>
                  <a:pt x="7242675" y="3171577"/>
                  <a:pt x="7252444" y="3161808"/>
                  <a:pt x="7264495" y="3161808"/>
                </a:cubicBezTo>
                <a:close/>
                <a:moveTo>
                  <a:pt x="7109116" y="3161808"/>
                </a:moveTo>
                <a:cubicBezTo>
                  <a:pt x="7121532" y="3161808"/>
                  <a:pt x="7131597" y="3171577"/>
                  <a:pt x="7131597" y="3183628"/>
                </a:cubicBezTo>
                <a:cubicBezTo>
                  <a:pt x="7131597" y="3195679"/>
                  <a:pt x="7121532" y="3205448"/>
                  <a:pt x="7109116" y="3205448"/>
                </a:cubicBezTo>
                <a:cubicBezTo>
                  <a:pt x="7096700" y="3205448"/>
                  <a:pt x="7086635" y="3195679"/>
                  <a:pt x="7086635" y="3183628"/>
                </a:cubicBezTo>
                <a:cubicBezTo>
                  <a:pt x="7086635" y="3171577"/>
                  <a:pt x="7096700" y="3161808"/>
                  <a:pt x="7109116" y="3161808"/>
                </a:cubicBezTo>
                <a:close/>
                <a:moveTo>
                  <a:pt x="7031757" y="3161808"/>
                </a:moveTo>
                <a:cubicBezTo>
                  <a:pt x="7043808" y="3161808"/>
                  <a:pt x="7053577" y="3171577"/>
                  <a:pt x="7053577" y="3183628"/>
                </a:cubicBezTo>
                <a:cubicBezTo>
                  <a:pt x="7053577" y="3195679"/>
                  <a:pt x="7043808" y="3205448"/>
                  <a:pt x="7031757" y="3205448"/>
                </a:cubicBezTo>
                <a:cubicBezTo>
                  <a:pt x="7019706" y="3205448"/>
                  <a:pt x="7009937" y="3195679"/>
                  <a:pt x="7009937" y="3183628"/>
                </a:cubicBezTo>
                <a:cubicBezTo>
                  <a:pt x="7009937" y="3171577"/>
                  <a:pt x="7019706" y="3161808"/>
                  <a:pt x="7031757" y="3161808"/>
                </a:cubicBezTo>
                <a:close/>
                <a:moveTo>
                  <a:pt x="6953736" y="3161808"/>
                </a:moveTo>
                <a:cubicBezTo>
                  <a:pt x="6965787" y="3161808"/>
                  <a:pt x="6975556" y="3171577"/>
                  <a:pt x="6975556" y="3183628"/>
                </a:cubicBezTo>
                <a:cubicBezTo>
                  <a:pt x="6975556" y="3195679"/>
                  <a:pt x="6965787" y="3205448"/>
                  <a:pt x="6953736" y="3205448"/>
                </a:cubicBezTo>
                <a:cubicBezTo>
                  <a:pt x="6941685" y="3205448"/>
                  <a:pt x="6931916" y="3195679"/>
                  <a:pt x="6931916" y="3183628"/>
                </a:cubicBezTo>
                <a:cubicBezTo>
                  <a:pt x="6931916" y="3171577"/>
                  <a:pt x="6941685" y="3161808"/>
                  <a:pt x="6953736" y="3161808"/>
                </a:cubicBezTo>
                <a:close/>
                <a:moveTo>
                  <a:pt x="5239931" y="3161808"/>
                </a:moveTo>
                <a:cubicBezTo>
                  <a:pt x="5251982" y="3161808"/>
                  <a:pt x="5261751" y="3171577"/>
                  <a:pt x="5261751" y="3183628"/>
                </a:cubicBezTo>
                <a:cubicBezTo>
                  <a:pt x="5261751" y="3195679"/>
                  <a:pt x="5251982" y="3205448"/>
                  <a:pt x="5239931" y="3205448"/>
                </a:cubicBezTo>
                <a:cubicBezTo>
                  <a:pt x="5227880" y="3205448"/>
                  <a:pt x="5218111" y="3195679"/>
                  <a:pt x="5218111" y="3183628"/>
                </a:cubicBezTo>
                <a:cubicBezTo>
                  <a:pt x="5218111" y="3171577"/>
                  <a:pt x="5227880" y="3161808"/>
                  <a:pt x="5239931" y="3161808"/>
                </a:cubicBezTo>
                <a:close/>
                <a:moveTo>
                  <a:pt x="5162572" y="3161808"/>
                </a:moveTo>
                <a:cubicBezTo>
                  <a:pt x="5174988" y="3161808"/>
                  <a:pt x="5185053" y="3171577"/>
                  <a:pt x="5185053" y="3183628"/>
                </a:cubicBezTo>
                <a:cubicBezTo>
                  <a:pt x="5185053" y="3195679"/>
                  <a:pt x="5174988" y="3205448"/>
                  <a:pt x="5162572" y="3205448"/>
                </a:cubicBezTo>
                <a:cubicBezTo>
                  <a:pt x="5150156" y="3205448"/>
                  <a:pt x="5140091" y="3195679"/>
                  <a:pt x="5140091" y="3183628"/>
                </a:cubicBezTo>
                <a:cubicBezTo>
                  <a:pt x="5140091" y="3171577"/>
                  <a:pt x="5150156" y="3161808"/>
                  <a:pt x="5162572" y="3161808"/>
                </a:cubicBezTo>
                <a:close/>
                <a:moveTo>
                  <a:pt x="5085212" y="3161808"/>
                </a:moveTo>
                <a:cubicBezTo>
                  <a:pt x="5097263" y="3161808"/>
                  <a:pt x="5107032" y="3171577"/>
                  <a:pt x="5107032" y="3183628"/>
                </a:cubicBezTo>
                <a:cubicBezTo>
                  <a:pt x="5107032" y="3195679"/>
                  <a:pt x="5097263" y="3205448"/>
                  <a:pt x="5085212" y="3205448"/>
                </a:cubicBezTo>
                <a:cubicBezTo>
                  <a:pt x="5073161" y="3205448"/>
                  <a:pt x="5063392" y="3195679"/>
                  <a:pt x="5063392" y="3183628"/>
                </a:cubicBezTo>
                <a:cubicBezTo>
                  <a:pt x="5063392" y="3171577"/>
                  <a:pt x="5073161" y="3161808"/>
                  <a:pt x="5085212" y="3161808"/>
                </a:cubicBezTo>
                <a:close/>
                <a:moveTo>
                  <a:pt x="5007193" y="3161808"/>
                </a:moveTo>
                <a:cubicBezTo>
                  <a:pt x="5019244" y="3161808"/>
                  <a:pt x="5029013" y="3171577"/>
                  <a:pt x="5029013" y="3183628"/>
                </a:cubicBezTo>
                <a:cubicBezTo>
                  <a:pt x="5029013" y="3195679"/>
                  <a:pt x="5019244" y="3205448"/>
                  <a:pt x="5007193" y="3205448"/>
                </a:cubicBezTo>
                <a:cubicBezTo>
                  <a:pt x="4995142" y="3205448"/>
                  <a:pt x="4985373" y="3195679"/>
                  <a:pt x="4985373" y="3183628"/>
                </a:cubicBezTo>
                <a:cubicBezTo>
                  <a:pt x="4985373" y="3171577"/>
                  <a:pt x="4995142" y="3161808"/>
                  <a:pt x="5007193" y="3161808"/>
                </a:cubicBezTo>
                <a:close/>
                <a:moveTo>
                  <a:pt x="4928511" y="3161808"/>
                </a:moveTo>
                <a:cubicBezTo>
                  <a:pt x="4940927" y="3161808"/>
                  <a:pt x="4950992" y="3171577"/>
                  <a:pt x="4950992" y="3183628"/>
                </a:cubicBezTo>
                <a:cubicBezTo>
                  <a:pt x="4950992" y="3195679"/>
                  <a:pt x="4940927" y="3205448"/>
                  <a:pt x="4928511" y="3205448"/>
                </a:cubicBezTo>
                <a:cubicBezTo>
                  <a:pt x="4916095" y="3205448"/>
                  <a:pt x="4906030" y="3195679"/>
                  <a:pt x="4906030" y="3183628"/>
                </a:cubicBezTo>
                <a:cubicBezTo>
                  <a:pt x="4906030" y="3171577"/>
                  <a:pt x="4916095" y="3161808"/>
                  <a:pt x="4928511" y="3161808"/>
                </a:cubicBezTo>
                <a:close/>
                <a:moveTo>
                  <a:pt x="4850491" y="3161808"/>
                </a:moveTo>
                <a:cubicBezTo>
                  <a:pt x="4862907" y="3161808"/>
                  <a:pt x="4872972" y="3171577"/>
                  <a:pt x="4872972" y="3183628"/>
                </a:cubicBezTo>
                <a:cubicBezTo>
                  <a:pt x="4872972" y="3195679"/>
                  <a:pt x="4862907" y="3205448"/>
                  <a:pt x="4850491" y="3205448"/>
                </a:cubicBezTo>
                <a:cubicBezTo>
                  <a:pt x="4838075" y="3205448"/>
                  <a:pt x="4828010" y="3195679"/>
                  <a:pt x="4828010" y="3183628"/>
                </a:cubicBezTo>
                <a:cubicBezTo>
                  <a:pt x="4828010" y="3171577"/>
                  <a:pt x="4838075" y="3161808"/>
                  <a:pt x="4850491" y="3161808"/>
                </a:cubicBezTo>
                <a:close/>
                <a:moveTo>
                  <a:pt x="4773132" y="3161808"/>
                </a:moveTo>
                <a:cubicBezTo>
                  <a:pt x="4785183" y="3161808"/>
                  <a:pt x="4794952" y="3171577"/>
                  <a:pt x="4794952" y="3183628"/>
                </a:cubicBezTo>
                <a:cubicBezTo>
                  <a:pt x="4794952" y="3195679"/>
                  <a:pt x="4785183" y="3205448"/>
                  <a:pt x="4773132" y="3205448"/>
                </a:cubicBezTo>
                <a:cubicBezTo>
                  <a:pt x="4761081" y="3205448"/>
                  <a:pt x="4751312" y="3195679"/>
                  <a:pt x="4751312" y="3183628"/>
                </a:cubicBezTo>
                <a:cubicBezTo>
                  <a:pt x="4751312" y="3171577"/>
                  <a:pt x="4761081" y="3161808"/>
                  <a:pt x="4773132" y="3161808"/>
                </a:cubicBezTo>
                <a:close/>
                <a:moveTo>
                  <a:pt x="4695111" y="3161808"/>
                </a:moveTo>
                <a:cubicBezTo>
                  <a:pt x="4707162" y="3161808"/>
                  <a:pt x="4716931" y="3171577"/>
                  <a:pt x="4716931" y="3183628"/>
                </a:cubicBezTo>
                <a:cubicBezTo>
                  <a:pt x="4716931" y="3195679"/>
                  <a:pt x="4707162" y="3205448"/>
                  <a:pt x="4695111" y="3205448"/>
                </a:cubicBezTo>
                <a:cubicBezTo>
                  <a:pt x="4683060" y="3205448"/>
                  <a:pt x="4673291" y="3195679"/>
                  <a:pt x="4673291" y="3183628"/>
                </a:cubicBezTo>
                <a:cubicBezTo>
                  <a:pt x="4673291" y="3171577"/>
                  <a:pt x="4683060" y="3161808"/>
                  <a:pt x="4695111" y="3161808"/>
                </a:cubicBezTo>
                <a:close/>
                <a:moveTo>
                  <a:pt x="4617091" y="3161808"/>
                </a:moveTo>
                <a:cubicBezTo>
                  <a:pt x="4629142" y="3161808"/>
                  <a:pt x="4638911" y="3171577"/>
                  <a:pt x="4638911" y="3183628"/>
                </a:cubicBezTo>
                <a:cubicBezTo>
                  <a:pt x="4638911" y="3195679"/>
                  <a:pt x="4629142" y="3205448"/>
                  <a:pt x="4617091" y="3205448"/>
                </a:cubicBezTo>
                <a:cubicBezTo>
                  <a:pt x="4605040" y="3205448"/>
                  <a:pt x="4595271" y="3195679"/>
                  <a:pt x="4595271" y="3183628"/>
                </a:cubicBezTo>
                <a:cubicBezTo>
                  <a:pt x="4595271" y="3171577"/>
                  <a:pt x="4605040" y="3161808"/>
                  <a:pt x="4617091" y="3161808"/>
                </a:cubicBezTo>
                <a:close/>
                <a:moveTo>
                  <a:pt x="3059327" y="3161808"/>
                </a:moveTo>
                <a:cubicBezTo>
                  <a:pt x="3071378" y="3161808"/>
                  <a:pt x="3081147" y="3171577"/>
                  <a:pt x="3081147" y="3183628"/>
                </a:cubicBezTo>
                <a:cubicBezTo>
                  <a:pt x="3081147" y="3195679"/>
                  <a:pt x="3071378" y="3205448"/>
                  <a:pt x="3059327" y="3205448"/>
                </a:cubicBezTo>
                <a:cubicBezTo>
                  <a:pt x="3047276" y="3205448"/>
                  <a:pt x="3037507" y="3195679"/>
                  <a:pt x="3037507" y="3183628"/>
                </a:cubicBezTo>
                <a:cubicBezTo>
                  <a:pt x="3037507" y="3171577"/>
                  <a:pt x="3047276" y="3161808"/>
                  <a:pt x="3059327" y="3161808"/>
                </a:cubicBezTo>
                <a:close/>
                <a:moveTo>
                  <a:pt x="2981306" y="3161808"/>
                </a:moveTo>
                <a:cubicBezTo>
                  <a:pt x="2993357" y="3161808"/>
                  <a:pt x="3003126" y="3171577"/>
                  <a:pt x="3003126" y="3183628"/>
                </a:cubicBezTo>
                <a:cubicBezTo>
                  <a:pt x="3003126" y="3195679"/>
                  <a:pt x="2993357" y="3205448"/>
                  <a:pt x="2981306" y="3205448"/>
                </a:cubicBezTo>
                <a:cubicBezTo>
                  <a:pt x="2969255" y="3205448"/>
                  <a:pt x="2959486" y="3195679"/>
                  <a:pt x="2959486" y="3183628"/>
                </a:cubicBezTo>
                <a:cubicBezTo>
                  <a:pt x="2959486" y="3171577"/>
                  <a:pt x="2969255" y="3161808"/>
                  <a:pt x="2981306" y="3161808"/>
                </a:cubicBezTo>
                <a:close/>
                <a:moveTo>
                  <a:pt x="2903286" y="3161808"/>
                </a:moveTo>
                <a:cubicBezTo>
                  <a:pt x="2915337" y="3161808"/>
                  <a:pt x="2925106" y="3171577"/>
                  <a:pt x="2925106" y="3183628"/>
                </a:cubicBezTo>
                <a:cubicBezTo>
                  <a:pt x="2925106" y="3195679"/>
                  <a:pt x="2915337" y="3205448"/>
                  <a:pt x="2903286" y="3205448"/>
                </a:cubicBezTo>
                <a:cubicBezTo>
                  <a:pt x="2891235" y="3205448"/>
                  <a:pt x="2881466" y="3195679"/>
                  <a:pt x="2881466" y="3183628"/>
                </a:cubicBezTo>
                <a:cubicBezTo>
                  <a:pt x="2881466" y="3171577"/>
                  <a:pt x="2891235" y="3161808"/>
                  <a:pt x="2903286" y="3161808"/>
                </a:cubicBezTo>
                <a:close/>
                <a:moveTo>
                  <a:pt x="2826588" y="3161808"/>
                </a:moveTo>
                <a:cubicBezTo>
                  <a:pt x="2838639" y="3161808"/>
                  <a:pt x="2848408" y="3171577"/>
                  <a:pt x="2848408" y="3183628"/>
                </a:cubicBezTo>
                <a:cubicBezTo>
                  <a:pt x="2848408" y="3195679"/>
                  <a:pt x="2838639" y="3205448"/>
                  <a:pt x="2826588" y="3205448"/>
                </a:cubicBezTo>
                <a:cubicBezTo>
                  <a:pt x="2814537" y="3205448"/>
                  <a:pt x="2804768" y="3195679"/>
                  <a:pt x="2804768" y="3183628"/>
                </a:cubicBezTo>
                <a:cubicBezTo>
                  <a:pt x="2804768" y="3171577"/>
                  <a:pt x="2814537" y="3161808"/>
                  <a:pt x="2826588" y="3161808"/>
                </a:cubicBezTo>
                <a:close/>
                <a:moveTo>
                  <a:pt x="2748567" y="3161808"/>
                </a:moveTo>
                <a:cubicBezTo>
                  <a:pt x="2760618" y="3161808"/>
                  <a:pt x="2770387" y="3171577"/>
                  <a:pt x="2770387" y="3183628"/>
                </a:cubicBezTo>
                <a:cubicBezTo>
                  <a:pt x="2770387" y="3195679"/>
                  <a:pt x="2760618" y="3205448"/>
                  <a:pt x="2748567" y="3205448"/>
                </a:cubicBezTo>
                <a:cubicBezTo>
                  <a:pt x="2736516" y="3205448"/>
                  <a:pt x="2726747" y="3195679"/>
                  <a:pt x="2726747" y="3183628"/>
                </a:cubicBezTo>
                <a:cubicBezTo>
                  <a:pt x="2726747" y="3171577"/>
                  <a:pt x="2736516" y="3161808"/>
                  <a:pt x="2748567" y="3161808"/>
                </a:cubicBezTo>
                <a:close/>
                <a:moveTo>
                  <a:pt x="2670547" y="3161808"/>
                </a:moveTo>
                <a:cubicBezTo>
                  <a:pt x="2682598" y="3161808"/>
                  <a:pt x="2692367" y="3171577"/>
                  <a:pt x="2692367" y="3183628"/>
                </a:cubicBezTo>
                <a:cubicBezTo>
                  <a:pt x="2692367" y="3195679"/>
                  <a:pt x="2682598" y="3205448"/>
                  <a:pt x="2670547" y="3205448"/>
                </a:cubicBezTo>
                <a:cubicBezTo>
                  <a:pt x="2658496" y="3205448"/>
                  <a:pt x="2648727" y="3195679"/>
                  <a:pt x="2648727" y="3183628"/>
                </a:cubicBezTo>
                <a:cubicBezTo>
                  <a:pt x="2648727" y="3171577"/>
                  <a:pt x="2658496" y="3161808"/>
                  <a:pt x="2670547" y="3161808"/>
                </a:cubicBezTo>
                <a:close/>
                <a:moveTo>
                  <a:pt x="2592527" y="3161808"/>
                </a:moveTo>
                <a:cubicBezTo>
                  <a:pt x="2604578" y="3161808"/>
                  <a:pt x="2614347" y="3171577"/>
                  <a:pt x="2614347" y="3183628"/>
                </a:cubicBezTo>
                <a:cubicBezTo>
                  <a:pt x="2614347" y="3195679"/>
                  <a:pt x="2604578" y="3205448"/>
                  <a:pt x="2592527" y="3205448"/>
                </a:cubicBezTo>
                <a:cubicBezTo>
                  <a:pt x="2580476" y="3205448"/>
                  <a:pt x="2570707" y="3195679"/>
                  <a:pt x="2570707" y="3183628"/>
                </a:cubicBezTo>
                <a:cubicBezTo>
                  <a:pt x="2570707" y="3171577"/>
                  <a:pt x="2580476" y="3161808"/>
                  <a:pt x="2592527" y="3161808"/>
                </a:cubicBezTo>
                <a:close/>
                <a:moveTo>
                  <a:pt x="2513845" y="3161808"/>
                </a:moveTo>
                <a:cubicBezTo>
                  <a:pt x="2526261" y="3161808"/>
                  <a:pt x="2536326" y="3171577"/>
                  <a:pt x="2536326" y="3183628"/>
                </a:cubicBezTo>
                <a:cubicBezTo>
                  <a:pt x="2536326" y="3195679"/>
                  <a:pt x="2526261" y="3205448"/>
                  <a:pt x="2513845" y="3205448"/>
                </a:cubicBezTo>
                <a:cubicBezTo>
                  <a:pt x="2501429" y="3205448"/>
                  <a:pt x="2491364" y="3195679"/>
                  <a:pt x="2491364" y="3183628"/>
                </a:cubicBezTo>
                <a:cubicBezTo>
                  <a:pt x="2491364" y="3171577"/>
                  <a:pt x="2501429" y="3161808"/>
                  <a:pt x="2513845" y="3161808"/>
                </a:cubicBezTo>
                <a:close/>
                <a:moveTo>
                  <a:pt x="2436486" y="3161808"/>
                </a:moveTo>
                <a:cubicBezTo>
                  <a:pt x="2448537" y="3161808"/>
                  <a:pt x="2458306" y="3171577"/>
                  <a:pt x="2458306" y="3183628"/>
                </a:cubicBezTo>
                <a:cubicBezTo>
                  <a:pt x="2458306" y="3195679"/>
                  <a:pt x="2448537" y="3205448"/>
                  <a:pt x="2436486" y="3205448"/>
                </a:cubicBezTo>
                <a:cubicBezTo>
                  <a:pt x="2424435" y="3205448"/>
                  <a:pt x="2414666" y="3195679"/>
                  <a:pt x="2414666" y="3183628"/>
                </a:cubicBezTo>
                <a:cubicBezTo>
                  <a:pt x="2414666" y="3171577"/>
                  <a:pt x="2424435" y="3161808"/>
                  <a:pt x="2436486" y="3161808"/>
                </a:cubicBezTo>
                <a:close/>
                <a:moveTo>
                  <a:pt x="2358465" y="3161808"/>
                </a:moveTo>
                <a:cubicBezTo>
                  <a:pt x="2370516" y="3161808"/>
                  <a:pt x="2380285" y="3171577"/>
                  <a:pt x="2380285" y="3183628"/>
                </a:cubicBezTo>
                <a:cubicBezTo>
                  <a:pt x="2380285" y="3195679"/>
                  <a:pt x="2370516" y="3205448"/>
                  <a:pt x="2358465" y="3205448"/>
                </a:cubicBezTo>
                <a:cubicBezTo>
                  <a:pt x="2346414" y="3205448"/>
                  <a:pt x="2336645" y="3195679"/>
                  <a:pt x="2336645" y="3183628"/>
                </a:cubicBezTo>
                <a:cubicBezTo>
                  <a:pt x="2336645" y="3171577"/>
                  <a:pt x="2346414" y="3161808"/>
                  <a:pt x="2358465" y="3161808"/>
                </a:cubicBezTo>
                <a:close/>
                <a:moveTo>
                  <a:pt x="2280445" y="3161808"/>
                </a:moveTo>
                <a:cubicBezTo>
                  <a:pt x="2292496" y="3161808"/>
                  <a:pt x="2302265" y="3171577"/>
                  <a:pt x="2302265" y="3183628"/>
                </a:cubicBezTo>
                <a:cubicBezTo>
                  <a:pt x="2302265" y="3195679"/>
                  <a:pt x="2292496" y="3205448"/>
                  <a:pt x="2280445" y="3205448"/>
                </a:cubicBezTo>
                <a:cubicBezTo>
                  <a:pt x="2268394" y="3205448"/>
                  <a:pt x="2258625" y="3195679"/>
                  <a:pt x="2258625" y="3183628"/>
                </a:cubicBezTo>
                <a:cubicBezTo>
                  <a:pt x="2258625" y="3171577"/>
                  <a:pt x="2268394" y="3161808"/>
                  <a:pt x="2280445" y="3161808"/>
                </a:cubicBezTo>
                <a:close/>
                <a:moveTo>
                  <a:pt x="6953736" y="3083789"/>
                </a:moveTo>
                <a:cubicBezTo>
                  <a:pt x="6965787" y="3083789"/>
                  <a:pt x="6975556" y="3093558"/>
                  <a:pt x="6975556" y="3105609"/>
                </a:cubicBezTo>
                <a:cubicBezTo>
                  <a:pt x="6975556" y="3117660"/>
                  <a:pt x="6965787" y="3127429"/>
                  <a:pt x="6953736" y="3127429"/>
                </a:cubicBezTo>
                <a:cubicBezTo>
                  <a:pt x="6941685" y="3127429"/>
                  <a:pt x="6931916" y="3117660"/>
                  <a:pt x="6931916" y="3105609"/>
                </a:cubicBezTo>
                <a:cubicBezTo>
                  <a:pt x="6931916" y="3093558"/>
                  <a:pt x="6941685" y="3083789"/>
                  <a:pt x="6953736" y="3083789"/>
                </a:cubicBezTo>
                <a:close/>
                <a:moveTo>
                  <a:pt x="6875716" y="3083789"/>
                </a:moveTo>
                <a:cubicBezTo>
                  <a:pt x="6887767" y="3083789"/>
                  <a:pt x="6897536" y="3093558"/>
                  <a:pt x="6897536" y="3105609"/>
                </a:cubicBezTo>
                <a:cubicBezTo>
                  <a:pt x="6897536" y="3117660"/>
                  <a:pt x="6887767" y="3127429"/>
                  <a:pt x="6875716" y="3127429"/>
                </a:cubicBezTo>
                <a:cubicBezTo>
                  <a:pt x="6863665" y="3127429"/>
                  <a:pt x="6853896" y="3117660"/>
                  <a:pt x="6853896" y="3105609"/>
                </a:cubicBezTo>
                <a:cubicBezTo>
                  <a:pt x="6853896" y="3093558"/>
                  <a:pt x="6863665" y="3083789"/>
                  <a:pt x="6875716" y="3083789"/>
                </a:cubicBezTo>
                <a:close/>
                <a:moveTo>
                  <a:pt x="5552013" y="3083789"/>
                </a:moveTo>
                <a:cubicBezTo>
                  <a:pt x="5564064" y="3083789"/>
                  <a:pt x="5573833" y="3093558"/>
                  <a:pt x="5573833" y="3105609"/>
                </a:cubicBezTo>
                <a:cubicBezTo>
                  <a:pt x="5573833" y="3117660"/>
                  <a:pt x="5564064" y="3127429"/>
                  <a:pt x="5552013" y="3127429"/>
                </a:cubicBezTo>
                <a:cubicBezTo>
                  <a:pt x="5539962" y="3127429"/>
                  <a:pt x="5530193" y="3117660"/>
                  <a:pt x="5530193" y="3105609"/>
                </a:cubicBezTo>
                <a:cubicBezTo>
                  <a:pt x="5530193" y="3093558"/>
                  <a:pt x="5539962" y="3083789"/>
                  <a:pt x="5552013" y="3083789"/>
                </a:cubicBezTo>
                <a:close/>
                <a:moveTo>
                  <a:pt x="5473331" y="3083789"/>
                </a:moveTo>
                <a:cubicBezTo>
                  <a:pt x="5485747" y="3083789"/>
                  <a:pt x="5495812" y="3093558"/>
                  <a:pt x="5495812" y="3105609"/>
                </a:cubicBezTo>
                <a:cubicBezTo>
                  <a:pt x="5495812" y="3117660"/>
                  <a:pt x="5485747" y="3127429"/>
                  <a:pt x="5473331" y="3127429"/>
                </a:cubicBezTo>
                <a:cubicBezTo>
                  <a:pt x="5460915" y="3127429"/>
                  <a:pt x="5450850" y="3117660"/>
                  <a:pt x="5450850" y="3105609"/>
                </a:cubicBezTo>
                <a:cubicBezTo>
                  <a:pt x="5450850" y="3093558"/>
                  <a:pt x="5460915" y="3083789"/>
                  <a:pt x="5473331" y="3083789"/>
                </a:cubicBezTo>
                <a:close/>
                <a:moveTo>
                  <a:pt x="5395972" y="3083789"/>
                </a:moveTo>
                <a:cubicBezTo>
                  <a:pt x="5408023" y="3083789"/>
                  <a:pt x="5417792" y="3093558"/>
                  <a:pt x="5417792" y="3105609"/>
                </a:cubicBezTo>
                <a:cubicBezTo>
                  <a:pt x="5417792" y="3117660"/>
                  <a:pt x="5408023" y="3127429"/>
                  <a:pt x="5395972" y="3127429"/>
                </a:cubicBezTo>
                <a:cubicBezTo>
                  <a:pt x="5383921" y="3127429"/>
                  <a:pt x="5374152" y="3117660"/>
                  <a:pt x="5374152" y="3105609"/>
                </a:cubicBezTo>
                <a:cubicBezTo>
                  <a:pt x="5374152" y="3093558"/>
                  <a:pt x="5383921" y="3083789"/>
                  <a:pt x="5395972" y="3083789"/>
                </a:cubicBezTo>
                <a:close/>
                <a:moveTo>
                  <a:pt x="5317953" y="3083789"/>
                </a:moveTo>
                <a:cubicBezTo>
                  <a:pt x="5330004" y="3083789"/>
                  <a:pt x="5339773" y="3093558"/>
                  <a:pt x="5339773" y="3105609"/>
                </a:cubicBezTo>
                <a:cubicBezTo>
                  <a:pt x="5339773" y="3117660"/>
                  <a:pt x="5330004" y="3127429"/>
                  <a:pt x="5317953" y="3127429"/>
                </a:cubicBezTo>
                <a:cubicBezTo>
                  <a:pt x="5305902" y="3127429"/>
                  <a:pt x="5296133" y="3117660"/>
                  <a:pt x="5296133" y="3105609"/>
                </a:cubicBezTo>
                <a:cubicBezTo>
                  <a:pt x="5296133" y="3093558"/>
                  <a:pt x="5305902" y="3083789"/>
                  <a:pt x="5317953" y="3083789"/>
                </a:cubicBezTo>
                <a:close/>
                <a:moveTo>
                  <a:pt x="4850491" y="3083789"/>
                </a:moveTo>
                <a:cubicBezTo>
                  <a:pt x="4862907" y="3083789"/>
                  <a:pt x="4872972" y="3093558"/>
                  <a:pt x="4872972" y="3105609"/>
                </a:cubicBezTo>
                <a:cubicBezTo>
                  <a:pt x="4872972" y="3117660"/>
                  <a:pt x="4862907" y="3127429"/>
                  <a:pt x="4850491" y="3127429"/>
                </a:cubicBezTo>
                <a:cubicBezTo>
                  <a:pt x="4838075" y="3127429"/>
                  <a:pt x="4828010" y="3117660"/>
                  <a:pt x="4828010" y="3105609"/>
                </a:cubicBezTo>
                <a:cubicBezTo>
                  <a:pt x="4828010" y="3093558"/>
                  <a:pt x="4838075" y="3083789"/>
                  <a:pt x="4850491" y="3083789"/>
                </a:cubicBezTo>
                <a:close/>
                <a:moveTo>
                  <a:pt x="4773132" y="3083789"/>
                </a:moveTo>
                <a:cubicBezTo>
                  <a:pt x="4785183" y="3083789"/>
                  <a:pt x="4794952" y="3093558"/>
                  <a:pt x="4794952" y="3105609"/>
                </a:cubicBezTo>
                <a:cubicBezTo>
                  <a:pt x="4794952" y="3117660"/>
                  <a:pt x="4785183" y="3127429"/>
                  <a:pt x="4773132" y="3127429"/>
                </a:cubicBezTo>
                <a:cubicBezTo>
                  <a:pt x="4761081" y="3127429"/>
                  <a:pt x="4751312" y="3117660"/>
                  <a:pt x="4751312" y="3105609"/>
                </a:cubicBezTo>
                <a:cubicBezTo>
                  <a:pt x="4751312" y="3093558"/>
                  <a:pt x="4761081" y="3083789"/>
                  <a:pt x="4773132" y="3083789"/>
                </a:cubicBezTo>
                <a:close/>
                <a:moveTo>
                  <a:pt x="4695111" y="3083789"/>
                </a:moveTo>
                <a:cubicBezTo>
                  <a:pt x="4707162" y="3083789"/>
                  <a:pt x="4716931" y="3093558"/>
                  <a:pt x="4716931" y="3105609"/>
                </a:cubicBezTo>
                <a:cubicBezTo>
                  <a:pt x="4716931" y="3117660"/>
                  <a:pt x="4707162" y="3127429"/>
                  <a:pt x="4695111" y="3127429"/>
                </a:cubicBezTo>
                <a:cubicBezTo>
                  <a:pt x="4683060" y="3127429"/>
                  <a:pt x="4673291" y="3117660"/>
                  <a:pt x="4673291" y="3105609"/>
                </a:cubicBezTo>
                <a:cubicBezTo>
                  <a:pt x="4673291" y="3093558"/>
                  <a:pt x="4683060" y="3083789"/>
                  <a:pt x="4695111" y="3083789"/>
                </a:cubicBezTo>
                <a:close/>
                <a:moveTo>
                  <a:pt x="4617091" y="3083789"/>
                </a:moveTo>
                <a:cubicBezTo>
                  <a:pt x="4629142" y="3083789"/>
                  <a:pt x="4638911" y="3093558"/>
                  <a:pt x="4638911" y="3105609"/>
                </a:cubicBezTo>
                <a:cubicBezTo>
                  <a:pt x="4638911" y="3117660"/>
                  <a:pt x="4629142" y="3127429"/>
                  <a:pt x="4617091" y="3127429"/>
                </a:cubicBezTo>
                <a:cubicBezTo>
                  <a:pt x="4605040" y="3127429"/>
                  <a:pt x="4595271" y="3117660"/>
                  <a:pt x="4595271" y="3105609"/>
                </a:cubicBezTo>
                <a:cubicBezTo>
                  <a:pt x="4595271" y="3093558"/>
                  <a:pt x="4605040" y="3083789"/>
                  <a:pt x="4617091" y="3083789"/>
                </a:cubicBezTo>
                <a:close/>
                <a:moveTo>
                  <a:pt x="4226989" y="3083789"/>
                </a:moveTo>
                <a:cubicBezTo>
                  <a:pt x="4239040" y="3083789"/>
                  <a:pt x="4248809" y="3093558"/>
                  <a:pt x="4248809" y="3105609"/>
                </a:cubicBezTo>
                <a:cubicBezTo>
                  <a:pt x="4248809" y="3117660"/>
                  <a:pt x="4239040" y="3127429"/>
                  <a:pt x="4226989" y="3127429"/>
                </a:cubicBezTo>
                <a:cubicBezTo>
                  <a:pt x="4214938" y="3127429"/>
                  <a:pt x="4205169" y="3117660"/>
                  <a:pt x="4205169" y="3105609"/>
                </a:cubicBezTo>
                <a:cubicBezTo>
                  <a:pt x="4205169" y="3093558"/>
                  <a:pt x="4214938" y="3083789"/>
                  <a:pt x="4226989" y="3083789"/>
                </a:cubicBezTo>
                <a:close/>
                <a:moveTo>
                  <a:pt x="2981306" y="3083789"/>
                </a:moveTo>
                <a:cubicBezTo>
                  <a:pt x="2993357" y="3083789"/>
                  <a:pt x="3003126" y="3093558"/>
                  <a:pt x="3003126" y="3105609"/>
                </a:cubicBezTo>
                <a:cubicBezTo>
                  <a:pt x="3003126" y="3117660"/>
                  <a:pt x="2993357" y="3127429"/>
                  <a:pt x="2981306" y="3127429"/>
                </a:cubicBezTo>
                <a:cubicBezTo>
                  <a:pt x="2969255" y="3127429"/>
                  <a:pt x="2959486" y="3117660"/>
                  <a:pt x="2959486" y="3105609"/>
                </a:cubicBezTo>
                <a:cubicBezTo>
                  <a:pt x="2959486" y="3093558"/>
                  <a:pt x="2969255" y="3083789"/>
                  <a:pt x="2981306" y="3083789"/>
                </a:cubicBezTo>
                <a:close/>
                <a:moveTo>
                  <a:pt x="2903286" y="3083789"/>
                </a:moveTo>
                <a:cubicBezTo>
                  <a:pt x="2915337" y="3083789"/>
                  <a:pt x="2925106" y="3093558"/>
                  <a:pt x="2925106" y="3105609"/>
                </a:cubicBezTo>
                <a:cubicBezTo>
                  <a:pt x="2925106" y="3117660"/>
                  <a:pt x="2915337" y="3127429"/>
                  <a:pt x="2903286" y="3127429"/>
                </a:cubicBezTo>
                <a:cubicBezTo>
                  <a:pt x="2891235" y="3127429"/>
                  <a:pt x="2881466" y="3117660"/>
                  <a:pt x="2881466" y="3105609"/>
                </a:cubicBezTo>
                <a:cubicBezTo>
                  <a:pt x="2881466" y="3093558"/>
                  <a:pt x="2891235" y="3083789"/>
                  <a:pt x="2903286" y="3083789"/>
                </a:cubicBezTo>
                <a:close/>
                <a:moveTo>
                  <a:pt x="2826588" y="3083789"/>
                </a:moveTo>
                <a:cubicBezTo>
                  <a:pt x="2838639" y="3083789"/>
                  <a:pt x="2848408" y="3093558"/>
                  <a:pt x="2848408" y="3105609"/>
                </a:cubicBezTo>
                <a:cubicBezTo>
                  <a:pt x="2848408" y="3117660"/>
                  <a:pt x="2838639" y="3127429"/>
                  <a:pt x="2826588" y="3127429"/>
                </a:cubicBezTo>
                <a:cubicBezTo>
                  <a:pt x="2814537" y="3127429"/>
                  <a:pt x="2804768" y="3117660"/>
                  <a:pt x="2804768" y="3105609"/>
                </a:cubicBezTo>
                <a:cubicBezTo>
                  <a:pt x="2804768" y="3093558"/>
                  <a:pt x="2814537" y="3083789"/>
                  <a:pt x="2826588" y="3083789"/>
                </a:cubicBezTo>
                <a:close/>
                <a:moveTo>
                  <a:pt x="2748567" y="3083789"/>
                </a:moveTo>
                <a:cubicBezTo>
                  <a:pt x="2760618" y="3083789"/>
                  <a:pt x="2770387" y="3093558"/>
                  <a:pt x="2770387" y="3105609"/>
                </a:cubicBezTo>
                <a:cubicBezTo>
                  <a:pt x="2770387" y="3117660"/>
                  <a:pt x="2760618" y="3127429"/>
                  <a:pt x="2748567" y="3127429"/>
                </a:cubicBezTo>
                <a:cubicBezTo>
                  <a:pt x="2736516" y="3127429"/>
                  <a:pt x="2726747" y="3117660"/>
                  <a:pt x="2726747" y="3105609"/>
                </a:cubicBezTo>
                <a:cubicBezTo>
                  <a:pt x="2726747" y="3093558"/>
                  <a:pt x="2736516" y="3083789"/>
                  <a:pt x="2748567" y="3083789"/>
                </a:cubicBezTo>
                <a:close/>
                <a:moveTo>
                  <a:pt x="2670547" y="3083789"/>
                </a:moveTo>
                <a:cubicBezTo>
                  <a:pt x="2682598" y="3083789"/>
                  <a:pt x="2692367" y="3093558"/>
                  <a:pt x="2692367" y="3105609"/>
                </a:cubicBezTo>
                <a:cubicBezTo>
                  <a:pt x="2692367" y="3117660"/>
                  <a:pt x="2682598" y="3127429"/>
                  <a:pt x="2670547" y="3127429"/>
                </a:cubicBezTo>
                <a:cubicBezTo>
                  <a:pt x="2658496" y="3127429"/>
                  <a:pt x="2648727" y="3117660"/>
                  <a:pt x="2648727" y="3105609"/>
                </a:cubicBezTo>
                <a:cubicBezTo>
                  <a:pt x="2648727" y="3093558"/>
                  <a:pt x="2658496" y="3083789"/>
                  <a:pt x="2670547" y="3083789"/>
                </a:cubicBezTo>
                <a:close/>
                <a:moveTo>
                  <a:pt x="2592527" y="3083789"/>
                </a:moveTo>
                <a:cubicBezTo>
                  <a:pt x="2604578" y="3083789"/>
                  <a:pt x="2614347" y="3093558"/>
                  <a:pt x="2614347" y="3105609"/>
                </a:cubicBezTo>
                <a:cubicBezTo>
                  <a:pt x="2614347" y="3117660"/>
                  <a:pt x="2604578" y="3127429"/>
                  <a:pt x="2592527" y="3127429"/>
                </a:cubicBezTo>
                <a:cubicBezTo>
                  <a:pt x="2580476" y="3127429"/>
                  <a:pt x="2570707" y="3117660"/>
                  <a:pt x="2570707" y="3105609"/>
                </a:cubicBezTo>
                <a:cubicBezTo>
                  <a:pt x="2570707" y="3093558"/>
                  <a:pt x="2580476" y="3083789"/>
                  <a:pt x="2592527" y="3083789"/>
                </a:cubicBezTo>
                <a:close/>
                <a:moveTo>
                  <a:pt x="2513845" y="3083789"/>
                </a:moveTo>
                <a:cubicBezTo>
                  <a:pt x="2526261" y="3083789"/>
                  <a:pt x="2536326" y="3093558"/>
                  <a:pt x="2536326" y="3105609"/>
                </a:cubicBezTo>
                <a:cubicBezTo>
                  <a:pt x="2536326" y="3117660"/>
                  <a:pt x="2526261" y="3127429"/>
                  <a:pt x="2513845" y="3127429"/>
                </a:cubicBezTo>
                <a:cubicBezTo>
                  <a:pt x="2501429" y="3127429"/>
                  <a:pt x="2491364" y="3117660"/>
                  <a:pt x="2491364" y="3105609"/>
                </a:cubicBezTo>
                <a:cubicBezTo>
                  <a:pt x="2491364" y="3093558"/>
                  <a:pt x="2501429" y="3083789"/>
                  <a:pt x="2513845" y="3083789"/>
                </a:cubicBezTo>
                <a:close/>
                <a:moveTo>
                  <a:pt x="2436486" y="3083789"/>
                </a:moveTo>
                <a:cubicBezTo>
                  <a:pt x="2448537" y="3083789"/>
                  <a:pt x="2458306" y="3093558"/>
                  <a:pt x="2458306" y="3105609"/>
                </a:cubicBezTo>
                <a:cubicBezTo>
                  <a:pt x="2458306" y="3117660"/>
                  <a:pt x="2448537" y="3127429"/>
                  <a:pt x="2436486" y="3127429"/>
                </a:cubicBezTo>
                <a:cubicBezTo>
                  <a:pt x="2424435" y="3127429"/>
                  <a:pt x="2414666" y="3117660"/>
                  <a:pt x="2414666" y="3105609"/>
                </a:cubicBezTo>
                <a:cubicBezTo>
                  <a:pt x="2414666" y="3093558"/>
                  <a:pt x="2424435" y="3083789"/>
                  <a:pt x="2436486" y="3083789"/>
                </a:cubicBezTo>
                <a:close/>
                <a:moveTo>
                  <a:pt x="2358465" y="3083789"/>
                </a:moveTo>
                <a:cubicBezTo>
                  <a:pt x="2370516" y="3083789"/>
                  <a:pt x="2380285" y="3093558"/>
                  <a:pt x="2380285" y="3105609"/>
                </a:cubicBezTo>
                <a:cubicBezTo>
                  <a:pt x="2380285" y="3117660"/>
                  <a:pt x="2370516" y="3127429"/>
                  <a:pt x="2358465" y="3127429"/>
                </a:cubicBezTo>
                <a:cubicBezTo>
                  <a:pt x="2346414" y="3127429"/>
                  <a:pt x="2336645" y="3117660"/>
                  <a:pt x="2336645" y="3105609"/>
                </a:cubicBezTo>
                <a:cubicBezTo>
                  <a:pt x="2336645" y="3093558"/>
                  <a:pt x="2346414" y="3083789"/>
                  <a:pt x="2358465" y="3083789"/>
                </a:cubicBezTo>
                <a:close/>
                <a:moveTo>
                  <a:pt x="7421198" y="3083788"/>
                </a:moveTo>
                <a:cubicBezTo>
                  <a:pt x="7433614" y="3083788"/>
                  <a:pt x="7443679" y="3093557"/>
                  <a:pt x="7443679" y="3105608"/>
                </a:cubicBezTo>
                <a:cubicBezTo>
                  <a:pt x="7443679" y="3117659"/>
                  <a:pt x="7433614" y="3127428"/>
                  <a:pt x="7421198" y="3127428"/>
                </a:cubicBezTo>
                <a:cubicBezTo>
                  <a:pt x="7408782" y="3127428"/>
                  <a:pt x="7398717" y="3117659"/>
                  <a:pt x="7398717" y="3105608"/>
                </a:cubicBezTo>
                <a:cubicBezTo>
                  <a:pt x="7398717" y="3093557"/>
                  <a:pt x="7408782" y="3083788"/>
                  <a:pt x="7421198" y="3083788"/>
                </a:cubicBezTo>
                <a:close/>
                <a:moveTo>
                  <a:pt x="7343838" y="3083788"/>
                </a:moveTo>
                <a:cubicBezTo>
                  <a:pt x="7355889" y="3083788"/>
                  <a:pt x="7365658" y="3093557"/>
                  <a:pt x="7365658" y="3105608"/>
                </a:cubicBezTo>
                <a:cubicBezTo>
                  <a:pt x="7365658" y="3117659"/>
                  <a:pt x="7355889" y="3127428"/>
                  <a:pt x="7343838" y="3127428"/>
                </a:cubicBezTo>
                <a:cubicBezTo>
                  <a:pt x="7331787" y="3127428"/>
                  <a:pt x="7322018" y="3117659"/>
                  <a:pt x="7322018" y="3105608"/>
                </a:cubicBezTo>
                <a:cubicBezTo>
                  <a:pt x="7322018" y="3093557"/>
                  <a:pt x="7331787" y="3083788"/>
                  <a:pt x="7343838" y="3083788"/>
                </a:cubicBezTo>
                <a:close/>
                <a:moveTo>
                  <a:pt x="7109116" y="3083788"/>
                </a:moveTo>
                <a:cubicBezTo>
                  <a:pt x="7121532" y="3083788"/>
                  <a:pt x="7131597" y="3093557"/>
                  <a:pt x="7131597" y="3105608"/>
                </a:cubicBezTo>
                <a:cubicBezTo>
                  <a:pt x="7131597" y="3117659"/>
                  <a:pt x="7121532" y="3127428"/>
                  <a:pt x="7109116" y="3127428"/>
                </a:cubicBezTo>
                <a:cubicBezTo>
                  <a:pt x="7096700" y="3127428"/>
                  <a:pt x="7086635" y="3117659"/>
                  <a:pt x="7086635" y="3105608"/>
                </a:cubicBezTo>
                <a:cubicBezTo>
                  <a:pt x="7086635" y="3093557"/>
                  <a:pt x="7096700" y="3083788"/>
                  <a:pt x="7109116" y="3083788"/>
                </a:cubicBezTo>
                <a:close/>
                <a:moveTo>
                  <a:pt x="7031757" y="3083788"/>
                </a:moveTo>
                <a:cubicBezTo>
                  <a:pt x="7043808" y="3083788"/>
                  <a:pt x="7053577" y="3093557"/>
                  <a:pt x="7053577" y="3105608"/>
                </a:cubicBezTo>
                <a:cubicBezTo>
                  <a:pt x="7053577" y="3117659"/>
                  <a:pt x="7043808" y="3127428"/>
                  <a:pt x="7031757" y="3127428"/>
                </a:cubicBezTo>
                <a:cubicBezTo>
                  <a:pt x="7019706" y="3127428"/>
                  <a:pt x="7009937" y="3117659"/>
                  <a:pt x="7009937" y="3105608"/>
                </a:cubicBezTo>
                <a:cubicBezTo>
                  <a:pt x="7009937" y="3093557"/>
                  <a:pt x="7019706" y="3083788"/>
                  <a:pt x="7031757" y="3083788"/>
                </a:cubicBezTo>
                <a:close/>
                <a:moveTo>
                  <a:pt x="5239931" y="3083788"/>
                </a:moveTo>
                <a:cubicBezTo>
                  <a:pt x="5251982" y="3083788"/>
                  <a:pt x="5261751" y="3093557"/>
                  <a:pt x="5261751" y="3105608"/>
                </a:cubicBezTo>
                <a:cubicBezTo>
                  <a:pt x="5261751" y="3117659"/>
                  <a:pt x="5251982" y="3127428"/>
                  <a:pt x="5239931" y="3127428"/>
                </a:cubicBezTo>
                <a:cubicBezTo>
                  <a:pt x="5227880" y="3127428"/>
                  <a:pt x="5218111" y="3117659"/>
                  <a:pt x="5218111" y="3105608"/>
                </a:cubicBezTo>
                <a:cubicBezTo>
                  <a:pt x="5218111" y="3093557"/>
                  <a:pt x="5227880" y="3083788"/>
                  <a:pt x="5239931" y="3083788"/>
                </a:cubicBezTo>
                <a:close/>
                <a:moveTo>
                  <a:pt x="5162572" y="3083788"/>
                </a:moveTo>
                <a:cubicBezTo>
                  <a:pt x="5174988" y="3083788"/>
                  <a:pt x="5185053" y="3093557"/>
                  <a:pt x="5185053" y="3105608"/>
                </a:cubicBezTo>
                <a:cubicBezTo>
                  <a:pt x="5185053" y="3117659"/>
                  <a:pt x="5174988" y="3127428"/>
                  <a:pt x="5162572" y="3127428"/>
                </a:cubicBezTo>
                <a:cubicBezTo>
                  <a:pt x="5150156" y="3127428"/>
                  <a:pt x="5140091" y="3117659"/>
                  <a:pt x="5140091" y="3105608"/>
                </a:cubicBezTo>
                <a:cubicBezTo>
                  <a:pt x="5140091" y="3093557"/>
                  <a:pt x="5150156" y="3083788"/>
                  <a:pt x="5162572" y="3083788"/>
                </a:cubicBezTo>
                <a:close/>
                <a:moveTo>
                  <a:pt x="5085212" y="3083788"/>
                </a:moveTo>
                <a:cubicBezTo>
                  <a:pt x="5097263" y="3083788"/>
                  <a:pt x="5107032" y="3093557"/>
                  <a:pt x="5107032" y="3105608"/>
                </a:cubicBezTo>
                <a:cubicBezTo>
                  <a:pt x="5107032" y="3117659"/>
                  <a:pt x="5097263" y="3127428"/>
                  <a:pt x="5085212" y="3127428"/>
                </a:cubicBezTo>
                <a:cubicBezTo>
                  <a:pt x="5073161" y="3127428"/>
                  <a:pt x="5063392" y="3117659"/>
                  <a:pt x="5063392" y="3105608"/>
                </a:cubicBezTo>
                <a:cubicBezTo>
                  <a:pt x="5063392" y="3093557"/>
                  <a:pt x="5073161" y="3083788"/>
                  <a:pt x="5085212" y="3083788"/>
                </a:cubicBezTo>
                <a:close/>
                <a:moveTo>
                  <a:pt x="5007193" y="3083788"/>
                </a:moveTo>
                <a:cubicBezTo>
                  <a:pt x="5019244" y="3083788"/>
                  <a:pt x="5029013" y="3093557"/>
                  <a:pt x="5029013" y="3105608"/>
                </a:cubicBezTo>
                <a:cubicBezTo>
                  <a:pt x="5029013" y="3117659"/>
                  <a:pt x="5019244" y="3127428"/>
                  <a:pt x="5007193" y="3127428"/>
                </a:cubicBezTo>
                <a:cubicBezTo>
                  <a:pt x="4995142" y="3127428"/>
                  <a:pt x="4985373" y="3117659"/>
                  <a:pt x="4985373" y="3105608"/>
                </a:cubicBezTo>
                <a:cubicBezTo>
                  <a:pt x="4985373" y="3093557"/>
                  <a:pt x="4995142" y="3083788"/>
                  <a:pt x="5007193" y="3083788"/>
                </a:cubicBezTo>
                <a:close/>
                <a:moveTo>
                  <a:pt x="4928511" y="3083788"/>
                </a:moveTo>
                <a:cubicBezTo>
                  <a:pt x="4940927" y="3083788"/>
                  <a:pt x="4950992" y="3093557"/>
                  <a:pt x="4950992" y="3105608"/>
                </a:cubicBezTo>
                <a:cubicBezTo>
                  <a:pt x="4950992" y="3117659"/>
                  <a:pt x="4940927" y="3127428"/>
                  <a:pt x="4928511" y="3127428"/>
                </a:cubicBezTo>
                <a:cubicBezTo>
                  <a:pt x="4916095" y="3127428"/>
                  <a:pt x="4906030" y="3117659"/>
                  <a:pt x="4906030" y="3105608"/>
                </a:cubicBezTo>
                <a:cubicBezTo>
                  <a:pt x="4906030" y="3093557"/>
                  <a:pt x="4916095" y="3083788"/>
                  <a:pt x="4928511" y="3083788"/>
                </a:cubicBezTo>
                <a:close/>
                <a:moveTo>
                  <a:pt x="4149629" y="3083788"/>
                </a:moveTo>
                <a:cubicBezTo>
                  <a:pt x="4162045" y="3083788"/>
                  <a:pt x="4172110" y="3093557"/>
                  <a:pt x="4172110" y="3105608"/>
                </a:cubicBezTo>
                <a:cubicBezTo>
                  <a:pt x="4172110" y="3117659"/>
                  <a:pt x="4162045" y="3127428"/>
                  <a:pt x="4149629" y="3127428"/>
                </a:cubicBezTo>
                <a:cubicBezTo>
                  <a:pt x="4137213" y="3127428"/>
                  <a:pt x="4127148" y="3117659"/>
                  <a:pt x="4127148" y="3105608"/>
                </a:cubicBezTo>
                <a:cubicBezTo>
                  <a:pt x="4127148" y="3093557"/>
                  <a:pt x="4137213" y="3083788"/>
                  <a:pt x="4149629" y="3083788"/>
                </a:cubicBezTo>
                <a:close/>
                <a:moveTo>
                  <a:pt x="3059327" y="3083788"/>
                </a:moveTo>
                <a:cubicBezTo>
                  <a:pt x="3071378" y="3083788"/>
                  <a:pt x="3081147" y="3093557"/>
                  <a:pt x="3081147" y="3105608"/>
                </a:cubicBezTo>
                <a:cubicBezTo>
                  <a:pt x="3081147" y="3117659"/>
                  <a:pt x="3071378" y="3127428"/>
                  <a:pt x="3059327" y="3127428"/>
                </a:cubicBezTo>
                <a:cubicBezTo>
                  <a:pt x="3047276" y="3127428"/>
                  <a:pt x="3037507" y="3117659"/>
                  <a:pt x="3037507" y="3105608"/>
                </a:cubicBezTo>
                <a:cubicBezTo>
                  <a:pt x="3037507" y="3093557"/>
                  <a:pt x="3047276" y="3083788"/>
                  <a:pt x="3059327" y="3083788"/>
                </a:cubicBezTo>
                <a:close/>
                <a:moveTo>
                  <a:pt x="7654597" y="3005768"/>
                </a:moveTo>
                <a:cubicBezTo>
                  <a:pt x="7666648" y="3005768"/>
                  <a:pt x="7676417" y="3015833"/>
                  <a:pt x="7676417" y="3028249"/>
                </a:cubicBezTo>
                <a:cubicBezTo>
                  <a:pt x="7676417" y="3040665"/>
                  <a:pt x="7666648" y="3050730"/>
                  <a:pt x="7654597" y="3050730"/>
                </a:cubicBezTo>
                <a:cubicBezTo>
                  <a:pt x="7642546" y="3050730"/>
                  <a:pt x="7632777" y="3040665"/>
                  <a:pt x="7632777" y="3028249"/>
                </a:cubicBezTo>
                <a:cubicBezTo>
                  <a:pt x="7632777" y="3015833"/>
                  <a:pt x="7642546" y="3005768"/>
                  <a:pt x="7654597" y="3005768"/>
                </a:cubicBezTo>
                <a:close/>
                <a:moveTo>
                  <a:pt x="7576577" y="3005768"/>
                </a:moveTo>
                <a:cubicBezTo>
                  <a:pt x="7588628" y="3005768"/>
                  <a:pt x="7598397" y="3015833"/>
                  <a:pt x="7598397" y="3028249"/>
                </a:cubicBezTo>
                <a:cubicBezTo>
                  <a:pt x="7598397" y="3040665"/>
                  <a:pt x="7588628" y="3050730"/>
                  <a:pt x="7576577" y="3050730"/>
                </a:cubicBezTo>
                <a:cubicBezTo>
                  <a:pt x="7564526" y="3050730"/>
                  <a:pt x="7554757" y="3040665"/>
                  <a:pt x="7554757" y="3028249"/>
                </a:cubicBezTo>
                <a:cubicBezTo>
                  <a:pt x="7554757" y="3015833"/>
                  <a:pt x="7564526" y="3005768"/>
                  <a:pt x="7576577" y="3005768"/>
                </a:cubicBezTo>
                <a:close/>
                <a:moveTo>
                  <a:pt x="7421198" y="3005768"/>
                </a:moveTo>
                <a:cubicBezTo>
                  <a:pt x="7433614" y="3005768"/>
                  <a:pt x="7443679" y="3015833"/>
                  <a:pt x="7443679" y="3028249"/>
                </a:cubicBezTo>
                <a:cubicBezTo>
                  <a:pt x="7443679" y="3040665"/>
                  <a:pt x="7433614" y="3050730"/>
                  <a:pt x="7421198" y="3050730"/>
                </a:cubicBezTo>
                <a:cubicBezTo>
                  <a:pt x="7408782" y="3050730"/>
                  <a:pt x="7398717" y="3040665"/>
                  <a:pt x="7398717" y="3028249"/>
                </a:cubicBezTo>
                <a:cubicBezTo>
                  <a:pt x="7398717" y="3015833"/>
                  <a:pt x="7408782" y="3005768"/>
                  <a:pt x="7421198" y="3005768"/>
                </a:cubicBezTo>
                <a:close/>
                <a:moveTo>
                  <a:pt x="7031757" y="3005768"/>
                </a:moveTo>
                <a:cubicBezTo>
                  <a:pt x="7043808" y="3005768"/>
                  <a:pt x="7053577" y="3015833"/>
                  <a:pt x="7053577" y="3028249"/>
                </a:cubicBezTo>
                <a:cubicBezTo>
                  <a:pt x="7053577" y="3040665"/>
                  <a:pt x="7043808" y="3050730"/>
                  <a:pt x="7031757" y="3050730"/>
                </a:cubicBezTo>
                <a:cubicBezTo>
                  <a:pt x="7019706" y="3050730"/>
                  <a:pt x="7009937" y="3040665"/>
                  <a:pt x="7009937" y="3028249"/>
                </a:cubicBezTo>
                <a:cubicBezTo>
                  <a:pt x="7009937" y="3015833"/>
                  <a:pt x="7019706" y="3005768"/>
                  <a:pt x="7031757" y="3005768"/>
                </a:cubicBezTo>
                <a:close/>
                <a:moveTo>
                  <a:pt x="6953736" y="3005768"/>
                </a:moveTo>
                <a:cubicBezTo>
                  <a:pt x="6965787" y="3005768"/>
                  <a:pt x="6975556" y="3015833"/>
                  <a:pt x="6975556" y="3028249"/>
                </a:cubicBezTo>
                <a:cubicBezTo>
                  <a:pt x="6975556" y="3040665"/>
                  <a:pt x="6965787" y="3050730"/>
                  <a:pt x="6953736" y="3050730"/>
                </a:cubicBezTo>
                <a:cubicBezTo>
                  <a:pt x="6941685" y="3050730"/>
                  <a:pt x="6931916" y="3040665"/>
                  <a:pt x="6931916" y="3028249"/>
                </a:cubicBezTo>
                <a:cubicBezTo>
                  <a:pt x="6931916" y="3015833"/>
                  <a:pt x="6941685" y="3005768"/>
                  <a:pt x="6953736" y="3005768"/>
                </a:cubicBezTo>
                <a:close/>
                <a:moveTo>
                  <a:pt x="6485613" y="3005768"/>
                </a:moveTo>
                <a:cubicBezTo>
                  <a:pt x="6497664" y="3005768"/>
                  <a:pt x="6507433" y="3015833"/>
                  <a:pt x="6507433" y="3028249"/>
                </a:cubicBezTo>
                <a:cubicBezTo>
                  <a:pt x="6507433" y="3040665"/>
                  <a:pt x="6497664" y="3050730"/>
                  <a:pt x="6485613" y="3050730"/>
                </a:cubicBezTo>
                <a:cubicBezTo>
                  <a:pt x="6473562" y="3050730"/>
                  <a:pt x="6463793" y="3040665"/>
                  <a:pt x="6463793" y="3028249"/>
                </a:cubicBezTo>
                <a:cubicBezTo>
                  <a:pt x="6463793" y="3015833"/>
                  <a:pt x="6473562" y="3005768"/>
                  <a:pt x="6485613" y="3005768"/>
                </a:cubicBezTo>
                <a:close/>
                <a:moveTo>
                  <a:pt x="5708054" y="3005768"/>
                </a:moveTo>
                <a:cubicBezTo>
                  <a:pt x="5720105" y="3005768"/>
                  <a:pt x="5729874" y="3015833"/>
                  <a:pt x="5729874" y="3028249"/>
                </a:cubicBezTo>
                <a:cubicBezTo>
                  <a:pt x="5729874" y="3040665"/>
                  <a:pt x="5720105" y="3050730"/>
                  <a:pt x="5708054" y="3050730"/>
                </a:cubicBezTo>
                <a:cubicBezTo>
                  <a:pt x="5696003" y="3050730"/>
                  <a:pt x="5686234" y="3040665"/>
                  <a:pt x="5686234" y="3028249"/>
                </a:cubicBezTo>
                <a:cubicBezTo>
                  <a:pt x="5686234" y="3015833"/>
                  <a:pt x="5696003" y="3005768"/>
                  <a:pt x="5708054" y="3005768"/>
                </a:cubicBezTo>
                <a:close/>
                <a:moveTo>
                  <a:pt x="5630034" y="3005768"/>
                </a:moveTo>
                <a:cubicBezTo>
                  <a:pt x="5642085" y="3005768"/>
                  <a:pt x="5651854" y="3015833"/>
                  <a:pt x="5651854" y="3028249"/>
                </a:cubicBezTo>
                <a:cubicBezTo>
                  <a:pt x="5651854" y="3040665"/>
                  <a:pt x="5642085" y="3050730"/>
                  <a:pt x="5630034" y="3050730"/>
                </a:cubicBezTo>
                <a:cubicBezTo>
                  <a:pt x="5617983" y="3050730"/>
                  <a:pt x="5608214" y="3040665"/>
                  <a:pt x="5608214" y="3028249"/>
                </a:cubicBezTo>
                <a:cubicBezTo>
                  <a:pt x="5608214" y="3015833"/>
                  <a:pt x="5617983" y="3005768"/>
                  <a:pt x="5630034" y="3005768"/>
                </a:cubicBezTo>
                <a:close/>
                <a:moveTo>
                  <a:pt x="5552013" y="3005768"/>
                </a:moveTo>
                <a:cubicBezTo>
                  <a:pt x="5564064" y="3005768"/>
                  <a:pt x="5573833" y="3015833"/>
                  <a:pt x="5573833" y="3028249"/>
                </a:cubicBezTo>
                <a:cubicBezTo>
                  <a:pt x="5573833" y="3040665"/>
                  <a:pt x="5564064" y="3050730"/>
                  <a:pt x="5552013" y="3050730"/>
                </a:cubicBezTo>
                <a:cubicBezTo>
                  <a:pt x="5539962" y="3050730"/>
                  <a:pt x="5530193" y="3040665"/>
                  <a:pt x="5530193" y="3028249"/>
                </a:cubicBezTo>
                <a:cubicBezTo>
                  <a:pt x="5530193" y="3015833"/>
                  <a:pt x="5539962" y="3005768"/>
                  <a:pt x="5552013" y="3005768"/>
                </a:cubicBezTo>
                <a:close/>
                <a:moveTo>
                  <a:pt x="5473331" y="3005768"/>
                </a:moveTo>
                <a:cubicBezTo>
                  <a:pt x="5485747" y="3005768"/>
                  <a:pt x="5495812" y="3015833"/>
                  <a:pt x="5495812" y="3028249"/>
                </a:cubicBezTo>
                <a:cubicBezTo>
                  <a:pt x="5495812" y="3040665"/>
                  <a:pt x="5485747" y="3050730"/>
                  <a:pt x="5473331" y="3050730"/>
                </a:cubicBezTo>
                <a:cubicBezTo>
                  <a:pt x="5460915" y="3050730"/>
                  <a:pt x="5450850" y="3040665"/>
                  <a:pt x="5450850" y="3028249"/>
                </a:cubicBezTo>
                <a:cubicBezTo>
                  <a:pt x="5450850" y="3015833"/>
                  <a:pt x="5460915" y="3005768"/>
                  <a:pt x="5473331" y="3005768"/>
                </a:cubicBezTo>
                <a:close/>
                <a:moveTo>
                  <a:pt x="5395972" y="3005768"/>
                </a:moveTo>
                <a:cubicBezTo>
                  <a:pt x="5408023" y="3005768"/>
                  <a:pt x="5417792" y="3015833"/>
                  <a:pt x="5417792" y="3028249"/>
                </a:cubicBezTo>
                <a:cubicBezTo>
                  <a:pt x="5417792" y="3040665"/>
                  <a:pt x="5408023" y="3050730"/>
                  <a:pt x="5395972" y="3050730"/>
                </a:cubicBezTo>
                <a:cubicBezTo>
                  <a:pt x="5383921" y="3050730"/>
                  <a:pt x="5374152" y="3040665"/>
                  <a:pt x="5374152" y="3028249"/>
                </a:cubicBezTo>
                <a:cubicBezTo>
                  <a:pt x="5374152" y="3015833"/>
                  <a:pt x="5383921" y="3005768"/>
                  <a:pt x="5395972" y="3005768"/>
                </a:cubicBezTo>
                <a:close/>
                <a:moveTo>
                  <a:pt x="5317953" y="3005768"/>
                </a:moveTo>
                <a:cubicBezTo>
                  <a:pt x="5330004" y="3005768"/>
                  <a:pt x="5339773" y="3015833"/>
                  <a:pt x="5339773" y="3028249"/>
                </a:cubicBezTo>
                <a:cubicBezTo>
                  <a:pt x="5339773" y="3040665"/>
                  <a:pt x="5330004" y="3050730"/>
                  <a:pt x="5317953" y="3050730"/>
                </a:cubicBezTo>
                <a:cubicBezTo>
                  <a:pt x="5305902" y="3050730"/>
                  <a:pt x="5296133" y="3040665"/>
                  <a:pt x="5296133" y="3028249"/>
                </a:cubicBezTo>
                <a:cubicBezTo>
                  <a:pt x="5296133" y="3015833"/>
                  <a:pt x="5305902" y="3005768"/>
                  <a:pt x="5317953" y="3005768"/>
                </a:cubicBezTo>
                <a:close/>
                <a:moveTo>
                  <a:pt x="5239931" y="3005768"/>
                </a:moveTo>
                <a:cubicBezTo>
                  <a:pt x="5251982" y="3005768"/>
                  <a:pt x="5261751" y="3015833"/>
                  <a:pt x="5261751" y="3028249"/>
                </a:cubicBezTo>
                <a:cubicBezTo>
                  <a:pt x="5261751" y="3040665"/>
                  <a:pt x="5251982" y="3050730"/>
                  <a:pt x="5239931" y="3050730"/>
                </a:cubicBezTo>
                <a:cubicBezTo>
                  <a:pt x="5227880" y="3050730"/>
                  <a:pt x="5218111" y="3040665"/>
                  <a:pt x="5218111" y="3028249"/>
                </a:cubicBezTo>
                <a:cubicBezTo>
                  <a:pt x="5218111" y="3015833"/>
                  <a:pt x="5227880" y="3005768"/>
                  <a:pt x="5239931" y="3005768"/>
                </a:cubicBezTo>
                <a:close/>
                <a:moveTo>
                  <a:pt x="5162572" y="3005768"/>
                </a:moveTo>
                <a:cubicBezTo>
                  <a:pt x="5174988" y="3005768"/>
                  <a:pt x="5185053" y="3015833"/>
                  <a:pt x="5185053" y="3028249"/>
                </a:cubicBezTo>
                <a:cubicBezTo>
                  <a:pt x="5185053" y="3040665"/>
                  <a:pt x="5174988" y="3050730"/>
                  <a:pt x="5162572" y="3050730"/>
                </a:cubicBezTo>
                <a:cubicBezTo>
                  <a:pt x="5150156" y="3050730"/>
                  <a:pt x="5140091" y="3040665"/>
                  <a:pt x="5140091" y="3028249"/>
                </a:cubicBezTo>
                <a:cubicBezTo>
                  <a:pt x="5140091" y="3015833"/>
                  <a:pt x="5150156" y="3005768"/>
                  <a:pt x="5162572" y="3005768"/>
                </a:cubicBezTo>
                <a:close/>
                <a:moveTo>
                  <a:pt x="5085212" y="3005768"/>
                </a:moveTo>
                <a:cubicBezTo>
                  <a:pt x="5097263" y="3005768"/>
                  <a:pt x="5107032" y="3015833"/>
                  <a:pt x="5107032" y="3028249"/>
                </a:cubicBezTo>
                <a:cubicBezTo>
                  <a:pt x="5107032" y="3040665"/>
                  <a:pt x="5097263" y="3050730"/>
                  <a:pt x="5085212" y="3050730"/>
                </a:cubicBezTo>
                <a:cubicBezTo>
                  <a:pt x="5073161" y="3050730"/>
                  <a:pt x="5063392" y="3040665"/>
                  <a:pt x="5063392" y="3028249"/>
                </a:cubicBezTo>
                <a:cubicBezTo>
                  <a:pt x="5063392" y="3015833"/>
                  <a:pt x="5073161" y="3005768"/>
                  <a:pt x="5085212" y="3005768"/>
                </a:cubicBezTo>
                <a:close/>
                <a:moveTo>
                  <a:pt x="5007193" y="3005768"/>
                </a:moveTo>
                <a:cubicBezTo>
                  <a:pt x="5019244" y="3005768"/>
                  <a:pt x="5029013" y="3015833"/>
                  <a:pt x="5029013" y="3028249"/>
                </a:cubicBezTo>
                <a:cubicBezTo>
                  <a:pt x="5029013" y="3040665"/>
                  <a:pt x="5019244" y="3050730"/>
                  <a:pt x="5007193" y="3050730"/>
                </a:cubicBezTo>
                <a:cubicBezTo>
                  <a:pt x="4995142" y="3050730"/>
                  <a:pt x="4985373" y="3040665"/>
                  <a:pt x="4985373" y="3028249"/>
                </a:cubicBezTo>
                <a:cubicBezTo>
                  <a:pt x="4985373" y="3015833"/>
                  <a:pt x="4995142" y="3005768"/>
                  <a:pt x="5007193" y="3005768"/>
                </a:cubicBezTo>
                <a:close/>
                <a:moveTo>
                  <a:pt x="4928511" y="3005768"/>
                </a:moveTo>
                <a:cubicBezTo>
                  <a:pt x="4940927" y="3005768"/>
                  <a:pt x="4950992" y="3015833"/>
                  <a:pt x="4950992" y="3028249"/>
                </a:cubicBezTo>
                <a:cubicBezTo>
                  <a:pt x="4950992" y="3040665"/>
                  <a:pt x="4940927" y="3050730"/>
                  <a:pt x="4928511" y="3050730"/>
                </a:cubicBezTo>
                <a:cubicBezTo>
                  <a:pt x="4916095" y="3050730"/>
                  <a:pt x="4906030" y="3040665"/>
                  <a:pt x="4906030" y="3028249"/>
                </a:cubicBezTo>
                <a:cubicBezTo>
                  <a:pt x="4906030" y="3015833"/>
                  <a:pt x="4916095" y="3005768"/>
                  <a:pt x="4928511" y="3005768"/>
                </a:cubicBezTo>
                <a:close/>
                <a:moveTo>
                  <a:pt x="4850491" y="3005768"/>
                </a:moveTo>
                <a:cubicBezTo>
                  <a:pt x="4862907" y="3005768"/>
                  <a:pt x="4872972" y="3015833"/>
                  <a:pt x="4872972" y="3028249"/>
                </a:cubicBezTo>
                <a:cubicBezTo>
                  <a:pt x="4872972" y="3040665"/>
                  <a:pt x="4862907" y="3050730"/>
                  <a:pt x="4850491" y="3050730"/>
                </a:cubicBezTo>
                <a:cubicBezTo>
                  <a:pt x="4838075" y="3050730"/>
                  <a:pt x="4828010" y="3040665"/>
                  <a:pt x="4828010" y="3028249"/>
                </a:cubicBezTo>
                <a:cubicBezTo>
                  <a:pt x="4828010" y="3015833"/>
                  <a:pt x="4838075" y="3005768"/>
                  <a:pt x="4850491" y="3005768"/>
                </a:cubicBezTo>
                <a:close/>
                <a:moveTo>
                  <a:pt x="4773132" y="3005768"/>
                </a:moveTo>
                <a:cubicBezTo>
                  <a:pt x="4785183" y="3005768"/>
                  <a:pt x="4794952" y="3015833"/>
                  <a:pt x="4794952" y="3028249"/>
                </a:cubicBezTo>
                <a:cubicBezTo>
                  <a:pt x="4794952" y="3040665"/>
                  <a:pt x="4785183" y="3050730"/>
                  <a:pt x="4773132" y="3050730"/>
                </a:cubicBezTo>
                <a:cubicBezTo>
                  <a:pt x="4761081" y="3050730"/>
                  <a:pt x="4751312" y="3040665"/>
                  <a:pt x="4751312" y="3028249"/>
                </a:cubicBezTo>
                <a:cubicBezTo>
                  <a:pt x="4751312" y="3015833"/>
                  <a:pt x="4761081" y="3005768"/>
                  <a:pt x="4773132" y="3005768"/>
                </a:cubicBezTo>
                <a:close/>
                <a:moveTo>
                  <a:pt x="4695111" y="3005768"/>
                </a:moveTo>
                <a:cubicBezTo>
                  <a:pt x="4707162" y="3005768"/>
                  <a:pt x="4716931" y="3015833"/>
                  <a:pt x="4716931" y="3028249"/>
                </a:cubicBezTo>
                <a:cubicBezTo>
                  <a:pt x="4716931" y="3040665"/>
                  <a:pt x="4707162" y="3050730"/>
                  <a:pt x="4695111" y="3050730"/>
                </a:cubicBezTo>
                <a:cubicBezTo>
                  <a:pt x="4683060" y="3050730"/>
                  <a:pt x="4673291" y="3040665"/>
                  <a:pt x="4673291" y="3028249"/>
                </a:cubicBezTo>
                <a:cubicBezTo>
                  <a:pt x="4673291" y="3015833"/>
                  <a:pt x="4683060" y="3005768"/>
                  <a:pt x="4695111" y="3005768"/>
                </a:cubicBezTo>
                <a:close/>
                <a:moveTo>
                  <a:pt x="4617091" y="3005768"/>
                </a:moveTo>
                <a:cubicBezTo>
                  <a:pt x="4629142" y="3005768"/>
                  <a:pt x="4638911" y="3015833"/>
                  <a:pt x="4638911" y="3028249"/>
                </a:cubicBezTo>
                <a:cubicBezTo>
                  <a:pt x="4638911" y="3040665"/>
                  <a:pt x="4629142" y="3050730"/>
                  <a:pt x="4617091" y="3050730"/>
                </a:cubicBezTo>
                <a:cubicBezTo>
                  <a:pt x="4605040" y="3050730"/>
                  <a:pt x="4595271" y="3040665"/>
                  <a:pt x="4595271" y="3028249"/>
                </a:cubicBezTo>
                <a:cubicBezTo>
                  <a:pt x="4595271" y="3015833"/>
                  <a:pt x="4605040" y="3005768"/>
                  <a:pt x="4617091" y="3005768"/>
                </a:cubicBezTo>
                <a:close/>
                <a:moveTo>
                  <a:pt x="4539070" y="3005768"/>
                </a:moveTo>
                <a:cubicBezTo>
                  <a:pt x="4551121" y="3005768"/>
                  <a:pt x="4560890" y="3015833"/>
                  <a:pt x="4560890" y="3028249"/>
                </a:cubicBezTo>
                <a:cubicBezTo>
                  <a:pt x="4560890" y="3040665"/>
                  <a:pt x="4551121" y="3050730"/>
                  <a:pt x="4539070" y="3050730"/>
                </a:cubicBezTo>
                <a:cubicBezTo>
                  <a:pt x="4527019" y="3050730"/>
                  <a:pt x="4517250" y="3040665"/>
                  <a:pt x="4517250" y="3028249"/>
                </a:cubicBezTo>
                <a:cubicBezTo>
                  <a:pt x="4517250" y="3015833"/>
                  <a:pt x="4527019" y="3005768"/>
                  <a:pt x="4539070" y="3005768"/>
                </a:cubicBezTo>
                <a:close/>
                <a:moveTo>
                  <a:pt x="4461711" y="3005768"/>
                </a:moveTo>
                <a:cubicBezTo>
                  <a:pt x="4474127" y="3005768"/>
                  <a:pt x="4484192" y="3015833"/>
                  <a:pt x="4484192" y="3028249"/>
                </a:cubicBezTo>
                <a:cubicBezTo>
                  <a:pt x="4484192" y="3040665"/>
                  <a:pt x="4474127" y="3050730"/>
                  <a:pt x="4461711" y="3050730"/>
                </a:cubicBezTo>
                <a:cubicBezTo>
                  <a:pt x="4449295" y="3050730"/>
                  <a:pt x="4439230" y="3040665"/>
                  <a:pt x="4439230" y="3028249"/>
                </a:cubicBezTo>
                <a:cubicBezTo>
                  <a:pt x="4439230" y="3015833"/>
                  <a:pt x="4449295" y="3005768"/>
                  <a:pt x="4461711" y="3005768"/>
                </a:cubicBezTo>
                <a:close/>
                <a:moveTo>
                  <a:pt x="4384351" y="3005768"/>
                </a:moveTo>
                <a:cubicBezTo>
                  <a:pt x="4396402" y="3005768"/>
                  <a:pt x="4406171" y="3015833"/>
                  <a:pt x="4406171" y="3028249"/>
                </a:cubicBezTo>
                <a:cubicBezTo>
                  <a:pt x="4406171" y="3040665"/>
                  <a:pt x="4396402" y="3050730"/>
                  <a:pt x="4384351" y="3050730"/>
                </a:cubicBezTo>
                <a:cubicBezTo>
                  <a:pt x="4372300" y="3050730"/>
                  <a:pt x="4362531" y="3040665"/>
                  <a:pt x="4362531" y="3028249"/>
                </a:cubicBezTo>
                <a:cubicBezTo>
                  <a:pt x="4362531" y="3015833"/>
                  <a:pt x="4372300" y="3005768"/>
                  <a:pt x="4384351" y="3005768"/>
                </a:cubicBezTo>
                <a:close/>
                <a:moveTo>
                  <a:pt x="4305009" y="3005768"/>
                </a:moveTo>
                <a:cubicBezTo>
                  <a:pt x="4317060" y="3005768"/>
                  <a:pt x="4326829" y="3015833"/>
                  <a:pt x="4326829" y="3028249"/>
                </a:cubicBezTo>
                <a:cubicBezTo>
                  <a:pt x="4326829" y="3040665"/>
                  <a:pt x="4317060" y="3050730"/>
                  <a:pt x="4305009" y="3050730"/>
                </a:cubicBezTo>
                <a:cubicBezTo>
                  <a:pt x="4292958" y="3050730"/>
                  <a:pt x="4283189" y="3040665"/>
                  <a:pt x="4283189" y="3028249"/>
                </a:cubicBezTo>
                <a:cubicBezTo>
                  <a:pt x="4283189" y="3015833"/>
                  <a:pt x="4292958" y="3005768"/>
                  <a:pt x="4305009" y="3005768"/>
                </a:cubicBezTo>
                <a:close/>
                <a:moveTo>
                  <a:pt x="4226989" y="3005768"/>
                </a:moveTo>
                <a:cubicBezTo>
                  <a:pt x="4239040" y="3005768"/>
                  <a:pt x="4248809" y="3015833"/>
                  <a:pt x="4248809" y="3028249"/>
                </a:cubicBezTo>
                <a:cubicBezTo>
                  <a:pt x="4248809" y="3040665"/>
                  <a:pt x="4239040" y="3050730"/>
                  <a:pt x="4226989" y="3050730"/>
                </a:cubicBezTo>
                <a:cubicBezTo>
                  <a:pt x="4214938" y="3050730"/>
                  <a:pt x="4205169" y="3040665"/>
                  <a:pt x="4205169" y="3028249"/>
                </a:cubicBezTo>
                <a:cubicBezTo>
                  <a:pt x="4205169" y="3015833"/>
                  <a:pt x="4214938" y="3005768"/>
                  <a:pt x="4226989" y="3005768"/>
                </a:cubicBezTo>
                <a:close/>
                <a:moveTo>
                  <a:pt x="2826588" y="3005768"/>
                </a:moveTo>
                <a:cubicBezTo>
                  <a:pt x="2838639" y="3005768"/>
                  <a:pt x="2848408" y="3015833"/>
                  <a:pt x="2848408" y="3028249"/>
                </a:cubicBezTo>
                <a:cubicBezTo>
                  <a:pt x="2848408" y="3040665"/>
                  <a:pt x="2838639" y="3050730"/>
                  <a:pt x="2826588" y="3050730"/>
                </a:cubicBezTo>
                <a:cubicBezTo>
                  <a:pt x="2814537" y="3050730"/>
                  <a:pt x="2804768" y="3040665"/>
                  <a:pt x="2804768" y="3028249"/>
                </a:cubicBezTo>
                <a:cubicBezTo>
                  <a:pt x="2804768" y="3015833"/>
                  <a:pt x="2814537" y="3005768"/>
                  <a:pt x="2826588" y="3005768"/>
                </a:cubicBezTo>
                <a:close/>
                <a:moveTo>
                  <a:pt x="2748567" y="3005768"/>
                </a:moveTo>
                <a:cubicBezTo>
                  <a:pt x="2760618" y="3005768"/>
                  <a:pt x="2770387" y="3015833"/>
                  <a:pt x="2770387" y="3028249"/>
                </a:cubicBezTo>
                <a:cubicBezTo>
                  <a:pt x="2770387" y="3040665"/>
                  <a:pt x="2760618" y="3050730"/>
                  <a:pt x="2748567" y="3050730"/>
                </a:cubicBezTo>
                <a:cubicBezTo>
                  <a:pt x="2736516" y="3050730"/>
                  <a:pt x="2726747" y="3040665"/>
                  <a:pt x="2726747" y="3028249"/>
                </a:cubicBezTo>
                <a:cubicBezTo>
                  <a:pt x="2726747" y="3015833"/>
                  <a:pt x="2736516" y="3005768"/>
                  <a:pt x="2748567" y="3005768"/>
                </a:cubicBezTo>
                <a:close/>
                <a:moveTo>
                  <a:pt x="2670547" y="3005768"/>
                </a:moveTo>
                <a:cubicBezTo>
                  <a:pt x="2682598" y="3005768"/>
                  <a:pt x="2692367" y="3015833"/>
                  <a:pt x="2692367" y="3028249"/>
                </a:cubicBezTo>
                <a:cubicBezTo>
                  <a:pt x="2692367" y="3040665"/>
                  <a:pt x="2682598" y="3050730"/>
                  <a:pt x="2670547" y="3050730"/>
                </a:cubicBezTo>
                <a:cubicBezTo>
                  <a:pt x="2658496" y="3050730"/>
                  <a:pt x="2648727" y="3040665"/>
                  <a:pt x="2648727" y="3028249"/>
                </a:cubicBezTo>
                <a:cubicBezTo>
                  <a:pt x="2648727" y="3015833"/>
                  <a:pt x="2658496" y="3005768"/>
                  <a:pt x="2670547" y="3005768"/>
                </a:cubicBezTo>
                <a:close/>
                <a:moveTo>
                  <a:pt x="2592527" y="3005768"/>
                </a:moveTo>
                <a:cubicBezTo>
                  <a:pt x="2604578" y="3005768"/>
                  <a:pt x="2614347" y="3015833"/>
                  <a:pt x="2614347" y="3028249"/>
                </a:cubicBezTo>
                <a:cubicBezTo>
                  <a:pt x="2614347" y="3040665"/>
                  <a:pt x="2604578" y="3050730"/>
                  <a:pt x="2592527" y="3050730"/>
                </a:cubicBezTo>
                <a:cubicBezTo>
                  <a:pt x="2580476" y="3050730"/>
                  <a:pt x="2570707" y="3040665"/>
                  <a:pt x="2570707" y="3028249"/>
                </a:cubicBezTo>
                <a:cubicBezTo>
                  <a:pt x="2570707" y="3015833"/>
                  <a:pt x="2580476" y="3005768"/>
                  <a:pt x="2592527" y="3005768"/>
                </a:cubicBezTo>
                <a:close/>
                <a:moveTo>
                  <a:pt x="2513845" y="3005768"/>
                </a:moveTo>
                <a:cubicBezTo>
                  <a:pt x="2526261" y="3005768"/>
                  <a:pt x="2536326" y="3015833"/>
                  <a:pt x="2536326" y="3028249"/>
                </a:cubicBezTo>
                <a:cubicBezTo>
                  <a:pt x="2536326" y="3040665"/>
                  <a:pt x="2526261" y="3050730"/>
                  <a:pt x="2513845" y="3050730"/>
                </a:cubicBezTo>
                <a:cubicBezTo>
                  <a:pt x="2501429" y="3050730"/>
                  <a:pt x="2491364" y="3040665"/>
                  <a:pt x="2491364" y="3028249"/>
                </a:cubicBezTo>
                <a:cubicBezTo>
                  <a:pt x="2491364" y="3015833"/>
                  <a:pt x="2501429" y="3005768"/>
                  <a:pt x="2513845" y="3005768"/>
                </a:cubicBezTo>
                <a:close/>
                <a:moveTo>
                  <a:pt x="2436486" y="3005768"/>
                </a:moveTo>
                <a:cubicBezTo>
                  <a:pt x="2448537" y="3005768"/>
                  <a:pt x="2458306" y="3015833"/>
                  <a:pt x="2458306" y="3028249"/>
                </a:cubicBezTo>
                <a:cubicBezTo>
                  <a:pt x="2458306" y="3040665"/>
                  <a:pt x="2448537" y="3050730"/>
                  <a:pt x="2436486" y="3050730"/>
                </a:cubicBezTo>
                <a:cubicBezTo>
                  <a:pt x="2424435" y="3050730"/>
                  <a:pt x="2414666" y="3040665"/>
                  <a:pt x="2414666" y="3028249"/>
                </a:cubicBezTo>
                <a:cubicBezTo>
                  <a:pt x="2414666" y="3015833"/>
                  <a:pt x="2424435" y="3005768"/>
                  <a:pt x="2436486" y="3005768"/>
                </a:cubicBezTo>
                <a:close/>
                <a:moveTo>
                  <a:pt x="2358465" y="3005768"/>
                </a:moveTo>
                <a:cubicBezTo>
                  <a:pt x="2370516" y="3005768"/>
                  <a:pt x="2380285" y="3015833"/>
                  <a:pt x="2380285" y="3028249"/>
                </a:cubicBezTo>
                <a:cubicBezTo>
                  <a:pt x="2380285" y="3040665"/>
                  <a:pt x="2370516" y="3050730"/>
                  <a:pt x="2358465" y="3050730"/>
                </a:cubicBezTo>
                <a:cubicBezTo>
                  <a:pt x="2346414" y="3050730"/>
                  <a:pt x="2336645" y="3040665"/>
                  <a:pt x="2336645" y="3028249"/>
                </a:cubicBezTo>
                <a:cubicBezTo>
                  <a:pt x="2336645" y="3015833"/>
                  <a:pt x="2346414" y="3005768"/>
                  <a:pt x="2358465" y="3005768"/>
                </a:cubicBezTo>
                <a:close/>
                <a:moveTo>
                  <a:pt x="2280445" y="3005768"/>
                </a:moveTo>
                <a:cubicBezTo>
                  <a:pt x="2292496" y="3005768"/>
                  <a:pt x="2302265" y="3015833"/>
                  <a:pt x="2302265" y="3028249"/>
                </a:cubicBezTo>
                <a:cubicBezTo>
                  <a:pt x="2302265" y="3040665"/>
                  <a:pt x="2292496" y="3050730"/>
                  <a:pt x="2280445" y="3050730"/>
                </a:cubicBezTo>
                <a:cubicBezTo>
                  <a:pt x="2268394" y="3050730"/>
                  <a:pt x="2258625" y="3040665"/>
                  <a:pt x="2258625" y="3028249"/>
                </a:cubicBezTo>
                <a:cubicBezTo>
                  <a:pt x="2258625" y="3015833"/>
                  <a:pt x="2268394" y="3005768"/>
                  <a:pt x="2280445" y="3005768"/>
                </a:cubicBezTo>
                <a:close/>
                <a:moveTo>
                  <a:pt x="4149629" y="3005767"/>
                </a:moveTo>
                <a:cubicBezTo>
                  <a:pt x="4162045" y="3005767"/>
                  <a:pt x="4172110" y="3015832"/>
                  <a:pt x="4172110" y="3028248"/>
                </a:cubicBezTo>
                <a:cubicBezTo>
                  <a:pt x="4172110" y="3040664"/>
                  <a:pt x="4162045" y="3050729"/>
                  <a:pt x="4149629" y="3050729"/>
                </a:cubicBezTo>
                <a:cubicBezTo>
                  <a:pt x="4137213" y="3050729"/>
                  <a:pt x="4127148" y="3040664"/>
                  <a:pt x="4127148" y="3028248"/>
                </a:cubicBezTo>
                <a:cubicBezTo>
                  <a:pt x="4127148" y="3015832"/>
                  <a:pt x="4137213" y="3005767"/>
                  <a:pt x="4149629" y="3005767"/>
                </a:cubicBezTo>
                <a:close/>
                <a:moveTo>
                  <a:pt x="4072270" y="3005767"/>
                </a:moveTo>
                <a:cubicBezTo>
                  <a:pt x="4084321" y="3005767"/>
                  <a:pt x="4094090" y="3015832"/>
                  <a:pt x="4094090" y="3028248"/>
                </a:cubicBezTo>
                <a:cubicBezTo>
                  <a:pt x="4094090" y="3040664"/>
                  <a:pt x="4084321" y="3050729"/>
                  <a:pt x="4072270" y="3050729"/>
                </a:cubicBezTo>
                <a:cubicBezTo>
                  <a:pt x="4060219" y="3050729"/>
                  <a:pt x="4050450" y="3040664"/>
                  <a:pt x="4050450" y="3028248"/>
                </a:cubicBezTo>
                <a:cubicBezTo>
                  <a:pt x="4050450" y="3015832"/>
                  <a:pt x="4060219" y="3005767"/>
                  <a:pt x="4072270" y="3005767"/>
                </a:cubicBezTo>
                <a:close/>
                <a:moveTo>
                  <a:pt x="5708054" y="2927748"/>
                </a:moveTo>
                <a:cubicBezTo>
                  <a:pt x="5720105" y="2927748"/>
                  <a:pt x="5729874" y="2937517"/>
                  <a:pt x="5729874" y="2949568"/>
                </a:cubicBezTo>
                <a:cubicBezTo>
                  <a:pt x="5729874" y="2961619"/>
                  <a:pt x="5720105" y="2971388"/>
                  <a:pt x="5708054" y="2971388"/>
                </a:cubicBezTo>
                <a:cubicBezTo>
                  <a:pt x="5696003" y="2971388"/>
                  <a:pt x="5686234" y="2961619"/>
                  <a:pt x="5686234" y="2949568"/>
                </a:cubicBezTo>
                <a:cubicBezTo>
                  <a:pt x="5686234" y="2937517"/>
                  <a:pt x="5696003" y="2927748"/>
                  <a:pt x="5708054" y="2927748"/>
                </a:cubicBezTo>
                <a:close/>
                <a:moveTo>
                  <a:pt x="5630034" y="2927748"/>
                </a:moveTo>
                <a:cubicBezTo>
                  <a:pt x="5642085" y="2927748"/>
                  <a:pt x="5651854" y="2937517"/>
                  <a:pt x="5651854" y="2949568"/>
                </a:cubicBezTo>
                <a:cubicBezTo>
                  <a:pt x="5651854" y="2961619"/>
                  <a:pt x="5642085" y="2971388"/>
                  <a:pt x="5630034" y="2971388"/>
                </a:cubicBezTo>
                <a:cubicBezTo>
                  <a:pt x="5617983" y="2971388"/>
                  <a:pt x="5608214" y="2961619"/>
                  <a:pt x="5608214" y="2949568"/>
                </a:cubicBezTo>
                <a:cubicBezTo>
                  <a:pt x="5608214" y="2937517"/>
                  <a:pt x="5617983" y="2927748"/>
                  <a:pt x="5630034" y="2927748"/>
                </a:cubicBezTo>
                <a:close/>
                <a:moveTo>
                  <a:pt x="5552013" y="2927748"/>
                </a:moveTo>
                <a:cubicBezTo>
                  <a:pt x="5564064" y="2927748"/>
                  <a:pt x="5573833" y="2937517"/>
                  <a:pt x="5573833" y="2949568"/>
                </a:cubicBezTo>
                <a:cubicBezTo>
                  <a:pt x="5573833" y="2961619"/>
                  <a:pt x="5564064" y="2971388"/>
                  <a:pt x="5552013" y="2971388"/>
                </a:cubicBezTo>
                <a:cubicBezTo>
                  <a:pt x="5539962" y="2971388"/>
                  <a:pt x="5530193" y="2961619"/>
                  <a:pt x="5530193" y="2949568"/>
                </a:cubicBezTo>
                <a:cubicBezTo>
                  <a:pt x="5530193" y="2937517"/>
                  <a:pt x="5539962" y="2927748"/>
                  <a:pt x="5552013" y="2927748"/>
                </a:cubicBezTo>
                <a:close/>
                <a:moveTo>
                  <a:pt x="5473331" y="2927748"/>
                </a:moveTo>
                <a:cubicBezTo>
                  <a:pt x="5485747" y="2927748"/>
                  <a:pt x="5495812" y="2937517"/>
                  <a:pt x="5495812" y="2949568"/>
                </a:cubicBezTo>
                <a:cubicBezTo>
                  <a:pt x="5495812" y="2961619"/>
                  <a:pt x="5485747" y="2971388"/>
                  <a:pt x="5473331" y="2971388"/>
                </a:cubicBezTo>
                <a:cubicBezTo>
                  <a:pt x="5460915" y="2971388"/>
                  <a:pt x="5450850" y="2961619"/>
                  <a:pt x="5450850" y="2949568"/>
                </a:cubicBezTo>
                <a:cubicBezTo>
                  <a:pt x="5450850" y="2937517"/>
                  <a:pt x="5460915" y="2927748"/>
                  <a:pt x="5473331" y="2927748"/>
                </a:cubicBezTo>
                <a:close/>
                <a:moveTo>
                  <a:pt x="5395972" y="2927748"/>
                </a:moveTo>
                <a:cubicBezTo>
                  <a:pt x="5408023" y="2927748"/>
                  <a:pt x="5417792" y="2937517"/>
                  <a:pt x="5417792" y="2949568"/>
                </a:cubicBezTo>
                <a:cubicBezTo>
                  <a:pt x="5417792" y="2961619"/>
                  <a:pt x="5408023" y="2971388"/>
                  <a:pt x="5395972" y="2971388"/>
                </a:cubicBezTo>
                <a:cubicBezTo>
                  <a:pt x="5383921" y="2971388"/>
                  <a:pt x="5374152" y="2961619"/>
                  <a:pt x="5374152" y="2949568"/>
                </a:cubicBezTo>
                <a:cubicBezTo>
                  <a:pt x="5374152" y="2937517"/>
                  <a:pt x="5383921" y="2927748"/>
                  <a:pt x="5395972" y="2927748"/>
                </a:cubicBezTo>
                <a:close/>
                <a:moveTo>
                  <a:pt x="5317953" y="2927748"/>
                </a:moveTo>
                <a:cubicBezTo>
                  <a:pt x="5330004" y="2927748"/>
                  <a:pt x="5339773" y="2937517"/>
                  <a:pt x="5339773" y="2949568"/>
                </a:cubicBezTo>
                <a:cubicBezTo>
                  <a:pt x="5339773" y="2961619"/>
                  <a:pt x="5330004" y="2971388"/>
                  <a:pt x="5317953" y="2971388"/>
                </a:cubicBezTo>
                <a:cubicBezTo>
                  <a:pt x="5305902" y="2971388"/>
                  <a:pt x="5296133" y="2961619"/>
                  <a:pt x="5296133" y="2949568"/>
                </a:cubicBezTo>
                <a:cubicBezTo>
                  <a:pt x="5296133" y="2937517"/>
                  <a:pt x="5305902" y="2927748"/>
                  <a:pt x="5317953" y="2927748"/>
                </a:cubicBezTo>
                <a:close/>
                <a:moveTo>
                  <a:pt x="2748567" y="2927748"/>
                </a:moveTo>
                <a:cubicBezTo>
                  <a:pt x="2760618" y="2927748"/>
                  <a:pt x="2770387" y="2937517"/>
                  <a:pt x="2770387" y="2949568"/>
                </a:cubicBezTo>
                <a:cubicBezTo>
                  <a:pt x="2770387" y="2961619"/>
                  <a:pt x="2760618" y="2971388"/>
                  <a:pt x="2748567" y="2971388"/>
                </a:cubicBezTo>
                <a:cubicBezTo>
                  <a:pt x="2736516" y="2971388"/>
                  <a:pt x="2726747" y="2961619"/>
                  <a:pt x="2726747" y="2949568"/>
                </a:cubicBezTo>
                <a:cubicBezTo>
                  <a:pt x="2726747" y="2937517"/>
                  <a:pt x="2736516" y="2927748"/>
                  <a:pt x="2748567" y="2927748"/>
                </a:cubicBezTo>
                <a:close/>
                <a:moveTo>
                  <a:pt x="2670547" y="2927748"/>
                </a:moveTo>
                <a:cubicBezTo>
                  <a:pt x="2682598" y="2927748"/>
                  <a:pt x="2692367" y="2937517"/>
                  <a:pt x="2692367" y="2949568"/>
                </a:cubicBezTo>
                <a:cubicBezTo>
                  <a:pt x="2692367" y="2961619"/>
                  <a:pt x="2682598" y="2971388"/>
                  <a:pt x="2670547" y="2971388"/>
                </a:cubicBezTo>
                <a:cubicBezTo>
                  <a:pt x="2658496" y="2971388"/>
                  <a:pt x="2648727" y="2961619"/>
                  <a:pt x="2648727" y="2949568"/>
                </a:cubicBezTo>
                <a:cubicBezTo>
                  <a:pt x="2648727" y="2937517"/>
                  <a:pt x="2658496" y="2927748"/>
                  <a:pt x="2670547" y="2927748"/>
                </a:cubicBezTo>
                <a:close/>
                <a:moveTo>
                  <a:pt x="2592527" y="2927748"/>
                </a:moveTo>
                <a:cubicBezTo>
                  <a:pt x="2604578" y="2927748"/>
                  <a:pt x="2614347" y="2937517"/>
                  <a:pt x="2614347" y="2949568"/>
                </a:cubicBezTo>
                <a:cubicBezTo>
                  <a:pt x="2614347" y="2961619"/>
                  <a:pt x="2604578" y="2971388"/>
                  <a:pt x="2592527" y="2971388"/>
                </a:cubicBezTo>
                <a:cubicBezTo>
                  <a:pt x="2580476" y="2971388"/>
                  <a:pt x="2570707" y="2961619"/>
                  <a:pt x="2570707" y="2949568"/>
                </a:cubicBezTo>
                <a:cubicBezTo>
                  <a:pt x="2570707" y="2937517"/>
                  <a:pt x="2580476" y="2927748"/>
                  <a:pt x="2592527" y="2927748"/>
                </a:cubicBezTo>
                <a:close/>
                <a:moveTo>
                  <a:pt x="2513845" y="2927748"/>
                </a:moveTo>
                <a:cubicBezTo>
                  <a:pt x="2526261" y="2927748"/>
                  <a:pt x="2536326" y="2937517"/>
                  <a:pt x="2536326" y="2949568"/>
                </a:cubicBezTo>
                <a:cubicBezTo>
                  <a:pt x="2536326" y="2961619"/>
                  <a:pt x="2526261" y="2971388"/>
                  <a:pt x="2513845" y="2971388"/>
                </a:cubicBezTo>
                <a:cubicBezTo>
                  <a:pt x="2501429" y="2971388"/>
                  <a:pt x="2491364" y="2961619"/>
                  <a:pt x="2491364" y="2949568"/>
                </a:cubicBezTo>
                <a:cubicBezTo>
                  <a:pt x="2491364" y="2937517"/>
                  <a:pt x="2501429" y="2927748"/>
                  <a:pt x="2513845" y="2927748"/>
                </a:cubicBezTo>
                <a:close/>
                <a:moveTo>
                  <a:pt x="2436486" y="2927748"/>
                </a:moveTo>
                <a:cubicBezTo>
                  <a:pt x="2448537" y="2927748"/>
                  <a:pt x="2458306" y="2937517"/>
                  <a:pt x="2458306" y="2949568"/>
                </a:cubicBezTo>
                <a:cubicBezTo>
                  <a:pt x="2458306" y="2961619"/>
                  <a:pt x="2448537" y="2971388"/>
                  <a:pt x="2436486" y="2971388"/>
                </a:cubicBezTo>
                <a:cubicBezTo>
                  <a:pt x="2424435" y="2971388"/>
                  <a:pt x="2414666" y="2961619"/>
                  <a:pt x="2414666" y="2949568"/>
                </a:cubicBezTo>
                <a:cubicBezTo>
                  <a:pt x="2414666" y="2937517"/>
                  <a:pt x="2424435" y="2927748"/>
                  <a:pt x="2436486" y="2927748"/>
                </a:cubicBezTo>
                <a:close/>
                <a:moveTo>
                  <a:pt x="2358465" y="2927748"/>
                </a:moveTo>
                <a:cubicBezTo>
                  <a:pt x="2370516" y="2927748"/>
                  <a:pt x="2380285" y="2937517"/>
                  <a:pt x="2380285" y="2949568"/>
                </a:cubicBezTo>
                <a:cubicBezTo>
                  <a:pt x="2380285" y="2961619"/>
                  <a:pt x="2370516" y="2971388"/>
                  <a:pt x="2358465" y="2971388"/>
                </a:cubicBezTo>
                <a:cubicBezTo>
                  <a:pt x="2346414" y="2971388"/>
                  <a:pt x="2336645" y="2961619"/>
                  <a:pt x="2336645" y="2949568"/>
                </a:cubicBezTo>
                <a:cubicBezTo>
                  <a:pt x="2336645" y="2937517"/>
                  <a:pt x="2346414" y="2927748"/>
                  <a:pt x="2358465" y="2927748"/>
                </a:cubicBezTo>
                <a:close/>
                <a:moveTo>
                  <a:pt x="2280445" y="2927748"/>
                </a:moveTo>
                <a:cubicBezTo>
                  <a:pt x="2292496" y="2927748"/>
                  <a:pt x="2302265" y="2937517"/>
                  <a:pt x="2302265" y="2949568"/>
                </a:cubicBezTo>
                <a:cubicBezTo>
                  <a:pt x="2302265" y="2961619"/>
                  <a:pt x="2292496" y="2971388"/>
                  <a:pt x="2280445" y="2971388"/>
                </a:cubicBezTo>
                <a:cubicBezTo>
                  <a:pt x="2268394" y="2971388"/>
                  <a:pt x="2258625" y="2961619"/>
                  <a:pt x="2258625" y="2949568"/>
                </a:cubicBezTo>
                <a:cubicBezTo>
                  <a:pt x="2258625" y="2937517"/>
                  <a:pt x="2268394" y="2927748"/>
                  <a:pt x="2280445" y="2927748"/>
                </a:cubicBezTo>
                <a:close/>
                <a:moveTo>
                  <a:pt x="2203086" y="2927748"/>
                </a:moveTo>
                <a:cubicBezTo>
                  <a:pt x="2215502" y="2927748"/>
                  <a:pt x="2225567" y="2937517"/>
                  <a:pt x="2225567" y="2949568"/>
                </a:cubicBezTo>
                <a:cubicBezTo>
                  <a:pt x="2225567" y="2961619"/>
                  <a:pt x="2215502" y="2971388"/>
                  <a:pt x="2203086" y="2971388"/>
                </a:cubicBezTo>
                <a:cubicBezTo>
                  <a:pt x="2190670" y="2971388"/>
                  <a:pt x="2180605" y="2961619"/>
                  <a:pt x="2180605" y="2949568"/>
                </a:cubicBezTo>
                <a:cubicBezTo>
                  <a:pt x="2180605" y="2937517"/>
                  <a:pt x="2190670" y="2927748"/>
                  <a:pt x="2203086" y="2927748"/>
                </a:cubicBezTo>
                <a:close/>
                <a:moveTo>
                  <a:pt x="2125727" y="2927748"/>
                </a:moveTo>
                <a:cubicBezTo>
                  <a:pt x="2137778" y="2927748"/>
                  <a:pt x="2147547" y="2937517"/>
                  <a:pt x="2147547" y="2949568"/>
                </a:cubicBezTo>
                <a:cubicBezTo>
                  <a:pt x="2147547" y="2961619"/>
                  <a:pt x="2137778" y="2971388"/>
                  <a:pt x="2125727" y="2971388"/>
                </a:cubicBezTo>
                <a:cubicBezTo>
                  <a:pt x="2113676" y="2971388"/>
                  <a:pt x="2103907" y="2961619"/>
                  <a:pt x="2103907" y="2949568"/>
                </a:cubicBezTo>
                <a:cubicBezTo>
                  <a:pt x="2103907" y="2937517"/>
                  <a:pt x="2113676" y="2927748"/>
                  <a:pt x="2125727" y="2927748"/>
                </a:cubicBezTo>
                <a:close/>
                <a:moveTo>
                  <a:pt x="7654597" y="2927747"/>
                </a:moveTo>
                <a:cubicBezTo>
                  <a:pt x="7666648" y="2927747"/>
                  <a:pt x="7676417" y="2937516"/>
                  <a:pt x="7676417" y="2949567"/>
                </a:cubicBezTo>
                <a:cubicBezTo>
                  <a:pt x="7676417" y="2961618"/>
                  <a:pt x="7666648" y="2971387"/>
                  <a:pt x="7654597" y="2971387"/>
                </a:cubicBezTo>
                <a:cubicBezTo>
                  <a:pt x="7642546" y="2971387"/>
                  <a:pt x="7632777" y="2961618"/>
                  <a:pt x="7632777" y="2949567"/>
                </a:cubicBezTo>
                <a:cubicBezTo>
                  <a:pt x="7632777" y="2937516"/>
                  <a:pt x="7642546" y="2927747"/>
                  <a:pt x="7654597" y="2927747"/>
                </a:cubicBezTo>
                <a:close/>
                <a:moveTo>
                  <a:pt x="7576577" y="2927747"/>
                </a:moveTo>
                <a:cubicBezTo>
                  <a:pt x="7588628" y="2927747"/>
                  <a:pt x="7598397" y="2937516"/>
                  <a:pt x="7598397" y="2949567"/>
                </a:cubicBezTo>
                <a:cubicBezTo>
                  <a:pt x="7598397" y="2961618"/>
                  <a:pt x="7588628" y="2971387"/>
                  <a:pt x="7576577" y="2971387"/>
                </a:cubicBezTo>
                <a:cubicBezTo>
                  <a:pt x="7564526" y="2971387"/>
                  <a:pt x="7554757" y="2961618"/>
                  <a:pt x="7554757" y="2949567"/>
                </a:cubicBezTo>
                <a:cubicBezTo>
                  <a:pt x="7554757" y="2937516"/>
                  <a:pt x="7564526" y="2927747"/>
                  <a:pt x="7576577" y="2927747"/>
                </a:cubicBezTo>
                <a:close/>
                <a:moveTo>
                  <a:pt x="7109116" y="2927747"/>
                </a:moveTo>
                <a:cubicBezTo>
                  <a:pt x="7121532" y="2927747"/>
                  <a:pt x="7131597" y="2937516"/>
                  <a:pt x="7131597" y="2949567"/>
                </a:cubicBezTo>
                <a:cubicBezTo>
                  <a:pt x="7131597" y="2961618"/>
                  <a:pt x="7121532" y="2971387"/>
                  <a:pt x="7109116" y="2971387"/>
                </a:cubicBezTo>
                <a:cubicBezTo>
                  <a:pt x="7096700" y="2971387"/>
                  <a:pt x="7086635" y="2961618"/>
                  <a:pt x="7086635" y="2949567"/>
                </a:cubicBezTo>
                <a:cubicBezTo>
                  <a:pt x="7086635" y="2937516"/>
                  <a:pt x="7096700" y="2927747"/>
                  <a:pt x="7109116" y="2927747"/>
                </a:cubicBezTo>
                <a:close/>
                <a:moveTo>
                  <a:pt x="6953736" y="2927747"/>
                </a:moveTo>
                <a:cubicBezTo>
                  <a:pt x="6965787" y="2927747"/>
                  <a:pt x="6975556" y="2937516"/>
                  <a:pt x="6975556" y="2949567"/>
                </a:cubicBezTo>
                <a:cubicBezTo>
                  <a:pt x="6975556" y="2961618"/>
                  <a:pt x="6965787" y="2971387"/>
                  <a:pt x="6953736" y="2971387"/>
                </a:cubicBezTo>
                <a:cubicBezTo>
                  <a:pt x="6941685" y="2971387"/>
                  <a:pt x="6931916" y="2961618"/>
                  <a:pt x="6931916" y="2949567"/>
                </a:cubicBezTo>
                <a:cubicBezTo>
                  <a:pt x="6931916" y="2937516"/>
                  <a:pt x="6941685" y="2927747"/>
                  <a:pt x="6953736" y="2927747"/>
                </a:cubicBezTo>
                <a:close/>
                <a:moveTo>
                  <a:pt x="6408916" y="2927747"/>
                </a:moveTo>
                <a:cubicBezTo>
                  <a:pt x="6420967" y="2927747"/>
                  <a:pt x="6430736" y="2937516"/>
                  <a:pt x="6430736" y="2949567"/>
                </a:cubicBezTo>
                <a:cubicBezTo>
                  <a:pt x="6430736" y="2961618"/>
                  <a:pt x="6420967" y="2971387"/>
                  <a:pt x="6408916" y="2971387"/>
                </a:cubicBezTo>
                <a:cubicBezTo>
                  <a:pt x="6396865" y="2971387"/>
                  <a:pt x="6387096" y="2961618"/>
                  <a:pt x="6387096" y="2949567"/>
                </a:cubicBezTo>
                <a:cubicBezTo>
                  <a:pt x="6387096" y="2937516"/>
                  <a:pt x="6396865" y="2927747"/>
                  <a:pt x="6408916" y="2927747"/>
                </a:cubicBezTo>
                <a:close/>
                <a:moveTo>
                  <a:pt x="5239931" y="2927747"/>
                </a:moveTo>
                <a:cubicBezTo>
                  <a:pt x="5251982" y="2927747"/>
                  <a:pt x="5261751" y="2937516"/>
                  <a:pt x="5261751" y="2949567"/>
                </a:cubicBezTo>
                <a:cubicBezTo>
                  <a:pt x="5261751" y="2961618"/>
                  <a:pt x="5251982" y="2971387"/>
                  <a:pt x="5239931" y="2971387"/>
                </a:cubicBezTo>
                <a:cubicBezTo>
                  <a:pt x="5227880" y="2971387"/>
                  <a:pt x="5218111" y="2961618"/>
                  <a:pt x="5218111" y="2949567"/>
                </a:cubicBezTo>
                <a:cubicBezTo>
                  <a:pt x="5218111" y="2937516"/>
                  <a:pt x="5227880" y="2927747"/>
                  <a:pt x="5239931" y="2927747"/>
                </a:cubicBezTo>
                <a:close/>
                <a:moveTo>
                  <a:pt x="5162572" y="2927747"/>
                </a:moveTo>
                <a:cubicBezTo>
                  <a:pt x="5174988" y="2927747"/>
                  <a:pt x="5185053" y="2937516"/>
                  <a:pt x="5185053" y="2949567"/>
                </a:cubicBezTo>
                <a:cubicBezTo>
                  <a:pt x="5185053" y="2961618"/>
                  <a:pt x="5174988" y="2971387"/>
                  <a:pt x="5162572" y="2971387"/>
                </a:cubicBezTo>
                <a:cubicBezTo>
                  <a:pt x="5150156" y="2971387"/>
                  <a:pt x="5140091" y="2961618"/>
                  <a:pt x="5140091" y="2949567"/>
                </a:cubicBezTo>
                <a:cubicBezTo>
                  <a:pt x="5140091" y="2937516"/>
                  <a:pt x="5150156" y="2927747"/>
                  <a:pt x="5162572" y="2927747"/>
                </a:cubicBezTo>
                <a:close/>
                <a:moveTo>
                  <a:pt x="5085212" y="2927747"/>
                </a:moveTo>
                <a:cubicBezTo>
                  <a:pt x="5097263" y="2927747"/>
                  <a:pt x="5107032" y="2937516"/>
                  <a:pt x="5107032" y="2949567"/>
                </a:cubicBezTo>
                <a:cubicBezTo>
                  <a:pt x="5107032" y="2961618"/>
                  <a:pt x="5097263" y="2971387"/>
                  <a:pt x="5085212" y="2971387"/>
                </a:cubicBezTo>
                <a:cubicBezTo>
                  <a:pt x="5073161" y="2971387"/>
                  <a:pt x="5063392" y="2961618"/>
                  <a:pt x="5063392" y="2949567"/>
                </a:cubicBezTo>
                <a:cubicBezTo>
                  <a:pt x="5063392" y="2937516"/>
                  <a:pt x="5073161" y="2927747"/>
                  <a:pt x="5085212" y="2927747"/>
                </a:cubicBezTo>
                <a:close/>
                <a:moveTo>
                  <a:pt x="5007193" y="2927747"/>
                </a:moveTo>
                <a:cubicBezTo>
                  <a:pt x="5019244" y="2927747"/>
                  <a:pt x="5029013" y="2937516"/>
                  <a:pt x="5029013" y="2949567"/>
                </a:cubicBezTo>
                <a:cubicBezTo>
                  <a:pt x="5029013" y="2961618"/>
                  <a:pt x="5019244" y="2971387"/>
                  <a:pt x="5007193" y="2971387"/>
                </a:cubicBezTo>
                <a:cubicBezTo>
                  <a:pt x="4995142" y="2971387"/>
                  <a:pt x="4985373" y="2961618"/>
                  <a:pt x="4985373" y="2949567"/>
                </a:cubicBezTo>
                <a:cubicBezTo>
                  <a:pt x="4985373" y="2937516"/>
                  <a:pt x="4995142" y="2927747"/>
                  <a:pt x="5007193" y="2927747"/>
                </a:cubicBezTo>
                <a:close/>
                <a:moveTo>
                  <a:pt x="4928511" y="2927747"/>
                </a:moveTo>
                <a:cubicBezTo>
                  <a:pt x="4940927" y="2927747"/>
                  <a:pt x="4950992" y="2937516"/>
                  <a:pt x="4950992" y="2949567"/>
                </a:cubicBezTo>
                <a:cubicBezTo>
                  <a:pt x="4950992" y="2961618"/>
                  <a:pt x="4940927" y="2971387"/>
                  <a:pt x="4928511" y="2971387"/>
                </a:cubicBezTo>
                <a:cubicBezTo>
                  <a:pt x="4916095" y="2971387"/>
                  <a:pt x="4906030" y="2961618"/>
                  <a:pt x="4906030" y="2949567"/>
                </a:cubicBezTo>
                <a:cubicBezTo>
                  <a:pt x="4906030" y="2937516"/>
                  <a:pt x="4916095" y="2927747"/>
                  <a:pt x="4928511" y="2927747"/>
                </a:cubicBezTo>
                <a:close/>
                <a:moveTo>
                  <a:pt x="4850491" y="2927747"/>
                </a:moveTo>
                <a:cubicBezTo>
                  <a:pt x="4862907" y="2927747"/>
                  <a:pt x="4872972" y="2937516"/>
                  <a:pt x="4872972" y="2949567"/>
                </a:cubicBezTo>
                <a:cubicBezTo>
                  <a:pt x="4872972" y="2961618"/>
                  <a:pt x="4862907" y="2971387"/>
                  <a:pt x="4850491" y="2971387"/>
                </a:cubicBezTo>
                <a:cubicBezTo>
                  <a:pt x="4838075" y="2971387"/>
                  <a:pt x="4828010" y="2961618"/>
                  <a:pt x="4828010" y="2949567"/>
                </a:cubicBezTo>
                <a:cubicBezTo>
                  <a:pt x="4828010" y="2937516"/>
                  <a:pt x="4838075" y="2927747"/>
                  <a:pt x="4850491" y="2927747"/>
                </a:cubicBezTo>
                <a:close/>
                <a:moveTo>
                  <a:pt x="4773132" y="2927747"/>
                </a:moveTo>
                <a:cubicBezTo>
                  <a:pt x="4785183" y="2927747"/>
                  <a:pt x="4794952" y="2937516"/>
                  <a:pt x="4794952" y="2949567"/>
                </a:cubicBezTo>
                <a:cubicBezTo>
                  <a:pt x="4794952" y="2961618"/>
                  <a:pt x="4785183" y="2971387"/>
                  <a:pt x="4773132" y="2971387"/>
                </a:cubicBezTo>
                <a:cubicBezTo>
                  <a:pt x="4761081" y="2971387"/>
                  <a:pt x="4751312" y="2961618"/>
                  <a:pt x="4751312" y="2949567"/>
                </a:cubicBezTo>
                <a:cubicBezTo>
                  <a:pt x="4751312" y="2937516"/>
                  <a:pt x="4761081" y="2927747"/>
                  <a:pt x="4773132" y="2927747"/>
                </a:cubicBezTo>
                <a:close/>
                <a:moveTo>
                  <a:pt x="4695111" y="2927747"/>
                </a:moveTo>
                <a:cubicBezTo>
                  <a:pt x="4707162" y="2927747"/>
                  <a:pt x="4716931" y="2937516"/>
                  <a:pt x="4716931" y="2949567"/>
                </a:cubicBezTo>
                <a:cubicBezTo>
                  <a:pt x="4716931" y="2961618"/>
                  <a:pt x="4707162" y="2971387"/>
                  <a:pt x="4695111" y="2971387"/>
                </a:cubicBezTo>
                <a:cubicBezTo>
                  <a:pt x="4683060" y="2971387"/>
                  <a:pt x="4673291" y="2961618"/>
                  <a:pt x="4673291" y="2949567"/>
                </a:cubicBezTo>
                <a:cubicBezTo>
                  <a:pt x="4673291" y="2937516"/>
                  <a:pt x="4683060" y="2927747"/>
                  <a:pt x="4695111" y="2927747"/>
                </a:cubicBezTo>
                <a:close/>
                <a:moveTo>
                  <a:pt x="4617091" y="2927747"/>
                </a:moveTo>
                <a:cubicBezTo>
                  <a:pt x="4629142" y="2927747"/>
                  <a:pt x="4638911" y="2937516"/>
                  <a:pt x="4638911" y="2949567"/>
                </a:cubicBezTo>
                <a:cubicBezTo>
                  <a:pt x="4638911" y="2961618"/>
                  <a:pt x="4629142" y="2971387"/>
                  <a:pt x="4617091" y="2971387"/>
                </a:cubicBezTo>
                <a:cubicBezTo>
                  <a:pt x="4605040" y="2971387"/>
                  <a:pt x="4595271" y="2961618"/>
                  <a:pt x="4595271" y="2949567"/>
                </a:cubicBezTo>
                <a:cubicBezTo>
                  <a:pt x="4595271" y="2937516"/>
                  <a:pt x="4605040" y="2927747"/>
                  <a:pt x="4617091" y="2927747"/>
                </a:cubicBezTo>
                <a:close/>
                <a:moveTo>
                  <a:pt x="4539070" y="2927747"/>
                </a:moveTo>
                <a:cubicBezTo>
                  <a:pt x="4551121" y="2927747"/>
                  <a:pt x="4560890" y="2937516"/>
                  <a:pt x="4560890" y="2949567"/>
                </a:cubicBezTo>
                <a:cubicBezTo>
                  <a:pt x="4560890" y="2961618"/>
                  <a:pt x="4551121" y="2971387"/>
                  <a:pt x="4539070" y="2971387"/>
                </a:cubicBezTo>
                <a:cubicBezTo>
                  <a:pt x="4527019" y="2971387"/>
                  <a:pt x="4517250" y="2961618"/>
                  <a:pt x="4517250" y="2949567"/>
                </a:cubicBezTo>
                <a:cubicBezTo>
                  <a:pt x="4517250" y="2937516"/>
                  <a:pt x="4527019" y="2927747"/>
                  <a:pt x="4539070" y="2927747"/>
                </a:cubicBezTo>
                <a:close/>
                <a:moveTo>
                  <a:pt x="4461711" y="2927747"/>
                </a:moveTo>
                <a:cubicBezTo>
                  <a:pt x="4474127" y="2927747"/>
                  <a:pt x="4484192" y="2937516"/>
                  <a:pt x="4484192" y="2949567"/>
                </a:cubicBezTo>
                <a:cubicBezTo>
                  <a:pt x="4484192" y="2961618"/>
                  <a:pt x="4474127" y="2971387"/>
                  <a:pt x="4461711" y="2971387"/>
                </a:cubicBezTo>
                <a:cubicBezTo>
                  <a:pt x="4449295" y="2971387"/>
                  <a:pt x="4439230" y="2961618"/>
                  <a:pt x="4439230" y="2949567"/>
                </a:cubicBezTo>
                <a:cubicBezTo>
                  <a:pt x="4439230" y="2937516"/>
                  <a:pt x="4449295" y="2927747"/>
                  <a:pt x="4461711" y="2927747"/>
                </a:cubicBezTo>
                <a:close/>
                <a:moveTo>
                  <a:pt x="4384351" y="2927747"/>
                </a:moveTo>
                <a:cubicBezTo>
                  <a:pt x="4396402" y="2927747"/>
                  <a:pt x="4406171" y="2937516"/>
                  <a:pt x="4406171" y="2949567"/>
                </a:cubicBezTo>
                <a:cubicBezTo>
                  <a:pt x="4406171" y="2961618"/>
                  <a:pt x="4396402" y="2971387"/>
                  <a:pt x="4384351" y="2971387"/>
                </a:cubicBezTo>
                <a:cubicBezTo>
                  <a:pt x="4372300" y="2971387"/>
                  <a:pt x="4362531" y="2961618"/>
                  <a:pt x="4362531" y="2949567"/>
                </a:cubicBezTo>
                <a:cubicBezTo>
                  <a:pt x="4362531" y="2937516"/>
                  <a:pt x="4372300" y="2927747"/>
                  <a:pt x="4384351" y="2927747"/>
                </a:cubicBezTo>
                <a:close/>
                <a:moveTo>
                  <a:pt x="4305009" y="2927747"/>
                </a:moveTo>
                <a:cubicBezTo>
                  <a:pt x="4317060" y="2927747"/>
                  <a:pt x="4326829" y="2937516"/>
                  <a:pt x="4326829" y="2949567"/>
                </a:cubicBezTo>
                <a:cubicBezTo>
                  <a:pt x="4326829" y="2961618"/>
                  <a:pt x="4317060" y="2971387"/>
                  <a:pt x="4305009" y="2971387"/>
                </a:cubicBezTo>
                <a:cubicBezTo>
                  <a:pt x="4292958" y="2971387"/>
                  <a:pt x="4283189" y="2961618"/>
                  <a:pt x="4283189" y="2949567"/>
                </a:cubicBezTo>
                <a:cubicBezTo>
                  <a:pt x="4283189" y="2937516"/>
                  <a:pt x="4292958" y="2927747"/>
                  <a:pt x="4305009" y="2927747"/>
                </a:cubicBezTo>
                <a:close/>
                <a:moveTo>
                  <a:pt x="4226989" y="2927747"/>
                </a:moveTo>
                <a:cubicBezTo>
                  <a:pt x="4239040" y="2927747"/>
                  <a:pt x="4248809" y="2937516"/>
                  <a:pt x="4248809" y="2949567"/>
                </a:cubicBezTo>
                <a:cubicBezTo>
                  <a:pt x="4248809" y="2961618"/>
                  <a:pt x="4239040" y="2971387"/>
                  <a:pt x="4226989" y="2971387"/>
                </a:cubicBezTo>
                <a:cubicBezTo>
                  <a:pt x="4214938" y="2971387"/>
                  <a:pt x="4205169" y="2961618"/>
                  <a:pt x="4205169" y="2949567"/>
                </a:cubicBezTo>
                <a:cubicBezTo>
                  <a:pt x="4205169" y="2937516"/>
                  <a:pt x="4214938" y="2927747"/>
                  <a:pt x="4226989" y="2927747"/>
                </a:cubicBezTo>
                <a:close/>
                <a:moveTo>
                  <a:pt x="4149629" y="2927747"/>
                </a:moveTo>
                <a:cubicBezTo>
                  <a:pt x="4162045" y="2927747"/>
                  <a:pt x="4172110" y="2937516"/>
                  <a:pt x="4172110" y="2949567"/>
                </a:cubicBezTo>
                <a:cubicBezTo>
                  <a:pt x="4172110" y="2961618"/>
                  <a:pt x="4162045" y="2971387"/>
                  <a:pt x="4149629" y="2971387"/>
                </a:cubicBezTo>
                <a:cubicBezTo>
                  <a:pt x="4137213" y="2971387"/>
                  <a:pt x="4127148" y="2961618"/>
                  <a:pt x="4127148" y="2949567"/>
                </a:cubicBezTo>
                <a:cubicBezTo>
                  <a:pt x="4127148" y="2937516"/>
                  <a:pt x="4137213" y="2927747"/>
                  <a:pt x="4149629" y="2927747"/>
                </a:cubicBezTo>
                <a:close/>
                <a:moveTo>
                  <a:pt x="4072270" y="2927747"/>
                </a:moveTo>
                <a:cubicBezTo>
                  <a:pt x="4084321" y="2927747"/>
                  <a:pt x="4094090" y="2937516"/>
                  <a:pt x="4094090" y="2949567"/>
                </a:cubicBezTo>
                <a:cubicBezTo>
                  <a:pt x="4094090" y="2961618"/>
                  <a:pt x="4084321" y="2971387"/>
                  <a:pt x="4072270" y="2971387"/>
                </a:cubicBezTo>
                <a:cubicBezTo>
                  <a:pt x="4060219" y="2971387"/>
                  <a:pt x="4050450" y="2961618"/>
                  <a:pt x="4050450" y="2949567"/>
                </a:cubicBezTo>
                <a:cubicBezTo>
                  <a:pt x="4050450" y="2937516"/>
                  <a:pt x="4060219" y="2927747"/>
                  <a:pt x="4072270" y="2927747"/>
                </a:cubicBezTo>
                <a:close/>
                <a:moveTo>
                  <a:pt x="7654597" y="2849727"/>
                </a:moveTo>
                <a:cubicBezTo>
                  <a:pt x="7666648" y="2849727"/>
                  <a:pt x="7676417" y="2859496"/>
                  <a:pt x="7676417" y="2871547"/>
                </a:cubicBezTo>
                <a:cubicBezTo>
                  <a:pt x="7676417" y="2883598"/>
                  <a:pt x="7666648" y="2893367"/>
                  <a:pt x="7654597" y="2893367"/>
                </a:cubicBezTo>
                <a:cubicBezTo>
                  <a:pt x="7642546" y="2893367"/>
                  <a:pt x="7632777" y="2883598"/>
                  <a:pt x="7632777" y="2871547"/>
                </a:cubicBezTo>
                <a:cubicBezTo>
                  <a:pt x="7632777" y="2859496"/>
                  <a:pt x="7642546" y="2849727"/>
                  <a:pt x="7654597" y="2849727"/>
                </a:cubicBezTo>
                <a:close/>
                <a:moveTo>
                  <a:pt x="7576577" y="2849727"/>
                </a:moveTo>
                <a:cubicBezTo>
                  <a:pt x="7588628" y="2849727"/>
                  <a:pt x="7598397" y="2859496"/>
                  <a:pt x="7598397" y="2871547"/>
                </a:cubicBezTo>
                <a:cubicBezTo>
                  <a:pt x="7598397" y="2883598"/>
                  <a:pt x="7588628" y="2893367"/>
                  <a:pt x="7576577" y="2893367"/>
                </a:cubicBezTo>
                <a:cubicBezTo>
                  <a:pt x="7564526" y="2893367"/>
                  <a:pt x="7554757" y="2883598"/>
                  <a:pt x="7554757" y="2871547"/>
                </a:cubicBezTo>
                <a:cubicBezTo>
                  <a:pt x="7554757" y="2859496"/>
                  <a:pt x="7564526" y="2849727"/>
                  <a:pt x="7576577" y="2849727"/>
                </a:cubicBezTo>
                <a:close/>
                <a:moveTo>
                  <a:pt x="7498556" y="2849727"/>
                </a:moveTo>
                <a:cubicBezTo>
                  <a:pt x="7510607" y="2849727"/>
                  <a:pt x="7520376" y="2859496"/>
                  <a:pt x="7520376" y="2871547"/>
                </a:cubicBezTo>
                <a:cubicBezTo>
                  <a:pt x="7520376" y="2883598"/>
                  <a:pt x="7510607" y="2893367"/>
                  <a:pt x="7498556" y="2893367"/>
                </a:cubicBezTo>
                <a:cubicBezTo>
                  <a:pt x="7486505" y="2893367"/>
                  <a:pt x="7476736" y="2883598"/>
                  <a:pt x="7476736" y="2871547"/>
                </a:cubicBezTo>
                <a:cubicBezTo>
                  <a:pt x="7476736" y="2859496"/>
                  <a:pt x="7486505" y="2849727"/>
                  <a:pt x="7498556" y="2849727"/>
                </a:cubicBezTo>
                <a:close/>
                <a:moveTo>
                  <a:pt x="7186475" y="2849727"/>
                </a:moveTo>
                <a:cubicBezTo>
                  <a:pt x="7198526" y="2849727"/>
                  <a:pt x="7208295" y="2859496"/>
                  <a:pt x="7208295" y="2871547"/>
                </a:cubicBezTo>
                <a:cubicBezTo>
                  <a:pt x="7208295" y="2883598"/>
                  <a:pt x="7198526" y="2893367"/>
                  <a:pt x="7186475" y="2893367"/>
                </a:cubicBezTo>
                <a:cubicBezTo>
                  <a:pt x="7174424" y="2893367"/>
                  <a:pt x="7164655" y="2883598"/>
                  <a:pt x="7164655" y="2871547"/>
                </a:cubicBezTo>
                <a:cubicBezTo>
                  <a:pt x="7164655" y="2859496"/>
                  <a:pt x="7174424" y="2849727"/>
                  <a:pt x="7186475" y="2849727"/>
                </a:cubicBezTo>
                <a:close/>
                <a:moveTo>
                  <a:pt x="7109116" y="2849727"/>
                </a:moveTo>
                <a:cubicBezTo>
                  <a:pt x="7121532" y="2849727"/>
                  <a:pt x="7131597" y="2859496"/>
                  <a:pt x="7131597" y="2871547"/>
                </a:cubicBezTo>
                <a:cubicBezTo>
                  <a:pt x="7131597" y="2883598"/>
                  <a:pt x="7121532" y="2893367"/>
                  <a:pt x="7109116" y="2893367"/>
                </a:cubicBezTo>
                <a:cubicBezTo>
                  <a:pt x="7096700" y="2893367"/>
                  <a:pt x="7086635" y="2883598"/>
                  <a:pt x="7086635" y="2871547"/>
                </a:cubicBezTo>
                <a:cubicBezTo>
                  <a:pt x="7086635" y="2859496"/>
                  <a:pt x="7096700" y="2849727"/>
                  <a:pt x="7109116" y="2849727"/>
                </a:cubicBezTo>
                <a:close/>
                <a:moveTo>
                  <a:pt x="7031757" y="2849727"/>
                </a:moveTo>
                <a:cubicBezTo>
                  <a:pt x="7043808" y="2849727"/>
                  <a:pt x="7053577" y="2859496"/>
                  <a:pt x="7053577" y="2871547"/>
                </a:cubicBezTo>
                <a:cubicBezTo>
                  <a:pt x="7053577" y="2883598"/>
                  <a:pt x="7043808" y="2893367"/>
                  <a:pt x="7031757" y="2893367"/>
                </a:cubicBezTo>
                <a:cubicBezTo>
                  <a:pt x="7019706" y="2893367"/>
                  <a:pt x="7009937" y="2883598"/>
                  <a:pt x="7009937" y="2871547"/>
                </a:cubicBezTo>
                <a:cubicBezTo>
                  <a:pt x="7009937" y="2859496"/>
                  <a:pt x="7019706" y="2849727"/>
                  <a:pt x="7031757" y="2849727"/>
                </a:cubicBezTo>
                <a:close/>
                <a:moveTo>
                  <a:pt x="6953736" y="2849727"/>
                </a:moveTo>
                <a:cubicBezTo>
                  <a:pt x="6965787" y="2849727"/>
                  <a:pt x="6975556" y="2859496"/>
                  <a:pt x="6975556" y="2871547"/>
                </a:cubicBezTo>
                <a:cubicBezTo>
                  <a:pt x="6975556" y="2883598"/>
                  <a:pt x="6965787" y="2893367"/>
                  <a:pt x="6953736" y="2893367"/>
                </a:cubicBezTo>
                <a:cubicBezTo>
                  <a:pt x="6941685" y="2893367"/>
                  <a:pt x="6931916" y="2883598"/>
                  <a:pt x="6931916" y="2871547"/>
                </a:cubicBezTo>
                <a:cubicBezTo>
                  <a:pt x="6931916" y="2859496"/>
                  <a:pt x="6941685" y="2849727"/>
                  <a:pt x="6953736" y="2849727"/>
                </a:cubicBezTo>
                <a:close/>
                <a:moveTo>
                  <a:pt x="6485613" y="2849727"/>
                </a:moveTo>
                <a:cubicBezTo>
                  <a:pt x="6497664" y="2849727"/>
                  <a:pt x="6507433" y="2859496"/>
                  <a:pt x="6507433" y="2871547"/>
                </a:cubicBezTo>
                <a:cubicBezTo>
                  <a:pt x="6507433" y="2883598"/>
                  <a:pt x="6497664" y="2893367"/>
                  <a:pt x="6485613" y="2893367"/>
                </a:cubicBezTo>
                <a:cubicBezTo>
                  <a:pt x="6473562" y="2893367"/>
                  <a:pt x="6463793" y="2883598"/>
                  <a:pt x="6463793" y="2871547"/>
                </a:cubicBezTo>
                <a:cubicBezTo>
                  <a:pt x="6463793" y="2859496"/>
                  <a:pt x="6473562" y="2849727"/>
                  <a:pt x="6485613" y="2849727"/>
                </a:cubicBezTo>
                <a:close/>
                <a:moveTo>
                  <a:pt x="6408916" y="2849727"/>
                </a:moveTo>
                <a:cubicBezTo>
                  <a:pt x="6420967" y="2849727"/>
                  <a:pt x="6430736" y="2859496"/>
                  <a:pt x="6430736" y="2871547"/>
                </a:cubicBezTo>
                <a:cubicBezTo>
                  <a:pt x="6430736" y="2883598"/>
                  <a:pt x="6420967" y="2893367"/>
                  <a:pt x="6408916" y="2893367"/>
                </a:cubicBezTo>
                <a:cubicBezTo>
                  <a:pt x="6396865" y="2893367"/>
                  <a:pt x="6387096" y="2883598"/>
                  <a:pt x="6387096" y="2871547"/>
                </a:cubicBezTo>
                <a:cubicBezTo>
                  <a:pt x="6387096" y="2859496"/>
                  <a:pt x="6396865" y="2849727"/>
                  <a:pt x="6408916" y="2849727"/>
                </a:cubicBezTo>
                <a:close/>
                <a:moveTo>
                  <a:pt x="6330896" y="2849727"/>
                </a:moveTo>
                <a:cubicBezTo>
                  <a:pt x="6342947" y="2849727"/>
                  <a:pt x="6352716" y="2859496"/>
                  <a:pt x="6352716" y="2871547"/>
                </a:cubicBezTo>
                <a:cubicBezTo>
                  <a:pt x="6352716" y="2883598"/>
                  <a:pt x="6342947" y="2893367"/>
                  <a:pt x="6330896" y="2893367"/>
                </a:cubicBezTo>
                <a:cubicBezTo>
                  <a:pt x="6318845" y="2893367"/>
                  <a:pt x="6309076" y="2883598"/>
                  <a:pt x="6309076" y="2871547"/>
                </a:cubicBezTo>
                <a:cubicBezTo>
                  <a:pt x="6309076" y="2859496"/>
                  <a:pt x="6318845" y="2849727"/>
                  <a:pt x="6330896" y="2849727"/>
                </a:cubicBezTo>
                <a:close/>
                <a:moveTo>
                  <a:pt x="5552013" y="2849727"/>
                </a:moveTo>
                <a:cubicBezTo>
                  <a:pt x="5564064" y="2849727"/>
                  <a:pt x="5573833" y="2859496"/>
                  <a:pt x="5573833" y="2871547"/>
                </a:cubicBezTo>
                <a:cubicBezTo>
                  <a:pt x="5573833" y="2883598"/>
                  <a:pt x="5564064" y="2893367"/>
                  <a:pt x="5552013" y="2893367"/>
                </a:cubicBezTo>
                <a:cubicBezTo>
                  <a:pt x="5539962" y="2893367"/>
                  <a:pt x="5530193" y="2883598"/>
                  <a:pt x="5530193" y="2871547"/>
                </a:cubicBezTo>
                <a:cubicBezTo>
                  <a:pt x="5530193" y="2859496"/>
                  <a:pt x="5539962" y="2849727"/>
                  <a:pt x="5552013" y="2849727"/>
                </a:cubicBezTo>
                <a:close/>
                <a:moveTo>
                  <a:pt x="5473331" y="2849727"/>
                </a:moveTo>
                <a:cubicBezTo>
                  <a:pt x="5485747" y="2849727"/>
                  <a:pt x="5495812" y="2859496"/>
                  <a:pt x="5495812" y="2871547"/>
                </a:cubicBezTo>
                <a:cubicBezTo>
                  <a:pt x="5495812" y="2883598"/>
                  <a:pt x="5485747" y="2893367"/>
                  <a:pt x="5473331" y="2893367"/>
                </a:cubicBezTo>
                <a:cubicBezTo>
                  <a:pt x="5460915" y="2893367"/>
                  <a:pt x="5450850" y="2883598"/>
                  <a:pt x="5450850" y="2871547"/>
                </a:cubicBezTo>
                <a:cubicBezTo>
                  <a:pt x="5450850" y="2859496"/>
                  <a:pt x="5460915" y="2849727"/>
                  <a:pt x="5473331" y="2849727"/>
                </a:cubicBezTo>
                <a:close/>
                <a:moveTo>
                  <a:pt x="5395972" y="2849727"/>
                </a:moveTo>
                <a:cubicBezTo>
                  <a:pt x="5408023" y="2849727"/>
                  <a:pt x="5417792" y="2859496"/>
                  <a:pt x="5417792" y="2871547"/>
                </a:cubicBezTo>
                <a:cubicBezTo>
                  <a:pt x="5417792" y="2883598"/>
                  <a:pt x="5408023" y="2893367"/>
                  <a:pt x="5395972" y="2893367"/>
                </a:cubicBezTo>
                <a:cubicBezTo>
                  <a:pt x="5383921" y="2893367"/>
                  <a:pt x="5374152" y="2883598"/>
                  <a:pt x="5374152" y="2871547"/>
                </a:cubicBezTo>
                <a:cubicBezTo>
                  <a:pt x="5374152" y="2859496"/>
                  <a:pt x="5383921" y="2849727"/>
                  <a:pt x="5395972" y="2849727"/>
                </a:cubicBezTo>
                <a:close/>
                <a:moveTo>
                  <a:pt x="5317953" y="2849727"/>
                </a:moveTo>
                <a:cubicBezTo>
                  <a:pt x="5330004" y="2849727"/>
                  <a:pt x="5339773" y="2859496"/>
                  <a:pt x="5339773" y="2871547"/>
                </a:cubicBezTo>
                <a:cubicBezTo>
                  <a:pt x="5339773" y="2883598"/>
                  <a:pt x="5330004" y="2893367"/>
                  <a:pt x="5317953" y="2893367"/>
                </a:cubicBezTo>
                <a:cubicBezTo>
                  <a:pt x="5305902" y="2893367"/>
                  <a:pt x="5296133" y="2883598"/>
                  <a:pt x="5296133" y="2871547"/>
                </a:cubicBezTo>
                <a:cubicBezTo>
                  <a:pt x="5296133" y="2859496"/>
                  <a:pt x="5305902" y="2849727"/>
                  <a:pt x="5317953" y="2849727"/>
                </a:cubicBezTo>
                <a:close/>
                <a:moveTo>
                  <a:pt x="5239931" y="2849727"/>
                </a:moveTo>
                <a:cubicBezTo>
                  <a:pt x="5251982" y="2849727"/>
                  <a:pt x="5261751" y="2859496"/>
                  <a:pt x="5261751" y="2871547"/>
                </a:cubicBezTo>
                <a:cubicBezTo>
                  <a:pt x="5261751" y="2883598"/>
                  <a:pt x="5251982" y="2893367"/>
                  <a:pt x="5239931" y="2893367"/>
                </a:cubicBezTo>
                <a:cubicBezTo>
                  <a:pt x="5227880" y="2893367"/>
                  <a:pt x="5218111" y="2883598"/>
                  <a:pt x="5218111" y="2871547"/>
                </a:cubicBezTo>
                <a:cubicBezTo>
                  <a:pt x="5218111" y="2859496"/>
                  <a:pt x="5227880" y="2849727"/>
                  <a:pt x="5239931" y="2849727"/>
                </a:cubicBezTo>
                <a:close/>
                <a:moveTo>
                  <a:pt x="5162572" y="2849727"/>
                </a:moveTo>
                <a:cubicBezTo>
                  <a:pt x="5174988" y="2849727"/>
                  <a:pt x="5185053" y="2859496"/>
                  <a:pt x="5185053" y="2871547"/>
                </a:cubicBezTo>
                <a:cubicBezTo>
                  <a:pt x="5185053" y="2883598"/>
                  <a:pt x="5174988" y="2893367"/>
                  <a:pt x="5162572" y="2893367"/>
                </a:cubicBezTo>
                <a:cubicBezTo>
                  <a:pt x="5150156" y="2893367"/>
                  <a:pt x="5140091" y="2883598"/>
                  <a:pt x="5140091" y="2871547"/>
                </a:cubicBezTo>
                <a:cubicBezTo>
                  <a:pt x="5140091" y="2859496"/>
                  <a:pt x="5150156" y="2849727"/>
                  <a:pt x="5162572" y="2849727"/>
                </a:cubicBezTo>
                <a:close/>
                <a:moveTo>
                  <a:pt x="5085212" y="2849727"/>
                </a:moveTo>
                <a:cubicBezTo>
                  <a:pt x="5097263" y="2849727"/>
                  <a:pt x="5107032" y="2859496"/>
                  <a:pt x="5107032" y="2871547"/>
                </a:cubicBezTo>
                <a:cubicBezTo>
                  <a:pt x="5107032" y="2883598"/>
                  <a:pt x="5097263" y="2893367"/>
                  <a:pt x="5085212" y="2893367"/>
                </a:cubicBezTo>
                <a:cubicBezTo>
                  <a:pt x="5073161" y="2893367"/>
                  <a:pt x="5063392" y="2883598"/>
                  <a:pt x="5063392" y="2871547"/>
                </a:cubicBezTo>
                <a:cubicBezTo>
                  <a:pt x="5063392" y="2859496"/>
                  <a:pt x="5073161" y="2849727"/>
                  <a:pt x="5085212" y="2849727"/>
                </a:cubicBezTo>
                <a:close/>
                <a:moveTo>
                  <a:pt x="5007193" y="2849727"/>
                </a:moveTo>
                <a:cubicBezTo>
                  <a:pt x="5019244" y="2849727"/>
                  <a:pt x="5029013" y="2859496"/>
                  <a:pt x="5029013" y="2871547"/>
                </a:cubicBezTo>
                <a:cubicBezTo>
                  <a:pt x="5029013" y="2883598"/>
                  <a:pt x="5019244" y="2893367"/>
                  <a:pt x="5007193" y="2893367"/>
                </a:cubicBezTo>
                <a:cubicBezTo>
                  <a:pt x="4995142" y="2893367"/>
                  <a:pt x="4985373" y="2883598"/>
                  <a:pt x="4985373" y="2871547"/>
                </a:cubicBezTo>
                <a:cubicBezTo>
                  <a:pt x="4985373" y="2859496"/>
                  <a:pt x="4995142" y="2849727"/>
                  <a:pt x="5007193" y="2849727"/>
                </a:cubicBezTo>
                <a:close/>
                <a:moveTo>
                  <a:pt x="4928511" y="2849727"/>
                </a:moveTo>
                <a:cubicBezTo>
                  <a:pt x="4940927" y="2849727"/>
                  <a:pt x="4950992" y="2859496"/>
                  <a:pt x="4950992" y="2871547"/>
                </a:cubicBezTo>
                <a:cubicBezTo>
                  <a:pt x="4950992" y="2883598"/>
                  <a:pt x="4940927" y="2893367"/>
                  <a:pt x="4928511" y="2893367"/>
                </a:cubicBezTo>
                <a:cubicBezTo>
                  <a:pt x="4916095" y="2893367"/>
                  <a:pt x="4906030" y="2883598"/>
                  <a:pt x="4906030" y="2871547"/>
                </a:cubicBezTo>
                <a:cubicBezTo>
                  <a:pt x="4906030" y="2859496"/>
                  <a:pt x="4916095" y="2849727"/>
                  <a:pt x="4928511" y="2849727"/>
                </a:cubicBezTo>
                <a:close/>
                <a:moveTo>
                  <a:pt x="4850491" y="2849727"/>
                </a:moveTo>
                <a:cubicBezTo>
                  <a:pt x="4862907" y="2849727"/>
                  <a:pt x="4872972" y="2859496"/>
                  <a:pt x="4872972" y="2871547"/>
                </a:cubicBezTo>
                <a:cubicBezTo>
                  <a:pt x="4872972" y="2883598"/>
                  <a:pt x="4862907" y="2893367"/>
                  <a:pt x="4850491" y="2893367"/>
                </a:cubicBezTo>
                <a:cubicBezTo>
                  <a:pt x="4838075" y="2893367"/>
                  <a:pt x="4828010" y="2883598"/>
                  <a:pt x="4828010" y="2871547"/>
                </a:cubicBezTo>
                <a:cubicBezTo>
                  <a:pt x="4828010" y="2859496"/>
                  <a:pt x="4838075" y="2849727"/>
                  <a:pt x="4850491" y="2849727"/>
                </a:cubicBezTo>
                <a:close/>
                <a:moveTo>
                  <a:pt x="4773132" y="2849727"/>
                </a:moveTo>
                <a:cubicBezTo>
                  <a:pt x="4785183" y="2849727"/>
                  <a:pt x="4794952" y="2859496"/>
                  <a:pt x="4794952" y="2871547"/>
                </a:cubicBezTo>
                <a:cubicBezTo>
                  <a:pt x="4794952" y="2883598"/>
                  <a:pt x="4785183" y="2893367"/>
                  <a:pt x="4773132" y="2893367"/>
                </a:cubicBezTo>
                <a:cubicBezTo>
                  <a:pt x="4761081" y="2893367"/>
                  <a:pt x="4751312" y="2883598"/>
                  <a:pt x="4751312" y="2871547"/>
                </a:cubicBezTo>
                <a:cubicBezTo>
                  <a:pt x="4751312" y="2859496"/>
                  <a:pt x="4761081" y="2849727"/>
                  <a:pt x="4773132" y="2849727"/>
                </a:cubicBezTo>
                <a:close/>
                <a:moveTo>
                  <a:pt x="4695111" y="2849727"/>
                </a:moveTo>
                <a:cubicBezTo>
                  <a:pt x="4707162" y="2849727"/>
                  <a:pt x="4716931" y="2859496"/>
                  <a:pt x="4716931" y="2871547"/>
                </a:cubicBezTo>
                <a:cubicBezTo>
                  <a:pt x="4716931" y="2883598"/>
                  <a:pt x="4707162" y="2893367"/>
                  <a:pt x="4695111" y="2893367"/>
                </a:cubicBezTo>
                <a:cubicBezTo>
                  <a:pt x="4683060" y="2893367"/>
                  <a:pt x="4673291" y="2883598"/>
                  <a:pt x="4673291" y="2871547"/>
                </a:cubicBezTo>
                <a:cubicBezTo>
                  <a:pt x="4673291" y="2859496"/>
                  <a:pt x="4683060" y="2849727"/>
                  <a:pt x="4695111" y="2849727"/>
                </a:cubicBezTo>
                <a:close/>
                <a:moveTo>
                  <a:pt x="4617091" y="2849727"/>
                </a:moveTo>
                <a:cubicBezTo>
                  <a:pt x="4629142" y="2849727"/>
                  <a:pt x="4638911" y="2859496"/>
                  <a:pt x="4638911" y="2871547"/>
                </a:cubicBezTo>
                <a:cubicBezTo>
                  <a:pt x="4638911" y="2883598"/>
                  <a:pt x="4629142" y="2893367"/>
                  <a:pt x="4617091" y="2893367"/>
                </a:cubicBezTo>
                <a:cubicBezTo>
                  <a:pt x="4605040" y="2893367"/>
                  <a:pt x="4595271" y="2883598"/>
                  <a:pt x="4595271" y="2871547"/>
                </a:cubicBezTo>
                <a:cubicBezTo>
                  <a:pt x="4595271" y="2859496"/>
                  <a:pt x="4605040" y="2849727"/>
                  <a:pt x="4617091" y="2849727"/>
                </a:cubicBezTo>
                <a:close/>
                <a:moveTo>
                  <a:pt x="4539070" y="2849727"/>
                </a:moveTo>
                <a:cubicBezTo>
                  <a:pt x="4551121" y="2849727"/>
                  <a:pt x="4560890" y="2859496"/>
                  <a:pt x="4560890" y="2871547"/>
                </a:cubicBezTo>
                <a:cubicBezTo>
                  <a:pt x="4560890" y="2883598"/>
                  <a:pt x="4551121" y="2893367"/>
                  <a:pt x="4539070" y="2893367"/>
                </a:cubicBezTo>
                <a:cubicBezTo>
                  <a:pt x="4527019" y="2893367"/>
                  <a:pt x="4517250" y="2883598"/>
                  <a:pt x="4517250" y="2871547"/>
                </a:cubicBezTo>
                <a:cubicBezTo>
                  <a:pt x="4517250" y="2859496"/>
                  <a:pt x="4527019" y="2849727"/>
                  <a:pt x="4539070" y="2849727"/>
                </a:cubicBezTo>
                <a:close/>
                <a:moveTo>
                  <a:pt x="4461711" y="2849727"/>
                </a:moveTo>
                <a:cubicBezTo>
                  <a:pt x="4474127" y="2849727"/>
                  <a:pt x="4484192" y="2859496"/>
                  <a:pt x="4484192" y="2871547"/>
                </a:cubicBezTo>
                <a:cubicBezTo>
                  <a:pt x="4484192" y="2883598"/>
                  <a:pt x="4474127" y="2893367"/>
                  <a:pt x="4461711" y="2893367"/>
                </a:cubicBezTo>
                <a:cubicBezTo>
                  <a:pt x="4449295" y="2893367"/>
                  <a:pt x="4439230" y="2883598"/>
                  <a:pt x="4439230" y="2871547"/>
                </a:cubicBezTo>
                <a:cubicBezTo>
                  <a:pt x="4439230" y="2859496"/>
                  <a:pt x="4449295" y="2849727"/>
                  <a:pt x="4461711" y="2849727"/>
                </a:cubicBezTo>
                <a:close/>
                <a:moveTo>
                  <a:pt x="4384351" y="2849727"/>
                </a:moveTo>
                <a:cubicBezTo>
                  <a:pt x="4396402" y="2849727"/>
                  <a:pt x="4406171" y="2859496"/>
                  <a:pt x="4406171" y="2871547"/>
                </a:cubicBezTo>
                <a:cubicBezTo>
                  <a:pt x="4406171" y="2883598"/>
                  <a:pt x="4396402" y="2893367"/>
                  <a:pt x="4384351" y="2893367"/>
                </a:cubicBezTo>
                <a:cubicBezTo>
                  <a:pt x="4372300" y="2893367"/>
                  <a:pt x="4362531" y="2883598"/>
                  <a:pt x="4362531" y="2871547"/>
                </a:cubicBezTo>
                <a:cubicBezTo>
                  <a:pt x="4362531" y="2859496"/>
                  <a:pt x="4372300" y="2849727"/>
                  <a:pt x="4384351" y="2849727"/>
                </a:cubicBezTo>
                <a:close/>
                <a:moveTo>
                  <a:pt x="4305009" y="2849727"/>
                </a:moveTo>
                <a:cubicBezTo>
                  <a:pt x="4317060" y="2849727"/>
                  <a:pt x="4326829" y="2859496"/>
                  <a:pt x="4326829" y="2871547"/>
                </a:cubicBezTo>
                <a:cubicBezTo>
                  <a:pt x="4326829" y="2883598"/>
                  <a:pt x="4317060" y="2893367"/>
                  <a:pt x="4305009" y="2893367"/>
                </a:cubicBezTo>
                <a:cubicBezTo>
                  <a:pt x="4292958" y="2893367"/>
                  <a:pt x="4283189" y="2883598"/>
                  <a:pt x="4283189" y="2871547"/>
                </a:cubicBezTo>
                <a:cubicBezTo>
                  <a:pt x="4283189" y="2859496"/>
                  <a:pt x="4292958" y="2849727"/>
                  <a:pt x="4305009" y="2849727"/>
                </a:cubicBezTo>
                <a:close/>
                <a:moveTo>
                  <a:pt x="4226989" y="2849727"/>
                </a:moveTo>
                <a:cubicBezTo>
                  <a:pt x="4239040" y="2849727"/>
                  <a:pt x="4248809" y="2859496"/>
                  <a:pt x="4248809" y="2871547"/>
                </a:cubicBezTo>
                <a:cubicBezTo>
                  <a:pt x="4248809" y="2883598"/>
                  <a:pt x="4239040" y="2893367"/>
                  <a:pt x="4226989" y="2893367"/>
                </a:cubicBezTo>
                <a:cubicBezTo>
                  <a:pt x="4214938" y="2893367"/>
                  <a:pt x="4205169" y="2883598"/>
                  <a:pt x="4205169" y="2871547"/>
                </a:cubicBezTo>
                <a:cubicBezTo>
                  <a:pt x="4205169" y="2859496"/>
                  <a:pt x="4214938" y="2849727"/>
                  <a:pt x="4226989" y="2849727"/>
                </a:cubicBezTo>
                <a:close/>
                <a:moveTo>
                  <a:pt x="4149629" y="2849727"/>
                </a:moveTo>
                <a:cubicBezTo>
                  <a:pt x="4162045" y="2849727"/>
                  <a:pt x="4172110" y="2859496"/>
                  <a:pt x="4172110" y="2871547"/>
                </a:cubicBezTo>
                <a:cubicBezTo>
                  <a:pt x="4172110" y="2883598"/>
                  <a:pt x="4162045" y="2893367"/>
                  <a:pt x="4149629" y="2893367"/>
                </a:cubicBezTo>
                <a:cubicBezTo>
                  <a:pt x="4137213" y="2893367"/>
                  <a:pt x="4127148" y="2883598"/>
                  <a:pt x="4127148" y="2871547"/>
                </a:cubicBezTo>
                <a:cubicBezTo>
                  <a:pt x="4127148" y="2859496"/>
                  <a:pt x="4137213" y="2849727"/>
                  <a:pt x="4149629" y="2849727"/>
                </a:cubicBezTo>
                <a:close/>
                <a:moveTo>
                  <a:pt x="4072270" y="2849727"/>
                </a:moveTo>
                <a:cubicBezTo>
                  <a:pt x="4084321" y="2849727"/>
                  <a:pt x="4094090" y="2859496"/>
                  <a:pt x="4094090" y="2871547"/>
                </a:cubicBezTo>
                <a:cubicBezTo>
                  <a:pt x="4094090" y="2883598"/>
                  <a:pt x="4084321" y="2893367"/>
                  <a:pt x="4072270" y="2893367"/>
                </a:cubicBezTo>
                <a:cubicBezTo>
                  <a:pt x="4060219" y="2893367"/>
                  <a:pt x="4050450" y="2883598"/>
                  <a:pt x="4050450" y="2871547"/>
                </a:cubicBezTo>
                <a:cubicBezTo>
                  <a:pt x="4050450" y="2859496"/>
                  <a:pt x="4060219" y="2849727"/>
                  <a:pt x="4072270" y="2849727"/>
                </a:cubicBezTo>
                <a:close/>
                <a:moveTo>
                  <a:pt x="3994250" y="2849727"/>
                </a:moveTo>
                <a:cubicBezTo>
                  <a:pt x="4006301" y="2849727"/>
                  <a:pt x="4016070" y="2859496"/>
                  <a:pt x="4016070" y="2871547"/>
                </a:cubicBezTo>
                <a:cubicBezTo>
                  <a:pt x="4016070" y="2883598"/>
                  <a:pt x="4006301" y="2893367"/>
                  <a:pt x="3994250" y="2893367"/>
                </a:cubicBezTo>
                <a:cubicBezTo>
                  <a:pt x="3982199" y="2893367"/>
                  <a:pt x="3972430" y="2883598"/>
                  <a:pt x="3972430" y="2871547"/>
                </a:cubicBezTo>
                <a:cubicBezTo>
                  <a:pt x="3972430" y="2859496"/>
                  <a:pt x="3982199" y="2849727"/>
                  <a:pt x="3994250" y="2849727"/>
                </a:cubicBezTo>
                <a:close/>
                <a:moveTo>
                  <a:pt x="2513845" y="2849727"/>
                </a:moveTo>
                <a:cubicBezTo>
                  <a:pt x="2526261" y="2849727"/>
                  <a:pt x="2536326" y="2859496"/>
                  <a:pt x="2536326" y="2871547"/>
                </a:cubicBezTo>
                <a:cubicBezTo>
                  <a:pt x="2536326" y="2883598"/>
                  <a:pt x="2526261" y="2893367"/>
                  <a:pt x="2513845" y="2893367"/>
                </a:cubicBezTo>
                <a:cubicBezTo>
                  <a:pt x="2501429" y="2893367"/>
                  <a:pt x="2491364" y="2883598"/>
                  <a:pt x="2491364" y="2871547"/>
                </a:cubicBezTo>
                <a:cubicBezTo>
                  <a:pt x="2491364" y="2859496"/>
                  <a:pt x="2501429" y="2849727"/>
                  <a:pt x="2513845" y="2849727"/>
                </a:cubicBezTo>
                <a:close/>
                <a:moveTo>
                  <a:pt x="2203086" y="2849727"/>
                </a:moveTo>
                <a:cubicBezTo>
                  <a:pt x="2215502" y="2849727"/>
                  <a:pt x="2225567" y="2859496"/>
                  <a:pt x="2225567" y="2871547"/>
                </a:cubicBezTo>
                <a:cubicBezTo>
                  <a:pt x="2225567" y="2883598"/>
                  <a:pt x="2215502" y="2893367"/>
                  <a:pt x="2203086" y="2893367"/>
                </a:cubicBezTo>
                <a:cubicBezTo>
                  <a:pt x="2190670" y="2893367"/>
                  <a:pt x="2180605" y="2883598"/>
                  <a:pt x="2180605" y="2871547"/>
                </a:cubicBezTo>
                <a:cubicBezTo>
                  <a:pt x="2180605" y="2859496"/>
                  <a:pt x="2190670" y="2849727"/>
                  <a:pt x="2203086" y="2849727"/>
                </a:cubicBezTo>
                <a:close/>
                <a:moveTo>
                  <a:pt x="2125727" y="2849727"/>
                </a:moveTo>
                <a:cubicBezTo>
                  <a:pt x="2137778" y="2849727"/>
                  <a:pt x="2147547" y="2859496"/>
                  <a:pt x="2147547" y="2871547"/>
                </a:cubicBezTo>
                <a:cubicBezTo>
                  <a:pt x="2147547" y="2883598"/>
                  <a:pt x="2137778" y="2893367"/>
                  <a:pt x="2125727" y="2893367"/>
                </a:cubicBezTo>
                <a:cubicBezTo>
                  <a:pt x="2113676" y="2893367"/>
                  <a:pt x="2103907" y="2883598"/>
                  <a:pt x="2103907" y="2871547"/>
                </a:cubicBezTo>
                <a:cubicBezTo>
                  <a:pt x="2103907" y="2859496"/>
                  <a:pt x="2113676" y="2849727"/>
                  <a:pt x="2125727" y="2849727"/>
                </a:cubicBezTo>
                <a:close/>
                <a:moveTo>
                  <a:pt x="2047706" y="2849727"/>
                </a:moveTo>
                <a:cubicBezTo>
                  <a:pt x="2059757" y="2849727"/>
                  <a:pt x="2069526" y="2859496"/>
                  <a:pt x="2069526" y="2871547"/>
                </a:cubicBezTo>
                <a:cubicBezTo>
                  <a:pt x="2069526" y="2883598"/>
                  <a:pt x="2059757" y="2893367"/>
                  <a:pt x="2047706" y="2893367"/>
                </a:cubicBezTo>
                <a:cubicBezTo>
                  <a:pt x="2035655" y="2893367"/>
                  <a:pt x="2025886" y="2883598"/>
                  <a:pt x="2025886" y="2871547"/>
                </a:cubicBezTo>
                <a:cubicBezTo>
                  <a:pt x="2025886" y="2859496"/>
                  <a:pt x="2035655" y="2849727"/>
                  <a:pt x="2047706" y="2849727"/>
                </a:cubicBezTo>
                <a:close/>
                <a:moveTo>
                  <a:pt x="7576577" y="2771707"/>
                </a:moveTo>
                <a:cubicBezTo>
                  <a:pt x="7588628" y="2771707"/>
                  <a:pt x="7598397" y="2781476"/>
                  <a:pt x="7598397" y="2793527"/>
                </a:cubicBezTo>
                <a:cubicBezTo>
                  <a:pt x="7598397" y="2805578"/>
                  <a:pt x="7588628" y="2815347"/>
                  <a:pt x="7576577" y="2815347"/>
                </a:cubicBezTo>
                <a:cubicBezTo>
                  <a:pt x="7564526" y="2815347"/>
                  <a:pt x="7554757" y="2805578"/>
                  <a:pt x="7554757" y="2793527"/>
                </a:cubicBezTo>
                <a:cubicBezTo>
                  <a:pt x="7554757" y="2781476"/>
                  <a:pt x="7564526" y="2771707"/>
                  <a:pt x="7576577" y="2771707"/>
                </a:cubicBezTo>
                <a:close/>
                <a:moveTo>
                  <a:pt x="7498556" y="2771707"/>
                </a:moveTo>
                <a:cubicBezTo>
                  <a:pt x="7510607" y="2771707"/>
                  <a:pt x="7520376" y="2781476"/>
                  <a:pt x="7520376" y="2793527"/>
                </a:cubicBezTo>
                <a:cubicBezTo>
                  <a:pt x="7520376" y="2805578"/>
                  <a:pt x="7510607" y="2815347"/>
                  <a:pt x="7498556" y="2815347"/>
                </a:cubicBezTo>
                <a:cubicBezTo>
                  <a:pt x="7486505" y="2815347"/>
                  <a:pt x="7476736" y="2805578"/>
                  <a:pt x="7476736" y="2793527"/>
                </a:cubicBezTo>
                <a:cubicBezTo>
                  <a:pt x="7476736" y="2781476"/>
                  <a:pt x="7486505" y="2771707"/>
                  <a:pt x="7498556" y="2771707"/>
                </a:cubicBezTo>
                <a:close/>
                <a:moveTo>
                  <a:pt x="7186475" y="2771707"/>
                </a:moveTo>
                <a:cubicBezTo>
                  <a:pt x="7198526" y="2771707"/>
                  <a:pt x="7208295" y="2781476"/>
                  <a:pt x="7208295" y="2793527"/>
                </a:cubicBezTo>
                <a:cubicBezTo>
                  <a:pt x="7208295" y="2805578"/>
                  <a:pt x="7198526" y="2815347"/>
                  <a:pt x="7186475" y="2815347"/>
                </a:cubicBezTo>
                <a:cubicBezTo>
                  <a:pt x="7174424" y="2815347"/>
                  <a:pt x="7164655" y="2805578"/>
                  <a:pt x="7164655" y="2793527"/>
                </a:cubicBezTo>
                <a:cubicBezTo>
                  <a:pt x="7164655" y="2781476"/>
                  <a:pt x="7174424" y="2771707"/>
                  <a:pt x="7186475" y="2771707"/>
                </a:cubicBezTo>
                <a:close/>
                <a:moveTo>
                  <a:pt x="7109116" y="2771707"/>
                </a:moveTo>
                <a:cubicBezTo>
                  <a:pt x="7121532" y="2771707"/>
                  <a:pt x="7131597" y="2781476"/>
                  <a:pt x="7131597" y="2793527"/>
                </a:cubicBezTo>
                <a:cubicBezTo>
                  <a:pt x="7131597" y="2805578"/>
                  <a:pt x="7121532" y="2815347"/>
                  <a:pt x="7109116" y="2815347"/>
                </a:cubicBezTo>
                <a:cubicBezTo>
                  <a:pt x="7096700" y="2815347"/>
                  <a:pt x="7086635" y="2805578"/>
                  <a:pt x="7086635" y="2793527"/>
                </a:cubicBezTo>
                <a:cubicBezTo>
                  <a:pt x="7086635" y="2781476"/>
                  <a:pt x="7096700" y="2771707"/>
                  <a:pt x="7109116" y="2771707"/>
                </a:cubicBezTo>
                <a:close/>
                <a:moveTo>
                  <a:pt x="7031757" y="2771707"/>
                </a:moveTo>
                <a:cubicBezTo>
                  <a:pt x="7043808" y="2771707"/>
                  <a:pt x="7053577" y="2781476"/>
                  <a:pt x="7053577" y="2793527"/>
                </a:cubicBezTo>
                <a:cubicBezTo>
                  <a:pt x="7053577" y="2805578"/>
                  <a:pt x="7043808" y="2815347"/>
                  <a:pt x="7031757" y="2815347"/>
                </a:cubicBezTo>
                <a:cubicBezTo>
                  <a:pt x="7019706" y="2815347"/>
                  <a:pt x="7009937" y="2805578"/>
                  <a:pt x="7009937" y="2793527"/>
                </a:cubicBezTo>
                <a:cubicBezTo>
                  <a:pt x="7009937" y="2781476"/>
                  <a:pt x="7019706" y="2771707"/>
                  <a:pt x="7031757" y="2771707"/>
                </a:cubicBezTo>
                <a:close/>
                <a:moveTo>
                  <a:pt x="6953736" y="2771707"/>
                </a:moveTo>
                <a:cubicBezTo>
                  <a:pt x="6965787" y="2771707"/>
                  <a:pt x="6975556" y="2781476"/>
                  <a:pt x="6975556" y="2793527"/>
                </a:cubicBezTo>
                <a:cubicBezTo>
                  <a:pt x="6975556" y="2805578"/>
                  <a:pt x="6965787" y="2815347"/>
                  <a:pt x="6953736" y="2815347"/>
                </a:cubicBezTo>
                <a:cubicBezTo>
                  <a:pt x="6941685" y="2815347"/>
                  <a:pt x="6931916" y="2805578"/>
                  <a:pt x="6931916" y="2793527"/>
                </a:cubicBezTo>
                <a:cubicBezTo>
                  <a:pt x="6931916" y="2781476"/>
                  <a:pt x="6941685" y="2771707"/>
                  <a:pt x="6953736" y="2771707"/>
                </a:cubicBezTo>
                <a:close/>
                <a:moveTo>
                  <a:pt x="6485613" y="2771707"/>
                </a:moveTo>
                <a:cubicBezTo>
                  <a:pt x="6497664" y="2771707"/>
                  <a:pt x="6507433" y="2781476"/>
                  <a:pt x="6507433" y="2793527"/>
                </a:cubicBezTo>
                <a:cubicBezTo>
                  <a:pt x="6507433" y="2805578"/>
                  <a:pt x="6497664" y="2815347"/>
                  <a:pt x="6485613" y="2815347"/>
                </a:cubicBezTo>
                <a:cubicBezTo>
                  <a:pt x="6473562" y="2815347"/>
                  <a:pt x="6463793" y="2805578"/>
                  <a:pt x="6463793" y="2793527"/>
                </a:cubicBezTo>
                <a:cubicBezTo>
                  <a:pt x="6463793" y="2781476"/>
                  <a:pt x="6473562" y="2771707"/>
                  <a:pt x="6485613" y="2771707"/>
                </a:cubicBezTo>
                <a:close/>
                <a:moveTo>
                  <a:pt x="6408916" y="2771707"/>
                </a:moveTo>
                <a:cubicBezTo>
                  <a:pt x="6420967" y="2771707"/>
                  <a:pt x="6430736" y="2781476"/>
                  <a:pt x="6430736" y="2793527"/>
                </a:cubicBezTo>
                <a:cubicBezTo>
                  <a:pt x="6430736" y="2805578"/>
                  <a:pt x="6420967" y="2815347"/>
                  <a:pt x="6408916" y="2815347"/>
                </a:cubicBezTo>
                <a:cubicBezTo>
                  <a:pt x="6396865" y="2815347"/>
                  <a:pt x="6387096" y="2805578"/>
                  <a:pt x="6387096" y="2793527"/>
                </a:cubicBezTo>
                <a:cubicBezTo>
                  <a:pt x="6387096" y="2781476"/>
                  <a:pt x="6396865" y="2771707"/>
                  <a:pt x="6408916" y="2771707"/>
                </a:cubicBezTo>
                <a:close/>
                <a:moveTo>
                  <a:pt x="6330896" y="2771707"/>
                </a:moveTo>
                <a:cubicBezTo>
                  <a:pt x="6342947" y="2771707"/>
                  <a:pt x="6352716" y="2781476"/>
                  <a:pt x="6352716" y="2793527"/>
                </a:cubicBezTo>
                <a:cubicBezTo>
                  <a:pt x="6352716" y="2805578"/>
                  <a:pt x="6342947" y="2815347"/>
                  <a:pt x="6330896" y="2815347"/>
                </a:cubicBezTo>
                <a:cubicBezTo>
                  <a:pt x="6318845" y="2815347"/>
                  <a:pt x="6309076" y="2805578"/>
                  <a:pt x="6309076" y="2793527"/>
                </a:cubicBezTo>
                <a:cubicBezTo>
                  <a:pt x="6309076" y="2781476"/>
                  <a:pt x="6318845" y="2771707"/>
                  <a:pt x="6330896" y="2771707"/>
                </a:cubicBezTo>
                <a:close/>
                <a:moveTo>
                  <a:pt x="5708054" y="2771707"/>
                </a:moveTo>
                <a:cubicBezTo>
                  <a:pt x="5720105" y="2771707"/>
                  <a:pt x="5729874" y="2781476"/>
                  <a:pt x="5729874" y="2793527"/>
                </a:cubicBezTo>
                <a:cubicBezTo>
                  <a:pt x="5729874" y="2805578"/>
                  <a:pt x="5720105" y="2815347"/>
                  <a:pt x="5708054" y="2815347"/>
                </a:cubicBezTo>
                <a:cubicBezTo>
                  <a:pt x="5696003" y="2815347"/>
                  <a:pt x="5686234" y="2805578"/>
                  <a:pt x="5686234" y="2793527"/>
                </a:cubicBezTo>
                <a:cubicBezTo>
                  <a:pt x="5686234" y="2781476"/>
                  <a:pt x="5696003" y="2771707"/>
                  <a:pt x="5708054" y="2771707"/>
                </a:cubicBezTo>
                <a:close/>
                <a:moveTo>
                  <a:pt x="5630034" y="2771707"/>
                </a:moveTo>
                <a:cubicBezTo>
                  <a:pt x="5642085" y="2771707"/>
                  <a:pt x="5651854" y="2781476"/>
                  <a:pt x="5651854" y="2793527"/>
                </a:cubicBezTo>
                <a:cubicBezTo>
                  <a:pt x="5651854" y="2805578"/>
                  <a:pt x="5642085" y="2815347"/>
                  <a:pt x="5630034" y="2815347"/>
                </a:cubicBezTo>
                <a:cubicBezTo>
                  <a:pt x="5617983" y="2815347"/>
                  <a:pt x="5608214" y="2805578"/>
                  <a:pt x="5608214" y="2793527"/>
                </a:cubicBezTo>
                <a:cubicBezTo>
                  <a:pt x="5608214" y="2781476"/>
                  <a:pt x="5617983" y="2771707"/>
                  <a:pt x="5630034" y="2771707"/>
                </a:cubicBezTo>
                <a:close/>
                <a:moveTo>
                  <a:pt x="5552013" y="2771707"/>
                </a:moveTo>
                <a:cubicBezTo>
                  <a:pt x="5564064" y="2771707"/>
                  <a:pt x="5573833" y="2781476"/>
                  <a:pt x="5573833" y="2793527"/>
                </a:cubicBezTo>
                <a:cubicBezTo>
                  <a:pt x="5573833" y="2805578"/>
                  <a:pt x="5564064" y="2815347"/>
                  <a:pt x="5552013" y="2815347"/>
                </a:cubicBezTo>
                <a:cubicBezTo>
                  <a:pt x="5539962" y="2815347"/>
                  <a:pt x="5530193" y="2805578"/>
                  <a:pt x="5530193" y="2793527"/>
                </a:cubicBezTo>
                <a:cubicBezTo>
                  <a:pt x="5530193" y="2781476"/>
                  <a:pt x="5539962" y="2771707"/>
                  <a:pt x="5552013" y="2771707"/>
                </a:cubicBezTo>
                <a:close/>
                <a:moveTo>
                  <a:pt x="5395972" y="2771707"/>
                </a:moveTo>
                <a:cubicBezTo>
                  <a:pt x="5408023" y="2771707"/>
                  <a:pt x="5417792" y="2781476"/>
                  <a:pt x="5417792" y="2793527"/>
                </a:cubicBezTo>
                <a:cubicBezTo>
                  <a:pt x="5417792" y="2805578"/>
                  <a:pt x="5408023" y="2815347"/>
                  <a:pt x="5395972" y="2815347"/>
                </a:cubicBezTo>
                <a:cubicBezTo>
                  <a:pt x="5383921" y="2815347"/>
                  <a:pt x="5374152" y="2805578"/>
                  <a:pt x="5374152" y="2793527"/>
                </a:cubicBezTo>
                <a:cubicBezTo>
                  <a:pt x="5374152" y="2781476"/>
                  <a:pt x="5383921" y="2771707"/>
                  <a:pt x="5395972" y="2771707"/>
                </a:cubicBezTo>
                <a:close/>
                <a:moveTo>
                  <a:pt x="5317953" y="2771707"/>
                </a:moveTo>
                <a:cubicBezTo>
                  <a:pt x="5330004" y="2771707"/>
                  <a:pt x="5339773" y="2781476"/>
                  <a:pt x="5339773" y="2793527"/>
                </a:cubicBezTo>
                <a:cubicBezTo>
                  <a:pt x="5339773" y="2805578"/>
                  <a:pt x="5330004" y="2815347"/>
                  <a:pt x="5317953" y="2815347"/>
                </a:cubicBezTo>
                <a:cubicBezTo>
                  <a:pt x="5305902" y="2815347"/>
                  <a:pt x="5296133" y="2805578"/>
                  <a:pt x="5296133" y="2793527"/>
                </a:cubicBezTo>
                <a:cubicBezTo>
                  <a:pt x="5296133" y="2781476"/>
                  <a:pt x="5305902" y="2771707"/>
                  <a:pt x="5317953" y="2771707"/>
                </a:cubicBezTo>
                <a:close/>
                <a:moveTo>
                  <a:pt x="5239931" y="2771707"/>
                </a:moveTo>
                <a:cubicBezTo>
                  <a:pt x="5251982" y="2771707"/>
                  <a:pt x="5261751" y="2781476"/>
                  <a:pt x="5261751" y="2793527"/>
                </a:cubicBezTo>
                <a:cubicBezTo>
                  <a:pt x="5261751" y="2805578"/>
                  <a:pt x="5251982" y="2815347"/>
                  <a:pt x="5239931" y="2815347"/>
                </a:cubicBezTo>
                <a:cubicBezTo>
                  <a:pt x="5227880" y="2815347"/>
                  <a:pt x="5218111" y="2805578"/>
                  <a:pt x="5218111" y="2793527"/>
                </a:cubicBezTo>
                <a:cubicBezTo>
                  <a:pt x="5218111" y="2781476"/>
                  <a:pt x="5227880" y="2771707"/>
                  <a:pt x="5239931" y="2771707"/>
                </a:cubicBezTo>
                <a:close/>
                <a:moveTo>
                  <a:pt x="5162572" y="2771707"/>
                </a:moveTo>
                <a:cubicBezTo>
                  <a:pt x="5174988" y="2771707"/>
                  <a:pt x="5185053" y="2781476"/>
                  <a:pt x="5185053" y="2793527"/>
                </a:cubicBezTo>
                <a:cubicBezTo>
                  <a:pt x="5185053" y="2805578"/>
                  <a:pt x="5174988" y="2815347"/>
                  <a:pt x="5162572" y="2815347"/>
                </a:cubicBezTo>
                <a:cubicBezTo>
                  <a:pt x="5150156" y="2815347"/>
                  <a:pt x="5140091" y="2805578"/>
                  <a:pt x="5140091" y="2793527"/>
                </a:cubicBezTo>
                <a:cubicBezTo>
                  <a:pt x="5140091" y="2781476"/>
                  <a:pt x="5150156" y="2771707"/>
                  <a:pt x="5162572" y="2771707"/>
                </a:cubicBezTo>
                <a:close/>
                <a:moveTo>
                  <a:pt x="5085212" y="2771707"/>
                </a:moveTo>
                <a:cubicBezTo>
                  <a:pt x="5097263" y="2771707"/>
                  <a:pt x="5107032" y="2781476"/>
                  <a:pt x="5107032" y="2793527"/>
                </a:cubicBezTo>
                <a:cubicBezTo>
                  <a:pt x="5107032" y="2805578"/>
                  <a:pt x="5097263" y="2815347"/>
                  <a:pt x="5085212" y="2815347"/>
                </a:cubicBezTo>
                <a:cubicBezTo>
                  <a:pt x="5073161" y="2815347"/>
                  <a:pt x="5063392" y="2805578"/>
                  <a:pt x="5063392" y="2793527"/>
                </a:cubicBezTo>
                <a:cubicBezTo>
                  <a:pt x="5063392" y="2781476"/>
                  <a:pt x="5073161" y="2771707"/>
                  <a:pt x="5085212" y="2771707"/>
                </a:cubicBezTo>
                <a:close/>
                <a:moveTo>
                  <a:pt x="5007193" y="2771707"/>
                </a:moveTo>
                <a:cubicBezTo>
                  <a:pt x="5019244" y="2771707"/>
                  <a:pt x="5029013" y="2781476"/>
                  <a:pt x="5029013" y="2793527"/>
                </a:cubicBezTo>
                <a:cubicBezTo>
                  <a:pt x="5029013" y="2805578"/>
                  <a:pt x="5019244" y="2815347"/>
                  <a:pt x="5007193" y="2815347"/>
                </a:cubicBezTo>
                <a:cubicBezTo>
                  <a:pt x="4995142" y="2815347"/>
                  <a:pt x="4985373" y="2805578"/>
                  <a:pt x="4985373" y="2793527"/>
                </a:cubicBezTo>
                <a:cubicBezTo>
                  <a:pt x="4985373" y="2781476"/>
                  <a:pt x="4995142" y="2771707"/>
                  <a:pt x="5007193" y="2771707"/>
                </a:cubicBezTo>
                <a:close/>
                <a:moveTo>
                  <a:pt x="4928511" y="2771707"/>
                </a:moveTo>
                <a:cubicBezTo>
                  <a:pt x="4940927" y="2771707"/>
                  <a:pt x="4950992" y="2781476"/>
                  <a:pt x="4950992" y="2793527"/>
                </a:cubicBezTo>
                <a:cubicBezTo>
                  <a:pt x="4950992" y="2805578"/>
                  <a:pt x="4940927" y="2815347"/>
                  <a:pt x="4928511" y="2815347"/>
                </a:cubicBezTo>
                <a:cubicBezTo>
                  <a:pt x="4916095" y="2815347"/>
                  <a:pt x="4906030" y="2805578"/>
                  <a:pt x="4906030" y="2793527"/>
                </a:cubicBezTo>
                <a:cubicBezTo>
                  <a:pt x="4906030" y="2781476"/>
                  <a:pt x="4916095" y="2771707"/>
                  <a:pt x="4928511" y="2771707"/>
                </a:cubicBezTo>
                <a:close/>
                <a:moveTo>
                  <a:pt x="4850491" y="2771707"/>
                </a:moveTo>
                <a:cubicBezTo>
                  <a:pt x="4862907" y="2771707"/>
                  <a:pt x="4872972" y="2781476"/>
                  <a:pt x="4872972" y="2793527"/>
                </a:cubicBezTo>
                <a:cubicBezTo>
                  <a:pt x="4872972" y="2805578"/>
                  <a:pt x="4862907" y="2815347"/>
                  <a:pt x="4850491" y="2815347"/>
                </a:cubicBezTo>
                <a:cubicBezTo>
                  <a:pt x="4838075" y="2815347"/>
                  <a:pt x="4828010" y="2805578"/>
                  <a:pt x="4828010" y="2793527"/>
                </a:cubicBezTo>
                <a:cubicBezTo>
                  <a:pt x="4828010" y="2781476"/>
                  <a:pt x="4838075" y="2771707"/>
                  <a:pt x="4850491" y="2771707"/>
                </a:cubicBezTo>
                <a:close/>
                <a:moveTo>
                  <a:pt x="4773132" y="2771707"/>
                </a:moveTo>
                <a:cubicBezTo>
                  <a:pt x="4785183" y="2771707"/>
                  <a:pt x="4794952" y="2781476"/>
                  <a:pt x="4794952" y="2793527"/>
                </a:cubicBezTo>
                <a:cubicBezTo>
                  <a:pt x="4794952" y="2805578"/>
                  <a:pt x="4785183" y="2815347"/>
                  <a:pt x="4773132" y="2815347"/>
                </a:cubicBezTo>
                <a:cubicBezTo>
                  <a:pt x="4761081" y="2815347"/>
                  <a:pt x="4751312" y="2805578"/>
                  <a:pt x="4751312" y="2793527"/>
                </a:cubicBezTo>
                <a:cubicBezTo>
                  <a:pt x="4751312" y="2781476"/>
                  <a:pt x="4761081" y="2771707"/>
                  <a:pt x="4773132" y="2771707"/>
                </a:cubicBezTo>
                <a:close/>
                <a:moveTo>
                  <a:pt x="4695111" y="2771707"/>
                </a:moveTo>
                <a:cubicBezTo>
                  <a:pt x="4707162" y="2771707"/>
                  <a:pt x="4716931" y="2781476"/>
                  <a:pt x="4716931" y="2793527"/>
                </a:cubicBezTo>
                <a:cubicBezTo>
                  <a:pt x="4716931" y="2805578"/>
                  <a:pt x="4707162" y="2815347"/>
                  <a:pt x="4695111" y="2815347"/>
                </a:cubicBezTo>
                <a:cubicBezTo>
                  <a:pt x="4683060" y="2815347"/>
                  <a:pt x="4673291" y="2805578"/>
                  <a:pt x="4673291" y="2793527"/>
                </a:cubicBezTo>
                <a:cubicBezTo>
                  <a:pt x="4673291" y="2781476"/>
                  <a:pt x="4683060" y="2771707"/>
                  <a:pt x="4695111" y="2771707"/>
                </a:cubicBezTo>
                <a:close/>
                <a:moveTo>
                  <a:pt x="4617091" y="2771707"/>
                </a:moveTo>
                <a:cubicBezTo>
                  <a:pt x="4629142" y="2771707"/>
                  <a:pt x="4638911" y="2781476"/>
                  <a:pt x="4638911" y="2793527"/>
                </a:cubicBezTo>
                <a:cubicBezTo>
                  <a:pt x="4638911" y="2805578"/>
                  <a:pt x="4629142" y="2815347"/>
                  <a:pt x="4617091" y="2815347"/>
                </a:cubicBezTo>
                <a:cubicBezTo>
                  <a:pt x="4605040" y="2815347"/>
                  <a:pt x="4595271" y="2805578"/>
                  <a:pt x="4595271" y="2793527"/>
                </a:cubicBezTo>
                <a:cubicBezTo>
                  <a:pt x="4595271" y="2781476"/>
                  <a:pt x="4605040" y="2771707"/>
                  <a:pt x="4617091" y="2771707"/>
                </a:cubicBezTo>
                <a:close/>
                <a:moveTo>
                  <a:pt x="4539070" y="2771707"/>
                </a:moveTo>
                <a:cubicBezTo>
                  <a:pt x="4551121" y="2771707"/>
                  <a:pt x="4560890" y="2781476"/>
                  <a:pt x="4560890" y="2793527"/>
                </a:cubicBezTo>
                <a:cubicBezTo>
                  <a:pt x="4560890" y="2805578"/>
                  <a:pt x="4551121" y="2815347"/>
                  <a:pt x="4539070" y="2815347"/>
                </a:cubicBezTo>
                <a:cubicBezTo>
                  <a:pt x="4527019" y="2815347"/>
                  <a:pt x="4517250" y="2805578"/>
                  <a:pt x="4517250" y="2793527"/>
                </a:cubicBezTo>
                <a:cubicBezTo>
                  <a:pt x="4517250" y="2781476"/>
                  <a:pt x="4527019" y="2771707"/>
                  <a:pt x="4539070" y="2771707"/>
                </a:cubicBezTo>
                <a:close/>
                <a:moveTo>
                  <a:pt x="4461711" y="2771707"/>
                </a:moveTo>
                <a:cubicBezTo>
                  <a:pt x="4474127" y="2771707"/>
                  <a:pt x="4484192" y="2781476"/>
                  <a:pt x="4484192" y="2793527"/>
                </a:cubicBezTo>
                <a:cubicBezTo>
                  <a:pt x="4484192" y="2805578"/>
                  <a:pt x="4474127" y="2815347"/>
                  <a:pt x="4461711" y="2815347"/>
                </a:cubicBezTo>
                <a:cubicBezTo>
                  <a:pt x="4449295" y="2815347"/>
                  <a:pt x="4439230" y="2805578"/>
                  <a:pt x="4439230" y="2793527"/>
                </a:cubicBezTo>
                <a:cubicBezTo>
                  <a:pt x="4439230" y="2781476"/>
                  <a:pt x="4449295" y="2771707"/>
                  <a:pt x="4461711" y="2771707"/>
                </a:cubicBezTo>
                <a:close/>
                <a:moveTo>
                  <a:pt x="4384351" y="2771707"/>
                </a:moveTo>
                <a:cubicBezTo>
                  <a:pt x="4396402" y="2771707"/>
                  <a:pt x="4406171" y="2781476"/>
                  <a:pt x="4406171" y="2793527"/>
                </a:cubicBezTo>
                <a:cubicBezTo>
                  <a:pt x="4406171" y="2805578"/>
                  <a:pt x="4396402" y="2815347"/>
                  <a:pt x="4384351" y="2815347"/>
                </a:cubicBezTo>
                <a:cubicBezTo>
                  <a:pt x="4372300" y="2815347"/>
                  <a:pt x="4362531" y="2805578"/>
                  <a:pt x="4362531" y="2793527"/>
                </a:cubicBezTo>
                <a:cubicBezTo>
                  <a:pt x="4362531" y="2781476"/>
                  <a:pt x="4372300" y="2771707"/>
                  <a:pt x="4384351" y="2771707"/>
                </a:cubicBezTo>
                <a:close/>
                <a:moveTo>
                  <a:pt x="4305009" y="2771707"/>
                </a:moveTo>
                <a:cubicBezTo>
                  <a:pt x="4317060" y="2771707"/>
                  <a:pt x="4326829" y="2781476"/>
                  <a:pt x="4326829" y="2793527"/>
                </a:cubicBezTo>
                <a:cubicBezTo>
                  <a:pt x="4326829" y="2805578"/>
                  <a:pt x="4317060" y="2815347"/>
                  <a:pt x="4305009" y="2815347"/>
                </a:cubicBezTo>
                <a:cubicBezTo>
                  <a:pt x="4292958" y="2815347"/>
                  <a:pt x="4283189" y="2805578"/>
                  <a:pt x="4283189" y="2793527"/>
                </a:cubicBezTo>
                <a:cubicBezTo>
                  <a:pt x="4283189" y="2781476"/>
                  <a:pt x="4292958" y="2771707"/>
                  <a:pt x="4305009" y="2771707"/>
                </a:cubicBezTo>
                <a:close/>
                <a:moveTo>
                  <a:pt x="4226989" y="2771707"/>
                </a:moveTo>
                <a:cubicBezTo>
                  <a:pt x="4239040" y="2771707"/>
                  <a:pt x="4248809" y="2781476"/>
                  <a:pt x="4248809" y="2793527"/>
                </a:cubicBezTo>
                <a:cubicBezTo>
                  <a:pt x="4248809" y="2805578"/>
                  <a:pt x="4239040" y="2815347"/>
                  <a:pt x="4226989" y="2815347"/>
                </a:cubicBezTo>
                <a:cubicBezTo>
                  <a:pt x="4214938" y="2815347"/>
                  <a:pt x="4205169" y="2805578"/>
                  <a:pt x="4205169" y="2793527"/>
                </a:cubicBezTo>
                <a:cubicBezTo>
                  <a:pt x="4205169" y="2781476"/>
                  <a:pt x="4214938" y="2771707"/>
                  <a:pt x="4226989" y="2771707"/>
                </a:cubicBezTo>
                <a:close/>
                <a:moveTo>
                  <a:pt x="4149629" y="2771707"/>
                </a:moveTo>
                <a:cubicBezTo>
                  <a:pt x="4162045" y="2771707"/>
                  <a:pt x="4172110" y="2781476"/>
                  <a:pt x="4172110" y="2793527"/>
                </a:cubicBezTo>
                <a:cubicBezTo>
                  <a:pt x="4172110" y="2805578"/>
                  <a:pt x="4162045" y="2815347"/>
                  <a:pt x="4149629" y="2815347"/>
                </a:cubicBezTo>
                <a:cubicBezTo>
                  <a:pt x="4137213" y="2815347"/>
                  <a:pt x="4127148" y="2805578"/>
                  <a:pt x="4127148" y="2793527"/>
                </a:cubicBezTo>
                <a:cubicBezTo>
                  <a:pt x="4127148" y="2781476"/>
                  <a:pt x="4137213" y="2771707"/>
                  <a:pt x="4149629" y="2771707"/>
                </a:cubicBezTo>
                <a:close/>
                <a:moveTo>
                  <a:pt x="4072270" y="2771707"/>
                </a:moveTo>
                <a:cubicBezTo>
                  <a:pt x="4084321" y="2771707"/>
                  <a:pt x="4094090" y="2781476"/>
                  <a:pt x="4094090" y="2793527"/>
                </a:cubicBezTo>
                <a:cubicBezTo>
                  <a:pt x="4094090" y="2805578"/>
                  <a:pt x="4084321" y="2815347"/>
                  <a:pt x="4072270" y="2815347"/>
                </a:cubicBezTo>
                <a:cubicBezTo>
                  <a:pt x="4060219" y="2815347"/>
                  <a:pt x="4050450" y="2805578"/>
                  <a:pt x="4050450" y="2793527"/>
                </a:cubicBezTo>
                <a:cubicBezTo>
                  <a:pt x="4050450" y="2781476"/>
                  <a:pt x="4060219" y="2771707"/>
                  <a:pt x="4072270" y="2771707"/>
                </a:cubicBezTo>
                <a:close/>
                <a:moveTo>
                  <a:pt x="3994250" y="2771707"/>
                </a:moveTo>
                <a:cubicBezTo>
                  <a:pt x="4006301" y="2771707"/>
                  <a:pt x="4016070" y="2781476"/>
                  <a:pt x="4016070" y="2793527"/>
                </a:cubicBezTo>
                <a:cubicBezTo>
                  <a:pt x="4016070" y="2805578"/>
                  <a:pt x="4006301" y="2815347"/>
                  <a:pt x="3994250" y="2815347"/>
                </a:cubicBezTo>
                <a:cubicBezTo>
                  <a:pt x="3982199" y="2815347"/>
                  <a:pt x="3972430" y="2805578"/>
                  <a:pt x="3972430" y="2793527"/>
                </a:cubicBezTo>
                <a:cubicBezTo>
                  <a:pt x="3972430" y="2781476"/>
                  <a:pt x="3982199" y="2771707"/>
                  <a:pt x="3994250" y="2771707"/>
                </a:cubicBezTo>
                <a:close/>
                <a:moveTo>
                  <a:pt x="2203086" y="2771707"/>
                </a:moveTo>
                <a:cubicBezTo>
                  <a:pt x="2215502" y="2771707"/>
                  <a:pt x="2225567" y="2781476"/>
                  <a:pt x="2225567" y="2793527"/>
                </a:cubicBezTo>
                <a:cubicBezTo>
                  <a:pt x="2225567" y="2805578"/>
                  <a:pt x="2215502" y="2815347"/>
                  <a:pt x="2203086" y="2815347"/>
                </a:cubicBezTo>
                <a:cubicBezTo>
                  <a:pt x="2190670" y="2815347"/>
                  <a:pt x="2180605" y="2805578"/>
                  <a:pt x="2180605" y="2793527"/>
                </a:cubicBezTo>
                <a:cubicBezTo>
                  <a:pt x="2180605" y="2781476"/>
                  <a:pt x="2190670" y="2771707"/>
                  <a:pt x="2203086" y="2771707"/>
                </a:cubicBezTo>
                <a:close/>
                <a:moveTo>
                  <a:pt x="2125727" y="2771707"/>
                </a:moveTo>
                <a:cubicBezTo>
                  <a:pt x="2137778" y="2771707"/>
                  <a:pt x="2147547" y="2781476"/>
                  <a:pt x="2147547" y="2793527"/>
                </a:cubicBezTo>
                <a:cubicBezTo>
                  <a:pt x="2147547" y="2805578"/>
                  <a:pt x="2137778" y="2815347"/>
                  <a:pt x="2125727" y="2815347"/>
                </a:cubicBezTo>
                <a:cubicBezTo>
                  <a:pt x="2113676" y="2815347"/>
                  <a:pt x="2103907" y="2805578"/>
                  <a:pt x="2103907" y="2793527"/>
                </a:cubicBezTo>
                <a:cubicBezTo>
                  <a:pt x="2103907" y="2781476"/>
                  <a:pt x="2113676" y="2771707"/>
                  <a:pt x="2125727" y="2771707"/>
                </a:cubicBezTo>
                <a:close/>
                <a:moveTo>
                  <a:pt x="2047706" y="2771707"/>
                </a:moveTo>
                <a:cubicBezTo>
                  <a:pt x="2059757" y="2771707"/>
                  <a:pt x="2069526" y="2781476"/>
                  <a:pt x="2069526" y="2793527"/>
                </a:cubicBezTo>
                <a:cubicBezTo>
                  <a:pt x="2069526" y="2805578"/>
                  <a:pt x="2059757" y="2815347"/>
                  <a:pt x="2047706" y="2815347"/>
                </a:cubicBezTo>
                <a:cubicBezTo>
                  <a:pt x="2035655" y="2815347"/>
                  <a:pt x="2025886" y="2805578"/>
                  <a:pt x="2025886" y="2793527"/>
                </a:cubicBezTo>
                <a:cubicBezTo>
                  <a:pt x="2025886" y="2781476"/>
                  <a:pt x="2035655" y="2771707"/>
                  <a:pt x="2047706" y="2771707"/>
                </a:cubicBezTo>
                <a:close/>
                <a:moveTo>
                  <a:pt x="1968363" y="2771707"/>
                </a:moveTo>
                <a:cubicBezTo>
                  <a:pt x="1980414" y="2771707"/>
                  <a:pt x="1990183" y="2781476"/>
                  <a:pt x="1990183" y="2793527"/>
                </a:cubicBezTo>
                <a:cubicBezTo>
                  <a:pt x="1990183" y="2805578"/>
                  <a:pt x="1980414" y="2815347"/>
                  <a:pt x="1968363" y="2815347"/>
                </a:cubicBezTo>
                <a:cubicBezTo>
                  <a:pt x="1956312" y="2815347"/>
                  <a:pt x="1946543" y="2805578"/>
                  <a:pt x="1946543" y="2793527"/>
                </a:cubicBezTo>
                <a:cubicBezTo>
                  <a:pt x="1946543" y="2781476"/>
                  <a:pt x="1956312" y="2771707"/>
                  <a:pt x="1968363" y="2771707"/>
                </a:cubicBezTo>
                <a:close/>
                <a:moveTo>
                  <a:pt x="1891011" y="2771707"/>
                </a:moveTo>
                <a:cubicBezTo>
                  <a:pt x="1903431" y="2771707"/>
                  <a:pt x="1913495" y="2781476"/>
                  <a:pt x="1913495" y="2793527"/>
                </a:cubicBezTo>
                <a:cubicBezTo>
                  <a:pt x="1913495" y="2805578"/>
                  <a:pt x="1903431" y="2815347"/>
                  <a:pt x="1891011" y="2815347"/>
                </a:cubicBezTo>
                <a:cubicBezTo>
                  <a:pt x="1878594" y="2815347"/>
                  <a:pt x="1868529" y="2805578"/>
                  <a:pt x="1868529" y="2793527"/>
                </a:cubicBezTo>
                <a:cubicBezTo>
                  <a:pt x="1868529" y="2781476"/>
                  <a:pt x="1878594" y="2771707"/>
                  <a:pt x="1891011" y="2771707"/>
                </a:cubicBezTo>
                <a:close/>
                <a:moveTo>
                  <a:pt x="1813657" y="2771707"/>
                </a:moveTo>
                <a:cubicBezTo>
                  <a:pt x="1825704" y="2771707"/>
                  <a:pt x="1835474" y="2781476"/>
                  <a:pt x="1835474" y="2793527"/>
                </a:cubicBezTo>
                <a:cubicBezTo>
                  <a:pt x="1835474" y="2805578"/>
                  <a:pt x="1825704" y="2815347"/>
                  <a:pt x="1813657" y="2815347"/>
                </a:cubicBezTo>
                <a:cubicBezTo>
                  <a:pt x="1801603" y="2815347"/>
                  <a:pt x="1791833" y="2805578"/>
                  <a:pt x="1791833" y="2793527"/>
                </a:cubicBezTo>
                <a:cubicBezTo>
                  <a:pt x="1791833" y="2781476"/>
                  <a:pt x="1801603" y="2771707"/>
                  <a:pt x="1813657" y="2771707"/>
                </a:cubicBezTo>
                <a:close/>
                <a:moveTo>
                  <a:pt x="5785413" y="2693687"/>
                </a:moveTo>
                <a:cubicBezTo>
                  <a:pt x="5797829" y="2693687"/>
                  <a:pt x="5807894" y="2703752"/>
                  <a:pt x="5807894" y="2716168"/>
                </a:cubicBezTo>
                <a:cubicBezTo>
                  <a:pt x="5807894" y="2728584"/>
                  <a:pt x="5797829" y="2738649"/>
                  <a:pt x="5785413" y="2738649"/>
                </a:cubicBezTo>
                <a:cubicBezTo>
                  <a:pt x="5772997" y="2738649"/>
                  <a:pt x="5762932" y="2728584"/>
                  <a:pt x="5762932" y="2716168"/>
                </a:cubicBezTo>
                <a:cubicBezTo>
                  <a:pt x="5762932" y="2703752"/>
                  <a:pt x="5772997" y="2693687"/>
                  <a:pt x="5785413" y="2693687"/>
                </a:cubicBezTo>
                <a:close/>
                <a:moveTo>
                  <a:pt x="5708054" y="2693687"/>
                </a:moveTo>
                <a:cubicBezTo>
                  <a:pt x="5720105" y="2693687"/>
                  <a:pt x="5729874" y="2703752"/>
                  <a:pt x="5729874" y="2716168"/>
                </a:cubicBezTo>
                <a:cubicBezTo>
                  <a:pt x="5729874" y="2728584"/>
                  <a:pt x="5720105" y="2738649"/>
                  <a:pt x="5708054" y="2738649"/>
                </a:cubicBezTo>
                <a:cubicBezTo>
                  <a:pt x="5696003" y="2738649"/>
                  <a:pt x="5686234" y="2728584"/>
                  <a:pt x="5686234" y="2716168"/>
                </a:cubicBezTo>
                <a:cubicBezTo>
                  <a:pt x="5686234" y="2703752"/>
                  <a:pt x="5696003" y="2693687"/>
                  <a:pt x="5708054" y="2693687"/>
                </a:cubicBezTo>
                <a:close/>
                <a:moveTo>
                  <a:pt x="5630034" y="2693687"/>
                </a:moveTo>
                <a:cubicBezTo>
                  <a:pt x="5642085" y="2693687"/>
                  <a:pt x="5651854" y="2703752"/>
                  <a:pt x="5651854" y="2716168"/>
                </a:cubicBezTo>
                <a:cubicBezTo>
                  <a:pt x="5651854" y="2728584"/>
                  <a:pt x="5642085" y="2738649"/>
                  <a:pt x="5630034" y="2738649"/>
                </a:cubicBezTo>
                <a:cubicBezTo>
                  <a:pt x="5617983" y="2738649"/>
                  <a:pt x="5608214" y="2728584"/>
                  <a:pt x="5608214" y="2716168"/>
                </a:cubicBezTo>
                <a:cubicBezTo>
                  <a:pt x="5608214" y="2703752"/>
                  <a:pt x="5617983" y="2693687"/>
                  <a:pt x="5630034" y="2693687"/>
                </a:cubicBezTo>
                <a:close/>
                <a:moveTo>
                  <a:pt x="5552013" y="2693687"/>
                </a:moveTo>
                <a:cubicBezTo>
                  <a:pt x="5564064" y="2693687"/>
                  <a:pt x="5573833" y="2703752"/>
                  <a:pt x="5573833" y="2716168"/>
                </a:cubicBezTo>
                <a:cubicBezTo>
                  <a:pt x="5573833" y="2728584"/>
                  <a:pt x="5564064" y="2738649"/>
                  <a:pt x="5552013" y="2738649"/>
                </a:cubicBezTo>
                <a:cubicBezTo>
                  <a:pt x="5539962" y="2738649"/>
                  <a:pt x="5530193" y="2728584"/>
                  <a:pt x="5530193" y="2716168"/>
                </a:cubicBezTo>
                <a:cubicBezTo>
                  <a:pt x="5530193" y="2703752"/>
                  <a:pt x="5539962" y="2693687"/>
                  <a:pt x="5552013" y="2693687"/>
                </a:cubicBezTo>
                <a:close/>
                <a:moveTo>
                  <a:pt x="5473331" y="2693687"/>
                </a:moveTo>
                <a:cubicBezTo>
                  <a:pt x="5485747" y="2693687"/>
                  <a:pt x="5495812" y="2703752"/>
                  <a:pt x="5495812" y="2716168"/>
                </a:cubicBezTo>
                <a:cubicBezTo>
                  <a:pt x="5495812" y="2728584"/>
                  <a:pt x="5485747" y="2738649"/>
                  <a:pt x="5473331" y="2738649"/>
                </a:cubicBezTo>
                <a:cubicBezTo>
                  <a:pt x="5460915" y="2738649"/>
                  <a:pt x="5450850" y="2728584"/>
                  <a:pt x="5450850" y="2716168"/>
                </a:cubicBezTo>
                <a:cubicBezTo>
                  <a:pt x="5450850" y="2703752"/>
                  <a:pt x="5460915" y="2693687"/>
                  <a:pt x="5473331" y="2693687"/>
                </a:cubicBezTo>
                <a:close/>
                <a:moveTo>
                  <a:pt x="5317953" y="2693687"/>
                </a:moveTo>
                <a:cubicBezTo>
                  <a:pt x="5330004" y="2693687"/>
                  <a:pt x="5339773" y="2703752"/>
                  <a:pt x="5339773" y="2716168"/>
                </a:cubicBezTo>
                <a:cubicBezTo>
                  <a:pt x="5339773" y="2728584"/>
                  <a:pt x="5330004" y="2738649"/>
                  <a:pt x="5317953" y="2738649"/>
                </a:cubicBezTo>
                <a:cubicBezTo>
                  <a:pt x="5305902" y="2738649"/>
                  <a:pt x="5296133" y="2728584"/>
                  <a:pt x="5296133" y="2716168"/>
                </a:cubicBezTo>
                <a:cubicBezTo>
                  <a:pt x="5296133" y="2703752"/>
                  <a:pt x="5305902" y="2693687"/>
                  <a:pt x="5317953" y="2693687"/>
                </a:cubicBezTo>
                <a:close/>
                <a:moveTo>
                  <a:pt x="4850491" y="2693687"/>
                </a:moveTo>
                <a:cubicBezTo>
                  <a:pt x="4862907" y="2693687"/>
                  <a:pt x="4872972" y="2703752"/>
                  <a:pt x="4872972" y="2716168"/>
                </a:cubicBezTo>
                <a:cubicBezTo>
                  <a:pt x="4872972" y="2728584"/>
                  <a:pt x="4862907" y="2738649"/>
                  <a:pt x="4850491" y="2738649"/>
                </a:cubicBezTo>
                <a:cubicBezTo>
                  <a:pt x="4838075" y="2738649"/>
                  <a:pt x="4828010" y="2728584"/>
                  <a:pt x="4828010" y="2716168"/>
                </a:cubicBezTo>
                <a:cubicBezTo>
                  <a:pt x="4828010" y="2703752"/>
                  <a:pt x="4838075" y="2693687"/>
                  <a:pt x="4850491" y="2693687"/>
                </a:cubicBezTo>
                <a:close/>
                <a:moveTo>
                  <a:pt x="4773132" y="2693687"/>
                </a:moveTo>
                <a:cubicBezTo>
                  <a:pt x="4785183" y="2693687"/>
                  <a:pt x="4794952" y="2703752"/>
                  <a:pt x="4794952" y="2716168"/>
                </a:cubicBezTo>
                <a:cubicBezTo>
                  <a:pt x="4794952" y="2728584"/>
                  <a:pt x="4785183" y="2738649"/>
                  <a:pt x="4773132" y="2738649"/>
                </a:cubicBezTo>
                <a:cubicBezTo>
                  <a:pt x="4761081" y="2738649"/>
                  <a:pt x="4751312" y="2728584"/>
                  <a:pt x="4751312" y="2716168"/>
                </a:cubicBezTo>
                <a:cubicBezTo>
                  <a:pt x="4751312" y="2703752"/>
                  <a:pt x="4761081" y="2693687"/>
                  <a:pt x="4773132" y="2693687"/>
                </a:cubicBezTo>
                <a:close/>
                <a:moveTo>
                  <a:pt x="4695111" y="2693687"/>
                </a:moveTo>
                <a:cubicBezTo>
                  <a:pt x="4707162" y="2693687"/>
                  <a:pt x="4716931" y="2703752"/>
                  <a:pt x="4716931" y="2716168"/>
                </a:cubicBezTo>
                <a:cubicBezTo>
                  <a:pt x="4716931" y="2728584"/>
                  <a:pt x="4707162" y="2738649"/>
                  <a:pt x="4695111" y="2738649"/>
                </a:cubicBezTo>
                <a:cubicBezTo>
                  <a:pt x="4683060" y="2738649"/>
                  <a:pt x="4673291" y="2728584"/>
                  <a:pt x="4673291" y="2716168"/>
                </a:cubicBezTo>
                <a:cubicBezTo>
                  <a:pt x="4673291" y="2703752"/>
                  <a:pt x="4683060" y="2693687"/>
                  <a:pt x="4695111" y="2693687"/>
                </a:cubicBezTo>
                <a:close/>
                <a:moveTo>
                  <a:pt x="4617091" y="2693687"/>
                </a:moveTo>
                <a:cubicBezTo>
                  <a:pt x="4629142" y="2693687"/>
                  <a:pt x="4638911" y="2703752"/>
                  <a:pt x="4638911" y="2716168"/>
                </a:cubicBezTo>
                <a:cubicBezTo>
                  <a:pt x="4638911" y="2728584"/>
                  <a:pt x="4629142" y="2738649"/>
                  <a:pt x="4617091" y="2738649"/>
                </a:cubicBezTo>
                <a:cubicBezTo>
                  <a:pt x="4605040" y="2738649"/>
                  <a:pt x="4595271" y="2728584"/>
                  <a:pt x="4595271" y="2716168"/>
                </a:cubicBezTo>
                <a:cubicBezTo>
                  <a:pt x="4595271" y="2703752"/>
                  <a:pt x="4605040" y="2693687"/>
                  <a:pt x="4617091" y="2693687"/>
                </a:cubicBezTo>
                <a:close/>
                <a:moveTo>
                  <a:pt x="4539070" y="2693687"/>
                </a:moveTo>
                <a:cubicBezTo>
                  <a:pt x="4551121" y="2693687"/>
                  <a:pt x="4560890" y="2703752"/>
                  <a:pt x="4560890" y="2716168"/>
                </a:cubicBezTo>
                <a:cubicBezTo>
                  <a:pt x="4560890" y="2728584"/>
                  <a:pt x="4551121" y="2738649"/>
                  <a:pt x="4539070" y="2738649"/>
                </a:cubicBezTo>
                <a:cubicBezTo>
                  <a:pt x="4527019" y="2738649"/>
                  <a:pt x="4517250" y="2728584"/>
                  <a:pt x="4517250" y="2716168"/>
                </a:cubicBezTo>
                <a:cubicBezTo>
                  <a:pt x="4517250" y="2703752"/>
                  <a:pt x="4527019" y="2693687"/>
                  <a:pt x="4539070" y="2693687"/>
                </a:cubicBezTo>
                <a:close/>
                <a:moveTo>
                  <a:pt x="4461711" y="2693687"/>
                </a:moveTo>
                <a:cubicBezTo>
                  <a:pt x="4474127" y="2693687"/>
                  <a:pt x="4484192" y="2703752"/>
                  <a:pt x="4484192" y="2716168"/>
                </a:cubicBezTo>
                <a:cubicBezTo>
                  <a:pt x="4484192" y="2728584"/>
                  <a:pt x="4474127" y="2738649"/>
                  <a:pt x="4461711" y="2738649"/>
                </a:cubicBezTo>
                <a:cubicBezTo>
                  <a:pt x="4449295" y="2738649"/>
                  <a:pt x="4439230" y="2728584"/>
                  <a:pt x="4439230" y="2716168"/>
                </a:cubicBezTo>
                <a:cubicBezTo>
                  <a:pt x="4439230" y="2703752"/>
                  <a:pt x="4449295" y="2693687"/>
                  <a:pt x="4461711" y="2693687"/>
                </a:cubicBezTo>
                <a:close/>
                <a:moveTo>
                  <a:pt x="4384351" y="2693687"/>
                </a:moveTo>
                <a:cubicBezTo>
                  <a:pt x="4396402" y="2693687"/>
                  <a:pt x="4406171" y="2703752"/>
                  <a:pt x="4406171" y="2716168"/>
                </a:cubicBezTo>
                <a:cubicBezTo>
                  <a:pt x="4406171" y="2728584"/>
                  <a:pt x="4396402" y="2738649"/>
                  <a:pt x="4384351" y="2738649"/>
                </a:cubicBezTo>
                <a:cubicBezTo>
                  <a:pt x="4372300" y="2738649"/>
                  <a:pt x="4362531" y="2728584"/>
                  <a:pt x="4362531" y="2716168"/>
                </a:cubicBezTo>
                <a:cubicBezTo>
                  <a:pt x="4362531" y="2703752"/>
                  <a:pt x="4372300" y="2693687"/>
                  <a:pt x="4384351" y="2693687"/>
                </a:cubicBezTo>
                <a:close/>
                <a:moveTo>
                  <a:pt x="4305009" y="2693687"/>
                </a:moveTo>
                <a:cubicBezTo>
                  <a:pt x="4317060" y="2693687"/>
                  <a:pt x="4326829" y="2703752"/>
                  <a:pt x="4326829" y="2716168"/>
                </a:cubicBezTo>
                <a:cubicBezTo>
                  <a:pt x="4326829" y="2728584"/>
                  <a:pt x="4317060" y="2738649"/>
                  <a:pt x="4305009" y="2738649"/>
                </a:cubicBezTo>
                <a:cubicBezTo>
                  <a:pt x="4292958" y="2738649"/>
                  <a:pt x="4283189" y="2728584"/>
                  <a:pt x="4283189" y="2716168"/>
                </a:cubicBezTo>
                <a:cubicBezTo>
                  <a:pt x="4283189" y="2703752"/>
                  <a:pt x="4292958" y="2693687"/>
                  <a:pt x="4305009" y="2693687"/>
                </a:cubicBezTo>
                <a:close/>
                <a:moveTo>
                  <a:pt x="4226989" y="2693687"/>
                </a:moveTo>
                <a:cubicBezTo>
                  <a:pt x="4239040" y="2693687"/>
                  <a:pt x="4248809" y="2703752"/>
                  <a:pt x="4248809" y="2716168"/>
                </a:cubicBezTo>
                <a:cubicBezTo>
                  <a:pt x="4248809" y="2728584"/>
                  <a:pt x="4239040" y="2738649"/>
                  <a:pt x="4226989" y="2738649"/>
                </a:cubicBezTo>
                <a:cubicBezTo>
                  <a:pt x="4214938" y="2738649"/>
                  <a:pt x="4205169" y="2728584"/>
                  <a:pt x="4205169" y="2716168"/>
                </a:cubicBezTo>
                <a:cubicBezTo>
                  <a:pt x="4205169" y="2703752"/>
                  <a:pt x="4214938" y="2693687"/>
                  <a:pt x="4226989" y="2693687"/>
                </a:cubicBezTo>
                <a:close/>
                <a:moveTo>
                  <a:pt x="2670547" y="2693687"/>
                </a:moveTo>
                <a:cubicBezTo>
                  <a:pt x="2682598" y="2693687"/>
                  <a:pt x="2692367" y="2703752"/>
                  <a:pt x="2692367" y="2716168"/>
                </a:cubicBezTo>
                <a:cubicBezTo>
                  <a:pt x="2692367" y="2728584"/>
                  <a:pt x="2682598" y="2738649"/>
                  <a:pt x="2670547" y="2738649"/>
                </a:cubicBezTo>
                <a:cubicBezTo>
                  <a:pt x="2658496" y="2738649"/>
                  <a:pt x="2648727" y="2728584"/>
                  <a:pt x="2648727" y="2716168"/>
                </a:cubicBezTo>
                <a:cubicBezTo>
                  <a:pt x="2648727" y="2703752"/>
                  <a:pt x="2658496" y="2693687"/>
                  <a:pt x="2670547" y="2693687"/>
                </a:cubicBezTo>
                <a:close/>
                <a:moveTo>
                  <a:pt x="2592527" y="2693687"/>
                </a:moveTo>
                <a:cubicBezTo>
                  <a:pt x="2604578" y="2693687"/>
                  <a:pt x="2614347" y="2703752"/>
                  <a:pt x="2614347" y="2716168"/>
                </a:cubicBezTo>
                <a:cubicBezTo>
                  <a:pt x="2614347" y="2728584"/>
                  <a:pt x="2604578" y="2738649"/>
                  <a:pt x="2592527" y="2738649"/>
                </a:cubicBezTo>
                <a:cubicBezTo>
                  <a:pt x="2580476" y="2738649"/>
                  <a:pt x="2570707" y="2728584"/>
                  <a:pt x="2570707" y="2716168"/>
                </a:cubicBezTo>
                <a:cubicBezTo>
                  <a:pt x="2570707" y="2703752"/>
                  <a:pt x="2580476" y="2693687"/>
                  <a:pt x="2592527" y="2693687"/>
                </a:cubicBezTo>
                <a:close/>
                <a:moveTo>
                  <a:pt x="2513845" y="2693687"/>
                </a:moveTo>
                <a:cubicBezTo>
                  <a:pt x="2526261" y="2693687"/>
                  <a:pt x="2536326" y="2703752"/>
                  <a:pt x="2536326" y="2716168"/>
                </a:cubicBezTo>
                <a:cubicBezTo>
                  <a:pt x="2536326" y="2728584"/>
                  <a:pt x="2526261" y="2738649"/>
                  <a:pt x="2513845" y="2738649"/>
                </a:cubicBezTo>
                <a:cubicBezTo>
                  <a:pt x="2501429" y="2738649"/>
                  <a:pt x="2491364" y="2728584"/>
                  <a:pt x="2491364" y="2716168"/>
                </a:cubicBezTo>
                <a:cubicBezTo>
                  <a:pt x="2491364" y="2703752"/>
                  <a:pt x="2501429" y="2693687"/>
                  <a:pt x="2513845" y="2693687"/>
                </a:cubicBezTo>
                <a:close/>
                <a:moveTo>
                  <a:pt x="2436486" y="2693687"/>
                </a:moveTo>
                <a:cubicBezTo>
                  <a:pt x="2448537" y="2693687"/>
                  <a:pt x="2458306" y="2703752"/>
                  <a:pt x="2458306" y="2716168"/>
                </a:cubicBezTo>
                <a:cubicBezTo>
                  <a:pt x="2458306" y="2728584"/>
                  <a:pt x="2448537" y="2738649"/>
                  <a:pt x="2436486" y="2738649"/>
                </a:cubicBezTo>
                <a:cubicBezTo>
                  <a:pt x="2424435" y="2738649"/>
                  <a:pt x="2414666" y="2728584"/>
                  <a:pt x="2414666" y="2716168"/>
                </a:cubicBezTo>
                <a:cubicBezTo>
                  <a:pt x="2414666" y="2703752"/>
                  <a:pt x="2424435" y="2693687"/>
                  <a:pt x="2436486" y="2693687"/>
                </a:cubicBezTo>
                <a:close/>
                <a:moveTo>
                  <a:pt x="2358465" y="2693687"/>
                </a:moveTo>
                <a:cubicBezTo>
                  <a:pt x="2370516" y="2693687"/>
                  <a:pt x="2380285" y="2703752"/>
                  <a:pt x="2380285" y="2716168"/>
                </a:cubicBezTo>
                <a:cubicBezTo>
                  <a:pt x="2380285" y="2728584"/>
                  <a:pt x="2370516" y="2738649"/>
                  <a:pt x="2358465" y="2738649"/>
                </a:cubicBezTo>
                <a:cubicBezTo>
                  <a:pt x="2346414" y="2738649"/>
                  <a:pt x="2336645" y="2728584"/>
                  <a:pt x="2336645" y="2716168"/>
                </a:cubicBezTo>
                <a:cubicBezTo>
                  <a:pt x="2336645" y="2703752"/>
                  <a:pt x="2346414" y="2693687"/>
                  <a:pt x="2358465" y="2693687"/>
                </a:cubicBezTo>
                <a:close/>
                <a:moveTo>
                  <a:pt x="7576577" y="2693686"/>
                </a:moveTo>
                <a:cubicBezTo>
                  <a:pt x="7588628" y="2693686"/>
                  <a:pt x="7598397" y="2703751"/>
                  <a:pt x="7598397" y="2716167"/>
                </a:cubicBezTo>
                <a:cubicBezTo>
                  <a:pt x="7598397" y="2728583"/>
                  <a:pt x="7588628" y="2738648"/>
                  <a:pt x="7576577" y="2738648"/>
                </a:cubicBezTo>
                <a:cubicBezTo>
                  <a:pt x="7564526" y="2738648"/>
                  <a:pt x="7554757" y="2728583"/>
                  <a:pt x="7554757" y="2716167"/>
                </a:cubicBezTo>
                <a:cubicBezTo>
                  <a:pt x="7554757" y="2703751"/>
                  <a:pt x="7564526" y="2693686"/>
                  <a:pt x="7576577" y="2693686"/>
                </a:cubicBezTo>
                <a:close/>
                <a:moveTo>
                  <a:pt x="7498556" y="2693686"/>
                </a:moveTo>
                <a:cubicBezTo>
                  <a:pt x="7510607" y="2693686"/>
                  <a:pt x="7520376" y="2703751"/>
                  <a:pt x="7520376" y="2716167"/>
                </a:cubicBezTo>
                <a:cubicBezTo>
                  <a:pt x="7520376" y="2728583"/>
                  <a:pt x="7510607" y="2738648"/>
                  <a:pt x="7498556" y="2738648"/>
                </a:cubicBezTo>
                <a:cubicBezTo>
                  <a:pt x="7486505" y="2738648"/>
                  <a:pt x="7476736" y="2728583"/>
                  <a:pt x="7476736" y="2716167"/>
                </a:cubicBezTo>
                <a:cubicBezTo>
                  <a:pt x="7476736" y="2703751"/>
                  <a:pt x="7486505" y="2693686"/>
                  <a:pt x="7498556" y="2693686"/>
                </a:cubicBezTo>
                <a:close/>
                <a:moveTo>
                  <a:pt x="7264495" y="2693686"/>
                </a:moveTo>
                <a:cubicBezTo>
                  <a:pt x="7276546" y="2693686"/>
                  <a:pt x="7286315" y="2703751"/>
                  <a:pt x="7286315" y="2716167"/>
                </a:cubicBezTo>
                <a:cubicBezTo>
                  <a:pt x="7286315" y="2728583"/>
                  <a:pt x="7276546" y="2738648"/>
                  <a:pt x="7264495" y="2738648"/>
                </a:cubicBezTo>
                <a:cubicBezTo>
                  <a:pt x="7252444" y="2738648"/>
                  <a:pt x="7242675" y="2728583"/>
                  <a:pt x="7242675" y="2716167"/>
                </a:cubicBezTo>
                <a:cubicBezTo>
                  <a:pt x="7242675" y="2703751"/>
                  <a:pt x="7252444" y="2693686"/>
                  <a:pt x="7264495" y="2693686"/>
                </a:cubicBezTo>
                <a:close/>
                <a:moveTo>
                  <a:pt x="7109116" y="2693686"/>
                </a:moveTo>
                <a:cubicBezTo>
                  <a:pt x="7121532" y="2693686"/>
                  <a:pt x="7131597" y="2703751"/>
                  <a:pt x="7131597" y="2716167"/>
                </a:cubicBezTo>
                <a:cubicBezTo>
                  <a:pt x="7131597" y="2728583"/>
                  <a:pt x="7121532" y="2738648"/>
                  <a:pt x="7109116" y="2738648"/>
                </a:cubicBezTo>
                <a:cubicBezTo>
                  <a:pt x="7096700" y="2738648"/>
                  <a:pt x="7086635" y="2728583"/>
                  <a:pt x="7086635" y="2716167"/>
                </a:cubicBezTo>
                <a:cubicBezTo>
                  <a:pt x="7086635" y="2703751"/>
                  <a:pt x="7096700" y="2693686"/>
                  <a:pt x="7109116" y="2693686"/>
                </a:cubicBezTo>
                <a:close/>
                <a:moveTo>
                  <a:pt x="7031757" y="2693686"/>
                </a:moveTo>
                <a:cubicBezTo>
                  <a:pt x="7043808" y="2693686"/>
                  <a:pt x="7053577" y="2703751"/>
                  <a:pt x="7053577" y="2716167"/>
                </a:cubicBezTo>
                <a:cubicBezTo>
                  <a:pt x="7053577" y="2728583"/>
                  <a:pt x="7043808" y="2738648"/>
                  <a:pt x="7031757" y="2738648"/>
                </a:cubicBezTo>
                <a:cubicBezTo>
                  <a:pt x="7019706" y="2738648"/>
                  <a:pt x="7009937" y="2728583"/>
                  <a:pt x="7009937" y="2716167"/>
                </a:cubicBezTo>
                <a:cubicBezTo>
                  <a:pt x="7009937" y="2703751"/>
                  <a:pt x="7019706" y="2693686"/>
                  <a:pt x="7031757" y="2693686"/>
                </a:cubicBezTo>
                <a:close/>
                <a:moveTo>
                  <a:pt x="6953736" y="2693686"/>
                </a:moveTo>
                <a:cubicBezTo>
                  <a:pt x="6965787" y="2693686"/>
                  <a:pt x="6975556" y="2703751"/>
                  <a:pt x="6975556" y="2716167"/>
                </a:cubicBezTo>
                <a:cubicBezTo>
                  <a:pt x="6975556" y="2728583"/>
                  <a:pt x="6965787" y="2738648"/>
                  <a:pt x="6953736" y="2738648"/>
                </a:cubicBezTo>
                <a:cubicBezTo>
                  <a:pt x="6941685" y="2738648"/>
                  <a:pt x="6931916" y="2728583"/>
                  <a:pt x="6931916" y="2716167"/>
                </a:cubicBezTo>
                <a:cubicBezTo>
                  <a:pt x="6931916" y="2703751"/>
                  <a:pt x="6941685" y="2693686"/>
                  <a:pt x="6953736" y="2693686"/>
                </a:cubicBezTo>
                <a:close/>
                <a:moveTo>
                  <a:pt x="6875716" y="2693686"/>
                </a:moveTo>
                <a:cubicBezTo>
                  <a:pt x="6887767" y="2693686"/>
                  <a:pt x="6897536" y="2703751"/>
                  <a:pt x="6897536" y="2716167"/>
                </a:cubicBezTo>
                <a:cubicBezTo>
                  <a:pt x="6897536" y="2728583"/>
                  <a:pt x="6887767" y="2738648"/>
                  <a:pt x="6875716" y="2738648"/>
                </a:cubicBezTo>
                <a:cubicBezTo>
                  <a:pt x="6863665" y="2738648"/>
                  <a:pt x="6853896" y="2728583"/>
                  <a:pt x="6853896" y="2716167"/>
                </a:cubicBezTo>
                <a:cubicBezTo>
                  <a:pt x="6853896" y="2703751"/>
                  <a:pt x="6863665" y="2693686"/>
                  <a:pt x="6875716" y="2693686"/>
                </a:cubicBezTo>
                <a:close/>
                <a:moveTo>
                  <a:pt x="6563634" y="2693686"/>
                </a:moveTo>
                <a:cubicBezTo>
                  <a:pt x="6575685" y="2693686"/>
                  <a:pt x="6585454" y="2703751"/>
                  <a:pt x="6585454" y="2716167"/>
                </a:cubicBezTo>
                <a:cubicBezTo>
                  <a:pt x="6585454" y="2728583"/>
                  <a:pt x="6575685" y="2738648"/>
                  <a:pt x="6563634" y="2738648"/>
                </a:cubicBezTo>
                <a:cubicBezTo>
                  <a:pt x="6551583" y="2738648"/>
                  <a:pt x="6541814" y="2728583"/>
                  <a:pt x="6541814" y="2716167"/>
                </a:cubicBezTo>
                <a:cubicBezTo>
                  <a:pt x="6541814" y="2703751"/>
                  <a:pt x="6551583" y="2693686"/>
                  <a:pt x="6563634" y="2693686"/>
                </a:cubicBezTo>
                <a:close/>
                <a:moveTo>
                  <a:pt x="6485613" y="2693686"/>
                </a:moveTo>
                <a:cubicBezTo>
                  <a:pt x="6497664" y="2693686"/>
                  <a:pt x="6507433" y="2703751"/>
                  <a:pt x="6507433" y="2716167"/>
                </a:cubicBezTo>
                <a:cubicBezTo>
                  <a:pt x="6507433" y="2728583"/>
                  <a:pt x="6497664" y="2738648"/>
                  <a:pt x="6485613" y="2738648"/>
                </a:cubicBezTo>
                <a:cubicBezTo>
                  <a:pt x="6473562" y="2738648"/>
                  <a:pt x="6463793" y="2728583"/>
                  <a:pt x="6463793" y="2716167"/>
                </a:cubicBezTo>
                <a:cubicBezTo>
                  <a:pt x="6463793" y="2703751"/>
                  <a:pt x="6473562" y="2693686"/>
                  <a:pt x="6485613" y="2693686"/>
                </a:cubicBezTo>
                <a:close/>
                <a:moveTo>
                  <a:pt x="6408916" y="2693686"/>
                </a:moveTo>
                <a:cubicBezTo>
                  <a:pt x="6420967" y="2693686"/>
                  <a:pt x="6430736" y="2703751"/>
                  <a:pt x="6430736" y="2716167"/>
                </a:cubicBezTo>
                <a:cubicBezTo>
                  <a:pt x="6430736" y="2728583"/>
                  <a:pt x="6420967" y="2738648"/>
                  <a:pt x="6408916" y="2738648"/>
                </a:cubicBezTo>
                <a:cubicBezTo>
                  <a:pt x="6396865" y="2738648"/>
                  <a:pt x="6387096" y="2728583"/>
                  <a:pt x="6387096" y="2716167"/>
                </a:cubicBezTo>
                <a:cubicBezTo>
                  <a:pt x="6387096" y="2703751"/>
                  <a:pt x="6396865" y="2693686"/>
                  <a:pt x="6408916" y="2693686"/>
                </a:cubicBezTo>
                <a:close/>
                <a:moveTo>
                  <a:pt x="6330896" y="2693686"/>
                </a:moveTo>
                <a:cubicBezTo>
                  <a:pt x="6342947" y="2693686"/>
                  <a:pt x="6352716" y="2703751"/>
                  <a:pt x="6352716" y="2716167"/>
                </a:cubicBezTo>
                <a:cubicBezTo>
                  <a:pt x="6352716" y="2728583"/>
                  <a:pt x="6342947" y="2738648"/>
                  <a:pt x="6330896" y="2738648"/>
                </a:cubicBezTo>
                <a:cubicBezTo>
                  <a:pt x="6318845" y="2738648"/>
                  <a:pt x="6309076" y="2728583"/>
                  <a:pt x="6309076" y="2716167"/>
                </a:cubicBezTo>
                <a:cubicBezTo>
                  <a:pt x="6309076" y="2703751"/>
                  <a:pt x="6318845" y="2693686"/>
                  <a:pt x="6330896" y="2693686"/>
                </a:cubicBezTo>
                <a:close/>
                <a:moveTo>
                  <a:pt x="5239931" y="2693686"/>
                </a:moveTo>
                <a:cubicBezTo>
                  <a:pt x="5251982" y="2693686"/>
                  <a:pt x="5261751" y="2703751"/>
                  <a:pt x="5261751" y="2716167"/>
                </a:cubicBezTo>
                <a:cubicBezTo>
                  <a:pt x="5261751" y="2728583"/>
                  <a:pt x="5251982" y="2738648"/>
                  <a:pt x="5239931" y="2738648"/>
                </a:cubicBezTo>
                <a:cubicBezTo>
                  <a:pt x="5227880" y="2738648"/>
                  <a:pt x="5218111" y="2728583"/>
                  <a:pt x="5218111" y="2716167"/>
                </a:cubicBezTo>
                <a:cubicBezTo>
                  <a:pt x="5218111" y="2703751"/>
                  <a:pt x="5227880" y="2693686"/>
                  <a:pt x="5239931" y="2693686"/>
                </a:cubicBezTo>
                <a:close/>
                <a:moveTo>
                  <a:pt x="5162572" y="2693686"/>
                </a:moveTo>
                <a:cubicBezTo>
                  <a:pt x="5174988" y="2693686"/>
                  <a:pt x="5185053" y="2703751"/>
                  <a:pt x="5185053" y="2716167"/>
                </a:cubicBezTo>
                <a:cubicBezTo>
                  <a:pt x="5185053" y="2728583"/>
                  <a:pt x="5174988" y="2738648"/>
                  <a:pt x="5162572" y="2738648"/>
                </a:cubicBezTo>
                <a:cubicBezTo>
                  <a:pt x="5150156" y="2738648"/>
                  <a:pt x="5140091" y="2728583"/>
                  <a:pt x="5140091" y="2716167"/>
                </a:cubicBezTo>
                <a:cubicBezTo>
                  <a:pt x="5140091" y="2703751"/>
                  <a:pt x="5150156" y="2693686"/>
                  <a:pt x="5162572" y="2693686"/>
                </a:cubicBezTo>
                <a:close/>
                <a:moveTo>
                  <a:pt x="5085212" y="2693686"/>
                </a:moveTo>
                <a:cubicBezTo>
                  <a:pt x="5097263" y="2693686"/>
                  <a:pt x="5107032" y="2703751"/>
                  <a:pt x="5107032" y="2716167"/>
                </a:cubicBezTo>
                <a:cubicBezTo>
                  <a:pt x="5107032" y="2728583"/>
                  <a:pt x="5097263" y="2738648"/>
                  <a:pt x="5085212" y="2738648"/>
                </a:cubicBezTo>
                <a:cubicBezTo>
                  <a:pt x="5073161" y="2738648"/>
                  <a:pt x="5063392" y="2728583"/>
                  <a:pt x="5063392" y="2716167"/>
                </a:cubicBezTo>
                <a:cubicBezTo>
                  <a:pt x="5063392" y="2703751"/>
                  <a:pt x="5073161" y="2693686"/>
                  <a:pt x="5085212" y="2693686"/>
                </a:cubicBezTo>
                <a:close/>
                <a:moveTo>
                  <a:pt x="5007193" y="2693686"/>
                </a:moveTo>
                <a:cubicBezTo>
                  <a:pt x="5019244" y="2693686"/>
                  <a:pt x="5029013" y="2703751"/>
                  <a:pt x="5029013" y="2716167"/>
                </a:cubicBezTo>
                <a:cubicBezTo>
                  <a:pt x="5029013" y="2728583"/>
                  <a:pt x="5019244" y="2738648"/>
                  <a:pt x="5007193" y="2738648"/>
                </a:cubicBezTo>
                <a:cubicBezTo>
                  <a:pt x="4995142" y="2738648"/>
                  <a:pt x="4985373" y="2728583"/>
                  <a:pt x="4985373" y="2716167"/>
                </a:cubicBezTo>
                <a:cubicBezTo>
                  <a:pt x="4985373" y="2703751"/>
                  <a:pt x="4995142" y="2693686"/>
                  <a:pt x="5007193" y="2693686"/>
                </a:cubicBezTo>
                <a:close/>
                <a:moveTo>
                  <a:pt x="4928511" y="2693686"/>
                </a:moveTo>
                <a:cubicBezTo>
                  <a:pt x="4940927" y="2693686"/>
                  <a:pt x="4950992" y="2703751"/>
                  <a:pt x="4950992" y="2716167"/>
                </a:cubicBezTo>
                <a:cubicBezTo>
                  <a:pt x="4950992" y="2728583"/>
                  <a:pt x="4940927" y="2738648"/>
                  <a:pt x="4928511" y="2738648"/>
                </a:cubicBezTo>
                <a:cubicBezTo>
                  <a:pt x="4916095" y="2738648"/>
                  <a:pt x="4906030" y="2728583"/>
                  <a:pt x="4906030" y="2716167"/>
                </a:cubicBezTo>
                <a:cubicBezTo>
                  <a:pt x="4906030" y="2703751"/>
                  <a:pt x="4916095" y="2693686"/>
                  <a:pt x="4928511" y="2693686"/>
                </a:cubicBezTo>
                <a:close/>
                <a:moveTo>
                  <a:pt x="4149629" y="2693686"/>
                </a:moveTo>
                <a:cubicBezTo>
                  <a:pt x="4162045" y="2693686"/>
                  <a:pt x="4172110" y="2703751"/>
                  <a:pt x="4172110" y="2716167"/>
                </a:cubicBezTo>
                <a:cubicBezTo>
                  <a:pt x="4172110" y="2728583"/>
                  <a:pt x="4162045" y="2738648"/>
                  <a:pt x="4149629" y="2738648"/>
                </a:cubicBezTo>
                <a:cubicBezTo>
                  <a:pt x="4137213" y="2738648"/>
                  <a:pt x="4127148" y="2728583"/>
                  <a:pt x="4127148" y="2716167"/>
                </a:cubicBezTo>
                <a:cubicBezTo>
                  <a:pt x="4127148" y="2703751"/>
                  <a:pt x="4137213" y="2693686"/>
                  <a:pt x="4149629" y="2693686"/>
                </a:cubicBezTo>
                <a:close/>
                <a:moveTo>
                  <a:pt x="4072270" y="2693686"/>
                </a:moveTo>
                <a:cubicBezTo>
                  <a:pt x="4084321" y="2693686"/>
                  <a:pt x="4094090" y="2703751"/>
                  <a:pt x="4094090" y="2716167"/>
                </a:cubicBezTo>
                <a:cubicBezTo>
                  <a:pt x="4094090" y="2728583"/>
                  <a:pt x="4084321" y="2738648"/>
                  <a:pt x="4072270" y="2738648"/>
                </a:cubicBezTo>
                <a:cubicBezTo>
                  <a:pt x="4060219" y="2738648"/>
                  <a:pt x="4050450" y="2728583"/>
                  <a:pt x="4050450" y="2716167"/>
                </a:cubicBezTo>
                <a:cubicBezTo>
                  <a:pt x="4050450" y="2703751"/>
                  <a:pt x="4060219" y="2693686"/>
                  <a:pt x="4072270" y="2693686"/>
                </a:cubicBezTo>
                <a:close/>
                <a:moveTo>
                  <a:pt x="3994250" y="2693686"/>
                </a:moveTo>
                <a:cubicBezTo>
                  <a:pt x="4006301" y="2693686"/>
                  <a:pt x="4016070" y="2703751"/>
                  <a:pt x="4016070" y="2716167"/>
                </a:cubicBezTo>
                <a:cubicBezTo>
                  <a:pt x="4016070" y="2728583"/>
                  <a:pt x="4006301" y="2738648"/>
                  <a:pt x="3994250" y="2738648"/>
                </a:cubicBezTo>
                <a:cubicBezTo>
                  <a:pt x="3982199" y="2738648"/>
                  <a:pt x="3972430" y="2728583"/>
                  <a:pt x="3972430" y="2716167"/>
                </a:cubicBezTo>
                <a:cubicBezTo>
                  <a:pt x="3972430" y="2703751"/>
                  <a:pt x="3982199" y="2693686"/>
                  <a:pt x="3994250" y="2693686"/>
                </a:cubicBezTo>
                <a:close/>
                <a:moveTo>
                  <a:pt x="2047706" y="2693686"/>
                </a:moveTo>
                <a:cubicBezTo>
                  <a:pt x="2059757" y="2693686"/>
                  <a:pt x="2069526" y="2703751"/>
                  <a:pt x="2069526" y="2716167"/>
                </a:cubicBezTo>
                <a:cubicBezTo>
                  <a:pt x="2069526" y="2728583"/>
                  <a:pt x="2059757" y="2738648"/>
                  <a:pt x="2047706" y="2738648"/>
                </a:cubicBezTo>
                <a:cubicBezTo>
                  <a:pt x="2035655" y="2738648"/>
                  <a:pt x="2025886" y="2728583"/>
                  <a:pt x="2025886" y="2716167"/>
                </a:cubicBezTo>
                <a:cubicBezTo>
                  <a:pt x="2025886" y="2703751"/>
                  <a:pt x="2035655" y="2693686"/>
                  <a:pt x="2047706" y="2693686"/>
                </a:cubicBezTo>
                <a:close/>
                <a:moveTo>
                  <a:pt x="1968363" y="2693686"/>
                </a:moveTo>
                <a:cubicBezTo>
                  <a:pt x="1980414" y="2693686"/>
                  <a:pt x="1990183" y="2703751"/>
                  <a:pt x="1990183" y="2716167"/>
                </a:cubicBezTo>
                <a:cubicBezTo>
                  <a:pt x="1990183" y="2728583"/>
                  <a:pt x="1980414" y="2738648"/>
                  <a:pt x="1968363" y="2738648"/>
                </a:cubicBezTo>
                <a:cubicBezTo>
                  <a:pt x="1956312" y="2738648"/>
                  <a:pt x="1946543" y="2728583"/>
                  <a:pt x="1946543" y="2716167"/>
                </a:cubicBezTo>
                <a:cubicBezTo>
                  <a:pt x="1946543" y="2703751"/>
                  <a:pt x="1956312" y="2693686"/>
                  <a:pt x="1968363" y="2693686"/>
                </a:cubicBezTo>
                <a:close/>
                <a:moveTo>
                  <a:pt x="1891011" y="2693686"/>
                </a:moveTo>
                <a:cubicBezTo>
                  <a:pt x="1903431" y="2693686"/>
                  <a:pt x="1913495" y="2703751"/>
                  <a:pt x="1913495" y="2716167"/>
                </a:cubicBezTo>
                <a:cubicBezTo>
                  <a:pt x="1913495" y="2728583"/>
                  <a:pt x="1903431" y="2738648"/>
                  <a:pt x="1891011" y="2738648"/>
                </a:cubicBezTo>
                <a:cubicBezTo>
                  <a:pt x="1878594" y="2738648"/>
                  <a:pt x="1868529" y="2728583"/>
                  <a:pt x="1868529" y="2716167"/>
                </a:cubicBezTo>
                <a:cubicBezTo>
                  <a:pt x="1868529" y="2703751"/>
                  <a:pt x="1878594" y="2693686"/>
                  <a:pt x="1891011" y="2693686"/>
                </a:cubicBezTo>
                <a:close/>
                <a:moveTo>
                  <a:pt x="1813657" y="2693686"/>
                </a:moveTo>
                <a:cubicBezTo>
                  <a:pt x="1825704" y="2693686"/>
                  <a:pt x="1835474" y="2703751"/>
                  <a:pt x="1835474" y="2716167"/>
                </a:cubicBezTo>
                <a:cubicBezTo>
                  <a:pt x="1835474" y="2728583"/>
                  <a:pt x="1825704" y="2738648"/>
                  <a:pt x="1813657" y="2738648"/>
                </a:cubicBezTo>
                <a:cubicBezTo>
                  <a:pt x="1801603" y="2738648"/>
                  <a:pt x="1791833" y="2728583"/>
                  <a:pt x="1791833" y="2716167"/>
                </a:cubicBezTo>
                <a:cubicBezTo>
                  <a:pt x="1791833" y="2703751"/>
                  <a:pt x="1801603" y="2693686"/>
                  <a:pt x="1813657" y="2693686"/>
                </a:cubicBezTo>
                <a:close/>
                <a:moveTo>
                  <a:pt x="1735633" y="2693686"/>
                </a:moveTo>
                <a:cubicBezTo>
                  <a:pt x="1747685" y="2693686"/>
                  <a:pt x="1757457" y="2703751"/>
                  <a:pt x="1757457" y="2716167"/>
                </a:cubicBezTo>
                <a:cubicBezTo>
                  <a:pt x="1757457" y="2728583"/>
                  <a:pt x="1747685" y="2738648"/>
                  <a:pt x="1735633" y="2738648"/>
                </a:cubicBezTo>
                <a:cubicBezTo>
                  <a:pt x="1723586" y="2738648"/>
                  <a:pt x="1713819" y="2728583"/>
                  <a:pt x="1713819" y="2716167"/>
                </a:cubicBezTo>
                <a:cubicBezTo>
                  <a:pt x="1713819" y="2703751"/>
                  <a:pt x="1723586" y="2693686"/>
                  <a:pt x="1735633" y="2693686"/>
                </a:cubicBezTo>
                <a:close/>
                <a:moveTo>
                  <a:pt x="1657611" y="2693686"/>
                </a:moveTo>
                <a:cubicBezTo>
                  <a:pt x="1669659" y="2693686"/>
                  <a:pt x="1679436" y="2703751"/>
                  <a:pt x="1679436" y="2716167"/>
                </a:cubicBezTo>
                <a:cubicBezTo>
                  <a:pt x="1679436" y="2728583"/>
                  <a:pt x="1669659" y="2738648"/>
                  <a:pt x="1657611" y="2738648"/>
                </a:cubicBezTo>
                <a:cubicBezTo>
                  <a:pt x="1645568" y="2738648"/>
                  <a:pt x="1635796" y="2728583"/>
                  <a:pt x="1635796" y="2716167"/>
                </a:cubicBezTo>
                <a:cubicBezTo>
                  <a:pt x="1635796" y="2703751"/>
                  <a:pt x="1645568" y="2693686"/>
                  <a:pt x="1657611" y="2693686"/>
                </a:cubicBezTo>
                <a:close/>
                <a:moveTo>
                  <a:pt x="5785413" y="2616989"/>
                </a:moveTo>
                <a:cubicBezTo>
                  <a:pt x="5797829" y="2616989"/>
                  <a:pt x="5807894" y="2626758"/>
                  <a:pt x="5807894" y="2638809"/>
                </a:cubicBezTo>
                <a:cubicBezTo>
                  <a:pt x="5807894" y="2650860"/>
                  <a:pt x="5797829" y="2660629"/>
                  <a:pt x="5785413" y="2660629"/>
                </a:cubicBezTo>
                <a:cubicBezTo>
                  <a:pt x="5772997" y="2660629"/>
                  <a:pt x="5762932" y="2650860"/>
                  <a:pt x="5762932" y="2638809"/>
                </a:cubicBezTo>
                <a:cubicBezTo>
                  <a:pt x="5762932" y="2626758"/>
                  <a:pt x="5772997" y="2616989"/>
                  <a:pt x="5785413" y="2616989"/>
                </a:cubicBezTo>
                <a:close/>
                <a:moveTo>
                  <a:pt x="5708054" y="2616989"/>
                </a:moveTo>
                <a:cubicBezTo>
                  <a:pt x="5720105" y="2616989"/>
                  <a:pt x="5729874" y="2626758"/>
                  <a:pt x="5729874" y="2638809"/>
                </a:cubicBezTo>
                <a:cubicBezTo>
                  <a:pt x="5729874" y="2650860"/>
                  <a:pt x="5720105" y="2660629"/>
                  <a:pt x="5708054" y="2660629"/>
                </a:cubicBezTo>
                <a:cubicBezTo>
                  <a:pt x="5696003" y="2660629"/>
                  <a:pt x="5686234" y="2650860"/>
                  <a:pt x="5686234" y="2638809"/>
                </a:cubicBezTo>
                <a:cubicBezTo>
                  <a:pt x="5686234" y="2626758"/>
                  <a:pt x="5696003" y="2616989"/>
                  <a:pt x="5708054" y="2616989"/>
                </a:cubicBezTo>
                <a:close/>
                <a:moveTo>
                  <a:pt x="5630034" y="2616989"/>
                </a:moveTo>
                <a:cubicBezTo>
                  <a:pt x="5642085" y="2616989"/>
                  <a:pt x="5651854" y="2626758"/>
                  <a:pt x="5651854" y="2638809"/>
                </a:cubicBezTo>
                <a:cubicBezTo>
                  <a:pt x="5651854" y="2650860"/>
                  <a:pt x="5642085" y="2660629"/>
                  <a:pt x="5630034" y="2660629"/>
                </a:cubicBezTo>
                <a:cubicBezTo>
                  <a:pt x="5617983" y="2660629"/>
                  <a:pt x="5608214" y="2650860"/>
                  <a:pt x="5608214" y="2638809"/>
                </a:cubicBezTo>
                <a:cubicBezTo>
                  <a:pt x="5608214" y="2626758"/>
                  <a:pt x="5617983" y="2616989"/>
                  <a:pt x="5630034" y="2616989"/>
                </a:cubicBezTo>
                <a:close/>
                <a:moveTo>
                  <a:pt x="5552013" y="2616989"/>
                </a:moveTo>
                <a:cubicBezTo>
                  <a:pt x="5564064" y="2616989"/>
                  <a:pt x="5573833" y="2626758"/>
                  <a:pt x="5573833" y="2638809"/>
                </a:cubicBezTo>
                <a:cubicBezTo>
                  <a:pt x="5573833" y="2650860"/>
                  <a:pt x="5564064" y="2660629"/>
                  <a:pt x="5552013" y="2660629"/>
                </a:cubicBezTo>
                <a:cubicBezTo>
                  <a:pt x="5539962" y="2660629"/>
                  <a:pt x="5530193" y="2650860"/>
                  <a:pt x="5530193" y="2638809"/>
                </a:cubicBezTo>
                <a:cubicBezTo>
                  <a:pt x="5530193" y="2626758"/>
                  <a:pt x="5539962" y="2616989"/>
                  <a:pt x="5552013" y="2616989"/>
                </a:cubicBezTo>
                <a:close/>
                <a:moveTo>
                  <a:pt x="5473331" y="2616989"/>
                </a:moveTo>
                <a:cubicBezTo>
                  <a:pt x="5485747" y="2616989"/>
                  <a:pt x="5495812" y="2626758"/>
                  <a:pt x="5495812" y="2638809"/>
                </a:cubicBezTo>
                <a:cubicBezTo>
                  <a:pt x="5495812" y="2650860"/>
                  <a:pt x="5485747" y="2660629"/>
                  <a:pt x="5473331" y="2660629"/>
                </a:cubicBezTo>
                <a:cubicBezTo>
                  <a:pt x="5460915" y="2660629"/>
                  <a:pt x="5450850" y="2650860"/>
                  <a:pt x="5450850" y="2638809"/>
                </a:cubicBezTo>
                <a:cubicBezTo>
                  <a:pt x="5450850" y="2626758"/>
                  <a:pt x="5460915" y="2616989"/>
                  <a:pt x="5473331" y="2616989"/>
                </a:cubicBezTo>
                <a:close/>
                <a:moveTo>
                  <a:pt x="5395972" y="2616989"/>
                </a:moveTo>
                <a:cubicBezTo>
                  <a:pt x="5408023" y="2616989"/>
                  <a:pt x="5417792" y="2626758"/>
                  <a:pt x="5417792" y="2638809"/>
                </a:cubicBezTo>
                <a:cubicBezTo>
                  <a:pt x="5417792" y="2650860"/>
                  <a:pt x="5408023" y="2660629"/>
                  <a:pt x="5395972" y="2660629"/>
                </a:cubicBezTo>
                <a:cubicBezTo>
                  <a:pt x="5383921" y="2660629"/>
                  <a:pt x="5374152" y="2650860"/>
                  <a:pt x="5374152" y="2638809"/>
                </a:cubicBezTo>
                <a:cubicBezTo>
                  <a:pt x="5374152" y="2626758"/>
                  <a:pt x="5383921" y="2616989"/>
                  <a:pt x="5395972" y="2616989"/>
                </a:cubicBezTo>
                <a:close/>
                <a:moveTo>
                  <a:pt x="5317953" y="2616989"/>
                </a:moveTo>
                <a:cubicBezTo>
                  <a:pt x="5330004" y="2616989"/>
                  <a:pt x="5339773" y="2626758"/>
                  <a:pt x="5339773" y="2638809"/>
                </a:cubicBezTo>
                <a:cubicBezTo>
                  <a:pt x="5339773" y="2650860"/>
                  <a:pt x="5330004" y="2660629"/>
                  <a:pt x="5317953" y="2660629"/>
                </a:cubicBezTo>
                <a:cubicBezTo>
                  <a:pt x="5305902" y="2660629"/>
                  <a:pt x="5296133" y="2650860"/>
                  <a:pt x="5296133" y="2638809"/>
                </a:cubicBezTo>
                <a:cubicBezTo>
                  <a:pt x="5296133" y="2626758"/>
                  <a:pt x="5305902" y="2616989"/>
                  <a:pt x="5317953" y="2616989"/>
                </a:cubicBezTo>
                <a:close/>
                <a:moveTo>
                  <a:pt x="7264495" y="2616988"/>
                </a:moveTo>
                <a:cubicBezTo>
                  <a:pt x="7276546" y="2616988"/>
                  <a:pt x="7286315" y="2626757"/>
                  <a:pt x="7286315" y="2638808"/>
                </a:cubicBezTo>
                <a:cubicBezTo>
                  <a:pt x="7286315" y="2650859"/>
                  <a:pt x="7276546" y="2660628"/>
                  <a:pt x="7264495" y="2660628"/>
                </a:cubicBezTo>
                <a:cubicBezTo>
                  <a:pt x="7252444" y="2660628"/>
                  <a:pt x="7242675" y="2650859"/>
                  <a:pt x="7242675" y="2638808"/>
                </a:cubicBezTo>
                <a:cubicBezTo>
                  <a:pt x="7242675" y="2626757"/>
                  <a:pt x="7252444" y="2616988"/>
                  <a:pt x="7264495" y="2616988"/>
                </a:cubicBezTo>
                <a:close/>
                <a:moveTo>
                  <a:pt x="7186475" y="2616988"/>
                </a:moveTo>
                <a:cubicBezTo>
                  <a:pt x="7198526" y="2616988"/>
                  <a:pt x="7208295" y="2626757"/>
                  <a:pt x="7208295" y="2638808"/>
                </a:cubicBezTo>
                <a:cubicBezTo>
                  <a:pt x="7208295" y="2650859"/>
                  <a:pt x="7198526" y="2660628"/>
                  <a:pt x="7186475" y="2660628"/>
                </a:cubicBezTo>
                <a:cubicBezTo>
                  <a:pt x="7174424" y="2660628"/>
                  <a:pt x="7164655" y="2650859"/>
                  <a:pt x="7164655" y="2638808"/>
                </a:cubicBezTo>
                <a:cubicBezTo>
                  <a:pt x="7164655" y="2626757"/>
                  <a:pt x="7174424" y="2616988"/>
                  <a:pt x="7186475" y="2616988"/>
                </a:cubicBezTo>
                <a:close/>
                <a:moveTo>
                  <a:pt x="7109116" y="2616988"/>
                </a:moveTo>
                <a:cubicBezTo>
                  <a:pt x="7121532" y="2616988"/>
                  <a:pt x="7131597" y="2626757"/>
                  <a:pt x="7131597" y="2638808"/>
                </a:cubicBezTo>
                <a:cubicBezTo>
                  <a:pt x="7131597" y="2650859"/>
                  <a:pt x="7121532" y="2660628"/>
                  <a:pt x="7109116" y="2660628"/>
                </a:cubicBezTo>
                <a:cubicBezTo>
                  <a:pt x="7096700" y="2660628"/>
                  <a:pt x="7086635" y="2650859"/>
                  <a:pt x="7086635" y="2638808"/>
                </a:cubicBezTo>
                <a:cubicBezTo>
                  <a:pt x="7086635" y="2626757"/>
                  <a:pt x="7096700" y="2616988"/>
                  <a:pt x="7109116" y="2616988"/>
                </a:cubicBezTo>
                <a:close/>
                <a:moveTo>
                  <a:pt x="7031757" y="2616988"/>
                </a:moveTo>
                <a:cubicBezTo>
                  <a:pt x="7043808" y="2616988"/>
                  <a:pt x="7053577" y="2626757"/>
                  <a:pt x="7053577" y="2638808"/>
                </a:cubicBezTo>
                <a:cubicBezTo>
                  <a:pt x="7053577" y="2650859"/>
                  <a:pt x="7043808" y="2660628"/>
                  <a:pt x="7031757" y="2660628"/>
                </a:cubicBezTo>
                <a:cubicBezTo>
                  <a:pt x="7019706" y="2660628"/>
                  <a:pt x="7009937" y="2650859"/>
                  <a:pt x="7009937" y="2638808"/>
                </a:cubicBezTo>
                <a:cubicBezTo>
                  <a:pt x="7009937" y="2626757"/>
                  <a:pt x="7019706" y="2616988"/>
                  <a:pt x="7031757" y="2616988"/>
                </a:cubicBezTo>
                <a:close/>
                <a:moveTo>
                  <a:pt x="6953736" y="2616988"/>
                </a:moveTo>
                <a:cubicBezTo>
                  <a:pt x="6965787" y="2616988"/>
                  <a:pt x="6975556" y="2626757"/>
                  <a:pt x="6975556" y="2638808"/>
                </a:cubicBezTo>
                <a:cubicBezTo>
                  <a:pt x="6975556" y="2650859"/>
                  <a:pt x="6965787" y="2660628"/>
                  <a:pt x="6953736" y="2660628"/>
                </a:cubicBezTo>
                <a:cubicBezTo>
                  <a:pt x="6941685" y="2660628"/>
                  <a:pt x="6931916" y="2650859"/>
                  <a:pt x="6931916" y="2638808"/>
                </a:cubicBezTo>
                <a:cubicBezTo>
                  <a:pt x="6931916" y="2626757"/>
                  <a:pt x="6941685" y="2616988"/>
                  <a:pt x="6953736" y="2616988"/>
                </a:cubicBezTo>
                <a:close/>
                <a:moveTo>
                  <a:pt x="6875716" y="2616988"/>
                </a:moveTo>
                <a:cubicBezTo>
                  <a:pt x="6887767" y="2616988"/>
                  <a:pt x="6897536" y="2626757"/>
                  <a:pt x="6897536" y="2638808"/>
                </a:cubicBezTo>
                <a:cubicBezTo>
                  <a:pt x="6897536" y="2650859"/>
                  <a:pt x="6887767" y="2660628"/>
                  <a:pt x="6875716" y="2660628"/>
                </a:cubicBezTo>
                <a:cubicBezTo>
                  <a:pt x="6863665" y="2660628"/>
                  <a:pt x="6853896" y="2650859"/>
                  <a:pt x="6853896" y="2638808"/>
                </a:cubicBezTo>
                <a:cubicBezTo>
                  <a:pt x="6853896" y="2626757"/>
                  <a:pt x="6863665" y="2616988"/>
                  <a:pt x="6875716" y="2616988"/>
                </a:cubicBezTo>
                <a:close/>
                <a:moveTo>
                  <a:pt x="6798356" y="2616988"/>
                </a:moveTo>
                <a:cubicBezTo>
                  <a:pt x="6810772" y="2616988"/>
                  <a:pt x="6820837" y="2626757"/>
                  <a:pt x="6820837" y="2638808"/>
                </a:cubicBezTo>
                <a:cubicBezTo>
                  <a:pt x="6820837" y="2650859"/>
                  <a:pt x="6810772" y="2660628"/>
                  <a:pt x="6798356" y="2660628"/>
                </a:cubicBezTo>
                <a:cubicBezTo>
                  <a:pt x="6785940" y="2660628"/>
                  <a:pt x="6775875" y="2650859"/>
                  <a:pt x="6775875" y="2638808"/>
                </a:cubicBezTo>
                <a:cubicBezTo>
                  <a:pt x="6775875" y="2626757"/>
                  <a:pt x="6785940" y="2616988"/>
                  <a:pt x="6798356" y="2616988"/>
                </a:cubicBezTo>
                <a:close/>
                <a:moveTo>
                  <a:pt x="6719675" y="2616988"/>
                </a:moveTo>
                <a:cubicBezTo>
                  <a:pt x="6731726" y="2616988"/>
                  <a:pt x="6741495" y="2626757"/>
                  <a:pt x="6741495" y="2638808"/>
                </a:cubicBezTo>
                <a:cubicBezTo>
                  <a:pt x="6741495" y="2650859"/>
                  <a:pt x="6731726" y="2660628"/>
                  <a:pt x="6719675" y="2660628"/>
                </a:cubicBezTo>
                <a:cubicBezTo>
                  <a:pt x="6707624" y="2660628"/>
                  <a:pt x="6697855" y="2650859"/>
                  <a:pt x="6697855" y="2638808"/>
                </a:cubicBezTo>
                <a:cubicBezTo>
                  <a:pt x="6697855" y="2626757"/>
                  <a:pt x="6707624" y="2616988"/>
                  <a:pt x="6719675" y="2616988"/>
                </a:cubicBezTo>
                <a:close/>
                <a:moveTo>
                  <a:pt x="6641655" y="2616988"/>
                </a:moveTo>
                <a:cubicBezTo>
                  <a:pt x="6653706" y="2616988"/>
                  <a:pt x="6663475" y="2626757"/>
                  <a:pt x="6663475" y="2638808"/>
                </a:cubicBezTo>
                <a:cubicBezTo>
                  <a:pt x="6663475" y="2650859"/>
                  <a:pt x="6653706" y="2660628"/>
                  <a:pt x="6641655" y="2660628"/>
                </a:cubicBezTo>
                <a:cubicBezTo>
                  <a:pt x="6629604" y="2660628"/>
                  <a:pt x="6619835" y="2650859"/>
                  <a:pt x="6619835" y="2638808"/>
                </a:cubicBezTo>
                <a:cubicBezTo>
                  <a:pt x="6619835" y="2626757"/>
                  <a:pt x="6629604" y="2616988"/>
                  <a:pt x="6641655" y="2616988"/>
                </a:cubicBezTo>
                <a:close/>
                <a:moveTo>
                  <a:pt x="6563634" y="2616988"/>
                </a:moveTo>
                <a:cubicBezTo>
                  <a:pt x="6575685" y="2616988"/>
                  <a:pt x="6585454" y="2626757"/>
                  <a:pt x="6585454" y="2638808"/>
                </a:cubicBezTo>
                <a:cubicBezTo>
                  <a:pt x="6585454" y="2650859"/>
                  <a:pt x="6575685" y="2660628"/>
                  <a:pt x="6563634" y="2660628"/>
                </a:cubicBezTo>
                <a:cubicBezTo>
                  <a:pt x="6551583" y="2660628"/>
                  <a:pt x="6541814" y="2650859"/>
                  <a:pt x="6541814" y="2638808"/>
                </a:cubicBezTo>
                <a:cubicBezTo>
                  <a:pt x="6541814" y="2626757"/>
                  <a:pt x="6551583" y="2616988"/>
                  <a:pt x="6563634" y="2616988"/>
                </a:cubicBezTo>
                <a:close/>
                <a:moveTo>
                  <a:pt x="6485613" y="2616988"/>
                </a:moveTo>
                <a:cubicBezTo>
                  <a:pt x="6497664" y="2616988"/>
                  <a:pt x="6507433" y="2626757"/>
                  <a:pt x="6507433" y="2638808"/>
                </a:cubicBezTo>
                <a:cubicBezTo>
                  <a:pt x="6507433" y="2650859"/>
                  <a:pt x="6497664" y="2660628"/>
                  <a:pt x="6485613" y="2660628"/>
                </a:cubicBezTo>
                <a:cubicBezTo>
                  <a:pt x="6473562" y="2660628"/>
                  <a:pt x="6463793" y="2650859"/>
                  <a:pt x="6463793" y="2638808"/>
                </a:cubicBezTo>
                <a:cubicBezTo>
                  <a:pt x="6463793" y="2626757"/>
                  <a:pt x="6473562" y="2616988"/>
                  <a:pt x="6485613" y="2616988"/>
                </a:cubicBezTo>
                <a:close/>
                <a:moveTo>
                  <a:pt x="6408916" y="2616988"/>
                </a:moveTo>
                <a:cubicBezTo>
                  <a:pt x="6420967" y="2616988"/>
                  <a:pt x="6430736" y="2626757"/>
                  <a:pt x="6430736" y="2638808"/>
                </a:cubicBezTo>
                <a:cubicBezTo>
                  <a:pt x="6430736" y="2650859"/>
                  <a:pt x="6420967" y="2660628"/>
                  <a:pt x="6408916" y="2660628"/>
                </a:cubicBezTo>
                <a:cubicBezTo>
                  <a:pt x="6396865" y="2660628"/>
                  <a:pt x="6387096" y="2650859"/>
                  <a:pt x="6387096" y="2638808"/>
                </a:cubicBezTo>
                <a:cubicBezTo>
                  <a:pt x="6387096" y="2626757"/>
                  <a:pt x="6396865" y="2616988"/>
                  <a:pt x="6408916" y="2616988"/>
                </a:cubicBezTo>
                <a:close/>
                <a:moveTo>
                  <a:pt x="6330896" y="2616988"/>
                </a:moveTo>
                <a:cubicBezTo>
                  <a:pt x="6342947" y="2616988"/>
                  <a:pt x="6352716" y="2626757"/>
                  <a:pt x="6352716" y="2638808"/>
                </a:cubicBezTo>
                <a:cubicBezTo>
                  <a:pt x="6352716" y="2650859"/>
                  <a:pt x="6342947" y="2660628"/>
                  <a:pt x="6330896" y="2660628"/>
                </a:cubicBezTo>
                <a:cubicBezTo>
                  <a:pt x="6318845" y="2660628"/>
                  <a:pt x="6309076" y="2650859"/>
                  <a:pt x="6309076" y="2638808"/>
                </a:cubicBezTo>
                <a:cubicBezTo>
                  <a:pt x="6309076" y="2626757"/>
                  <a:pt x="6318845" y="2616988"/>
                  <a:pt x="6330896" y="2616988"/>
                </a:cubicBezTo>
                <a:close/>
                <a:moveTo>
                  <a:pt x="6252875" y="2616988"/>
                </a:moveTo>
                <a:cubicBezTo>
                  <a:pt x="6264926" y="2616988"/>
                  <a:pt x="6274695" y="2626757"/>
                  <a:pt x="6274695" y="2638808"/>
                </a:cubicBezTo>
                <a:cubicBezTo>
                  <a:pt x="6274695" y="2650859"/>
                  <a:pt x="6264926" y="2660628"/>
                  <a:pt x="6252875" y="2660628"/>
                </a:cubicBezTo>
                <a:cubicBezTo>
                  <a:pt x="6240824" y="2660628"/>
                  <a:pt x="6231055" y="2650859"/>
                  <a:pt x="6231055" y="2638808"/>
                </a:cubicBezTo>
                <a:cubicBezTo>
                  <a:pt x="6231055" y="2626757"/>
                  <a:pt x="6240824" y="2616988"/>
                  <a:pt x="6252875" y="2616988"/>
                </a:cubicBezTo>
                <a:close/>
                <a:moveTo>
                  <a:pt x="6174854" y="2616988"/>
                </a:moveTo>
                <a:cubicBezTo>
                  <a:pt x="6186905" y="2616988"/>
                  <a:pt x="6196674" y="2626757"/>
                  <a:pt x="6196674" y="2638808"/>
                </a:cubicBezTo>
                <a:cubicBezTo>
                  <a:pt x="6196674" y="2650859"/>
                  <a:pt x="6186905" y="2660628"/>
                  <a:pt x="6174854" y="2660628"/>
                </a:cubicBezTo>
                <a:cubicBezTo>
                  <a:pt x="6162803" y="2660628"/>
                  <a:pt x="6153034" y="2650859"/>
                  <a:pt x="6153034" y="2638808"/>
                </a:cubicBezTo>
                <a:cubicBezTo>
                  <a:pt x="6153034" y="2626757"/>
                  <a:pt x="6162803" y="2616988"/>
                  <a:pt x="6174854" y="2616988"/>
                </a:cubicBezTo>
                <a:close/>
                <a:moveTo>
                  <a:pt x="5862773" y="2616988"/>
                </a:moveTo>
                <a:cubicBezTo>
                  <a:pt x="5874824" y="2616988"/>
                  <a:pt x="5884593" y="2626757"/>
                  <a:pt x="5884593" y="2638808"/>
                </a:cubicBezTo>
                <a:cubicBezTo>
                  <a:pt x="5884593" y="2650859"/>
                  <a:pt x="5874824" y="2660628"/>
                  <a:pt x="5862773" y="2660628"/>
                </a:cubicBezTo>
                <a:cubicBezTo>
                  <a:pt x="5850722" y="2660628"/>
                  <a:pt x="5840953" y="2650859"/>
                  <a:pt x="5840953" y="2638808"/>
                </a:cubicBezTo>
                <a:cubicBezTo>
                  <a:pt x="5840953" y="2626757"/>
                  <a:pt x="5850722" y="2616988"/>
                  <a:pt x="5862773" y="2616988"/>
                </a:cubicBezTo>
                <a:close/>
                <a:moveTo>
                  <a:pt x="5239931" y="2616988"/>
                </a:moveTo>
                <a:cubicBezTo>
                  <a:pt x="5251982" y="2616988"/>
                  <a:pt x="5261751" y="2626757"/>
                  <a:pt x="5261751" y="2638808"/>
                </a:cubicBezTo>
                <a:cubicBezTo>
                  <a:pt x="5261751" y="2650859"/>
                  <a:pt x="5251982" y="2660628"/>
                  <a:pt x="5239931" y="2660628"/>
                </a:cubicBezTo>
                <a:cubicBezTo>
                  <a:pt x="5227880" y="2660628"/>
                  <a:pt x="5218111" y="2650859"/>
                  <a:pt x="5218111" y="2638808"/>
                </a:cubicBezTo>
                <a:cubicBezTo>
                  <a:pt x="5218111" y="2626757"/>
                  <a:pt x="5227880" y="2616988"/>
                  <a:pt x="5239931" y="2616988"/>
                </a:cubicBezTo>
                <a:close/>
                <a:moveTo>
                  <a:pt x="5162572" y="2616988"/>
                </a:moveTo>
                <a:cubicBezTo>
                  <a:pt x="5174988" y="2616988"/>
                  <a:pt x="5185053" y="2626757"/>
                  <a:pt x="5185053" y="2638808"/>
                </a:cubicBezTo>
                <a:cubicBezTo>
                  <a:pt x="5185053" y="2650859"/>
                  <a:pt x="5174988" y="2660628"/>
                  <a:pt x="5162572" y="2660628"/>
                </a:cubicBezTo>
                <a:cubicBezTo>
                  <a:pt x="5150156" y="2660628"/>
                  <a:pt x="5140091" y="2650859"/>
                  <a:pt x="5140091" y="2638808"/>
                </a:cubicBezTo>
                <a:cubicBezTo>
                  <a:pt x="5140091" y="2626757"/>
                  <a:pt x="5150156" y="2616988"/>
                  <a:pt x="5162572" y="2616988"/>
                </a:cubicBezTo>
                <a:close/>
                <a:moveTo>
                  <a:pt x="5085212" y="2616988"/>
                </a:moveTo>
                <a:cubicBezTo>
                  <a:pt x="5097263" y="2616988"/>
                  <a:pt x="5107032" y="2626757"/>
                  <a:pt x="5107032" y="2638808"/>
                </a:cubicBezTo>
                <a:cubicBezTo>
                  <a:pt x="5107032" y="2650859"/>
                  <a:pt x="5097263" y="2660628"/>
                  <a:pt x="5085212" y="2660628"/>
                </a:cubicBezTo>
                <a:cubicBezTo>
                  <a:pt x="5073161" y="2660628"/>
                  <a:pt x="5063392" y="2650859"/>
                  <a:pt x="5063392" y="2638808"/>
                </a:cubicBezTo>
                <a:cubicBezTo>
                  <a:pt x="5063392" y="2626757"/>
                  <a:pt x="5073161" y="2616988"/>
                  <a:pt x="5085212" y="2616988"/>
                </a:cubicBezTo>
                <a:close/>
                <a:moveTo>
                  <a:pt x="5007193" y="2616988"/>
                </a:moveTo>
                <a:cubicBezTo>
                  <a:pt x="5019244" y="2616988"/>
                  <a:pt x="5029013" y="2626757"/>
                  <a:pt x="5029013" y="2638808"/>
                </a:cubicBezTo>
                <a:cubicBezTo>
                  <a:pt x="5029013" y="2650859"/>
                  <a:pt x="5019244" y="2660628"/>
                  <a:pt x="5007193" y="2660628"/>
                </a:cubicBezTo>
                <a:cubicBezTo>
                  <a:pt x="4995142" y="2660628"/>
                  <a:pt x="4985373" y="2650859"/>
                  <a:pt x="4985373" y="2638808"/>
                </a:cubicBezTo>
                <a:cubicBezTo>
                  <a:pt x="4985373" y="2626757"/>
                  <a:pt x="4995142" y="2616988"/>
                  <a:pt x="5007193" y="2616988"/>
                </a:cubicBezTo>
                <a:close/>
                <a:moveTo>
                  <a:pt x="4928511" y="2616988"/>
                </a:moveTo>
                <a:cubicBezTo>
                  <a:pt x="4940927" y="2616988"/>
                  <a:pt x="4950992" y="2626757"/>
                  <a:pt x="4950992" y="2638808"/>
                </a:cubicBezTo>
                <a:cubicBezTo>
                  <a:pt x="4950992" y="2650859"/>
                  <a:pt x="4940927" y="2660628"/>
                  <a:pt x="4928511" y="2660628"/>
                </a:cubicBezTo>
                <a:cubicBezTo>
                  <a:pt x="4916095" y="2660628"/>
                  <a:pt x="4906030" y="2650859"/>
                  <a:pt x="4906030" y="2638808"/>
                </a:cubicBezTo>
                <a:cubicBezTo>
                  <a:pt x="4906030" y="2626757"/>
                  <a:pt x="4916095" y="2616988"/>
                  <a:pt x="4928511" y="2616988"/>
                </a:cubicBezTo>
                <a:close/>
                <a:moveTo>
                  <a:pt x="4850491" y="2616988"/>
                </a:moveTo>
                <a:cubicBezTo>
                  <a:pt x="4862907" y="2616988"/>
                  <a:pt x="4872972" y="2626757"/>
                  <a:pt x="4872972" y="2638808"/>
                </a:cubicBezTo>
                <a:cubicBezTo>
                  <a:pt x="4872972" y="2650859"/>
                  <a:pt x="4862907" y="2660628"/>
                  <a:pt x="4850491" y="2660628"/>
                </a:cubicBezTo>
                <a:cubicBezTo>
                  <a:pt x="4838075" y="2660628"/>
                  <a:pt x="4828010" y="2650859"/>
                  <a:pt x="4828010" y="2638808"/>
                </a:cubicBezTo>
                <a:cubicBezTo>
                  <a:pt x="4828010" y="2626757"/>
                  <a:pt x="4838075" y="2616988"/>
                  <a:pt x="4850491" y="2616988"/>
                </a:cubicBezTo>
                <a:close/>
                <a:moveTo>
                  <a:pt x="4773132" y="2616988"/>
                </a:moveTo>
                <a:cubicBezTo>
                  <a:pt x="4785183" y="2616988"/>
                  <a:pt x="4794952" y="2626757"/>
                  <a:pt x="4794952" y="2638808"/>
                </a:cubicBezTo>
                <a:cubicBezTo>
                  <a:pt x="4794952" y="2650859"/>
                  <a:pt x="4785183" y="2660628"/>
                  <a:pt x="4773132" y="2660628"/>
                </a:cubicBezTo>
                <a:cubicBezTo>
                  <a:pt x="4761081" y="2660628"/>
                  <a:pt x="4751312" y="2650859"/>
                  <a:pt x="4751312" y="2638808"/>
                </a:cubicBezTo>
                <a:cubicBezTo>
                  <a:pt x="4751312" y="2626757"/>
                  <a:pt x="4761081" y="2616988"/>
                  <a:pt x="4773132" y="2616988"/>
                </a:cubicBezTo>
                <a:close/>
                <a:moveTo>
                  <a:pt x="4695111" y="2616988"/>
                </a:moveTo>
                <a:cubicBezTo>
                  <a:pt x="4707162" y="2616988"/>
                  <a:pt x="4716931" y="2626757"/>
                  <a:pt x="4716931" y="2638808"/>
                </a:cubicBezTo>
                <a:cubicBezTo>
                  <a:pt x="4716931" y="2650859"/>
                  <a:pt x="4707162" y="2660628"/>
                  <a:pt x="4695111" y="2660628"/>
                </a:cubicBezTo>
                <a:cubicBezTo>
                  <a:pt x="4683060" y="2660628"/>
                  <a:pt x="4673291" y="2650859"/>
                  <a:pt x="4673291" y="2638808"/>
                </a:cubicBezTo>
                <a:cubicBezTo>
                  <a:pt x="4673291" y="2626757"/>
                  <a:pt x="4683060" y="2616988"/>
                  <a:pt x="4695111" y="2616988"/>
                </a:cubicBezTo>
                <a:close/>
                <a:moveTo>
                  <a:pt x="4617091" y="2616988"/>
                </a:moveTo>
                <a:cubicBezTo>
                  <a:pt x="4629142" y="2616988"/>
                  <a:pt x="4638911" y="2626757"/>
                  <a:pt x="4638911" y="2638808"/>
                </a:cubicBezTo>
                <a:cubicBezTo>
                  <a:pt x="4638911" y="2650859"/>
                  <a:pt x="4629142" y="2660628"/>
                  <a:pt x="4617091" y="2660628"/>
                </a:cubicBezTo>
                <a:cubicBezTo>
                  <a:pt x="4605040" y="2660628"/>
                  <a:pt x="4595271" y="2650859"/>
                  <a:pt x="4595271" y="2638808"/>
                </a:cubicBezTo>
                <a:cubicBezTo>
                  <a:pt x="4595271" y="2626757"/>
                  <a:pt x="4605040" y="2616988"/>
                  <a:pt x="4617091" y="2616988"/>
                </a:cubicBezTo>
                <a:close/>
                <a:moveTo>
                  <a:pt x="4539070" y="2616988"/>
                </a:moveTo>
                <a:cubicBezTo>
                  <a:pt x="4551121" y="2616988"/>
                  <a:pt x="4560890" y="2626757"/>
                  <a:pt x="4560890" y="2638808"/>
                </a:cubicBezTo>
                <a:cubicBezTo>
                  <a:pt x="4560890" y="2650859"/>
                  <a:pt x="4551121" y="2660628"/>
                  <a:pt x="4539070" y="2660628"/>
                </a:cubicBezTo>
                <a:cubicBezTo>
                  <a:pt x="4527019" y="2660628"/>
                  <a:pt x="4517250" y="2650859"/>
                  <a:pt x="4517250" y="2638808"/>
                </a:cubicBezTo>
                <a:cubicBezTo>
                  <a:pt x="4517250" y="2626757"/>
                  <a:pt x="4527019" y="2616988"/>
                  <a:pt x="4539070" y="2616988"/>
                </a:cubicBezTo>
                <a:close/>
                <a:moveTo>
                  <a:pt x="4461711" y="2616988"/>
                </a:moveTo>
                <a:cubicBezTo>
                  <a:pt x="4474127" y="2616988"/>
                  <a:pt x="4484192" y="2626757"/>
                  <a:pt x="4484192" y="2638808"/>
                </a:cubicBezTo>
                <a:cubicBezTo>
                  <a:pt x="4484192" y="2650859"/>
                  <a:pt x="4474127" y="2660628"/>
                  <a:pt x="4461711" y="2660628"/>
                </a:cubicBezTo>
                <a:cubicBezTo>
                  <a:pt x="4449295" y="2660628"/>
                  <a:pt x="4439230" y="2650859"/>
                  <a:pt x="4439230" y="2638808"/>
                </a:cubicBezTo>
                <a:cubicBezTo>
                  <a:pt x="4439230" y="2626757"/>
                  <a:pt x="4449295" y="2616988"/>
                  <a:pt x="4461711" y="2616988"/>
                </a:cubicBezTo>
                <a:close/>
                <a:moveTo>
                  <a:pt x="4384351" y="2616988"/>
                </a:moveTo>
                <a:cubicBezTo>
                  <a:pt x="4396402" y="2616988"/>
                  <a:pt x="4406171" y="2626757"/>
                  <a:pt x="4406171" y="2638808"/>
                </a:cubicBezTo>
                <a:cubicBezTo>
                  <a:pt x="4406171" y="2650859"/>
                  <a:pt x="4396402" y="2660628"/>
                  <a:pt x="4384351" y="2660628"/>
                </a:cubicBezTo>
                <a:cubicBezTo>
                  <a:pt x="4372300" y="2660628"/>
                  <a:pt x="4362531" y="2650859"/>
                  <a:pt x="4362531" y="2638808"/>
                </a:cubicBezTo>
                <a:cubicBezTo>
                  <a:pt x="4362531" y="2626757"/>
                  <a:pt x="4372300" y="2616988"/>
                  <a:pt x="4384351" y="2616988"/>
                </a:cubicBezTo>
                <a:close/>
                <a:moveTo>
                  <a:pt x="4305009" y="2616988"/>
                </a:moveTo>
                <a:cubicBezTo>
                  <a:pt x="4317060" y="2616988"/>
                  <a:pt x="4326829" y="2626757"/>
                  <a:pt x="4326829" y="2638808"/>
                </a:cubicBezTo>
                <a:cubicBezTo>
                  <a:pt x="4326829" y="2650859"/>
                  <a:pt x="4317060" y="2660628"/>
                  <a:pt x="4305009" y="2660628"/>
                </a:cubicBezTo>
                <a:cubicBezTo>
                  <a:pt x="4292958" y="2660628"/>
                  <a:pt x="4283189" y="2650859"/>
                  <a:pt x="4283189" y="2638808"/>
                </a:cubicBezTo>
                <a:cubicBezTo>
                  <a:pt x="4283189" y="2626757"/>
                  <a:pt x="4292958" y="2616988"/>
                  <a:pt x="4305009" y="2616988"/>
                </a:cubicBezTo>
                <a:close/>
                <a:moveTo>
                  <a:pt x="4226989" y="2616988"/>
                </a:moveTo>
                <a:cubicBezTo>
                  <a:pt x="4239040" y="2616988"/>
                  <a:pt x="4248809" y="2626757"/>
                  <a:pt x="4248809" y="2638808"/>
                </a:cubicBezTo>
                <a:cubicBezTo>
                  <a:pt x="4248809" y="2650859"/>
                  <a:pt x="4239040" y="2660628"/>
                  <a:pt x="4226989" y="2660628"/>
                </a:cubicBezTo>
                <a:cubicBezTo>
                  <a:pt x="4214938" y="2660628"/>
                  <a:pt x="4205169" y="2650859"/>
                  <a:pt x="4205169" y="2638808"/>
                </a:cubicBezTo>
                <a:cubicBezTo>
                  <a:pt x="4205169" y="2626757"/>
                  <a:pt x="4214938" y="2616988"/>
                  <a:pt x="4226989" y="2616988"/>
                </a:cubicBezTo>
                <a:close/>
                <a:moveTo>
                  <a:pt x="4149629" y="2616988"/>
                </a:moveTo>
                <a:cubicBezTo>
                  <a:pt x="4162045" y="2616988"/>
                  <a:pt x="4172110" y="2626757"/>
                  <a:pt x="4172110" y="2638808"/>
                </a:cubicBezTo>
                <a:cubicBezTo>
                  <a:pt x="4172110" y="2650859"/>
                  <a:pt x="4162045" y="2660628"/>
                  <a:pt x="4149629" y="2660628"/>
                </a:cubicBezTo>
                <a:cubicBezTo>
                  <a:pt x="4137213" y="2660628"/>
                  <a:pt x="4127148" y="2650859"/>
                  <a:pt x="4127148" y="2638808"/>
                </a:cubicBezTo>
                <a:cubicBezTo>
                  <a:pt x="4127148" y="2626757"/>
                  <a:pt x="4137213" y="2616988"/>
                  <a:pt x="4149629" y="2616988"/>
                </a:cubicBezTo>
                <a:close/>
                <a:moveTo>
                  <a:pt x="4072270" y="2616988"/>
                </a:moveTo>
                <a:cubicBezTo>
                  <a:pt x="4084321" y="2616988"/>
                  <a:pt x="4094090" y="2626757"/>
                  <a:pt x="4094090" y="2638808"/>
                </a:cubicBezTo>
                <a:cubicBezTo>
                  <a:pt x="4094090" y="2650859"/>
                  <a:pt x="4084321" y="2660628"/>
                  <a:pt x="4072270" y="2660628"/>
                </a:cubicBezTo>
                <a:cubicBezTo>
                  <a:pt x="4060219" y="2660628"/>
                  <a:pt x="4050450" y="2650859"/>
                  <a:pt x="4050450" y="2638808"/>
                </a:cubicBezTo>
                <a:cubicBezTo>
                  <a:pt x="4050450" y="2626757"/>
                  <a:pt x="4060219" y="2616988"/>
                  <a:pt x="4072270" y="2616988"/>
                </a:cubicBezTo>
                <a:close/>
                <a:moveTo>
                  <a:pt x="3994250" y="2616988"/>
                </a:moveTo>
                <a:cubicBezTo>
                  <a:pt x="4006301" y="2616988"/>
                  <a:pt x="4016070" y="2626757"/>
                  <a:pt x="4016070" y="2638808"/>
                </a:cubicBezTo>
                <a:cubicBezTo>
                  <a:pt x="4016070" y="2650859"/>
                  <a:pt x="4006301" y="2660628"/>
                  <a:pt x="3994250" y="2660628"/>
                </a:cubicBezTo>
                <a:cubicBezTo>
                  <a:pt x="3982199" y="2660628"/>
                  <a:pt x="3972430" y="2650859"/>
                  <a:pt x="3972430" y="2638808"/>
                </a:cubicBezTo>
                <a:cubicBezTo>
                  <a:pt x="3972430" y="2626757"/>
                  <a:pt x="3982199" y="2616988"/>
                  <a:pt x="3994250" y="2616988"/>
                </a:cubicBezTo>
                <a:close/>
                <a:moveTo>
                  <a:pt x="3916229" y="2616988"/>
                </a:moveTo>
                <a:cubicBezTo>
                  <a:pt x="3928280" y="2616988"/>
                  <a:pt x="3938049" y="2626757"/>
                  <a:pt x="3938049" y="2638808"/>
                </a:cubicBezTo>
                <a:cubicBezTo>
                  <a:pt x="3938049" y="2650859"/>
                  <a:pt x="3928280" y="2660628"/>
                  <a:pt x="3916229" y="2660628"/>
                </a:cubicBezTo>
                <a:cubicBezTo>
                  <a:pt x="3904178" y="2660628"/>
                  <a:pt x="3894409" y="2650859"/>
                  <a:pt x="3894409" y="2638808"/>
                </a:cubicBezTo>
                <a:cubicBezTo>
                  <a:pt x="3894409" y="2626757"/>
                  <a:pt x="3904178" y="2616988"/>
                  <a:pt x="3916229" y="2616988"/>
                </a:cubicBezTo>
                <a:close/>
                <a:moveTo>
                  <a:pt x="2513845" y="2616988"/>
                </a:moveTo>
                <a:cubicBezTo>
                  <a:pt x="2526261" y="2616988"/>
                  <a:pt x="2536326" y="2626757"/>
                  <a:pt x="2536326" y="2638808"/>
                </a:cubicBezTo>
                <a:cubicBezTo>
                  <a:pt x="2536326" y="2650859"/>
                  <a:pt x="2526261" y="2660628"/>
                  <a:pt x="2513845" y="2660628"/>
                </a:cubicBezTo>
                <a:cubicBezTo>
                  <a:pt x="2501429" y="2660628"/>
                  <a:pt x="2491364" y="2650859"/>
                  <a:pt x="2491364" y="2638808"/>
                </a:cubicBezTo>
                <a:cubicBezTo>
                  <a:pt x="2491364" y="2626757"/>
                  <a:pt x="2501429" y="2616988"/>
                  <a:pt x="2513845" y="2616988"/>
                </a:cubicBezTo>
                <a:close/>
                <a:moveTo>
                  <a:pt x="2436486" y="2616988"/>
                </a:moveTo>
                <a:cubicBezTo>
                  <a:pt x="2448537" y="2616988"/>
                  <a:pt x="2458306" y="2626757"/>
                  <a:pt x="2458306" y="2638808"/>
                </a:cubicBezTo>
                <a:cubicBezTo>
                  <a:pt x="2458306" y="2650859"/>
                  <a:pt x="2448537" y="2660628"/>
                  <a:pt x="2436486" y="2660628"/>
                </a:cubicBezTo>
                <a:cubicBezTo>
                  <a:pt x="2424435" y="2660628"/>
                  <a:pt x="2414666" y="2650859"/>
                  <a:pt x="2414666" y="2638808"/>
                </a:cubicBezTo>
                <a:cubicBezTo>
                  <a:pt x="2414666" y="2626757"/>
                  <a:pt x="2424435" y="2616988"/>
                  <a:pt x="2436486" y="2616988"/>
                </a:cubicBezTo>
                <a:close/>
                <a:moveTo>
                  <a:pt x="2358465" y="2616988"/>
                </a:moveTo>
                <a:cubicBezTo>
                  <a:pt x="2370516" y="2616988"/>
                  <a:pt x="2380285" y="2626757"/>
                  <a:pt x="2380285" y="2638808"/>
                </a:cubicBezTo>
                <a:cubicBezTo>
                  <a:pt x="2380285" y="2650859"/>
                  <a:pt x="2370516" y="2660628"/>
                  <a:pt x="2358465" y="2660628"/>
                </a:cubicBezTo>
                <a:cubicBezTo>
                  <a:pt x="2346414" y="2660628"/>
                  <a:pt x="2336645" y="2650859"/>
                  <a:pt x="2336645" y="2638808"/>
                </a:cubicBezTo>
                <a:cubicBezTo>
                  <a:pt x="2336645" y="2626757"/>
                  <a:pt x="2346414" y="2616988"/>
                  <a:pt x="2358465" y="2616988"/>
                </a:cubicBezTo>
                <a:close/>
                <a:moveTo>
                  <a:pt x="2280445" y="2616988"/>
                </a:moveTo>
                <a:cubicBezTo>
                  <a:pt x="2292496" y="2616988"/>
                  <a:pt x="2302265" y="2626757"/>
                  <a:pt x="2302265" y="2638808"/>
                </a:cubicBezTo>
                <a:cubicBezTo>
                  <a:pt x="2302265" y="2650859"/>
                  <a:pt x="2292496" y="2660628"/>
                  <a:pt x="2280445" y="2660628"/>
                </a:cubicBezTo>
                <a:cubicBezTo>
                  <a:pt x="2268394" y="2660628"/>
                  <a:pt x="2258625" y="2650859"/>
                  <a:pt x="2258625" y="2638808"/>
                </a:cubicBezTo>
                <a:cubicBezTo>
                  <a:pt x="2258625" y="2626757"/>
                  <a:pt x="2268394" y="2616988"/>
                  <a:pt x="2280445" y="2616988"/>
                </a:cubicBezTo>
                <a:close/>
                <a:moveTo>
                  <a:pt x="2125727" y="2616988"/>
                </a:moveTo>
                <a:cubicBezTo>
                  <a:pt x="2137778" y="2616988"/>
                  <a:pt x="2147547" y="2626757"/>
                  <a:pt x="2147547" y="2638808"/>
                </a:cubicBezTo>
                <a:cubicBezTo>
                  <a:pt x="2147547" y="2650859"/>
                  <a:pt x="2137778" y="2660628"/>
                  <a:pt x="2125727" y="2660628"/>
                </a:cubicBezTo>
                <a:cubicBezTo>
                  <a:pt x="2113676" y="2660628"/>
                  <a:pt x="2103907" y="2650859"/>
                  <a:pt x="2103907" y="2638808"/>
                </a:cubicBezTo>
                <a:cubicBezTo>
                  <a:pt x="2103907" y="2626757"/>
                  <a:pt x="2113676" y="2616988"/>
                  <a:pt x="2125727" y="2616988"/>
                </a:cubicBezTo>
                <a:close/>
                <a:moveTo>
                  <a:pt x="2047706" y="2616988"/>
                </a:moveTo>
                <a:cubicBezTo>
                  <a:pt x="2059757" y="2616988"/>
                  <a:pt x="2069526" y="2626757"/>
                  <a:pt x="2069526" y="2638808"/>
                </a:cubicBezTo>
                <a:cubicBezTo>
                  <a:pt x="2069526" y="2650859"/>
                  <a:pt x="2059757" y="2660628"/>
                  <a:pt x="2047706" y="2660628"/>
                </a:cubicBezTo>
                <a:cubicBezTo>
                  <a:pt x="2035655" y="2660628"/>
                  <a:pt x="2025886" y="2650859"/>
                  <a:pt x="2025886" y="2638808"/>
                </a:cubicBezTo>
                <a:cubicBezTo>
                  <a:pt x="2025886" y="2626757"/>
                  <a:pt x="2035655" y="2616988"/>
                  <a:pt x="2047706" y="2616988"/>
                </a:cubicBezTo>
                <a:close/>
                <a:moveTo>
                  <a:pt x="1813657" y="2616988"/>
                </a:moveTo>
                <a:cubicBezTo>
                  <a:pt x="1825704" y="2616988"/>
                  <a:pt x="1835474" y="2626757"/>
                  <a:pt x="1835474" y="2638808"/>
                </a:cubicBezTo>
                <a:cubicBezTo>
                  <a:pt x="1835474" y="2650859"/>
                  <a:pt x="1825704" y="2660628"/>
                  <a:pt x="1813657" y="2660628"/>
                </a:cubicBezTo>
                <a:cubicBezTo>
                  <a:pt x="1801603" y="2660628"/>
                  <a:pt x="1791833" y="2650859"/>
                  <a:pt x="1791833" y="2638808"/>
                </a:cubicBezTo>
                <a:cubicBezTo>
                  <a:pt x="1791833" y="2626757"/>
                  <a:pt x="1801603" y="2616988"/>
                  <a:pt x="1813657" y="2616988"/>
                </a:cubicBezTo>
                <a:close/>
                <a:moveTo>
                  <a:pt x="1735633" y="2616988"/>
                </a:moveTo>
                <a:cubicBezTo>
                  <a:pt x="1747685" y="2616988"/>
                  <a:pt x="1757457" y="2626757"/>
                  <a:pt x="1757457" y="2638808"/>
                </a:cubicBezTo>
                <a:cubicBezTo>
                  <a:pt x="1757457" y="2650859"/>
                  <a:pt x="1747685" y="2660628"/>
                  <a:pt x="1735633" y="2660628"/>
                </a:cubicBezTo>
                <a:cubicBezTo>
                  <a:pt x="1723586" y="2660628"/>
                  <a:pt x="1713819" y="2650859"/>
                  <a:pt x="1713819" y="2638808"/>
                </a:cubicBezTo>
                <a:cubicBezTo>
                  <a:pt x="1713819" y="2626757"/>
                  <a:pt x="1723586" y="2616988"/>
                  <a:pt x="1735633" y="2616988"/>
                </a:cubicBezTo>
                <a:close/>
                <a:moveTo>
                  <a:pt x="1657611" y="2616988"/>
                </a:moveTo>
                <a:cubicBezTo>
                  <a:pt x="1669659" y="2616988"/>
                  <a:pt x="1679436" y="2626757"/>
                  <a:pt x="1679436" y="2638808"/>
                </a:cubicBezTo>
                <a:cubicBezTo>
                  <a:pt x="1679436" y="2650859"/>
                  <a:pt x="1669659" y="2660628"/>
                  <a:pt x="1657611" y="2660628"/>
                </a:cubicBezTo>
                <a:cubicBezTo>
                  <a:pt x="1645568" y="2660628"/>
                  <a:pt x="1635796" y="2650859"/>
                  <a:pt x="1635796" y="2638808"/>
                </a:cubicBezTo>
                <a:cubicBezTo>
                  <a:pt x="1635796" y="2626757"/>
                  <a:pt x="1645568" y="2616988"/>
                  <a:pt x="1657611" y="2616988"/>
                </a:cubicBezTo>
                <a:close/>
                <a:moveTo>
                  <a:pt x="7421198" y="2538968"/>
                </a:moveTo>
                <a:cubicBezTo>
                  <a:pt x="7433614" y="2538968"/>
                  <a:pt x="7443679" y="2548737"/>
                  <a:pt x="7443679" y="2560788"/>
                </a:cubicBezTo>
                <a:cubicBezTo>
                  <a:pt x="7443679" y="2572839"/>
                  <a:pt x="7433614" y="2582608"/>
                  <a:pt x="7421198" y="2582608"/>
                </a:cubicBezTo>
                <a:cubicBezTo>
                  <a:pt x="7408782" y="2582608"/>
                  <a:pt x="7398717" y="2572839"/>
                  <a:pt x="7398717" y="2560788"/>
                </a:cubicBezTo>
                <a:cubicBezTo>
                  <a:pt x="7398717" y="2548737"/>
                  <a:pt x="7408782" y="2538968"/>
                  <a:pt x="7421198" y="2538968"/>
                </a:cubicBezTo>
                <a:close/>
                <a:moveTo>
                  <a:pt x="7343838" y="2538968"/>
                </a:moveTo>
                <a:cubicBezTo>
                  <a:pt x="7355889" y="2538968"/>
                  <a:pt x="7365658" y="2548737"/>
                  <a:pt x="7365658" y="2560788"/>
                </a:cubicBezTo>
                <a:cubicBezTo>
                  <a:pt x="7365658" y="2572839"/>
                  <a:pt x="7355889" y="2582608"/>
                  <a:pt x="7343838" y="2582608"/>
                </a:cubicBezTo>
                <a:cubicBezTo>
                  <a:pt x="7331787" y="2582608"/>
                  <a:pt x="7322018" y="2572839"/>
                  <a:pt x="7322018" y="2560788"/>
                </a:cubicBezTo>
                <a:cubicBezTo>
                  <a:pt x="7322018" y="2548737"/>
                  <a:pt x="7331787" y="2538968"/>
                  <a:pt x="7343838" y="2538968"/>
                </a:cubicBezTo>
                <a:close/>
                <a:moveTo>
                  <a:pt x="7264495" y="2538968"/>
                </a:moveTo>
                <a:cubicBezTo>
                  <a:pt x="7276546" y="2538968"/>
                  <a:pt x="7286315" y="2548737"/>
                  <a:pt x="7286315" y="2560788"/>
                </a:cubicBezTo>
                <a:cubicBezTo>
                  <a:pt x="7286315" y="2572839"/>
                  <a:pt x="7276546" y="2582608"/>
                  <a:pt x="7264495" y="2582608"/>
                </a:cubicBezTo>
                <a:cubicBezTo>
                  <a:pt x="7252444" y="2582608"/>
                  <a:pt x="7242675" y="2572839"/>
                  <a:pt x="7242675" y="2560788"/>
                </a:cubicBezTo>
                <a:cubicBezTo>
                  <a:pt x="7242675" y="2548737"/>
                  <a:pt x="7252444" y="2538968"/>
                  <a:pt x="7264495" y="2538968"/>
                </a:cubicBezTo>
                <a:close/>
                <a:moveTo>
                  <a:pt x="7186475" y="2538968"/>
                </a:moveTo>
                <a:cubicBezTo>
                  <a:pt x="7198526" y="2538968"/>
                  <a:pt x="7208295" y="2548737"/>
                  <a:pt x="7208295" y="2560788"/>
                </a:cubicBezTo>
                <a:cubicBezTo>
                  <a:pt x="7208295" y="2572839"/>
                  <a:pt x="7198526" y="2582608"/>
                  <a:pt x="7186475" y="2582608"/>
                </a:cubicBezTo>
                <a:cubicBezTo>
                  <a:pt x="7174424" y="2582608"/>
                  <a:pt x="7164655" y="2572839"/>
                  <a:pt x="7164655" y="2560788"/>
                </a:cubicBezTo>
                <a:cubicBezTo>
                  <a:pt x="7164655" y="2548737"/>
                  <a:pt x="7174424" y="2538968"/>
                  <a:pt x="7186475" y="2538968"/>
                </a:cubicBezTo>
                <a:close/>
                <a:moveTo>
                  <a:pt x="7109116" y="2538968"/>
                </a:moveTo>
                <a:cubicBezTo>
                  <a:pt x="7121532" y="2538968"/>
                  <a:pt x="7131597" y="2548737"/>
                  <a:pt x="7131597" y="2560788"/>
                </a:cubicBezTo>
                <a:cubicBezTo>
                  <a:pt x="7131597" y="2572839"/>
                  <a:pt x="7121532" y="2582608"/>
                  <a:pt x="7109116" y="2582608"/>
                </a:cubicBezTo>
                <a:cubicBezTo>
                  <a:pt x="7096700" y="2582608"/>
                  <a:pt x="7086635" y="2572839"/>
                  <a:pt x="7086635" y="2560788"/>
                </a:cubicBezTo>
                <a:cubicBezTo>
                  <a:pt x="7086635" y="2548737"/>
                  <a:pt x="7096700" y="2538968"/>
                  <a:pt x="7109116" y="2538968"/>
                </a:cubicBezTo>
                <a:close/>
                <a:moveTo>
                  <a:pt x="7031757" y="2538968"/>
                </a:moveTo>
                <a:cubicBezTo>
                  <a:pt x="7043808" y="2538968"/>
                  <a:pt x="7053577" y="2548737"/>
                  <a:pt x="7053577" y="2560788"/>
                </a:cubicBezTo>
                <a:cubicBezTo>
                  <a:pt x="7053577" y="2572839"/>
                  <a:pt x="7043808" y="2582608"/>
                  <a:pt x="7031757" y="2582608"/>
                </a:cubicBezTo>
                <a:cubicBezTo>
                  <a:pt x="7019706" y="2582608"/>
                  <a:pt x="7009937" y="2572839"/>
                  <a:pt x="7009937" y="2560788"/>
                </a:cubicBezTo>
                <a:cubicBezTo>
                  <a:pt x="7009937" y="2548737"/>
                  <a:pt x="7019706" y="2538968"/>
                  <a:pt x="7031757" y="2538968"/>
                </a:cubicBezTo>
                <a:close/>
                <a:moveTo>
                  <a:pt x="6953736" y="2538968"/>
                </a:moveTo>
                <a:cubicBezTo>
                  <a:pt x="6965787" y="2538968"/>
                  <a:pt x="6975556" y="2548737"/>
                  <a:pt x="6975556" y="2560788"/>
                </a:cubicBezTo>
                <a:cubicBezTo>
                  <a:pt x="6975556" y="2572839"/>
                  <a:pt x="6965787" y="2582608"/>
                  <a:pt x="6953736" y="2582608"/>
                </a:cubicBezTo>
                <a:cubicBezTo>
                  <a:pt x="6941685" y="2582608"/>
                  <a:pt x="6931916" y="2572839"/>
                  <a:pt x="6931916" y="2560788"/>
                </a:cubicBezTo>
                <a:cubicBezTo>
                  <a:pt x="6931916" y="2548737"/>
                  <a:pt x="6941685" y="2538968"/>
                  <a:pt x="6953736" y="2538968"/>
                </a:cubicBezTo>
                <a:close/>
                <a:moveTo>
                  <a:pt x="6875716" y="2538968"/>
                </a:moveTo>
                <a:cubicBezTo>
                  <a:pt x="6887767" y="2538968"/>
                  <a:pt x="6897536" y="2548737"/>
                  <a:pt x="6897536" y="2560788"/>
                </a:cubicBezTo>
                <a:cubicBezTo>
                  <a:pt x="6897536" y="2572839"/>
                  <a:pt x="6887767" y="2582608"/>
                  <a:pt x="6875716" y="2582608"/>
                </a:cubicBezTo>
                <a:cubicBezTo>
                  <a:pt x="6863665" y="2582608"/>
                  <a:pt x="6853896" y="2572839"/>
                  <a:pt x="6853896" y="2560788"/>
                </a:cubicBezTo>
                <a:cubicBezTo>
                  <a:pt x="6853896" y="2548737"/>
                  <a:pt x="6863665" y="2538968"/>
                  <a:pt x="6875716" y="2538968"/>
                </a:cubicBezTo>
                <a:close/>
                <a:moveTo>
                  <a:pt x="6798356" y="2538968"/>
                </a:moveTo>
                <a:cubicBezTo>
                  <a:pt x="6810772" y="2538968"/>
                  <a:pt x="6820837" y="2548737"/>
                  <a:pt x="6820837" y="2560788"/>
                </a:cubicBezTo>
                <a:cubicBezTo>
                  <a:pt x="6820837" y="2572839"/>
                  <a:pt x="6810772" y="2582608"/>
                  <a:pt x="6798356" y="2582608"/>
                </a:cubicBezTo>
                <a:cubicBezTo>
                  <a:pt x="6785940" y="2582608"/>
                  <a:pt x="6775875" y="2572839"/>
                  <a:pt x="6775875" y="2560788"/>
                </a:cubicBezTo>
                <a:cubicBezTo>
                  <a:pt x="6775875" y="2548737"/>
                  <a:pt x="6785940" y="2538968"/>
                  <a:pt x="6798356" y="2538968"/>
                </a:cubicBezTo>
                <a:close/>
                <a:moveTo>
                  <a:pt x="6719675" y="2538968"/>
                </a:moveTo>
                <a:cubicBezTo>
                  <a:pt x="6731726" y="2538968"/>
                  <a:pt x="6741495" y="2548737"/>
                  <a:pt x="6741495" y="2560788"/>
                </a:cubicBezTo>
                <a:cubicBezTo>
                  <a:pt x="6741495" y="2572839"/>
                  <a:pt x="6731726" y="2582608"/>
                  <a:pt x="6719675" y="2582608"/>
                </a:cubicBezTo>
                <a:cubicBezTo>
                  <a:pt x="6707624" y="2582608"/>
                  <a:pt x="6697855" y="2572839"/>
                  <a:pt x="6697855" y="2560788"/>
                </a:cubicBezTo>
                <a:cubicBezTo>
                  <a:pt x="6697855" y="2548737"/>
                  <a:pt x="6707624" y="2538968"/>
                  <a:pt x="6719675" y="2538968"/>
                </a:cubicBezTo>
                <a:close/>
                <a:moveTo>
                  <a:pt x="6641655" y="2538968"/>
                </a:moveTo>
                <a:cubicBezTo>
                  <a:pt x="6653706" y="2538968"/>
                  <a:pt x="6663475" y="2548737"/>
                  <a:pt x="6663475" y="2560788"/>
                </a:cubicBezTo>
                <a:cubicBezTo>
                  <a:pt x="6663475" y="2572839"/>
                  <a:pt x="6653706" y="2582608"/>
                  <a:pt x="6641655" y="2582608"/>
                </a:cubicBezTo>
                <a:cubicBezTo>
                  <a:pt x="6629604" y="2582608"/>
                  <a:pt x="6619835" y="2572839"/>
                  <a:pt x="6619835" y="2560788"/>
                </a:cubicBezTo>
                <a:cubicBezTo>
                  <a:pt x="6619835" y="2548737"/>
                  <a:pt x="6629604" y="2538968"/>
                  <a:pt x="6641655" y="2538968"/>
                </a:cubicBezTo>
                <a:close/>
                <a:moveTo>
                  <a:pt x="6563634" y="2538968"/>
                </a:moveTo>
                <a:cubicBezTo>
                  <a:pt x="6575685" y="2538968"/>
                  <a:pt x="6585454" y="2548737"/>
                  <a:pt x="6585454" y="2560788"/>
                </a:cubicBezTo>
                <a:cubicBezTo>
                  <a:pt x="6585454" y="2572839"/>
                  <a:pt x="6575685" y="2582608"/>
                  <a:pt x="6563634" y="2582608"/>
                </a:cubicBezTo>
                <a:cubicBezTo>
                  <a:pt x="6551583" y="2582608"/>
                  <a:pt x="6541814" y="2572839"/>
                  <a:pt x="6541814" y="2560788"/>
                </a:cubicBezTo>
                <a:cubicBezTo>
                  <a:pt x="6541814" y="2548737"/>
                  <a:pt x="6551583" y="2538968"/>
                  <a:pt x="6563634" y="2538968"/>
                </a:cubicBezTo>
                <a:close/>
                <a:moveTo>
                  <a:pt x="6485613" y="2538968"/>
                </a:moveTo>
                <a:cubicBezTo>
                  <a:pt x="6497664" y="2538968"/>
                  <a:pt x="6507433" y="2548737"/>
                  <a:pt x="6507433" y="2560788"/>
                </a:cubicBezTo>
                <a:cubicBezTo>
                  <a:pt x="6507433" y="2572839"/>
                  <a:pt x="6497664" y="2582608"/>
                  <a:pt x="6485613" y="2582608"/>
                </a:cubicBezTo>
                <a:cubicBezTo>
                  <a:pt x="6473562" y="2582608"/>
                  <a:pt x="6463793" y="2572839"/>
                  <a:pt x="6463793" y="2560788"/>
                </a:cubicBezTo>
                <a:cubicBezTo>
                  <a:pt x="6463793" y="2548737"/>
                  <a:pt x="6473562" y="2538968"/>
                  <a:pt x="6485613" y="2538968"/>
                </a:cubicBezTo>
                <a:close/>
                <a:moveTo>
                  <a:pt x="6408916" y="2538968"/>
                </a:moveTo>
                <a:cubicBezTo>
                  <a:pt x="6420967" y="2538968"/>
                  <a:pt x="6430736" y="2548737"/>
                  <a:pt x="6430736" y="2560788"/>
                </a:cubicBezTo>
                <a:cubicBezTo>
                  <a:pt x="6430736" y="2572839"/>
                  <a:pt x="6420967" y="2582608"/>
                  <a:pt x="6408916" y="2582608"/>
                </a:cubicBezTo>
                <a:cubicBezTo>
                  <a:pt x="6396865" y="2582608"/>
                  <a:pt x="6387096" y="2572839"/>
                  <a:pt x="6387096" y="2560788"/>
                </a:cubicBezTo>
                <a:cubicBezTo>
                  <a:pt x="6387096" y="2548737"/>
                  <a:pt x="6396865" y="2538968"/>
                  <a:pt x="6408916" y="2538968"/>
                </a:cubicBezTo>
                <a:close/>
                <a:moveTo>
                  <a:pt x="6330896" y="2538968"/>
                </a:moveTo>
                <a:cubicBezTo>
                  <a:pt x="6342947" y="2538968"/>
                  <a:pt x="6352716" y="2548737"/>
                  <a:pt x="6352716" y="2560788"/>
                </a:cubicBezTo>
                <a:cubicBezTo>
                  <a:pt x="6352716" y="2572839"/>
                  <a:pt x="6342947" y="2582608"/>
                  <a:pt x="6330896" y="2582608"/>
                </a:cubicBezTo>
                <a:cubicBezTo>
                  <a:pt x="6318845" y="2582608"/>
                  <a:pt x="6309076" y="2572839"/>
                  <a:pt x="6309076" y="2560788"/>
                </a:cubicBezTo>
                <a:cubicBezTo>
                  <a:pt x="6309076" y="2548737"/>
                  <a:pt x="6318845" y="2538968"/>
                  <a:pt x="6330896" y="2538968"/>
                </a:cubicBezTo>
                <a:close/>
                <a:moveTo>
                  <a:pt x="6252875" y="2538968"/>
                </a:moveTo>
                <a:cubicBezTo>
                  <a:pt x="6264926" y="2538968"/>
                  <a:pt x="6274695" y="2548737"/>
                  <a:pt x="6274695" y="2560788"/>
                </a:cubicBezTo>
                <a:cubicBezTo>
                  <a:pt x="6274695" y="2572839"/>
                  <a:pt x="6264926" y="2582608"/>
                  <a:pt x="6252875" y="2582608"/>
                </a:cubicBezTo>
                <a:cubicBezTo>
                  <a:pt x="6240824" y="2582608"/>
                  <a:pt x="6231055" y="2572839"/>
                  <a:pt x="6231055" y="2560788"/>
                </a:cubicBezTo>
                <a:cubicBezTo>
                  <a:pt x="6231055" y="2548737"/>
                  <a:pt x="6240824" y="2538968"/>
                  <a:pt x="6252875" y="2538968"/>
                </a:cubicBezTo>
                <a:close/>
                <a:moveTo>
                  <a:pt x="6174854" y="2538968"/>
                </a:moveTo>
                <a:cubicBezTo>
                  <a:pt x="6186905" y="2538968"/>
                  <a:pt x="6196674" y="2548737"/>
                  <a:pt x="6196674" y="2560788"/>
                </a:cubicBezTo>
                <a:cubicBezTo>
                  <a:pt x="6196674" y="2572839"/>
                  <a:pt x="6186905" y="2582608"/>
                  <a:pt x="6174854" y="2582608"/>
                </a:cubicBezTo>
                <a:cubicBezTo>
                  <a:pt x="6162803" y="2582608"/>
                  <a:pt x="6153034" y="2572839"/>
                  <a:pt x="6153034" y="2560788"/>
                </a:cubicBezTo>
                <a:cubicBezTo>
                  <a:pt x="6153034" y="2548737"/>
                  <a:pt x="6162803" y="2538968"/>
                  <a:pt x="6174854" y="2538968"/>
                </a:cubicBezTo>
                <a:close/>
                <a:moveTo>
                  <a:pt x="5708054" y="2538968"/>
                </a:moveTo>
                <a:cubicBezTo>
                  <a:pt x="5720105" y="2538968"/>
                  <a:pt x="5729874" y="2548737"/>
                  <a:pt x="5729874" y="2560788"/>
                </a:cubicBezTo>
                <a:cubicBezTo>
                  <a:pt x="5729874" y="2572839"/>
                  <a:pt x="5720105" y="2582608"/>
                  <a:pt x="5708054" y="2582608"/>
                </a:cubicBezTo>
                <a:cubicBezTo>
                  <a:pt x="5696003" y="2582608"/>
                  <a:pt x="5686234" y="2572839"/>
                  <a:pt x="5686234" y="2560788"/>
                </a:cubicBezTo>
                <a:cubicBezTo>
                  <a:pt x="5686234" y="2548737"/>
                  <a:pt x="5696003" y="2538968"/>
                  <a:pt x="5708054" y="2538968"/>
                </a:cubicBezTo>
                <a:close/>
                <a:moveTo>
                  <a:pt x="5630034" y="2538968"/>
                </a:moveTo>
                <a:cubicBezTo>
                  <a:pt x="5642085" y="2538968"/>
                  <a:pt x="5651854" y="2548737"/>
                  <a:pt x="5651854" y="2560788"/>
                </a:cubicBezTo>
                <a:cubicBezTo>
                  <a:pt x="5651854" y="2572839"/>
                  <a:pt x="5642085" y="2582608"/>
                  <a:pt x="5630034" y="2582608"/>
                </a:cubicBezTo>
                <a:cubicBezTo>
                  <a:pt x="5617983" y="2582608"/>
                  <a:pt x="5608214" y="2572839"/>
                  <a:pt x="5608214" y="2560788"/>
                </a:cubicBezTo>
                <a:cubicBezTo>
                  <a:pt x="5608214" y="2548737"/>
                  <a:pt x="5617983" y="2538968"/>
                  <a:pt x="5630034" y="2538968"/>
                </a:cubicBezTo>
                <a:close/>
                <a:moveTo>
                  <a:pt x="5552013" y="2538968"/>
                </a:moveTo>
                <a:cubicBezTo>
                  <a:pt x="5564064" y="2538968"/>
                  <a:pt x="5573833" y="2548737"/>
                  <a:pt x="5573833" y="2560788"/>
                </a:cubicBezTo>
                <a:cubicBezTo>
                  <a:pt x="5573833" y="2572839"/>
                  <a:pt x="5564064" y="2582608"/>
                  <a:pt x="5552013" y="2582608"/>
                </a:cubicBezTo>
                <a:cubicBezTo>
                  <a:pt x="5539962" y="2582608"/>
                  <a:pt x="5530193" y="2572839"/>
                  <a:pt x="5530193" y="2560788"/>
                </a:cubicBezTo>
                <a:cubicBezTo>
                  <a:pt x="5530193" y="2548737"/>
                  <a:pt x="5539962" y="2538968"/>
                  <a:pt x="5552013" y="2538968"/>
                </a:cubicBezTo>
                <a:close/>
                <a:moveTo>
                  <a:pt x="5473331" y="2538968"/>
                </a:moveTo>
                <a:cubicBezTo>
                  <a:pt x="5485747" y="2538968"/>
                  <a:pt x="5495812" y="2548737"/>
                  <a:pt x="5495812" y="2560788"/>
                </a:cubicBezTo>
                <a:cubicBezTo>
                  <a:pt x="5495812" y="2572839"/>
                  <a:pt x="5485747" y="2582608"/>
                  <a:pt x="5473331" y="2582608"/>
                </a:cubicBezTo>
                <a:cubicBezTo>
                  <a:pt x="5460915" y="2582608"/>
                  <a:pt x="5450850" y="2572839"/>
                  <a:pt x="5450850" y="2560788"/>
                </a:cubicBezTo>
                <a:cubicBezTo>
                  <a:pt x="5450850" y="2548737"/>
                  <a:pt x="5460915" y="2538968"/>
                  <a:pt x="5473331" y="2538968"/>
                </a:cubicBezTo>
                <a:close/>
                <a:moveTo>
                  <a:pt x="5395972" y="2538968"/>
                </a:moveTo>
                <a:cubicBezTo>
                  <a:pt x="5408023" y="2538968"/>
                  <a:pt x="5417792" y="2548737"/>
                  <a:pt x="5417792" y="2560788"/>
                </a:cubicBezTo>
                <a:cubicBezTo>
                  <a:pt x="5417792" y="2572839"/>
                  <a:pt x="5408023" y="2582608"/>
                  <a:pt x="5395972" y="2582608"/>
                </a:cubicBezTo>
                <a:cubicBezTo>
                  <a:pt x="5383921" y="2582608"/>
                  <a:pt x="5374152" y="2572839"/>
                  <a:pt x="5374152" y="2560788"/>
                </a:cubicBezTo>
                <a:cubicBezTo>
                  <a:pt x="5374152" y="2548737"/>
                  <a:pt x="5383921" y="2538968"/>
                  <a:pt x="5395972" y="2538968"/>
                </a:cubicBezTo>
                <a:close/>
                <a:moveTo>
                  <a:pt x="4850491" y="2538968"/>
                </a:moveTo>
                <a:cubicBezTo>
                  <a:pt x="4862907" y="2538968"/>
                  <a:pt x="4872972" y="2548737"/>
                  <a:pt x="4872972" y="2560788"/>
                </a:cubicBezTo>
                <a:cubicBezTo>
                  <a:pt x="4872972" y="2572839"/>
                  <a:pt x="4862907" y="2582608"/>
                  <a:pt x="4850491" y="2582608"/>
                </a:cubicBezTo>
                <a:cubicBezTo>
                  <a:pt x="4838075" y="2582608"/>
                  <a:pt x="4828010" y="2572839"/>
                  <a:pt x="4828010" y="2560788"/>
                </a:cubicBezTo>
                <a:cubicBezTo>
                  <a:pt x="4828010" y="2548737"/>
                  <a:pt x="4838075" y="2538968"/>
                  <a:pt x="4850491" y="2538968"/>
                </a:cubicBezTo>
                <a:close/>
                <a:moveTo>
                  <a:pt x="4773132" y="2538968"/>
                </a:moveTo>
                <a:cubicBezTo>
                  <a:pt x="4785183" y="2538968"/>
                  <a:pt x="4794952" y="2548737"/>
                  <a:pt x="4794952" y="2560788"/>
                </a:cubicBezTo>
                <a:cubicBezTo>
                  <a:pt x="4794952" y="2572839"/>
                  <a:pt x="4785183" y="2582608"/>
                  <a:pt x="4773132" y="2582608"/>
                </a:cubicBezTo>
                <a:cubicBezTo>
                  <a:pt x="4761081" y="2582608"/>
                  <a:pt x="4751312" y="2572839"/>
                  <a:pt x="4751312" y="2560788"/>
                </a:cubicBezTo>
                <a:cubicBezTo>
                  <a:pt x="4751312" y="2548737"/>
                  <a:pt x="4761081" y="2538968"/>
                  <a:pt x="4773132" y="2538968"/>
                </a:cubicBezTo>
                <a:close/>
                <a:moveTo>
                  <a:pt x="4695111" y="2538968"/>
                </a:moveTo>
                <a:cubicBezTo>
                  <a:pt x="4707162" y="2538968"/>
                  <a:pt x="4716931" y="2548737"/>
                  <a:pt x="4716931" y="2560788"/>
                </a:cubicBezTo>
                <a:cubicBezTo>
                  <a:pt x="4716931" y="2572839"/>
                  <a:pt x="4707162" y="2582608"/>
                  <a:pt x="4695111" y="2582608"/>
                </a:cubicBezTo>
                <a:cubicBezTo>
                  <a:pt x="4683060" y="2582608"/>
                  <a:pt x="4673291" y="2572839"/>
                  <a:pt x="4673291" y="2560788"/>
                </a:cubicBezTo>
                <a:cubicBezTo>
                  <a:pt x="4673291" y="2548737"/>
                  <a:pt x="4683060" y="2538968"/>
                  <a:pt x="4695111" y="2538968"/>
                </a:cubicBezTo>
                <a:close/>
                <a:moveTo>
                  <a:pt x="4617091" y="2538968"/>
                </a:moveTo>
                <a:cubicBezTo>
                  <a:pt x="4629142" y="2538968"/>
                  <a:pt x="4638911" y="2548737"/>
                  <a:pt x="4638911" y="2560788"/>
                </a:cubicBezTo>
                <a:cubicBezTo>
                  <a:pt x="4638911" y="2572839"/>
                  <a:pt x="4629142" y="2582608"/>
                  <a:pt x="4617091" y="2582608"/>
                </a:cubicBezTo>
                <a:cubicBezTo>
                  <a:pt x="4605040" y="2582608"/>
                  <a:pt x="4595271" y="2572839"/>
                  <a:pt x="4595271" y="2560788"/>
                </a:cubicBezTo>
                <a:cubicBezTo>
                  <a:pt x="4595271" y="2548737"/>
                  <a:pt x="4605040" y="2538968"/>
                  <a:pt x="4617091" y="2538968"/>
                </a:cubicBezTo>
                <a:close/>
                <a:moveTo>
                  <a:pt x="4539070" y="2538968"/>
                </a:moveTo>
                <a:cubicBezTo>
                  <a:pt x="4551121" y="2538968"/>
                  <a:pt x="4560890" y="2548737"/>
                  <a:pt x="4560890" y="2560788"/>
                </a:cubicBezTo>
                <a:cubicBezTo>
                  <a:pt x="4560890" y="2572839"/>
                  <a:pt x="4551121" y="2582608"/>
                  <a:pt x="4539070" y="2582608"/>
                </a:cubicBezTo>
                <a:cubicBezTo>
                  <a:pt x="4527019" y="2582608"/>
                  <a:pt x="4517250" y="2572839"/>
                  <a:pt x="4517250" y="2560788"/>
                </a:cubicBezTo>
                <a:cubicBezTo>
                  <a:pt x="4517250" y="2548737"/>
                  <a:pt x="4527019" y="2538968"/>
                  <a:pt x="4539070" y="2538968"/>
                </a:cubicBezTo>
                <a:close/>
                <a:moveTo>
                  <a:pt x="4461711" y="2538968"/>
                </a:moveTo>
                <a:cubicBezTo>
                  <a:pt x="4474127" y="2538968"/>
                  <a:pt x="4484192" y="2548737"/>
                  <a:pt x="4484192" y="2560788"/>
                </a:cubicBezTo>
                <a:cubicBezTo>
                  <a:pt x="4484192" y="2572839"/>
                  <a:pt x="4474127" y="2582608"/>
                  <a:pt x="4461711" y="2582608"/>
                </a:cubicBezTo>
                <a:cubicBezTo>
                  <a:pt x="4449295" y="2582608"/>
                  <a:pt x="4439230" y="2572839"/>
                  <a:pt x="4439230" y="2560788"/>
                </a:cubicBezTo>
                <a:cubicBezTo>
                  <a:pt x="4439230" y="2548737"/>
                  <a:pt x="4449295" y="2538968"/>
                  <a:pt x="4461711" y="2538968"/>
                </a:cubicBezTo>
                <a:close/>
                <a:moveTo>
                  <a:pt x="4384351" y="2538968"/>
                </a:moveTo>
                <a:cubicBezTo>
                  <a:pt x="4396402" y="2538968"/>
                  <a:pt x="4406171" y="2548737"/>
                  <a:pt x="4406171" y="2560788"/>
                </a:cubicBezTo>
                <a:cubicBezTo>
                  <a:pt x="4406171" y="2572839"/>
                  <a:pt x="4396402" y="2582608"/>
                  <a:pt x="4384351" y="2582608"/>
                </a:cubicBezTo>
                <a:cubicBezTo>
                  <a:pt x="4372300" y="2582608"/>
                  <a:pt x="4362531" y="2572839"/>
                  <a:pt x="4362531" y="2560788"/>
                </a:cubicBezTo>
                <a:cubicBezTo>
                  <a:pt x="4362531" y="2548737"/>
                  <a:pt x="4372300" y="2538968"/>
                  <a:pt x="4384351" y="2538968"/>
                </a:cubicBezTo>
                <a:close/>
                <a:moveTo>
                  <a:pt x="4305009" y="2538968"/>
                </a:moveTo>
                <a:cubicBezTo>
                  <a:pt x="4317060" y="2538968"/>
                  <a:pt x="4326829" y="2548737"/>
                  <a:pt x="4326829" y="2560788"/>
                </a:cubicBezTo>
                <a:cubicBezTo>
                  <a:pt x="4326829" y="2572839"/>
                  <a:pt x="4317060" y="2582608"/>
                  <a:pt x="4305009" y="2582608"/>
                </a:cubicBezTo>
                <a:cubicBezTo>
                  <a:pt x="4292958" y="2582608"/>
                  <a:pt x="4283189" y="2572839"/>
                  <a:pt x="4283189" y="2560788"/>
                </a:cubicBezTo>
                <a:cubicBezTo>
                  <a:pt x="4283189" y="2548737"/>
                  <a:pt x="4292958" y="2538968"/>
                  <a:pt x="4305009" y="2538968"/>
                </a:cubicBezTo>
                <a:close/>
                <a:moveTo>
                  <a:pt x="4226989" y="2538968"/>
                </a:moveTo>
                <a:cubicBezTo>
                  <a:pt x="4239040" y="2538968"/>
                  <a:pt x="4248809" y="2548737"/>
                  <a:pt x="4248809" y="2560788"/>
                </a:cubicBezTo>
                <a:cubicBezTo>
                  <a:pt x="4248809" y="2572839"/>
                  <a:pt x="4239040" y="2582608"/>
                  <a:pt x="4226989" y="2582608"/>
                </a:cubicBezTo>
                <a:cubicBezTo>
                  <a:pt x="4214938" y="2582608"/>
                  <a:pt x="4205169" y="2572839"/>
                  <a:pt x="4205169" y="2560788"/>
                </a:cubicBezTo>
                <a:cubicBezTo>
                  <a:pt x="4205169" y="2548737"/>
                  <a:pt x="4214938" y="2538968"/>
                  <a:pt x="4226989" y="2538968"/>
                </a:cubicBezTo>
                <a:close/>
                <a:moveTo>
                  <a:pt x="7498556" y="2538967"/>
                </a:moveTo>
                <a:cubicBezTo>
                  <a:pt x="7510607" y="2538967"/>
                  <a:pt x="7520376" y="2548736"/>
                  <a:pt x="7520376" y="2560787"/>
                </a:cubicBezTo>
                <a:cubicBezTo>
                  <a:pt x="7520376" y="2572838"/>
                  <a:pt x="7510607" y="2582607"/>
                  <a:pt x="7498556" y="2582607"/>
                </a:cubicBezTo>
                <a:cubicBezTo>
                  <a:pt x="7486505" y="2582607"/>
                  <a:pt x="7476736" y="2572838"/>
                  <a:pt x="7476736" y="2560787"/>
                </a:cubicBezTo>
                <a:cubicBezTo>
                  <a:pt x="7476736" y="2548736"/>
                  <a:pt x="7486505" y="2538967"/>
                  <a:pt x="7498556" y="2538967"/>
                </a:cubicBezTo>
                <a:close/>
                <a:moveTo>
                  <a:pt x="5239931" y="2538967"/>
                </a:moveTo>
                <a:cubicBezTo>
                  <a:pt x="5251982" y="2538967"/>
                  <a:pt x="5261751" y="2548736"/>
                  <a:pt x="5261751" y="2560787"/>
                </a:cubicBezTo>
                <a:cubicBezTo>
                  <a:pt x="5261751" y="2572838"/>
                  <a:pt x="5251982" y="2582607"/>
                  <a:pt x="5239931" y="2582607"/>
                </a:cubicBezTo>
                <a:cubicBezTo>
                  <a:pt x="5227880" y="2582607"/>
                  <a:pt x="5218111" y="2572838"/>
                  <a:pt x="5218111" y="2560787"/>
                </a:cubicBezTo>
                <a:cubicBezTo>
                  <a:pt x="5218111" y="2548736"/>
                  <a:pt x="5227880" y="2538967"/>
                  <a:pt x="5239931" y="2538967"/>
                </a:cubicBezTo>
                <a:close/>
                <a:moveTo>
                  <a:pt x="5162572" y="2538967"/>
                </a:moveTo>
                <a:cubicBezTo>
                  <a:pt x="5174988" y="2538967"/>
                  <a:pt x="5185053" y="2548736"/>
                  <a:pt x="5185053" y="2560787"/>
                </a:cubicBezTo>
                <a:cubicBezTo>
                  <a:pt x="5185053" y="2572838"/>
                  <a:pt x="5174988" y="2582607"/>
                  <a:pt x="5162572" y="2582607"/>
                </a:cubicBezTo>
                <a:cubicBezTo>
                  <a:pt x="5150156" y="2582607"/>
                  <a:pt x="5140091" y="2572838"/>
                  <a:pt x="5140091" y="2560787"/>
                </a:cubicBezTo>
                <a:cubicBezTo>
                  <a:pt x="5140091" y="2548736"/>
                  <a:pt x="5150156" y="2538967"/>
                  <a:pt x="5162572" y="2538967"/>
                </a:cubicBezTo>
                <a:close/>
                <a:moveTo>
                  <a:pt x="5085212" y="2538967"/>
                </a:moveTo>
                <a:cubicBezTo>
                  <a:pt x="5097263" y="2538967"/>
                  <a:pt x="5107032" y="2548736"/>
                  <a:pt x="5107032" y="2560787"/>
                </a:cubicBezTo>
                <a:cubicBezTo>
                  <a:pt x="5107032" y="2572838"/>
                  <a:pt x="5097263" y="2582607"/>
                  <a:pt x="5085212" y="2582607"/>
                </a:cubicBezTo>
                <a:cubicBezTo>
                  <a:pt x="5073161" y="2582607"/>
                  <a:pt x="5063392" y="2572838"/>
                  <a:pt x="5063392" y="2560787"/>
                </a:cubicBezTo>
                <a:cubicBezTo>
                  <a:pt x="5063392" y="2548736"/>
                  <a:pt x="5073161" y="2538967"/>
                  <a:pt x="5085212" y="2538967"/>
                </a:cubicBezTo>
                <a:close/>
                <a:moveTo>
                  <a:pt x="5007193" y="2538967"/>
                </a:moveTo>
                <a:cubicBezTo>
                  <a:pt x="5019244" y="2538967"/>
                  <a:pt x="5029013" y="2548736"/>
                  <a:pt x="5029013" y="2560787"/>
                </a:cubicBezTo>
                <a:cubicBezTo>
                  <a:pt x="5029013" y="2572838"/>
                  <a:pt x="5019244" y="2582607"/>
                  <a:pt x="5007193" y="2582607"/>
                </a:cubicBezTo>
                <a:cubicBezTo>
                  <a:pt x="4995142" y="2582607"/>
                  <a:pt x="4985373" y="2572838"/>
                  <a:pt x="4985373" y="2560787"/>
                </a:cubicBezTo>
                <a:cubicBezTo>
                  <a:pt x="4985373" y="2548736"/>
                  <a:pt x="4995142" y="2538967"/>
                  <a:pt x="5007193" y="2538967"/>
                </a:cubicBezTo>
                <a:close/>
                <a:moveTo>
                  <a:pt x="4928511" y="2538967"/>
                </a:moveTo>
                <a:cubicBezTo>
                  <a:pt x="4940927" y="2538967"/>
                  <a:pt x="4950992" y="2548736"/>
                  <a:pt x="4950992" y="2560787"/>
                </a:cubicBezTo>
                <a:cubicBezTo>
                  <a:pt x="4950992" y="2572838"/>
                  <a:pt x="4940927" y="2582607"/>
                  <a:pt x="4928511" y="2582607"/>
                </a:cubicBezTo>
                <a:cubicBezTo>
                  <a:pt x="4916095" y="2582607"/>
                  <a:pt x="4906030" y="2572838"/>
                  <a:pt x="4906030" y="2560787"/>
                </a:cubicBezTo>
                <a:cubicBezTo>
                  <a:pt x="4906030" y="2548736"/>
                  <a:pt x="4916095" y="2538967"/>
                  <a:pt x="4928511" y="2538967"/>
                </a:cubicBezTo>
                <a:close/>
                <a:moveTo>
                  <a:pt x="4149629" y="2538967"/>
                </a:moveTo>
                <a:cubicBezTo>
                  <a:pt x="4162045" y="2538967"/>
                  <a:pt x="4172110" y="2548736"/>
                  <a:pt x="4172110" y="2560787"/>
                </a:cubicBezTo>
                <a:cubicBezTo>
                  <a:pt x="4172110" y="2572838"/>
                  <a:pt x="4162045" y="2582607"/>
                  <a:pt x="4149629" y="2582607"/>
                </a:cubicBezTo>
                <a:cubicBezTo>
                  <a:pt x="4137213" y="2582607"/>
                  <a:pt x="4127148" y="2572838"/>
                  <a:pt x="4127148" y="2560787"/>
                </a:cubicBezTo>
                <a:cubicBezTo>
                  <a:pt x="4127148" y="2548736"/>
                  <a:pt x="4137213" y="2538967"/>
                  <a:pt x="4149629" y="2538967"/>
                </a:cubicBezTo>
                <a:close/>
                <a:moveTo>
                  <a:pt x="4072270" y="2538967"/>
                </a:moveTo>
                <a:cubicBezTo>
                  <a:pt x="4084321" y="2538967"/>
                  <a:pt x="4094090" y="2548736"/>
                  <a:pt x="4094090" y="2560787"/>
                </a:cubicBezTo>
                <a:cubicBezTo>
                  <a:pt x="4094090" y="2572838"/>
                  <a:pt x="4084321" y="2582607"/>
                  <a:pt x="4072270" y="2582607"/>
                </a:cubicBezTo>
                <a:cubicBezTo>
                  <a:pt x="4060219" y="2582607"/>
                  <a:pt x="4050450" y="2572838"/>
                  <a:pt x="4050450" y="2560787"/>
                </a:cubicBezTo>
                <a:cubicBezTo>
                  <a:pt x="4050450" y="2548736"/>
                  <a:pt x="4060219" y="2538967"/>
                  <a:pt x="4072270" y="2538967"/>
                </a:cubicBezTo>
                <a:close/>
                <a:moveTo>
                  <a:pt x="3994250" y="2538967"/>
                </a:moveTo>
                <a:cubicBezTo>
                  <a:pt x="4006301" y="2538967"/>
                  <a:pt x="4016070" y="2548736"/>
                  <a:pt x="4016070" y="2560787"/>
                </a:cubicBezTo>
                <a:cubicBezTo>
                  <a:pt x="4016070" y="2572838"/>
                  <a:pt x="4006301" y="2582607"/>
                  <a:pt x="3994250" y="2582607"/>
                </a:cubicBezTo>
                <a:cubicBezTo>
                  <a:pt x="3982199" y="2582607"/>
                  <a:pt x="3972430" y="2572838"/>
                  <a:pt x="3972430" y="2560787"/>
                </a:cubicBezTo>
                <a:cubicBezTo>
                  <a:pt x="3972430" y="2548736"/>
                  <a:pt x="3982199" y="2538967"/>
                  <a:pt x="3994250" y="2538967"/>
                </a:cubicBezTo>
                <a:close/>
                <a:moveTo>
                  <a:pt x="1813657" y="2538967"/>
                </a:moveTo>
                <a:cubicBezTo>
                  <a:pt x="1825704" y="2538967"/>
                  <a:pt x="1835474" y="2548736"/>
                  <a:pt x="1835474" y="2560787"/>
                </a:cubicBezTo>
                <a:cubicBezTo>
                  <a:pt x="1835474" y="2572838"/>
                  <a:pt x="1825704" y="2582607"/>
                  <a:pt x="1813657" y="2582607"/>
                </a:cubicBezTo>
                <a:cubicBezTo>
                  <a:pt x="1801603" y="2582607"/>
                  <a:pt x="1791833" y="2572838"/>
                  <a:pt x="1791833" y="2560787"/>
                </a:cubicBezTo>
                <a:cubicBezTo>
                  <a:pt x="1791833" y="2548736"/>
                  <a:pt x="1801603" y="2538967"/>
                  <a:pt x="1813657" y="2538967"/>
                </a:cubicBezTo>
                <a:close/>
                <a:moveTo>
                  <a:pt x="1735633" y="2538967"/>
                </a:moveTo>
                <a:cubicBezTo>
                  <a:pt x="1747685" y="2538967"/>
                  <a:pt x="1757457" y="2548736"/>
                  <a:pt x="1757457" y="2560787"/>
                </a:cubicBezTo>
                <a:cubicBezTo>
                  <a:pt x="1757457" y="2572838"/>
                  <a:pt x="1747685" y="2582607"/>
                  <a:pt x="1735633" y="2582607"/>
                </a:cubicBezTo>
                <a:cubicBezTo>
                  <a:pt x="1723586" y="2582607"/>
                  <a:pt x="1713819" y="2572838"/>
                  <a:pt x="1713819" y="2560787"/>
                </a:cubicBezTo>
                <a:cubicBezTo>
                  <a:pt x="1713819" y="2548736"/>
                  <a:pt x="1723586" y="2538967"/>
                  <a:pt x="1735633" y="2538967"/>
                </a:cubicBezTo>
                <a:close/>
                <a:moveTo>
                  <a:pt x="1657611" y="2538967"/>
                </a:moveTo>
                <a:cubicBezTo>
                  <a:pt x="1669659" y="2538967"/>
                  <a:pt x="1679436" y="2548736"/>
                  <a:pt x="1679436" y="2560787"/>
                </a:cubicBezTo>
                <a:cubicBezTo>
                  <a:pt x="1679436" y="2572838"/>
                  <a:pt x="1669659" y="2582607"/>
                  <a:pt x="1657611" y="2582607"/>
                </a:cubicBezTo>
                <a:cubicBezTo>
                  <a:pt x="1645568" y="2582607"/>
                  <a:pt x="1635796" y="2572838"/>
                  <a:pt x="1635796" y="2560787"/>
                </a:cubicBezTo>
                <a:cubicBezTo>
                  <a:pt x="1635796" y="2548736"/>
                  <a:pt x="1645568" y="2538967"/>
                  <a:pt x="1657611" y="2538967"/>
                </a:cubicBezTo>
                <a:close/>
                <a:moveTo>
                  <a:pt x="1580257" y="2538967"/>
                </a:moveTo>
                <a:cubicBezTo>
                  <a:pt x="1592669" y="2538967"/>
                  <a:pt x="1602734" y="2548736"/>
                  <a:pt x="1602734" y="2560787"/>
                </a:cubicBezTo>
                <a:cubicBezTo>
                  <a:pt x="1602734" y="2572838"/>
                  <a:pt x="1592669" y="2582607"/>
                  <a:pt x="1580257" y="2582607"/>
                </a:cubicBezTo>
                <a:cubicBezTo>
                  <a:pt x="1567839" y="2582607"/>
                  <a:pt x="1557771" y="2572838"/>
                  <a:pt x="1557771" y="2560787"/>
                </a:cubicBezTo>
                <a:cubicBezTo>
                  <a:pt x="1557771" y="2548736"/>
                  <a:pt x="1567839" y="2538967"/>
                  <a:pt x="1580257" y="2538967"/>
                </a:cubicBezTo>
                <a:close/>
                <a:moveTo>
                  <a:pt x="1502899" y="2538967"/>
                </a:moveTo>
                <a:cubicBezTo>
                  <a:pt x="1514943" y="2538967"/>
                  <a:pt x="1524717" y="2548736"/>
                  <a:pt x="1524717" y="2560787"/>
                </a:cubicBezTo>
                <a:cubicBezTo>
                  <a:pt x="1524717" y="2572838"/>
                  <a:pt x="1514943" y="2582607"/>
                  <a:pt x="1502899" y="2582607"/>
                </a:cubicBezTo>
                <a:cubicBezTo>
                  <a:pt x="1490842" y="2582607"/>
                  <a:pt x="1481077" y="2572838"/>
                  <a:pt x="1481077" y="2560787"/>
                </a:cubicBezTo>
                <a:cubicBezTo>
                  <a:pt x="1481077" y="2548736"/>
                  <a:pt x="1490842" y="2538967"/>
                  <a:pt x="1502899" y="2538967"/>
                </a:cubicBezTo>
                <a:close/>
                <a:moveTo>
                  <a:pt x="6953736" y="2459626"/>
                </a:moveTo>
                <a:cubicBezTo>
                  <a:pt x="6965787" y="2459626"/>
                  <a:pt x="6975556" y="2469395"/>
                  <a:pt x="6975556" y="2481446"/>
                </a:cubicBezTo>
                <a:cubicBezTo>
                  <a:pt x="6975556" y="2493497"/>
                  <a:pt x="6965787" y="2503266"/>
                  <a:pt x="6953736" y="2503266"/>
                </a:cubicBezTo>
                <a:cubicBezTo>
                  <a:pt x="6941685" y="2503266"/>
                  <a:pt x="6931916" y="2493497"/>
                  <a:pt x="6931916" y="2481446"/>
                </a:cubicBezTo>
                <a:cubicBezTo>
                  <a:pt x="6931916" y="2469395"/>
                  <a:pt x="6941685" y="2459626"/>
                  <a:pt x="6953736" y="2459626"/>
                </a:cubicBezTo>
                <a:close/>
                <a:moveTo>
                  <a:pt x="6875716" y="2459626"/>
                </a:moveTo>
                <a:cubicBezTo>
                  <a:pt x="6887767" y="2459626"/>
                  <a:pt x="6897536" y="2469395"/>
                  <a:pt x="6897536" y="2481446"/>
                </a:cubicBezTo>
                <a:cubicBezTo>
                  <a:pt x="6897536" y="2493497"/>
                  <a:pt x="6887767" y="2503266"/>
                  <a:pt x="6875716" y="2503266"/>
                </a:cubicBezTo>
                <a:cubicBezTo>
                  <a:pt x="6863665" y="2503266"/>
                  <a:pt x="6853896" y="2493497"/>
                  <a:pt x="6853896" y="2481446"/>
                </a:cubicBezTo>
                <a:cubicBezTo>
                  <a:pt x="6853896" y="2469395"/>
                  <a:pt x="6863665" y="2459626"/>
                  <a:pt x="6875716" y="2459626"/>
                </a:cubicBezTo>
                <a:close/>
                <a:moveTo>
                  <a:pt x="6798356" y="2459626"/>
                </a:moveTo>
                <a:cubicBezTo>
                  <a:pt x="6810772" y="2459626"/>
                  <a:pt x="6820837" y="2469395"/>
                  <a:pt x="6820837" y="2481446"/>
                </a:cubicBezTo>
                <a:cubicBezTo>
                  <a:pt x="6820837" y="2493497"/>
                  <a:pt x="6810772" y="2503266"/>
                  <a:pt x="6798356" y="2503266"/>
                </a:cubicBezTo>
                <a:cubicBezTo>
                  <a:pt x="6785940" y="2503266"/>
                  <a:pt x="6775875" y="2493497"/>
                  <a:pt x="6775875" y="2481446"/>
                </a:cubicBezTo>
                <a:cubicBezTo>
                  <a:pt x="6775875" y="2469395"/>
                  <a:pt x="6785940" y="2459626"/>
                  <a:pt x="6798356" y="2459626"/>
                </a:cubicBezTo>
                <a:close/>
                <a:moveTo>
                  <a:pt x="6719675" y="2459626"/>
                </a:moveTo>
                <a:cubicBezTo>
                  <a:pt x="6731726" y="2459626"/>
                  <a:pt x="6741495" y="2469395"/>
                  <a:pt x="6741495" y="2481446"/>
                </a:cubicBezTo>
                <a:cubicBezTo>
                  <a:pt x="6741495" y="2493497"/>
                  <a:pt x="6731726" y="2503266"/>
                  <a:pt x="6719675" y="2503266"/>
                </a:cubicBezTo>
                <a:cubicBezTo>
                  <a:pt x="6707624" y="2503266"/>
                  <a:pt x="6697855" y="2493497"/>
                  <a:pt x="6697855" y="2481446"/>
                </a:cubicBezTo>
                <a:cubicBezTo>
                  <a:pt x="6697855" y="2469395"/>
                  <a:pt x="6707624" y="2459626"/>
                  <a:pt x="6719675" y="2459626"/>
                </a:cubicBezTo>
                <a:close/>
                <a:moveTo>
                  <a:pt x="6641655" y="2459626"/>
                </a:moveTo>
                <a:cubicBezTo>
                  <a:pt x="6653706" y="2459626"/>
                  <a:pt x="6663475" y="2469395"/>
                  <a:pt x="6663475" y="2481446"/>
                </a:cubicBezTo>
                <a:cubicBezTo>
                  <a:pt x="6663475" y="2493497"/>
                  <a:pt x="6653706" y="2503266"/>
                  <a:pt x="6641655" y="2503266"/>
                </a:cubicBezTo>
                <a:cubicBezTo>
                  <a:pt x="6629604" y="2503266"/>
                  <a:pt x="6619835" y="2493497"/>
                  <a:pt x="6619835" y="2481446"/>
                </a:cubicBezTo>
                <a:cubicBezTo>
                  <a:pt x="6619835" y="2469395"/>
                  <a:pt x="6629604" y="2459626"/>
                  <a:pt x="6641655" y="2459626"/>
                </a:cubicBezTo>
                <a:close/>
                <a:moveTo>
                  <a:pt x="6563634" y="2459626"/>
                </a:moveTo>
                <a:cubicBezTo>
                  <a:pt x="6575685" y="2459626"/>
                  <a:pt x="6585454" y="2469395"/>
                  <a:pt x="6585454" y="2481446"/>
                </a:cubicBezTo>
                <a:cubicBezTo>
                  <a:pt x="6585454" y="2493497"/>
                  <a:pt x="6575685" y="2503266"/>
                  <a:pt x="6563634" y="2503266"/>
                </a:cubicBezTo>
                <a:cubicBezTo>
                  <a:pt x="6551583" y="2503266"/>
                  <a:pt x="6541814" y="2493497"/>
                  <a:pt x="6541814" y="2481446"/>
                </a:cubicBezTo>
                <a:cubicBezTo>
                  <a:pt x="6541814" y="2469395"/>
                  <a:pt x="6551583" y="2459626"/>
                  <a:pt x="6563634" y="2459626"/>
                </a:cubicBezTo>
                <a:close/>
                <a:moveTo>
                  <a:pt x="6485613" y="2459626"/>
                </a:moveTo>
                <a:cubicBezTo>
                  <a:pt x="6497664" y="2459626"/>
                  <a:pt x="6507433" y="2469395"/>
                  <a:pt x="6507433" y="2481446"/>
                </a:cubicBezTo>
                <a:cubicBezTo>
                  <a:pt x="6507433" y="2493497"/>
                  <a:pt x="6497664" y="2503266"/>
                  <a:pt x="6485613" y="2503266"/>
                </a:cubicBezTo>
                <a:cubicBezTo>
                  <a:pt x="6473562" y="2503266"/>
                  <a:pt x="6463793" y="2493497"/>
                  <a:pt x="6463793" y="2481446"/>
                </a:cubicBezTo>
                <a:cubicBezTo>
                  <a:pt x="6463793" y="2469395"/>
                  <a:pt x="6473562" y="2459626"/>
                  <a:pt x="6485613" y="2459626"/>
                </a:cubicBezTo>
                <a:close/>
                <a:moveTo>
                  <a:pt x="5785413" y="2459626"/>
                </a:moveTo>
                <a:cubicBezTo>
                  <a:pt x="5797829" y="2459626"/>
                  <a:pt x="5807894" y="2469395"/>
                  <a:pt x="5807894" y="2481446"/>
                </a:cubicBezTo>
                <a:cubicBezTo>
                  <a:pt x="5807894" y="2493497"/>
                  <a:pt x="5797829" y="2503266"/>
                  <a:pt x="5785413" y="2503266"/>
                </a:cubicBezTo>
                <a:cubicBezTo>
                  <a:pt x="5772997" y="2503266"/>
                  <a:pt x="5762932" y="2493497"/>
                  <a:pt x="5762932" y="2481446"/>
                </a:cubicBezTo>
                <a:cubicBezTo>
                  <a:pt x="5762932" y="2469395"/>
                  <a:pt x="5772997" y="2459626"/>
                  <a:pt x="5785413" y="2459626"/>
                </a:cubicBezTo>
                <a:close/>
                <a:moveTo>
                  <a:pt x="5630034" y="2459626"/>
                </a:moveTo>
                <a:cubicBezTo>
                  <a:pt x="5642085" y="2459626"/>
                  <a:pt x="5651854" y="2469395"/>
                  <a:pt x="5651854" y="2481446"/>
                </a:cubicBezTo>
                <a:cubicBezTo>
                  <a:pt x="5651854" y="2493497"/>
                  <a:pt x="5642085" y="2503266"/>
                  <a:pt x="5630034" y="2503266"/>
                </a:cubicBezTo>
                <a:cubicBezTo>
                  <a:pt x="5617983" y="2503266"/>
                  <a:pt x="5608214" y="2493497"/>
                  <a:pt x="5608214" y="2481446"/>
                </a:cubicBezTo>
                <a:cubicBezTo>
                  <a:pt x="5608214" y="2469395"/>
                  <a:pt x="5617983" y="2459626"/>
                  <a:pt x="5630034" y="2459626"/>
                </a:cubicBezTo>
                <a:close/>
                <a:moveTo>
                  <a:pt x="5552013" y="2459626"/>
                </a:moveTo>
                <a:cubicBezTo>
                  <a:pt x="5564064" y="2459626"/>
                  <a:pt x="5573833" y="2469395"/>
                  <a:pt x="5573833" y="2481446"/>
                </a:cubicBezTo>
                <a:cubicBezTo>
                  <a:pt x="5573833" y="2493497"/>
                  <a:pt x="5564064" y="2503266"/>
                  <a:pt x="5552013" y="2503266"/>
                </a:cubicBezTo>
                <a:cubicBezTo>
                  <a:pt x="5539962" y="2503266"/>
                  <a:pt x="5530193" y="2493497"/>
                  <a:pt x="5530193" y="2481446"/>
                </a:cubicBezTo>
                <a:cubicBezTo>
                  <a:pt x="5530193" y="2469395"/>
                  <a:pt x="5539962" y="2459626"/>
                  <a:pt x="5552013" y="2459626"/>
                </a:cubicBezTo>
                <a:close/>
                <a:moveTo>
                  <a:pt x="5473331" y="2459626"/>
                </a:moveTo>
                <a:cubicBezTo>
                  <a:pt x="5485747" y="2459626"/>
                  <a:pt x="5495812" y="2469395"/>
                  <a:pt x="5495812" y="2481446"/>
                </a:cubicBezTo>
                <a:cubicBezTo>
                  <a:pt x="5495812" y="2493497"/>
                  <a:pt x="5485747" y="2503266"/>
                  <a:pt x="5473331" y="2503266"/>
                </a:cubicBezTo>
                <a:cubicBezTo>
                  <a:pt x="5460915" y="2503266"/>
                  <a:pt x="5450850" y="2493497"/>
                  <a:pt x="5450850" y="2481446"/>
                </a:cubicBezTo>
                <a:cubicBezTo>
                  <a:pt x="5450850" y="2469395"/>
                  <a:pt x="5460915" y="2459626"/>
                  <a:pt x="5473331" y="2459626"/>
                </a:cubicBezTo>
                <a:close/>
                <a:moveTo>
                  <a:pt x="5395972" y="2459626"/>
                </a:moveTo>
                <a:cubicBezTo>
                  <a:pt x="5408023" y="2459626"/>
                  <a:pt x="5417792" y="2469395"/>
                  <a:pt x="5417792" y="2481446"/>
                </a:cubicBezTo>
                <a:cubicBezTo>
                  <a:pt x="5417792" y="2493497"/>
                  <a:pt x="5408023" y="2503266"/>
                  <a:pt x="5395972" y="2503266"/>
                </a:cubicBezTo>
                <a:cubicBezTo>
                  <a:pt x="5383921" y="2503266"/>
                  <a:pt x="5374152" y="2493497"/>
                  <a:pt x="5374152" y="2481446"/>
                </a:cubicBezTo>
                <a:cubicBezTo>
                  <a:pt x="5374152" y="2469395"/>
                  <a:pt x="5383921" y="2459626"/>
                  <a:pt x="5395972" y="2459626"/>
                </a:cubicBezTo>
                <a:close/>
                <a:moveTo>
                  <a:pt x="5317953" y="2459626"/>
                </a:moveTo>
                <a:cubicBezTo>
                  <a:pt x="5330004" y="2459626"/>
                  <a:pt x="5339773" y="2469395"/>
                  <a:pt x="5339773" y="2481446"/>
                </a:cubicBezTo>
                <a:cubicBezTo>
                  <a:pt x="5339773" y="2493497"/>
                  <a:pt x="5330004" y="2503266"/>
                  <a:pt x="5317953" y="2503266"/>
                </a:cubicBezTo>
                <a:cubicBezTo>
                  <a:pt x="5305902" y="2503266"/>
                  <a:pt x="5296133" y="2493497"/>
                  <a:pt x="5296133" y="2481446"/>
                </a:cubicBezTo>
                <a:cubicBezTo>
                  <a:pt x="5296133" y="2469395"/>
                  <a:pt x="5305902" y="2459626"/>
                  <a:pt x="5317953" y="2459626"/>
                </a:cubicBezTo>
                <a:close/>
                <a:moveTo>
                  <a:pt x="4850491" y="2459626"/>
                </a:moveTo>
                <a:cubicBezTo>
                  <a:pt x="4862907" y="2459626"/>
                  <a:pt x="4872972" y="2469395"/>
                  <a:pt x="4872972" y="2481446"/>
                </a:cubicBezTo>
                <a:cubicBezTo>
                  <a:pt x="4872972" y="2493497"/>
                  <a:pt x="4862907" y="2503266"/>
                  <a:pt x="4850491" y="2503266"/>
                </a:cubicBezTo>
                <a:cubicBezTo>
                  <a:pt x="4838075" y="2503266"/>
                  <a:pt x="4828010" y="2493497"/>
                  <a:pt x="4828010" y="2481446"/>
                </a:cubicBezTo>
                <a:cubicBezTo>
                  <a:pt x="4828010" y="2469395"/>
                  <a:pt x="4838075" y="2459626"/>
                  <a:pt x="4850491" y="2459626"/>
                </a:cubicBezTo>
                <a:close/>
                <a:moveTo>
                  <a:pt x="4773132" y="2459626"/>
                </a:moveTo>
                <a:cubicBezTo>
                  <a:pt x="4785183" y="2459626"/>
                  <a:pt x="4794952" y="2469395"/>
                  <a:pt x="4794952" y="2481446"/>
                </a:cubicBezTo>
                <a:cubicBezTo>
                  <a:pt x="4794952" y="2493497"/>
                  <a:pt x="4785183" y="2503266"/>
                  <a:pt x="4773132" y="2503266"/>
                </a:cubicBezTo>
                <a:cubicBezTo>
                  <a:pt x="4761081" y="2503266"/>
                  <a:pt x="4751312" y="2493497"/>
                  <a:pt x="4751312" y="2481446"/>
                </a:cubicBezTo>
                <a:cubicBezTo>
                  <a:pt x="4751312" y="2469395"/>
                  <a:pt x="4761081" y="2459626"/>
                  <a:pt x="4773132" y="2459626"/>
                </a:cubicBezTo>
                <a:close/>
                <a:moveTo>
                  <a:pt x="4695111" y="2459626"/>
                </a:moveTo>
                <a:cubicBezTo>
                  <a:pt x="4707162" y="2459626"/>
                  <a:pt x="4716931" y="2469395"/>
                  <a:pt x="4716931" y="2481446"/>
                </a:cubicBezTo>
                <a:cubicBezTo>
                  <a:pt x="4716931" y="2493497"/>
                  <a:pt x="4707162" y="2503266"/>
                  <a:pt x="4695111" y="2503266"/>
                </a:cubicBezTo>
                <a:cubicBezTo>
                  <a:pt x="4683060" y="2503266"/>
                  <a:pt x="4673291" y="2493497"/>
                  <a:pt x="4673291" y="2481446"/>
                </a:cubicBezTo>
                <a:cubicBezTo>
                  <a:pt x="4673291" y="2469395"/>
                  <a:pt x="4683060" y="2459626"/>
                  <a:pt x="4695111" y="2459626"/>
                </a:cubicBezTo>
                <a:close/>
                <a:moveTo>
                  <a:pt x="4617091" y="2459626"/>
                </a:moveTo>
                <a:cubicBezTo>
                  <a:pt x="4629142" y="2459626"/>
                  <a:pt x="4638911" y="2469395"/>
                  <a:pt x="4638911" y="2481446"/>
                </a:cubicBezTo>
                <a:cubicBezTo>
                  <a:pt x="4638911" y="2493497"/>
                  <a:pt x="4629142" y="2503266"/>
                  <a:pt x="4617091" y="2503266"/>
                </a:cubicBezTo>
                <a:cubicBezTo>
                  <a:pt x="4605040" y="2503266"/>
                  <a:pt x="4595271" y="2493497"/>
                  <a:pt x="4595271" y="2481446"/>
                </a:cubicBezTo>
                <a:cubicBezTo>
                  <a:pt x="4595271" y="2469395"/>
                  <a:pt x="4605040" y="2459626"/>
                  <a:pt x="4617091" y="2459626"/>
                </a:cubicBezTo>
                <a:close/>
                <a:moveTo>
                  <a:pt x="4539070" y="2459626"/>
                </a:moveTo>
                <a:cubicBezTo>
                  <a:pt x="4551121" y="2459626"/>
                  <a:pt x="4560890" y="2469395"/>
                  <a:pt x="4560890" y="2481446"/>
                </a:cubicBezTo>
                <a:cubicBezTo>
                  <a:pt x="4560890" y="2493497"/>
                  <a:pt x="4551121" y="2503266"/>
                  <a:pt x="4539070" y="2503266"/>
                </a:cubicBezTo>
                <a:cubicBezTo>
                  <a:pt x="4527019" y="2503266"/>
                  <a:pt x="4517250" y="2493497"/>
                  <a:pt x="4517250" y="2481446"/>
                </a:cubicBezTo>
                <a:cubicBezTo>
                  <a:pt x="4517250" y="2469395"/>
                  <a:pt x="4527019" y="2459626"/>
                  <a:pt x="4539070" y="2459626"/>
                </a:cubicBezTo>
                <a:close/>
                <a:moveTo>
                  <a:pt x="4461711" y="2459626"/>
                </a:moveTo>
                <a:cubicBezTo>
                  <a:pt x="4474127" y="2459626"/>
                  <a:pt x="4484192" y="2469395"/>
                  <a:pt x="4484192" y="2481446"/>
                </a:cubicBezTo>
                <a:cubicBezTo>
                  <a:pt x="4484192" y="2493497"/>
                  <a:pt x="4474127" y="2503266"/>
                  <a:pt x="4461711" y="2503266"/>
                </a:cubicBezTo>
                <a:cubicBezTo>
                  <a:pt x="4449295" y="2503266"/>
                  <a:pt x="4439230" y="2493497"/>
                  <a:pt x="4439230" y="2481446"/>
                </a:cubicBezTo>
                <a:cubicBezTo>
                  <a:pt x="4439230" y="2469395"/>
                  <a:pt x="4449295" y="2459626"/>
                  <a:pt x="4461711" y="2459626"/>
                </a:cubicBezTo>
                <a:close/>
                <a:moveTo>
                  <a:pt x="4384351" y="2459626"/>
                </a:moveTo>
                <a:cubicBezTo>
                  <a:pt x="4396402" y="2459626"/>
                  <a:pt x="4406171" y="2469395"/>
                  <a:pt x="4406171" y="2481446"/>
                </a:cubicBezTo>
                <a:cubicBezTo>
                  <a:pt x="4406171" y="2493497"/>
                  <a:pt x="4396402" y="2503266"/>
                  <a:pt x="4384351" y="2503266"/>
                </a:cubicBezTo>
                <a:cubicBezTo>
                  <a:pt x="4372300" y="2503266"/>
                  <a:pt x="4362531" y="2493497"/>
                  <a:pt x="4362531" y="2481446"/>
                </a:cubicBezTo>
                <a:cubicBezTo>
                  <a:pt x="4362531" y="2469395"/>
                  <a:pt x="4372300" y="2459626"/>
                  <a:pt x="4384351" y="2459626"/>
                </a:cubicBezTo>
                <a:close/>
                <a:moveTo>
                  <a:pt x="4305009" y="2459626"/>
                </a:moveTo>
                <a:cubicBezTo>
                  <a:pt x="4317060" y="2459626"/>
                  <a:pt x="4326829" y="2469395"/>
                  <a:pt x="4326829" y="2481446"/>
                </a:cubicBezTo>
                <a:cubicBezTo>
                  <a:pt x="4326829" y="2493497"/>
                  <a:pt x="4317060" y="2503266"/>
                  <a:pt x="4305009" y="2503266"/>
                </a:cubicBezTo>
                <a:cubicBezTo>
                  <a:pt x="4292958" y="2503266"/>
                  <a:pt x="4283189" y="2493497"/>
                  <a:pt x="4283189" y="2481446"/>
                </a:cubicBezTo>
                <a:cubicBezTo>
                  <a:pt x="4283189" y="2469395"/>
                  <a:pt x="4292958" y="2459626"/>
                  <a:pt x="4305009" y="2459626"/>
                </a:cubicBezTo>
                <a:close/>
                <a:moveTo>
                  <a:pt x="4226989" y="2459626"/>
                </a:moveTo>
                <a:cubicBezTo>
                  <a:pt x="4239040" y="2459626"/>
                  <a:pt x="4248809" y="2469395"/>
                  <a:pt x="4248809" y="2481446"/>
                </a:cubicBezTo>
                <a:cubicBezTo>
                  <a:pt x="4248809" y="2493497"/>
                  <a:pt x="4239040" y="2503266"/>
                  <a:pt x="4226989" y="2503266"/>
                </a:cubicBezTo>
                <a:cubicBezTo>
                  <a:pt x="4214938" y="2503266"/>
                  <a:pt x="4205169" y="2493497"/>
                  <a:pt x="4205169" y="2481446"/>
                </a:cubicBezTo>
                <a:cubicBezTo>
                  <a:pt x="4205169" y="2469395"/>
                  <a:pt x="4214938" y="2459626"/>
                  <a:pt x="4226989" y="2459626"/>
                </a:cubicBezTo>
                <a:close/>
                <a:moveTo>
                  <a:pt x="2280445" y="2459626"/>
                </a:moveTo>
                <a:cubicBezTo>
                  <a:pt x="2292496" y="2459626"/>
                  <a:pt x="2302265" y="2469395"/>
                  <a:pt x="2302265" y="2481446"/>
                </a:cubicBezTo>
                <a:cubicBezTo>
                  <a:pt x="2302265" y="2493497"/>
                  <a:pt x="2292496" y="2503266"/>
                  <a:pt x="2280445" y="2503266"/>
                </a:cubicBezTo>
                <a:cubicBezTo>
                  <a:pt x="2268394" y="2503266"/>
                  <a:pt x="2258625" y="2493497"/>
                  <a:pt x="2258625" y="2481446"/>
                </a:cubicBezTo>
                <a:cubicBezTo>
                  <a:pt x="2258625" y="2469395"/>
                  <a:pt x="2268394" y="2459626"/>
                  <a:pt x="2280445" y="2459626"/>
                </a:cubicBezTo>
                <a:close/>
                <a:moveTo>
                  <a:pt x="7731957" y="2459625"/>
                </a:moveTo>
                <a:cubicBezTo>
                  <a:pt x="7744373" y="2459625"/>
                  <a:pt x="7754438" y="2469394"/>
                  <a:pt x="7754438" y="2481445"/>
                </a:cubicBezTo>
                <a:cubicBezTo>
                  <a:pt x="7754438" y="2493496"/>
                  <a:pt x="7744373" y="2503265"/>
                  <a:pt x="7731957" y="2503265"/>
                </a:cubicBezTo>
                <a:cubicBezTo>
                  <a:pt x="7719541" y="2503265"/>
                  <a:pt x="7709476" y="2493496"/>
                  <a:pt x="7709476" y="2481445"/>
                </a:cubicBezTo>
                <a:cubicBezTo>
                  <a:pt x="7709476" y="2469394"/>
                  <a:pt x="7719541" y="2459625"/>
                  <a:pt x="7731957" y="2459625"/>
                </a:cubicBezTo>
                <a:close/>
                <a:moveTo>
                  <a:pt x="7498556" y="2459625"/>
                </a:moveTo>
                <a:cubicBezTo>
                  <a:pt x="7510607" y="2459625"/>
                  <a:pt x="7520376" y="2469394"/>
                  <a:pt x="7520376" y="2481445"/>
                </a:cubicBezTo>
                <a:cubicBezTo>
                  <a:pt x="7520376" y="2493496"/>
                  <a:pt x="7510607" y="2503265"/>
                  <a:pt x="7498556" y="2503265"/>
                </a:cubicBezTo>
                <a:cubicBezTo>
                  <a:pt x="7486505" y="2503265"/>
                  <a:pt x="7476736" y="2493496"/>
                  <a:pt x="7476736" y="2481445"/>
                </a:cubicBezTo>
                <a:cubicBezTo>
                  <a:pt x="7476736" y="2469394"/>
                  <a:pt x="7486505" y="2459625"/>
                  <a:pt x="7498556" y="2459625"/>
                </a:cubicBezTo>
                <a:close/>
                <a:moveTo>
                  <a:pt x="7421198" y="2459625"/>
                </a:moveTo>
                <a:cubicBezTo>
                  <a:pt x="7433614" y="2459625"/>
                  <a:pt x="7443679" y="2469394"/>
                  <a:pt x="7443679" y="2481445"/>
                </a:cubicBezTo>
                <a:cubicBezTo>
                  <a:pt x="7443679" y="2493496"/>
                  <a:pt x="7433614" y="2503265"/>
                  <a:pt x="7421198" y="2503265"/>
                </a:cubicBezTo>
                <a:cubicBezTo>
                  <a:pt x="7408782" y="2503265"/>
                  <a:pt x="7398717" y="2493496"/>
                  <a:pt x="7398717" y="2481445"/>
                </a:cubicBezTo>
                <a:cubicBezTo>
                  <a:pt x="7398717" y="2469394"/>
                  <a:pt x="7408782" y="2459625"/>
                  <a:pt x="7421198" y="2459625"/>
                </a:cubicBezTo>
                <a:close/>
                <a:moveTo>
                  <a:pt x="7343838" y="2459625"/>
                </a:moveTo>
                <a:cubicBezTo>
                  <a:pt x="7355889" y="2459625"/>
                  <a:pt x="7365658" y="2469394"/>
                  <a:pt x="7365658" y="2481445"/>
                </a:cubicBezTo>
                <a:cubicBezTo>
                  <a:pt x="7365658" y="2493496"/>
                  <a:pt x="7355889" y="2503265"/>
                  <a:pt x="7343838" y="2503265"/>
                </a:cubicBezTo>
                <a:cubicBezTo>
                  <a:pt x="7331787" y="2503265"/>
                  <a:pt x="7322018" y="2493496"/>
                  <a:pt x="7322018" y="2481445"/>
                </a:cubicBezTo>
                <a:cubicBezTo>
                  <a:pt x="7322018" y="2469394"/>
                  <a:pt x="7331787" y="2459625"/>
                  <a:pt x="7343838" y="2459625"/>
                </a:cubicBezTo>
                <a:close/>
                <a:moveTo>
                  <a:pt x="7264495" y="2459625"/>
                </a:moveTo>
                <a:cubicBezTo>
                  <a:pt x="7276546" y="2459625"/>
                  <a:pt x="7286315" y="2469394"/>
                  <a:pt x="7286315" y="2481445"/>
                </a:cubicBezTo>
                <a:cubicBezTo>
                  <a:pt x="7286315" y="2493496"/>
                  <a:pt x="7276546" y="2503265"/>
                  <a:pt x="7264495" y="2503265"/>
                </a:cubicBezTo>
                <a:cubicBezTo>
                  <a:pt x="7252444" y="2503265"/>
                  <a:pt x="7242675" y="2493496"/>
                  <a:pt x="7242675" y="2481445"/>
                </a:cubicBezTo>
                <a:cubicBezTo>
                  <a:pt x="7242675" y="2469394"/>
                  <a:pt x="7252444" y="2459625"/>
                  <a:pt x="7264495" y="2459625"/>
                </a:cubicBezTo>
                <a:close/>
                <a:moveTo>
                  <a:pt x="7186475" y="2459625"/>
                </a:moveTo>
                <a:cubicBezTo>
                  <a:pt x="7198526" y="2459625"/>
                  <a:pt x="7208295" y="2469394"/>
                  <a:pt x="7208295" y="2481445"/>
                </a:cubicBezTo>
                <a:cubicBezTo>
                  <a:pt x="7208295" y="2493496"/>
                  <a:pt x="7198526" y="2503265"/>
                  <a:pt x="7186475" y="2503265"/>
                </a:cubicBezTo>
                <a:cubicBezTo>
                  <a:pt x="7174424" y="2503265"/>
                  <a:pt x="7164655" y="2493496"/>
                  <a:pt x="7164655" y="2481445"/>
                </a:cubicBezTo>
                <a:cubicBezTo>
                  <a:pt x="7164655" y="2469394"/>
                  <a:pt x="7174424" y="2459625"/>
                  <a:pt x="7186475" y="2459625"/>
                </a:cubicBezTo>
                <a:close/>
                <a:moveTo>
                  <a:pt x="7109116" y="2459625"/>
                </a:moveTo>
                <a:cubicBezTo>
                  <a:pt x="7121532" y="2459625"/>
                  <a:pt x="7131597" y="2469394"/>
                  <a:pt x="7131597" y="2481445"/>
                </a:cubicBezTo>
                <a:cubicBezTo>
                  <a:pt x="7131597" y="2493496"/>
                  <a:pt x="7121532" y="2503265"/>
                  <a:pt x="7109116" y="2503265"/>
                </a:cubicBezTo>
                <a:cubicBezTo>
                  <a:pt x="7096700" y="2503265"/>
                  <a:pt x="7086635" y="2493496"/>
                  <a:pt x="7086635" y="2481445"/>
                </a:cubicBezTo>
                <a:cubicBezTo>
                  <a:pt x="7086635" y="2469394"/>
                  <a:pt x="7096700" y="2459625"/>
                  <a:pt x="7109116" y="2459625"/>
                </a:cubicBezTo>
                <a:close/>
                <a:moveTo>
                  <a:pt x="7031757" y="2459625"/>
                </a:moveTo>
                <a:cubicBezTo>
                  <a:pt x="7043808" y="2459625"/>
                  <a:pt x="7053577" y="2469394"/>
                  <a:pt x="7053577" y="2481445"/>
                </a:cubicBezTo>
                <a:cubicBezTo>
                  <a:pt x="7053577" y="2493496"/>
                  <a:pt x="7043808" y="2503265"/>
                  <a:pt x="7031757" y="2503265"/>
                </a:cubicBezTo>
                <a:cubicBezTo>
                  <a:pt x="7019706" y="2503265"/>
                  <a:pt x="7009937" y="2493496"/>
                  <a:pt x="7009937" y="2481445"/>
                </a:cubicBezTo>
                <a:cubicBezTo>
                  <a:pt x="7009937" y="2469394"/>
                  <a:pt x="7019706" y="2459625"/>
                  <a:pt x="7031757" y="2459625"/>
                </a:cubicBezTo>
                <a:close/>
                <a:moveTo>
                  <a:pt x="6408916" y="2459625"/>
                </a:moveTo>
                <a:cubicBezTo>
                  <a:pt x="6420967" y="2459625"/>
                  <a:pt x="6430736" y="2469394"/>
                  <a:pt x="6430736" y="2481445"/>
                </a:cubicBezTo>
                <a:cubicBezTo>
                  <a:pt x="6430736" y="2493496"/>
                  <a:pt x="6420967" y="2503265"/>
                  <a:pt x="6408916" y="2503265"/>
                </a:cubicBezTo>
                <a:cubicBezTo>
                  <a:pt x="6396865" y="2503265"/>
                  <a:pt x="6387096" y="2493496"/>
                  <a:pt x="6387096" y="2481445"/>
                </a:cubicBezTo>
                <a:cubicBezTo>
                  <a:pt x="6387096" y="2469394"/>
                  <a:pt x="6396865" y="2459625"/>
                  <a:pt x="6408916" y="2459625"/>
                </a:cubicBezTo>
                <a:close/>
                <a:moveTo>
                  <a:pt x="6330896" y="2459625"/>
                </a:moveTo>
                <a:cubicBezTo>
                  <a:pt x="6342947" y="2459625"/>
                  <a:pt x="6352716" y="2469394"/>
                  <a:pt x="6352716" y="2481445"/>
                </a:cubicBezTo>
                <a:cubicBezTo>
                  <a:pt x="6352716" y="2493496"/>
                  <a:pt x="6342947" y="2503265"/>
                  <a:pt x="6330896" y="2503265"/>
                </a:cubicBezTo>
                <a:cubicBezTo>
                  <a:pt x="6318845" y="2503265"/>
                  <a:pt x="6309076" y="2493496"/>
                  <a:pt x="6309076" y="2481445"/>
                </a:cubicBezTo>
                <a:cubicBezTo>
                  <a:pt x="6309076" y="2469394"/>
                  <a:pt x="6318845" y="2459625"/>
                  <a:pt x="6330896" y="2459625"/>
                </a:cubicBezTo>
                <a:close/>
                <a:moveTo>
                  <a:pt x="6252875" y="2459625"/>
                </a:moveTo>
                <a:cubicBezTo>
                  <a:pt x="6264926" y="2459625"/>
                  <a:pt x="6274695" y="2469394"/>
                  <a:pt x="6274695" y="2481445"/>
                </a:cubicBezTo>
                <a:cubicBezTo>
                  <a:pt x="6274695" y="2493496"/>
                  <a:pt x="6264926" y="2503265"/>
                  <a:pt x="6252875" y="2503265"/>
                </a:cubicBezTo>
                <a:cubicBezTo>
                  <a:pt x="6240824" y="2503265"/>
                  <a:pt x="6231055" y="2493496"/>
                  <a:pt x="6231055" y="2481445"/>
                </a:cubicBezTo>
                <a:cubicBezTo>
                  <a:pt x="6231055" y="2469394"/>
                  <a:pt x="6240824" y="2459625"/>
                  <a:pt x="6252875" y="2459625"/>
                </a:cubicBezTo>
                <a:close/>
                <a:moveTo>
                  <a:pt x="6174854" y="2459625"/>
                </a:moveTo>
                <a:cubicBezTo>
                  <a:pt x="6186905" y="2459625"/>
                  <a:pt x="6196674" y="2469394"/>
                  <a:pt x="6196674" y="2481445"/>
                </a:cubicBezTo>
                <a:cubicBezTo>
                  <a:pt x="6196674" y="2493496"/>
                  <a:pt x="6186905" y="2503265"/>
                  <a:pt x="6174854" y="2503265"/>
                </a:cubicBezTo>
                <a:cubicBezTo>
                  <a:pt x="6162803" y="2503265"/>
                  <a:pt x="6153034" y="2493496"/>
                  <a:pt x="6153034" y="2481445"/>
                </a:cubicBezTo>
                <a:cubicBezTo>
                  <a:pt x="6153034" y="2469394"/>
                  <a:pt x="6162803" y="2459625"/>
                  <a:pt x="6174854" y="2459625"/>
                </a:cubicBezTo>
                <a:close/>
                <a:moveTo>
                  <a:pt x="6096834" y="2459625"/>
                </a:moveTo>
                <a:cubicBezTo>
                  <a:pt x="6108885" y="2459625"/>
                  <a:pt x="6118654" y="2469394"/>
                  <a:pt x="6118654" y="2481445"/>
                </a:cubicBezTo>
                <a:cubicBezTo>
                  <a:pt x="6118654" y="2493496"/>
                  <a:pt x="6108885" y="2503265"/>
                  <a:pt x="6096834" y="2503265"/>
                </a:cubicBezTo>
                <a:cubicBezTo>
                  <a:pt x="6084783" y="2503265"/>
                  <a:pt x="6075014" y="2493496"/>
                  <a:pt x="6075014" y="2481445"/>
                </a:cubicBezTo>
                <a:cubicBezTo>
                  <a:pt x="6075014" y="2469394"/>
                  <a:pt x="6084783" y="2459625"/>
                  <a:pt x="6096834" y="2459625"/>
                </a:cubicBezTo>
                <a:close/>
                <a:moveTo>
                  <a:pt x="6018814" y="2459625"/>
                </a:moveTo>
                <a:cubicBezTo>
                  <a:pt x="6030865" y="2459625"/>
                  <a:pt x="6040634" y="2469394"/>
                  <a:pt x="6040634" y="2481445"/>
                </a:cubicBezTo>
                <a:cubicBezTo>
                  <a:pt x="6040634" y="2493496"/>
                  <a:pt x="6030865" y="2503265"/>
                  <a:pt x="6018814" y="2503265"/>
                </a:cubicBezTo>
                <a:cubicBezTo>
                  <a:pt x="6006763" y="2503265"/>
                  <a:pt x="5996994" y="2493496"/>
                  <a:pt x="5996994" y="2481445"/>
                </a:cubicBezTo>
                <a:cubicBezTo>
                  <a:pt x="5996994" y="2469394"/>
                  <a:pt x="6006763" y="2459625"/>
                  <a:pt x="6018814" y="2459625"/>
                </a:cubicBezTo>
                <a:close/>
                <a:moveTo>
                  <a:pt x="5940793" y="2459625"/>
                </a:moveTo>
                <a:cubicBezTo>
                  <a:pt x="5952844" y="2459625"/>
                  <a:pt x="5962613" y="2469394"/>
                  <a:pt x="5962613" y="2481445"/>
                </a:cubicBezTo>
                <a:cubicBezTo>
                  <a:pt x="5962613" y="2493496"/>
                  <a:pt x="5952844" y="2503265"/>
                  <a:pt x="5940793" y="2503265"/>
                </a:cubicBezTo>
                <a:cubicBezTo>
                  <a:pt x="5928742" y="2503265"/>
                  <a:pt x="5918973" y="2493496"/>
                  <a:pt x="5918973" y="2481445"/>
                </a:cubicBezTo>
                <a:cubicBezTo>
                  <a:pt x="5918973" y="2469394"/>
                  <a:pt x="5928742" y="2459625"/>
                  <a:pt x="5940793" y="2459625"/>
                </a:cubicBezTo>
                <a:close/>
                <a:moveTo>
                  <a:pt x="5862773" y="2459625"/>
                </a:moveTo>
                <a:cubicBezTo>
                  <a:pt x="5874824" y="2459625"/>
                  <a:pt x="5884593" y="2469394"/>
                  <a:pt x="5884593" y="2481445"/>
                </a:cubicBezTo>
                <a:cubicBezTo>
                  <a:pt x="5884593" y="2493496"/>
                  <a:pt x="5874824" y="2503265"/>
                  <a:pt x="5862773" y="2503265"/>
                </a:cubicBezTo>
                <a:cubicBezTo>
                  <a:pt x="5850722" y="2503265"/>
                  <a:pt x="5840953" y="2493496"/>
                  <a:pt x="5840953" y="2481445"/>
                </a:cubicBezTo>
                <a:cubicBezTo>
                  <a:pt x="5840953" y="2469394"/>
                  <a:pt x="5850722" y="2459625"/>
                  <a:pt x="5862773" y="2459625"/>
                </a:cubicBezTo>
                <a:close/>
                <a:moveTo>
                  <a:pt x="5239931" y="2459625"/>
                </a:moveTo>
                <a:cubicBezTo>
                  <a:pt x="5251982" y="2459625"/>
                  <a:pt x="5261751" y="2469394"/>
                  <a:pt x="5261751" y="2481445"/>
                </a:cubicBezTo>
                <a:cubicBezTo>
                  <a:pt x="5261751" y="2493496"/>
                  <a:pt x="5251982" y="2503265"/>
                  <a:pt x="5239931" y="2503265"/>
                </a:cubicBezTo>
                <a:cubicBezTo>
                  <a:pt x="5227880" y="2503265"/>
                  <a:pt x="5218111" y="2493496"/>
                  <a:pt x="5218111" y="2481445"/>
                </a:cubicBezTo>
                <a:cubicBezTo>
                  <a:pt x="5218111" y="2469394"/>
                  <a:pt x="5227880" y="2459625"/>
                  <a:pt x="5239931" y="2459625"/>
                </a:cubicBezTo>
                <a:close/>
                <a:moveTo>
                  <a:pt x="5162572" y="2459625"/>
                </a:moveTo>
                <a:cubicBezTo>
                  <a:pt x="5174988" y="2459625"/>
                  <a:pt x="5185053" y="2469394"/>
                  <a:pt x="5185053" y="2481445"/>
                </a:cubicBezTo>
                <a:cubicBezTo>
                  <a:pt x="5185053" y="2493496"/>
                  <a:pt x="5174988" y="2503265"/>
                  <a:pt x="5162572" y="2503265"/>
                </a:cubicBezTo>
                <a:cubicBezTo>
                  <a:pt x="5150156" y="2503265"/>
                  <a:pt x="5140091" y="2493496"/>
                  <a:pt x="5140091" y="2481445"/>
                </a:cubicBezTo>
                <a:cubicBezTo>
                  <a:pt x="5140091" y="2469394"/>
                  <a:pt x="5150156" y="2459625"/>
                  <a:pt x="5162572" y="2459625"/>
                </a:cubicBezTo>
                <a:close/>
                <a:moveTo>
                  <a:pt x="5085212" y="2459625"/>
                </a:moveTo>
                <a:cubicBezTo>
                  <a:pt x="5097263" y="2459625"/>
                  <a:pt x="5107032" y="2469394"/>
                  <a:pt x="5107032" y="2481445"/>
                </a:cubicBezTo>
                <a:cubicBezTo>
                  <a:pt x="5107032" y="2493496"/>
                  <a:pt x="5097263" y="2503265"/>
                  <a:pt x="5085212" y="2503265"/>
                </a:cubicBezTo>
                <a:cubicBezTo>
                  <a:pt x="5073161" y="2503265"/>
                  <a:pt x="5063392" y="2493496"/>
                  <a:pt x="5063392" y="2481445"/>
                </a:cubicBezTo>
                <a:cubicBezTo>
                  <a:pt x="5063392" y="2469394"/>
                  <a:pt x="5073161" y="2459625"/>
                  <a:pt x="5085212" y="2459625"/>
                </a:cubicBezTo>
                <a:close/>
                <a:moveTo>
                  <a:pt x="5007193" y="2459625"/>
                </a:moveTo>
                <a:cubicBezTo>
                  <a:pt x="5019244" y="2459625"/>
                  <a:pt x="5029013" y="2469394"/>
                  <a:pt x="5029013" y="2481445"/>
                </a:cubicBezTo>
                <a:cubicBezTo>
                  <a:pt x="5029013" y="2493496"/>
                  <a:pt x="5019244" y="2503265"/>
                  <a:pt x="5007193" y="2503265"/>
                </a:cubicBezTo>
                <a:cubicBezTo>
                  <a:pt x="4995142" y="2503265"/>
                  <a:pt x="4985373" y="2493496"/>
                  <a:pt x="4985373" y="2481445"/>
                </a:cubicBezTo>
                <a:cubicBezTo>
                  <a:pt x="4985373" y="2469394"/>
                  <a:pt x="4995142" y="2459625"/>
                  <a:pt x="5007193" y="2459625"/>
                </a:cubicBezTo>
                <a:close/>
                <a:moveTo>
                  <a:pt x="4928511" y="2459625"/>
                </a:moveTo>
                <a:cubicBezTo>
                  <a:pt x="4940927" y="2459625"/>
                  <a:pt x="4950992" y="2469394"/>
                  <a:pt x="4950992" y="2481445"/>
                </a:cubicBezTo>
                <a:cubicBezTo>
                  <a:pt x="4950992" y="2493496"/>
                  <a:pt x="4940927" y="2503265"/>
                  <a:pt x="4928511" y="2503265"/>
                </a:cubicBezTo>
                <a:cubicBezTo>
                  <a:pt x="4916095" y="2503265"/>
                  <a:pt x="4906030" y="2493496"/>
                  <a:pt x="4906030" y="2481445"/>
                </a:cubicBezTo>
                <a:cubicBezTo>
                  <a:pt x="4906030" y="2469394"/>
                  <a:pt x="4916095" y="2459625"/>
                  <a:pt x="4928511" y="2459625"/>
                </a:cubicBezTo>
                <a:close/>
                <a:moveTo>
                  <a:pt x="4149629" y="2459625"/>
                </a:moveTo>
                <a:cubicBezTo>
                  <a:pt x="4162045" y="2459625"/>
                  <a:pt x="4172110" y="2469394"/>
                  <a:pt x="4172110" y="2481445"/>
                </a:cubicBezTo>
                <a:cubicBezTo>
                  <a:pt x="4172110" y="2493496"/>
                  <a:pt x="4162045" y="2503265"/>
                  <a:pt x="4149629" y="2503265"/>
                </a:cubicBezTo>
                <a:cubicBezTo>
                  <a:pt x="4137213" y="2503265"/>
                  <a:pt x="4127148" y="2493496"/>
                  <a:pt x="4127148" y="2481445"/>
                </a:cubicBezTo>
                <a:cubicBezTo>
                  <a:pt x="4127148" y="2469394"/>
                  <a:pt x="4137213" y="2459625"/>
                  <a:pt x="4149629" y="2459625"/>
                </a:cubicBezTo>
                <a:close/>
                <a:moveTo>
                  <a:pt x="4072270" y="2459625"/>
                </a:moveTo>
                <a:cubicBezTo>
                  <a:pt x="4084321" y="2459625"/>
                  <a:pt x="4094090" y="2469394"/>
                  <a:pt x="4094090" y="2481445"/>
                </a:cubicBezTo>
                <a:cubicBezTo>
                  <a:pt x="4094090" y="2493496"/>
                  <a:pt x="4084321" y="2503265"/>
                  <a:pt x="4072270" y="2503265"/>
                </a:cubicBezTo>
                <a:cubicBezTo>
                  <a:pt x="4060219" y="2503265"/>
                  <a:pt x="4050450" y="2493496"/>
                  <a:pt x="4050450" y="2481445"/>
                </a:cubicBezTo>
                <a:cubicBezTo>
                  <a:pt x="4050450" y="2469394"/>
                  <a:pt x="4060219" y="2459625"/>
                  <a:pt x="4072270" y="2459625"/>
                </a:cubicBezTo>
                <a:close/>
                <a:moveTo>
                  <a:pt x="1813657" y="2459625"/>
                </a:moveTo>
                <a:cubicBezTo>
                  <a:pt x="1825704" y="2459625"/>
                  <a:pt x="1835474" y="2469394"/>
                  <a:pt x="1835474" y="2481445"/>
                </a:cubicBezTo>
                <a:cubicBezTo>
                  <a:pt x="1835474" y="2493496"/>
                  <a:pt x="1825704" y="2503265"/>
                  <a:pt x="1813657" y="2503265"/>
                </a:cubicBezTo>
                <a:cubicBezTo>
                  <a:pt x="1801603" y="2503265"/>
                  <a:pt x="1791833" y="2493496"/>
                  <a:pt x="1791833" y="2481445"/>
                </a:cubicBezTo>
                <a:cubicBezTo>
                  <a:pt x="1791833" y="2469394"/>
                  <a:pt x="1801603" y="2459625"/>
                  <a:pt x="1813657" y="2459625"/>
                </a:cubicBezTo>
                <a:close/>
                <a:moveTo>
                  <a:pt x="1735633" y="2459625"/>
                </a:moveTo>
                <a:cubicBezTo>
                  <a:pt x="1747685" y="2459625"/>
                  <a:pt x="1757457" y="2469394"/>
                  <a:pt x="1757457" y="2481445"/>
                </a:cubicBezTo>
                <a:cubicBezTo>
                  <a:pt x="1757457" y="2493496"/>
                  <a:pt x="1747685" y="2503265"/>
                  <a:pt x="1735633" y="2503265"/>
                </a:cubicBezTo>
                <a:cubicBezTo>
                  <a:pt x="1723586" y="2503265"/>
                  <a:pt x="1713819" y="2493496"/>
                  <a:pt x="1713819" y="2481445"/>
                </a:cubicBezTo>
                <a:cubicBezTo>
                  <a:pt x="1713819" y="2469394"/>
                  <a:pt x="1723586" y="2459625"/>
                  <a:pt x="1735633" y="2459625"/>
                </a:cubicBezTo>
                <a:close/>
                <a:moveTo>
                  <a:pt x="1657611" y="2459625"/>
                </a:moveTo>
                <a:cubicBezTo>
                  <a:pt x="1669659" y="2459625"/>
                  <a:pt x="1679436" y="2469394"/>
                  <a:pt x="1679436" y="2481445"/>
                </a:cubicBezTo>
                <a:cubicBezTo>
                  <a:pt x="1679436" y="2493496"/>
                  <a:pt x="1669659" y="2503265"/>
                  <a:pt x="1657611" y="2503265"/>
                </a:cubicBezTo>
                <a:cubicBezTo>
                  <a:pt x="1645568" y="2503265"/>
                  <a:pt x="1635796" y="2493496"/>
                  <a:pt x="1635796" y="2481445"/>
                </a:cubicBezTo>
                <a:cubicBezTo>
                  <a:pt x="1635796" y="2469394"/>
                  <a:pt x="1645568" y="2459625"/>
                  <a:pt x="1657611" y="2459625"/>
                </a:cubicBezTo>
                <a:close/>
                <a:moveTo>
                  <a:pt x="1580257" y="2459625"/>
                </a:moveTo>
                <a:cubicBezTo>
                  <a:pt x="1592669" y="2459625"/>
                  <a:pt x="1602734" y="2469394"/>
                  <a:pt x="1602734" y="2481445"/>
                </a:cubicBezTo>
                <a:cubicBezTo>
                  <a:pt x="1602734" y="2493496"/>
                  <a:pt x="1592669" y="2503265"/>
                  <a:pt x="1580257" y="2503265"/>
                </a:cubicBezTo>
                <a:cubicBezTo>
                  <a:pt x="1567839" y="2503265"/>
                  <a:pt x="1557771" y="2493496"/>
                  <a:pt x="1557771" y="2481445"/>
                </a:cubicBezTo>
                <a:cubicBezTo>
                  <a:pt x="1557771" y="2469394"/>
                  <a:pt x="1567839" y="2459625"/>
                  <a:pt x="1580257" y="2459625"/>
                </a:cubicBezTo>
                <a:close/>
                <a:moveTo>
                  <a:pt x="1502899" y="2459625"/>
                </a:moveTo>
                <a:cubicBezTo>
                  <a:pt x="1514943" y="2459625"/>
                  <a:pt x="1524717" y="2469394"/>
                  <a:pt x="1524717" y="2481445"/>
                </a:cubicBezTo>
                <a:cubicBezTo>
                  <a:pt x="1524717" y="2493496"/>
                  <a:pt x="1514943" y="2503265"/>
                  <a:pt x="1502899" y="2503265"/>
                </a:cubicBezTo>
                <a:cubicBezTo>
                  <a:pt x="1490842" y="2503265"/>
                  <a:pt x="1481077" y="2493496"/>
                  <a:pt x="1481077" y="2481445"/>
                </a:cubicBezTo>
                <a:cubicBezTo>
                  <a:pt x="1481077" y="2469394"/>
                  <a:pt x="1490842" y="2459625"/>
                  <a:pt x="1502899" y="2459625"/>
                </a:cubicBezTo>
                <a:close/>
                <a:moveTo>
                  <a:pt x="1424212" y="2459625"/>
                </a:moveTo>
                <a:cubicBezTo>
                  <a:pt x="1436628" y="2459625"/>
                  <a:pt x="1446695" y="2469394"/>
                  <a:pt x="1446695" y="2481445"/>
                </a:cubicBezTo>
                <a:cubicBezTo>
                  <a:pt x="1446695" y="2493496"/>
                  <a:pt x="1436628" y="2503265"/>
                  <a:pt x="1424212" y="2503265"/>
                </a:cubicBezTo>
                <a:cubicBezTo>
                  <a:pt x="1411799" y="2503265"/>
                  <a:pt x="1401732" y="2493496"/>
                  <a:pt x="1401732" y="2481445"/>
                </a:cubicBezTo>
                <a:cubicBezTo>
                  <a:pt x="1401732" y="2469394"/>
                  <a:pt x="1411799" y="2459625"/>
                  <a:pt x="1424212" y="2459625"/>
                </a:cubicBezTo>
                <a:close/>
                <a:moveTo>
                  <a:pt x="7809316" y="2381605"/>
                </a:moveTo>
                <a:cubicBezTo>
                  <a:pt x="7821367" y="2381605"/>
                  <a:pt x="7831136" y="2391670"/>
                  <a:pt x="7831136" y="2404086"/>
                </a:cubicBezTo>
                <a:cubicBezTo>
                  <a:pt x="7831136" y="2416502"/>
                  <a:pt x="7821367" y="2426567"/>
                  <a:pt x="7809316" y="2426567"/>
                </a:cubicBezTo>
                <a:cubicBezTo>
                  <a:pt x="7797265" y="2426567"/>
                  <a:pt x="7787496" y="2416502"/>
                  <a:pt x="7787496" y="2404086"/>
                </a:cubicBezTo>
                <a:cubicBezTo>
                  <a:pt x="7787496" y="2391670"/>
                  <a:pt x="7797265" y="2381605"/>
                  <a:pt x="7809316" y="2381605"/>
                </a:cubicBezTo>
                <a:close/>
                <a:moveTo>
                  <a:pt x="7498556" y="2381605"/>
                </a:moveTo>
                <a:cubicBezTo>
                  <a:pt x="7510607" y="2381605"/>
                  <a:pt x="7520376" y="2391670"/>
                  <a:pt x="7520376" y="2404086"/>
                </a:cubicBezTo>
                <a:cubicBezTo>
                  <a:pt x="7520376" y="2416502"/>
                  <a:pt x="7510607" y="2426567"/>
                  <a:pt x="7498556" y="2426567"/>
                </a:cubicBezTo>
                <a:cubicBezTo>
                  <a:pt x="7486505" y="2426567"/>
                  <a:pt x="7476736" y="2416502"/>
                  <a:pt x="7476736" y="2404086"/>
                </a:cubicBezTo>
                <a:cubicBezTo>
                  <a:pt x="7476736" y="2391670"/>
                  <a:pt x="7486505" y="2381605"/>
                  <a:pt x="7498556" y="2381605"/>
                </a:cubicBezTo>
                <a:close/>
                <a:moveTo>
                  <a:pt x="7421198" y="2381605"/>
                </a:moveTo>
                <a:cubicBezTo>
                  <a:pt x="7433614" y="2381605"/>
                  <a:pt x="7443679" y="2391670"/>
                  <a:pt x="7443679" y="2404086"/>
                </a:cubicBezTo>
                <a:cubicBezTo>
                  <a:pt x="7443679" y="2416502"/>
                  <a:pt x="7433614" y="2426567"/>
                  <a:pt x="7421198" y="2426567"/>
                </a:cubicBezTo>
                <a:cubicBezTo>
                  <a:pt x="7408782" y="2426567"/>
                  <a:pt x="7398717" y="2416502"/>
                  <a:pt x="7398717" y="2404086"/>
                </a:cubicBezTo>
                <a:cubicBezTo>
                  <a:pt x="7398717" y="2391670"/>
                  <a:pt x="7408782" y="2381605"/>
                  <a:pt x="7421198" y="2381605"/>
                </a:cubicBezTo>
                <a:close/>
                <a:moveTo>
                  <a:pt x="7343838" y="2381605"/>
                </a:moveTo>
                <a:cubicBezTo>
                  <a:pt x="7355889" y="2381605"/>
                  <a:pt x="7365658" y="2391670"/>
                  <a:pt x="7365658" y="2404086"/>
                </a:cubicBezTo>
                <a:cubicBezTo>
                  <a:pt x="7365658" y="2416502"/>
                  <a:pt x="7355889" y="2426567"/>
                  <a:pt x="7343838" y="2426567"/>
                </a:cubicBezTo>
                <a:cubicBezTo>
                  <a:pt x="7331787" y="2426567"/>
                  <a:pt x="7322018" y="2416502"/>
                  <a:pt x="7322018" y="2404086"/>
                </a:cubicBezTo>
                <a:cubicBezTo>
                  <a:pt x="7322018" y="2391670"/>
                  <a:pt x="7331787" y="2381605"/>
                  <a:pt x="7343838" y="2381605"/>
                </a:cubicBezTo>
                <a:close/>
                <a:moveTo>
                  <a:pt x="7264495" y="2381605"/>
                </a:moveTo>
                <a:cubicBezTo>
                  <a:pt x="7276546" y="2381605"/>
                  <a:pt x="7286315" y="2391670"/>
                  <a:pt x="7286315" y="2404086"/>
                </a:cubicBezTo>
                <a:cubicBezTo>
                  <a:pt x="7286315" y="2416502"/>
                  <a:pt x="7276546" y="2426567"/>
                  <a:pt x="7264495" y="2426567"/>
                </a:cubicBezTo>
                <a:cubicBezTo>
                  <a:pt x="7252444" y="2426567"/>
                  <a:pt x="7242675" y="2416502"/>
                  <a:pt x="7242675" y="2404086"/>
                </a:cubicBezTo>
                <a:cubicBezTo>
                  <a:pt x="7242675" y="2391670"/>
                  <a:pt x="7252444" y="2381605"/>
                  <a:pt x="7264495" y="2381605"/>
                </a:cubicBezTo>
                <a:close/>
                <a:moveTo>
                  <a:pt x="7186475" y="2381605"/>
                </a:moveTo>
                <a:cubicBezTo>
                  <a:pt x="7198526" y="2381605"/>
                  <a:pt x="7208295" y="2391670"/>
                  <a:pt x="7208295" y="2404086"/>
                </a:cubicBezTo>
                <a:cubicBezTo>
                  <a:pt x="7208295" y="2416502"/>
                  <a:pt x="7198526" y="2426567"/>
                  <a:pt x="7186475" y="2426567"/>
                </a:cubicBezTo>
                <a:cubicBezTo>
                  <a:pt x="7174424" y="2426567"/>
                  <a:pt x="7164655" y="2416502"/>
                  <a:pt x="7164655" y="2404086"/>
                </a:cubicBezTo>
                <a:cubicBezTo>
                  <a:pt x="7164655" y="2391670"/>
                  <a:pt x="7174424" y="2381605"/>
                  <a:pt x="7186475" y="2381605"/>
                </a:cubicBezTo>
                <a:close/>
                <a:moveTo>
                  <a:pt x="7109116" y="2381605"/>
                </a:moveTo>
                <a:cubicBezTo>
                  <a:pt x="7121532" y="2381605"/>
                  <a:pt x="7131597" y="2391670"/>
                  <a:pt x="7131597" y="2404086"/>
                </a:cubicBezTo>
                <a:cubicBezTo>
                  <a:pt x="7131597" y="2416502"/>
                  <a:pt x="7121532" y="2426567"/>
                  <a:pt x="7109116" y="2426567"/>
                </a:cubicBezTo>
                <a:cubicBezTo>
                  <a:pt x="7096700" y="2426567"/>
                  <a:pt x="7086635" y="2416502"/>
                  <a:pt x="7086635" y="2404086"/>
                </a:cubicBezTo>
                <a:cubicBezTo>
                  <a:pt x="7086635" y="2391670"/>
                  <a:pt x="7096700" y="2381605"/>
                  <a:pt x="7109116" y="2381605"/>
                </a:cubicBezTo>
                <a:close/>
                <a:moveTo>
                  <a:pt x="7031757" y="2381605"/>
                </a:moveTo>
                <a:cubicBezTo>
                  <a:pt x="7043808" y="2381605"/>
                  <a:pt x="7053577" y="2391670"/>
                  <a:pt x="7053577" y="2404086"/>
                </a:cubicBezTo>
                <a:cubicBezTo>
                  <a:pt x="7053577" y="2416502"/>
                  <a:pt x="7043808" y="2426567"/>
                  <a:pt x="7031757" y="2426567"/>
                </a:cubicBezTo>
                <a:cubicBezTo>
                  <a:pt x="7019706" y="2426567"/>
                  <a:pt x="7009937" y="2416502"/>
                  <a:pt x="7009937" y="2404086"/>
                </a:cubicBezTo>
                <a:cubicBezTo>
                  <a:pt x="7009937" y="2391670"/>
                  <a:pt x="7019706" y="2381605"/>
                  <a:pt x="7031757" y="2381605"/>
                </a:cubicBezTo>
                <a:close/>
                <a:moveTo>
                  <a:pt x="6953736" y="2381605"/>
                </a:moveTo>
                <a:cubicBezTo>
                  <a:pt x="6965787" y="2381605"/>
                  <a:pt x="6975556" y="2391670"/>
                  <a:pt x="6975556" y="2404086"/>
                </a:cubicBezTo>
                <a:cubicBezTo>
                  <a:pt x="6975556" y="2416502"/>
                  <a:pt x="6965787" y="2426567"/>
                  <a:pt x="6953736" y="2426567"/>
                </a:cubicBezTo>
                <a:cubicBezTo>
                  <a:pt x="6941685" y="2426567"/>
                  <a:pt x="6931916" y="2416502"/>
                  <a:pt x="6931916" y="2404086"/>
                </a:cubicBezTo>
                <a:cubicBezTo>
                  <a:pt x="6931916" y="2391670"/>
                  <a:pt x="6941685" y="2381605"/>
                  <a:pt x="6953736" y="2381605"/>
                </a:cubicBezTo>
                <a:close/>
                <a:moveTo>
                  <a:pt x="6875716" y="2381605"/>
                </a:moveTo>
                <a:cubicBezTo>
                  <a:pt x="6887767" y="2381605"/>
                  <a:pt x="6897536" y="2391670"/>
                  <a:pt x="6897536" y="2404086"/>
                </a:cubicBezTo>
                <a:cubicBezTo>
                  <a:pt x="6897536" y="2416502"/>
                  <a:pt x="6887767" y="2426567"/>
                  <a:pt x="6875716" y="2426567"/>
                </a:cubicBezTo>
                <a:cubicBezTo>
                  <a:pt x="6863665" y="2426567"/>
                  <a:pt x="6853896" y="2416502"/>
                  <a:pt x="6853896" y="2404086"/>
                </a:cubicBezTo>
                <a:cubicBezTo>
                  <a:pt x="6853896" y="2391670"/>
                  <a:pt x="6863665" y="2381605"/>
                  <a:pt x="6875716" y="2381605"/>
                </a:cubicBezTo>
                <a:close/>
                <a:moveTo>
                  <a:pt x="6798356" y="2381605"/>
                </a:moveTo>
                <a:cubicBezTo>
                  <a:pt x="6810772" y="2381605"/>
                  <a:pt x="6820837" y="2391670"/>
                  <a:pt x="6820837" y="2404086"/>
                </a:cubicBezTo>
                <a:cubicBezTo>
                  <a:pt x="6820837" y="2416502"/>
                  <a:pt x="6810772" y="2426567"/>
                  <a:pt x="6798356" y="2426567"/>
                </a:cubicBezTo>
                <a:cubicBezTo>
                  <a:pt x="6785940" y="2426567"/>
                  <a:pt x="6775875" y="2416502"/>
                  <a:pt x="6775875" y="2404086"/>
                </a:cubicBezTo>
                <a:cubicBezTo>
                  <a:pt x="6775875" y="2391670"/>
                  <a:pt x="6785940" y="2381605"/>
                  <a:pt x="6798356" y="2381605"/>
                </a:cubicBezTo>
                <a:close/>
                <a:moveTo>
                  <a:pt x="6719675" y="2381605"/>
                </a:moveTo>
                <a:cubicBezTo>
                  <a:pt x="6731726" y="2381605"/>
                  <a:pt x="6741495" y="2391670"/>
                  <a:pt x="6741495" y="2404086"/>
                </a:cubicBezTo>
                <a:cubicBezTo>
                  <a:pt x="6741495" y="2416502"/>
                  <a:pt x="6731726" y="2426567"/>
                  <a:pt x="6719675" y="2426567"/>
                </a:cubicBezTo>
                <a:cubicBezTo>
                  <a:pt x="6707624" y="2426567"/>
                  <a:pt x="6697855" y="2416502"/>
                  <a:pt x="6697855" y="2404086"/>
                </a:cubicBezTo>
                <a:cubicBezTo>
                  <a:pt x="6697855" y="2391670"/>
                  <a:pt x="6707624" y="2381605"/>
                  <a:pt x="6719675" y="2381605"/>
                </a:cubicBezTo>
                <a:close/>
                <a:moveTo>
                  <a:pt x="6641655" y="2381605"/>
                </a:moveTo>
                <a:cubicBezTo>
                  <a:pt x="6653706" y="2381605"/>
                  <a:pt x="6663475" y="2391670"/>
                  <a:pt x="6663475" y="2404086"/>
                </a:cubicBezTo>
                <a:cubicBezTo>
                  <a:pt x="6663475" y="2416502"/>
                  <a:pt x="6653706" y="2426567"/>
                  <a:pt x="6641655" y="2426567"/>
                </a:cubicBezTo>
                <a:cubicBezTo>
                  <a:pt x="6629604" y="2426567"/>
                  <a:pt x="6619835" y="2416502"/>
                  <a:pt x="6619835" y="2404086"/>
                </a:cubicBezTo>
                <a:cubicBezTo>
                  <a:pt x="6619835" y="2391670"/>
                  <a:pt x="6629604" y="2381605"/>
                  <a:pt x="6641655" y="2381605"/>
                </a:cubicBezTo>
                <a:close/>
                <a:moveTo>
                  <a:pt x="6563634" y="2381605"/>
                </a:moveTo>
                <a:cubicBezTo>
                  <a:pt x="6575685" y="2381605"/>
                  <a:pt x="6585454" y="2391670"/>
                  <a:pt x="6585454" y="2404086"/>
                </a:cubicBezTo>
                <a:cubicBezTo>
                  <a:pt x="6585454" y="2416502"/>
                  <a:pt x="6575685" y="2426567"/>
                  <a:pt x="6563634" y="2426567"/>
                </a:cubicBezTo>
                <a:cubicBezTo>
                  <a:pt x="6551583" y="2426567"/>
                  <a:pt x="6541814" y="2416502"/>
                  <a:pt x="6541814" y="2404086"/>
                </a:cubicBezTo>
                <a:cubicBezTo>
                  <a:pt x="6541814" y="2391670"/>
                  <a:pt x="6551583" y="2381605"/>
                  <a:pt x="6563634" y="2381605"/>
                </a:cubicBezTo>
                <a:close/>
                <a:moveTo>
                  <a:pt x="6485613" y="2381605"/>
                </a:moveTo>
                <a:cubicBezTo>
                  <a:pt x="6497664" y="2381605"/>
                  <a:pt x="6507433" y="2391670"/>
                  <a:pt x="6507433" y="2404086"/>
                </a:cubicBezTo>
                <a:cubicBezTo>
                  <a:pt x="6507433" y="2416502"/>
                  <a:pt x="6497664" y="2426567"/>
                  <a:pt x="6485613" y="2426567"/>
                </a:cubicBezTo>
                <a:cubicBezTo>
                  <a:pt x="6473562" y="2426567"/>
                  <a:pt x="6463793" y="2416502"/>
                  <a:pt x="6463793" y="2404086"/>
                </a:cubicBezTo>
                <a:cubicBezTo>
                  <a:pt x="6463793" y="2391670"/>
                  <a:pt x="6473562" y="2381605"/>
                  <a:pt x="6485613" y="2381605"/>
                </a:cubicBezTo>
                <a:close/>
                <a:moveTo>
                  <a:pt x="6408916" y="2381605"/>
                </a:moveTo>
                <a:cubicBezTo>
                  <a:pt x="6420967" y="2381605"/>
                  <a:pt x="6430736" y="2391670"/>
                  <a:pt x="6430736" y="2404086"/>
                </a:cubicBezTo>
                <a:cubicBezTo>
                  <a:pt x="6430736" y="2416502"/>
                  <a:pt x="6420967" y="2426567"/>
                  <a:pt x="6408916" y="2426567"/>
                </a:cubicBezTo>
                <a:cubicBezTo>
                  <a:pt x="6396865" y="2426567"/>
                  <a:pt x="6387096" y="2416502"/>
                  <a:pt x="6387096" y="2404086"/>
                </a:cubicBezTo>
                <a:cubicBezTo>
                  <a:pt x="6387096" y="2391670"/>
                  <a:pt x="6396865" y="2381605"/>
                  <a:pt x="6408916" y="2381605"/>
                </a:cubicBezTo>
                <a:close/>
                <a:moveTo>
                  <a:pt x="6330896" y="2381605"/>
                </a:moveTo>
                <a:cubicBezTo>
                  <a:pt x="6342947" y="2381605"/>
                  <a:pt x="6352716" y="2391670"/>
                  <a:pt x="6352716" y="2404086"/>
                </a:cubicBezTo>
                <a:cubicBezTo>
                  <a:pt x="6352716" y="2416502"/>
                  <a:pt x="6342947" y="2426567"/>
                  <a:pt x="6330896" y="2426567"/>
                </a:cubicBezTo>
                <a:cubicBezTo>
                  <a:pt x="6318845" y="2426567"/>
                  <a:pt x="6309076" y="2416502"/>
                  <a:pt x="6309076" y="2404086"/>
                </a:cubicBezTo>
                <a:cubicBezTo>
                  <a:pt x="6309076" y="2391670"/>
                  <a:pt x="6318845" y="2381605"/>
                  <a:pt x="6330896" y="2381605"/>
                </a:cubicBezTo>
                <a:close/>
                <a:moveTo>
                  <a:pt x="6252875" y="2381605"/>
                </a:moveTo>
                <a:cubicBezTo>
                  <a:pt x="6264926" y="2381605"/>
                  <a:pt x="6274695" y="2391670"/>
                  <a:pt x="6274695" y="2404086"/>
                </a:cubicBezTo>
                <a:cubicBezTo>
                  <a:pt x="6274695" y="2416502"/>
                  <a:pt x="6264926" y="2426567"/>
                  <a:pt x="6252875" y="2426567"/>
                </a:cubicBezTo>
                <a:cubicBezTo>
                  <a:pt x="6240824" y="2426567"/>
                  <a:pt x="6231055" y="2416502"/>
                  <a:pt x="6231055" y="2404086"/>
                </a:cubicBezTo>
                <a:cubicBezTo>
                  <a:pt x="6231055" y="2391670"/>
                  <a:pt x="6240824" y="2381605"/>
                  <a:pt x="6252875" y="2381605"/>
                </a:cubicBezTo>
                <a:close/>
                <a:moveTo>
                  <a:pt x="6174854" y="2381605"/>
                </a:moveTo>
                <a:cubicBezTo>
                  <a:pt x="6186905" y="2381605"/>
                  <a:pt x="6196674" y="2391670"/>
                  <a:pt x="6196674" y="2404086"/>
                </a:cubicBezTo>
                <a:cubicBezTo>
                  <a:pt x="6196674" y="2416502"/>
                  <a:pt x="6186905" y="2426567"/>
                  <a:pt x="6174854" y="2426567"/>
                </a:cubicBezTo>
                <a:cubicBezTo>
                  <a:pt x="6162803" y="2426567"/>
                  <a:pt x="6153034" y="2416502"/>
                  <a:pt x="6153034" y="2404086"/>
                </a:cubicBezTo>
                <a:cubicBezTo>
                  <a:pt x="6153034" y="2391670"/>
                  <a:pt x="6162803" y="2381605"/>
                  <a:pt x="6174854" y="2381605"/>
                </a:cubicBezTo>
                <a:close/>
                <a:moveTo>
                  <a:pt x="6096834" y="2381605"/>
                </a:moveTo>
                <a:cubicBezTo>
                  <a:pt x="6108885" y="2381605"/>
                  <a:pt x="6118654" y="2391670"/>
                  <a:pt x="6118654" y="2404086"/>
                </a:cubicBezTo>
                <a:cubicBezTo>
                  <a:pt x="6118654" y="2416502"/>
                  <a:pt x="6108885" y="2426567"/>
                  <a:pt x="6096834" y="2426567"/>
                </a:cubicBezTo>
                <a:cubicBezTo>
                  <a:pt x="6084783" y="2426567"/>
                  <a:pt x="6075014" y="2416502"/>
                  <a:pt x="6075014" y="2404086"/>
                </a:cubicBezTo>
                <a:cubicBezTo>
                  <a:pt x="6075014" y="2391670"/>
                  <a:pt x="6084783" y="2381605"/>
                  <a:pt x="6096834" y="2381605"/>
                </a:cubicBezTo>
                <a:close/>
                <a:moveTo>
                  <a:pt x="6018814" y="2381605"/>
                </a:moveTo>
                <a:cubicBezTo>
                  <a:pt x="6030865" y="2381605"/>
                  <a:pt x="6040634" y="2391670"/>
                  <a:pt x="6040634" y="2404086"/>
                </a:cubicBezTo>
                <a:cubicBezTo>
                  <a:pt x="6040634" y="2416502"/>
                  <a:pt x="6030865" y="2426567"/>
                  <a:pt x="6018814" y="2426567"/>
                </a:cubicBezTo>
                <a:cubicBezTo>
                  <a:pt x="6006763" y="2426567"/>
                  <a:pt x="5996994" y="2416502"/>
                  <a:pt x="5996994" y="2404086"/>
                </a:cubicBezTo>
                <a:cubicBezTo>
                  <a:pt x="5996994" y="2391670"/>
                  <a:pt x="6006763" y="2381605"/>
                  <a:pt x="6018814" y="2381605"/>
                </a:cubicBezTo>
                <a:close/>
                <a:moveTo>
                  <a:pt x="5940793" y="2381605"/>
                </a:moveTo>
                <a:cubicBezTo>
                  <a:pt x="5952844" y="2381605"/>
                  <a:pt x="5962613" y="2391670"/>
                  <a:pt x="5962613" y="2404086"/>
                </a:cubicBezTo>
                <a:cubicBezTo>
                  <a:pt x="5962613" y="2416502"/>
                  <a:pt x="5952844" y="2426567"/>
                  <a:pt x="5940793" y="2426567"/>
                </a:cubicBezTo>
                <a:cubicBezTo>
                  <a:pt x="5928742" y="2426567"/>
                  <a:pt x="5918973" y="2416502"/>
                  <a:pt x="5918973" y="2404086"/>
                </a:cubicBezTo>
                <a:cubicBezTo>
                  <a:pt x="5918973" y="2391670"/>
                  <a:pt x="5928742" y="2381605"/>
                  <a:pt x="5940793" y="2381605"/>
                </a:cubicBezTo>
                <a:close/>
                <a:moveTo>
                  <a:pt x="5862773" y="2381605"/>
                </a:moveTo>
                <a:cubicBezTo>
                  <a:pt x="5874824" y="2381605"/>
                  <a:pt x="5884593" y="2391670"/>
                  <a:pt x="5884593" y="2404086"/>
                </a:cubicBezTo>
                <a:cubicBezTo>
                  <a:pt x="5884593" y="2416502"/>
                  <a:pt x="5874824" y="2426567"/>
                  <a:pt x="5862773" y="2426567"/>
                </a:cubicBezTo>
                <a:cubicBezTo>
                  <a:pt x="5850722" y="2426567"/>
                  <a:pt x="5840953" y="2416502"/>
                  <a:pt x="5840953" y="2404086"/>
                </a:cubicBezTo>
                <a:cubicBezTo>
                  <a:pt x="5840953" y="2391670"/>
                  <a:pt x="5850722" y="2381605"/>
                  <a:pt x="5862773" y="2381605"/>
                </a:cubicBezTo>
                <a:close/>
                <a:moveTo>
                  <a:pt x="5785413" y="2381605"/>
                </a:moveTo>
                <a:cubicBezTo>
                  <a:pt x="5797829" y="2381605"/>
                  <a:pt x="5807894" y="2391670"/>
                  <a:pt x="5807894" y="2404086"/>
                </a:cubicBezTo>
                <a:cubicBezTo>
                  <a:pt x="5807894" y="2416502"/>
                  <a:pt x="5797829" y="2426567"/>
                  <a:pt x="5785413" y="2426567"/>
                </a:cubicBezTo>
                <a:cubicBezTo>
                  <a:pt x="5772997" y="2426567"/>
                  <a:pt x="5762932" y="2416502"/>
                  <a:pt x="5762932" y="2404086"/>
                </a:cubicBezTo>
                <a:cubicBezTo>
                  <a:pt x="5762932" y="2391670"/>
                  <a:pt x="5772997" y="2381605"/>
                  <a:pt x="5785413" y="2381605"/>
                </a:cubicBezTo>
                <a:close/>
                <a:moveTo>
                  <a:pt x="5708054" y="2381605"/>
                </a:moveTo>
                <a:cubicBezTo>
                  <a:pt x="5720105" y="2381605"/>
                  <a:pt x="5729874" y="2391670"/>
                  <a:pt x="5729874" y="2404086"/>
                </a:cubicBezTo>
                <a:cubicBezTo>
                  <a:pt x="5729874" y="2416502"/>
                  <a:pt x="5720105" y="2426567"/>
                  <a:pt x="5708054" y="2426567"/>
                </a:cubicBezTo>
                <a:cubicBezTo>
                  <a:pt x="5696003" y="2426567"/>
                  <a:pt x="5686234" y="2416502"/>
                  <a:pt x="5686234" y="2404086"/>
                </a:cubicBezTo>
                <a:cubicBezTo>
                  <a:pt x="5686234" y="2391670"/>
                  <a:pt x="5696003" y="2381605"/>
                  <a:pt x="5708054" y="2381605"/>
                </a:cubicBezTo>
                <a:close/>
                <a:moveTo>
                  <a:pt x="5630034" y="2381605"/>
                </a:moveTo>
                <a:cubicBezTo>
                  <a:pt x="5642085" y="2381605"/>
                  <a:pt x="5651854" y="2391670"/>
                  <a:pt x="5651854" y="2404086"/>
                </a:cubicBezTo>
                <a:cubicBezTo>
                  <a:pt x="5651854" y="2416502"/>
                  <a:pt x="5642085" y="2426567"/>
                  <a:pt x="5630034" y="2426567"/>
                </a:cubicBezTo>
                <a:cubicBezTo>
                  <a:pt x="5617983" y="2426567"/>
                  <a:pt x="5608214" y="2416502"/>
                  <a:pt x="5608214" y="2404086"/>
                </a:cubicBezTo>
                <a:cubicBezTo>
                  <a:pt x="5608214" y="2391670"/>
                  <a:pt x="5617983" y="2381605"/>
                  <a:pt x="5630034" y="2381605"/>
                </a:cubicBezTo>
                <a:close/>
                <a:moveTo>
                  <a:pt x="5552013" y="2381605"/>
                </a:moveTo>
                <a:cubicBezTo>
                  <a:pt x="5564064" y="2381605"/>
                  <a:pt x="5573833" y="2391670"/>
                  <a:pt x="5573833" y="2404086"/>
                </a:cubicBezTo>
                <a:cubicBezTo>
                  <a:pt x="5573833" y="2416502"/>
                  <a:pt x="5564064" y="2426567"/>
                  <a:pt x="5552013" y="2426567"/>
                </a:cubicBezTo>
                <a:cubicBezTo>
                  <a:pt x="5539962" y="2426567"/>
                  <a:pt x="5530193" y="2416502"/>
                  <a:pt x="5530193" y="2404086"/>
                </a:cubicBezTo>
                <a:cubicBezTo>
                  <a:pt x="5530193" y="2391670"/>
                  <a:pt x="5539962" y="2381605"/>
                  <a:pt x="5552013" y="2381605"/>
                </a:cubicBezTo>
                <a:close/>
                <a:moveTo>
                  <a:pt x="5473331" y="2381605"/>
                </a:moveTo>
                <a:cubicBezTo>
                  <a:pt x="5485747" y="2381605"/>
                  <a:pt x="5495812" y="2391670"/>
                  <a:pt x="5495812" y="2404086"/>
                </a:cubicBezTo>
                <a:cubicBezTo>
                  <a:pt x="5495812" y="2416502"/>
                  <a:pt x="5485747" y="2426567"/>
                  <a:pt x="5473331" y="2426567"/>
                </a:cubicBezTo>
                <a:cubicBezTo>
                  <a:pt x="5460915" y="2426567"/>
                  <a:pt x="5450850" y="2416502"/>
                  <a:pt x="5450850" y="2404086"/>
                </a:cubicBezTo>
                <a:cubicBezTo>
                  <a:pt x="5450850" y="2391670"/>
                  <a:pt x="5460915" y="2381605"/>
                  <a:pt x="5473331" y="2381605"/>
                </a:cubicBezTo>
                <a:close/>
                <a:moveTo>
                  <a:pt x="5395972" y="2381605"/>
                </a:moveTo>
                <a:cubicBezTo>
                  <a:pt x="5408023" y="2381605"/>
                  <a:pt x="5417792" y="2391670"/>
                  <a:pt x="5417792" y="2404086"/>
                </a:cubicBezTo>
                <a:cubicBezTo>
                  <a:pt x="5417792" y="2416502"/>
                  <a:pt x="5408023" y="2426567"/>
                  <a:pt x="5395972" y="2426567"/>
                </a:cubicBezTo>
                <a:cubicBezTo>
                  <a:pt x="5383921" y="2426567"/>
                  <a:pt x="5374152" y="2416502"/>
                  <a:pt x="5374152" y="2404086"/>
                </a:cubicBezTo>
                <a:cubicBezTo>
                  <a:pt x="5374152" y="2391670"/>
                  <a:pt x="5383921" y="2381605"/>
                  <a:pt x="5395972" y="2381605"/>
                </a:cubicBezTo>
                <a:close/>
                <a:moveTo>
                  <a:pt x="5317953" y="2381605"/>
                </a:moveTo>
                <a:cubicBezTo>
                  <a:pt x="5330004" y="2381605"/>
                  <a:pt x="5339773" y="2391670"/>
                  <a:pt x="5339773" y="2404086"/>
                </a:cubicBezTo>
                <a:cubicBezTo>
                  <a:pt x="5339773" y="2416502"/>
                  <a:pt x="5330004" y="2426567"/>
                  <a:pt x="5317953" y="2426567"/>
                </a:cubicBezTo>
                <a:cubicBezTo>
                  <a:pt x="5305902" y="2426567"/>
                  <a:pt x="5296133" y="2416502"/>
                  <a:pt x="5296133" y="2404086"/>
                </a:cubicBezTo>
                <a:cubicBezTo>
                  <a:pt x="5296133" y="2391670"/>
                  <a:pt x="5305902" y="2381605"/>
                  <a:pt x="5317953" y="2381605"/>
                </a:cubicBezTo>
                <a:close/>
                <a:moveTo>
                  <a:pt x="5239931" y="2381605"/>
                </a:moveTo>
                <a:cubicBezTo>
                  <a:pt x="5251982" y="2381605"/>
                  <a:pt x="5261751" y="2391670"/>
                  <a:pt x="5261751" y="2404086"/>
                </a:cubicBezTo>
                <a:cubicBezTo>
                  <a:pt x="5261751" y="2416502"/>
                  <a:pt x="5251982" y="2426567"/>
                  <a:pt x="5239931" y="2426567"/>
                </a:cubicBezTo>
                <a:cubicBezTo>
                  <a:pt x="5227880" y="2426567"/>
                  <a:pt x="5218111" y="2416502"/>
                  <a:pt x="5218111" y="2404086"/>
                </a:cubicBezTo>
                <a:cubicBezTo>
                  <a:pt x="5218111" y="2391670"/>
                  <a:pt x="5227880" y="2381605"/>
                  <a:pt x="5239931" y="2381605"/>
                </a:cubicBezTo>
                <a:close/>
                <a:moveTo>
                  <a:pt x="5162572" y="2381605"/>
                </a:moveTo>
                <a:cubicBezTo>
                  <a:pt x="5174988" y="2381605"/>
                  <a:pt x="5185053" y="2391670"/>
                  <a:pt x="5185053" y="2404086"/>
                </a:cubicBezTo>
                <a:cubicBezTo>
                  <a:pt x="5185053" y="2416502"/>
                  <a:pt x="5174988" y="2426567"/>
                  <a:pt x="5162572" y="2426567"/>
                </a:cubicBezTo>
                <a:cubicBezTo>
                  <a:pt x="5150156" y="2426567"/>
                  <a:pt x="5140091" y="2416502"/>
                  <a:pt x="5140091" y="2404086"/>
                </a:cubicBezTo>
                <a:cubicBezTo>
                  <a:pt x="5140091" y="2391670"/>
                  <a:pt x="5150156" y="2381605"/>
                  <a:pt x="5162572" y="2381605"/>
                </a:cubicBezTo>
                <a:close/>
                <a:moveTo>
                  <a:pt x="5085212" y="2381605"/>
                </a:moveTo>
                <a:cubicBezTo>
                  <a:pt x="5097263" y="2381605"/>
                  <a:pt x="5107032" y="2391670"/>
                  <a:pt x="5107032" y="2404086"/>
                </a:cubicBezTo>
                <a:cubicBezTo>
                  <a:pt x="5107032" y="2416502"/>
                  <a:pt x="5097263" y="2426567"/>
                  <a:pt x="5085212" y="2426567"/>
                </a:cubicBezTo>
                <a:cubicBezTo>
                  <a:pt x="5073161" y="2426567"/>
                  <a:pt x="5063392" y="2416502"/>
                  <a:pt x="5063392" y="2404086"/>
                </a:cubicBezTo>
                <a:cubicBezTo>
                  <a:pt x="5063392" y="2391670"/>
                  <a:pt x="5073161" y="2381605"/>
                  <a:pt x="5085212" y="2381605"/>
                </a:cubicBezTo>
                <a:close/>
                <a:moveTo>
                  <a:pt x="5007193" y="2381605"/>
                </a:moveTo>
                <a:cubicBezTo>
                  <a:pt x="5019244" y="2381605"/>
                  <a:pt x="5029013" y="2391670"/>
                  <a:pt x="5029013" y="2404086"/>
                </a:cubicBezTo>
                <a:cubicBezTo>
                  <a:pt x="5029013" y="2416502"/>
                  <a:pt x="5019244" y="2426567"/>
                  <a:pt x="5007193" y="2426567"/>
                </a:cubicBezTo>
                <a:cubicBezTo>
                  <a:pt x="4995142" y="2426567"/>
                  <a:pt x="4985373" y="2416502"/>
                  <a:pt x="4985373" y="2404086"/>
                </a:cubicBezTo>
                <a:cubicBezTo>
                  <a:pt x="4985373" y="2391670"/>
                  <a:pt x="4995142" y="2381605"/>
                  <a:pt x="5007193" y="2381605"/>
                </a:cubicBezTo>
                <a:close/>
                <a:moveTo>
                  <a:pt x="4928511" y="2381605"/>
                </a:moveTo>
                <a:cubicBezTo>
                  <a:pt x="4940927" y="2381605"/>
                  <a:pt x="4950992" y="2391670"/>
                  <a:pt x="4950992" y="2404086"/>
                </a:cubicBezTo>
                <a:cubicBezTo>
                  <a:pt x="4950992" y="2416502"/>
                  <a:pt x="4940927" y="2426567"/>
                  <a:pt x="4928511" y="2426567"/>
                </a:cubicBezTo>
                <a:cubicBezTo>
                  <a:pt x="4916095" y="2426567"/>
                  <a:pt x="4906030" y="2416502"/>
                  <a:pt x="4906030" y="2404086"/>
                </a:cubicBezTo>
                <a:cubicBezTo>
                  <a:pt x="4906030" y="2391670"/>
                  <a:pt x="4916095" y="2381605"/>
                  <a:pt x="4928511" y="2381605"/>
                </a:cubicBezTo>
                <a:close/>
                <a:moveTo>
                  <a:pt x="4850491" y="2381605"/>
                </a:moveTo>
                <a:cubicBezTo>
                  <a:pt x="4862907" y="2381605"/>
                  <a:pt x="4872972" y="2391670"/>
                  <a:pt x="4872972" y="2404086"/>
                </a:cubicBezTo>
                <a:cubicBezTo>
                  <a:pt x="4872972" y="2416502"/>
                  <a:pt x="4862907" y="2426567"/>
                  <a:pt x="4850491" y="2426567"/>
                </a:cubicBezTo>
                <a:cubicBezTo>
                  <a:pt x="4838075" y="2426567"/>
                  <a:pt x="4828010" y="2416502"/>
                  <a:pt x="4828010" y="2404086"/>
                </a:cubicBezTo>
                <a:cubicBezTo>
                  <a:pt x="4828010" y="2391670"/>
                  <a:pt x="4838075" y="2381605"/>
                  <a:pt x="4850491" y="2381605"/>
                </a:cubicBezTo>
                <a:close/>
                <a:moveTo>
                  <a:pt x="4773132" y="2381605"/>
                </a:moveTo>
                <a:cubicBezTo>
                  <a:pt x="4785183" y="2381605"/>
                  <a:pt x="4794952" y="2391670"/>
                  <a:pt x="4794952" y="2404086"/>
                </a:cubicBezTo>
                <a:cubicBezTo>
                  <a:pt x="4794952" y="2416502"/>
                  <a:pt x="4785183" y="2426567"/>
                  <a:pt x="4773132" y="2426567"/>
                </a:cubicBezTo>
                <a:cubicBezTo>
                  <a:pt x="4761081" y="2426567"/>
                  <a:pt x="4751312" y="2416502"/>
                  <a:pt x="4751312" y="2404086"/>
                </a:cubicBezTo>
                <a:cubicBezTo>
                  <a:pt x="4751312" y="2391670"/>
                  <a:pt x="4761081" y="2381605"/>
                  <a:pt x="4773132" y="2381605"/>
                </a:cubicBezTo>
                <a:close/>
                <a:moveTo>
                  <a:pt x="4695111" y="2381605"/>
                </a:moveTo>
                <a:cubicBezTo>
                  <a:pt x="4707162" y="2381605"/>
                  <a:pt x="4716931" y="2391670"/>
                  <a:pt x="4716931" y="2404086"/>
                </a:cubicBezTo>
                <a:cubicBezTo>
                  <a:pt x="4716931" y="2416502"/>
                  <a:pt x="4707162" y="2426567"/>
                  <a:pt x="4695111" y="2426567"/>
                </a:cubicBezTo>
                <a:cubicBezTo>
                  <a:pt x="4683060" y="2426567"/>
                  <a:pt x="4673291" y="2416502"/>
                  <a:pt x="4673291" y="2404086"/>
                </a:cubicBezTo>
                <a:cubicBezTo>
                  <a:pt x="4673291" y="2391670"/>
                  <a:pt x="4683060" y="2381605"/>
                  <a:pt x="4695111" y="2381605"/>
                </a:cubicBezTo>
                <a:close/>
                <a:moveTo>
                  <a:pt x="4617091" y="2381605"/>
                </a:moveTo>
                <a:cubicBezTo>
                  <a:pt x="4629142" y="2381605"/>
                  <a:pt x="4638911" y="2391670"/>
                  <a:pt x="4638911" y="2404086"/>
                </a:cubicBezTo>
                <a:cubicBezTo>
                  <a:pt x="4638911" y="2416502"/>
                  <a:pt x="4629142" y="2426567"/>
                  <a:pt x="4617091" y="2426567"/>
                </a:cubicBezTo>
                <a:cubicBezTo>
                  <a:pt x="4605040" y="2426567"/>
                  <a:pt x="4595271" y="2416502"/>
                  <a:pt x="4595271" y="2404086"/>
                </a:cubicBezTo>
                <a:cubicBezTo>
                  <a:pt x="4595271" y="2391670"/>
                  <a:pt x="4605040" y="2381605"/>
                  <a:pt x="4617091" y="2381605"/>
                </a:cubicBezTo>
                <a:close/>
                <a:moveTo>
                  <a:pt x="4539070" y="2381605"/>
                </a:moveTo>
                <a:cubicBezTo>
                  <a:pt x="4551121" y="2381605"/>
                  <a:pt x="4560890" y="2391670"/>
                  <a:pt x="4560890" y="2404086"/>
                </a:cubicBezTo>
                <a:cubicBezTo>
                  <a:pt x="4560890" y="2416502"/>
                  <a:pt x="4551121" y="2426567"/>
                  <a:pt x="4539070" y="2426567"/>
                </a:cubicBezTo>
                <a:cubicBezTo>
                  <a:pt x="4527019" y="2426567"/>
                  <a:pt x="4517250" y="2416502"/>
                  <a:pt x="4517250" y="2404086"/>
                </a:cubicBezTo>
                <a:cubicBezTo>
                  <a:pt x="4517250" y="2391670"/>
                  <a:pt x="4527019" y="2381605"/>
                  <a:pt x="4539070" y="2381605"/>
                </a:cubicBezTo>
                <a:close/>
                <a:moveTo>
                  <a:pt x="4461711" y="2381605"/>
                </a:moveTo>
                <a:cubicBezTo>
                  <a:pt x="4474127" y="2381605"/>
                  <a:pt x="4484192" y="2391670"/>
                  <a:pt x="4484192" y="2404086"/>
                </a:cubicBezTo>
                <a:cubicBezTo>
                  <a:pt x="4484192" y="2416502"/>
                  <a:pt x="4474127" y="2426567"/>
                  <a:pt x="4461711" y="2426567"/>
                </a:cubicBezTo>
                <a:cubicBezTo>
                  <a:pt x="4449295" y="2426567"/>
                  <a:pt x="4439230" y="2416502"/>
                  <a:pt x="4439230" y="2404086"/>
                </a:cubicBezTo>
                <a:cubicBezTo>
                  <a:pt x="4439230" y="2391670"/>
                  <a:pt x="4449295" y="2381605"/>
                  <a:pt x="4461711" y="2381605"/>
                </a:cubicBezTo>
                <a:close/>
                <a:moveTo>
                  <a:pt x="4384351" y="2381605"/>
                </a:moveTo>
                <a:cubicBezTo>
                  <a:pt x="4396402" y="2381605"/>
                  <a:pt x="4406171" y="2391670"/>
                  <a:pt x="4406171" y="2404086"/>
                </a:cubicBezTo>
                <a:cubicBezTo>
                  <a:pt x="4406171" y="2416502"/>
                  <a:pt x="4396402" y="2426567"/>
                  <a:pt x="4384351" y="2426567"/>
                </a:cubicBezTo>
                <a:cubicBezTo>
                  <a:pt x="4372300" y="2426567"/>
                  <a:pt x="4362531" y="2416502"/>
                  <a:pt x="4362531" y="2404086"/>
                </a:cubicBezTo>
                <a:cubicBezTo>
                  <a:pt x="4362531" y="2391670"/>
                  <a:pt x="4372300" y="2381605"/>
                  <a:pt x="4384351" y="2381605"/>
                </a:cubicBezTo>
                <a:close/>
                <a:moveTo>
                  <a:pt x="4305009" y="2381605"/>
                </a:moveTo>
                <a:cubicBezTo>
                  <a:pt x="4317060" y="2381605"/>
                  <a:pt x="4326829" y="2391670"/>
                  <a:pt x="4326829" y="2404086"/>
                </a:cubicBezTo>
                <a:cubicBezTo>
                  <a:pt x="4326829" y="2416502"/>
                  <a:pt x="4317060" y="2426567"/>
                  <a:pt x="4305009" y="2426567"/>
                </a:cubicBezTo>
                <a:cubicBezTo>
                  <a:pt x="4292958" y="2426567"/>
                  <a:pt x="4283189" y="2416502"/>
                  <a:pt x="4283189" y="2404086"/>
                </a:cubicBezTo>
                <a:cubicBezTo>
                  <a:pt x="4283189" y="2391670"/>
                  <a:pt x="4292958" y="2381605"/>
                  <a:pt x="4305009" y="2381605"/>
                </a:cubicBezTo>
                <a:close/>
                <a:moveTo>
                  <a:pt x="4226989" y="2381605"/>
                </a:moveTo>
                <a:cubicBezTo>
                  <a:pt x="4239040" y="2381605"/>
                  <a:pt x="4248809" y="2391670"/>
                  <a:pt x="4248809" y="2404086"/>
                </a:cubicBezTo>
                <a:cubicBezTo>
                  <a:pt x="4248809" y="2416502"/>
                  <a:pt x="4239040" y="2426567"/>
                  <a:pt x="4226989" y="2426567"/>
                </a:cubicBezTo>
                <a:cubicBezTo>
                  <a:pt x="4214938" y="2426567"/>
                  <a:pt x="4205169" y="2416502"/>
                  <a:pt x="4205169" y="2404086"/>
                </a:cubicBezTo>
                <a:cubicBezTo>
                  <a:pt x="4205169" y="2391670"/>
                  <a:pt x="4214938" y="2381605"/>
                  <a:pt x="4226989" y="2381605"/>
                </a:cubicBezTo>
                <a:close/>
                <a:moveTo>
                  <a:pt x="2280445" y="2381605"/>
                </a:moveTo>
                <a:cubicBezTo>
                  <a:pt x="2292496" y="2381605"/>
                  <a:pt x="2302265" y="2391670"/>
                  <a:pt x="2302265" y="2404086"/>
                </a:cubicBezTo>
                <a:cubicBezTo>
                  <a:pt x="2302265" y="2416502"/>
                  <a:pt x="2292496" y="2426567"/>
                  <a:pt x="2280445" y="2426567"/>
                </a:cubicBezTo>
                <a:cubicBezTo>
                  <a:pt x="2268394" y="2426567"/>
                  <a:pt x="2258625" y="2416502"/>
                  <a:pt x="2258625" y="2404086"/>
                </a:cubicBezTo>
                <a:cubicBezTo>
                  <a:pt x="2258625" y="2391670"/>
                  <a:pt x="2268394" y="2381605"/>
                  <a:pt x="2280445" y="2381605"/>
                </a:cubicBezTo>
                <a:close/>
                <a:moveTo>
                  <a:pt x="2203086" y="2381605"/>
                </a:moveTo>
                <a:cubicBezTo>
                  <a:pt x="2215502" y="2381605"/>
                  <a:pt x="2225567" y="2391670"/>
                  <a:pt x="2225567" y="2404086"/>
                </a:cubicBezTo>
                <a:cubicBezTo>
                  <a:pt x="2225567" y="2416502"/>
                  <a:pt x="2215502" y="2426567"/>
                  <a:pt x="2203086" y="2426567"/>
                </a:cubicBezTo>
                <a:cubicBezTo>
                  <a:pt x="2190670" y="2426567"/>
                  <a:pt x="2180605" y="2416502"/>
                  <a:pt x="2180605" y="2404086"/>
                </a:cubicBezTo>
                <a:cubicBezTo>
                  <a:pt x="2180605" y="2391670"/>
                  <a:pt x="2190670" y="2381605"/>
                  <a:pt x="2203086" y="2381605"/>
                </a:cubicBezTo>
                <a:close/>
                <a:moveTo>
                  <a:pt x="2125727" y="2381605"/>
                </a:moveTo>
                <a:cubicBezTo>
                  <a:pt x="2137778" y="2381605"/>
                  <a:pt x="2147547" y="2391670"/>
                  <a:pt x="2147547" y="2404086"/>
                </a:cubicBezTo>
                <a:cubicBezTo>
                  <a:pt x="2147547" y="2416502"/>
                  <a:pt x="2137778" y="2426567"/>
                  <a:pt x="2125727" y="2426567"/>
                </a:cubicBezTo>
                <a:cubicBezTo>
                  <a:pt x="2113676" y="2426567"/>
                  <a:pt x="2103907" y="2416502"/>
                  <a:pt x="2103907" y="2404086"/>
                </a:cubicBezTo>
                <a:cubicBezTo>
                  <a:pt x="2103907" y="2391670"/>
                  <a:pt x="2113676" y="2381605"/>
                  <a:pt x="2125727" y="2381605"/>
                </a:cubicBezTo>
                <a:close/>
                <a:moveTo>
                  <a:pt x="1424212" y="2381605"/>
                </a:moveTo>
                <a:cubicBezTo>
                  <a:pt x="1436628" y="2381605"/>
                  <a:pt x="1446695" y="2391670"/>
                  <a:pt x="1446695" y="2404086"/>
                </a:cubicBezTo>
                <a:cubicBezTo>
                  <a:pt x="1446695" y="2416502"/>
                  <a:pt x="1436628" y="2426567"/>
                  <a:pt x="1424212" y="2426567"/>
                </a:cubicBezTo>
                <a:cubicBezTo>
                  <a:pt x="1411799" y="2426567"/>
                  <a:pt x="1401732" y="2416502"/>
                  <a:pt x="1401732" y="2404086"/>
                </a:cubicBezTo>
                <a:cubicBezTo>
                  <a:pt x="1401732" y="2391670"/>
                  <a:pt x="1411799" y="2381605"/>
                  <a:pt x="1424212" y="2381605"/>
                </a:cubicBezTo>
                <a:close/>
                <a:moveTo>
                  <a:pt x="4149629" y="2381604"/>
                </a:moveTo>
                <a:cubicBezTo>
                  <a:pt x="4162045" y="2381604"/>
                  <a:pt x="4172110" y="2391669"/>
                  <a:pt x="4172110" y="2404085"/>
                </a:cubicBezTo>
                <a:cubicBezTo>
                  <a:pt x="4172110" y="2416501"/>
                  <a:pt x="4162045" y="2426566"/>
                  <a:pt x="4149629" y="2426566"/>
                </a:cubicBezTo>
                <a:cubicBezTo>
                  <a:pt x="4137213" y="2426566"/>
                  <a:pt x="4127148" y="2416501"/>
                  <a:pt x="4127148" y="2404085"/>
                </a:cubicBezTo>
                <a:cubicBezTo>
                  <a:pt x="4127148" y="2391669"/>
                  <a:pt x="4137213" y="2381604"/>
                  <a:pt x="4149629" y="2381604"/>
                </a:cubicBezTo>
                <a:close/>
                <a:moveTo>
                  <a:pt x="2047706" y="2381604"/>
                </a:moveTo>
                <a:cubicBezTo>
                  <a:pt x="2059757" y="2381604"/>
                  <a:pt x="2069526" y="2391669"/>
                  <a:pt x="2069526" y="2404085"/>
                </a:cubicBezTo>
                <a:cubicBezTo>
                  <a:pt x="2069526" y="2416501"/>
                  <a:pt x="2059757" y="2426566"/>
                  <a:pt x="2047706" y="2426566"/>
                </a:cubicBezTo>
                <a:cubicBezTo>
                  <a:pt x="2035655" y="2426566"/>
                  <a:pt x="2025886" y="2416501"/>
                  <a:pt x="2025886" y="2404085"/>
                </a:cubicBezTo>
                <a:cubicBezTo>
                  <a:pt x="2025886" y="2391669"/>
                  <a:pt x="2035655" y="2381604"/>
                  <a:pt x="2047706" y="2381604"/>
                </a:cubicBezTo>
                <a:close/>
                <a:moveTo>
                  <a:pt x="1968363" y="2381604"/>
                </a:moveTo>
                <a:cubicBezTo>
                  <a:pt x="1980414" y="2381604"/>
                  <a:pt x="1990183" y="2391669"/>
                  <a:pt x="1990183" y="2404085"/>
                </a:cubicBezTo>
                <a:cubicBezTo>
                  <a:pt x="1990183" y="2416501"/>
                  <a:pt x="1980414" y="2426566"/>
                  <a:pt x="1968363" y="2426566"/>
                </a:cubicBezTo>
                <a:cubicBezTo>
                  <a:pt x="1956312" y="2426566"/>
                  <a:pt x="1946543" y="2416501"/>
                  <a:pt x="1946543" y="2404085"/>
                </a:cubicBezTo>
                <a:cubicBezTo>
                  <a:pt x="1946543" y="2391669"/>
                  <a:pt x="1956312" y="2381604"/>
                  <a:pt x="1968363" y="2381604"/>
                </a:cubicBezTo>
                <a:close/>
                <a:moveTo>
                  <a:pt x="1891011" y="2381604"/>
                </a:moveTo>
                <a:cubicBezTo>
                  <a:pt x="1903431" y="2381604"/>
                  <a:pt x="1913495" y="2391669"/>
                  <a:pt x="1913495" y="2404085"/>
                </a:cubicBezTo>
                <a:cubicBezTo>
                  <a:pt x="1913495" y="2416501"/>
                  <a:pt x="1903431" y="2426566"/>
                  <a:pt x="1891011" y="2426566"/>
                </a:cubicBezTo>
                <a:cubicBezTo>
                  <a:pt x="1878594" y="2426566"/>
                  <a:pt x="1868529" y="2416501"/>
                  <a:pt x="1868529" y="2404085"/>
                </a:cubicBezTo>
                <a:cubicBezTo>
                  <a:pt x="1868529" y="2391669"/>
                  <a:pt x="1878594" y="2381604"/>
                  <a:pt x="1891011" y="2381604"/>
                </a:cubicBezTo>
                <a:close/>
                <a:moveTo>
                  <a:pt x="1813657" y="2381604"/>
                </a:moveTo>
                <a:cubicBezTo>
                  <a:pt x="1825704" y="2381604"/>
                  <a:pt x="1835474" y="2391669"/>
                  <a:pt x="1835474" y="2404085"/>
                </a:cubicBezTo>
                <a:cubicBezTo>
                  <a:pt x="1835474" y="2416501"/>
                  <a:pt x="1825704" y="2426566"/>
                  <a:pt x="1813657" y="2426566"/>
                </a:cubicBezTo>
                <a:cubicBezTo>
                  <a:pt x="1801603" y="2426566"/>
                  <a:pt x="1791833" y="2416501"/>
                  <a:pt x="1791833" y="2404085"/>
                </a:cubicBezTo>
                <a:cubicBezTo>
                  <a:pt x="1791833" y="2391669"/>
                  <a:pt x="1801603" y="2381604"/>
                  <a:pt x="1813657" y="2381604"/>
                </a:cubicBezTo>
                <a:close/>
                <a:moveTo>
                  <a:pt x="1735633" y="2381604"/>
                </a:moveTo>
                <a:cubicBezTo>
                  <a:pt x="1747685" y="2381604"/>
                  <a:pt x="1757457" y="2391669"/>
                  <a:pt x="1757457" y="2404085"/>
                </a:cubicBezTo>
                <a:cubicBezTo>
                  <a:pt x="1757457" y="2416501"/>
                  <a:pt x="1747685" y="2426566"/>
                  <a:pt x="1735633" y="2426566"/>
                </a:cubicBezTo>
                <a:cubicBezTo>
                  <a:pt x="1723586" y="2426566"/>
                  <a:pt x="1713819" y="2416501"/>
                  <a:pt x="1713819" y="2404085"/>
                </a:cubicBezTo>
                <a:cubicBezTo>
                  <a:pt x="1713819" y="2391669"/>
                  <a:pt x="1723586" y="2381604"/>
                  <a:pt x="1735633" y="2381604"/>
                </a:cubicBezTo>
                <a:close/>
                <a:moveTo>
                  <a:pt x="1657611" y="2381604"/>
                </a:moveTo>
                <a:cubicBezTo>
                  <a:pt x="1669659" y="2381604"/>
                  <a:pt x="1679436" y="2391669"/>
                  <a:pt x="1679436" y="2404085"/>
                </a:cubicBezTo>
                <a:cubicBezTo>
                  <a:pt x="1679436" y="2416501"/>
                  <a:pt x="1669659" y="2426566"/>
                  <a:pt x="1657611" y="2426566"/>
                </a:cubicBezTo>
                <a:cubicBezTo>
                  <a:pt x="1645568" y="2426566"/>
                  <a:pt x="1635796" y="2416501"/>
                  <a:pt x="1635796" y="2404085"/>
                </a:cubicBezTo>
                <a:cubicBezTo>
                  <a:pt x="1635796" y="2391669"/>
                  <a:pt x="1645568" y="2381604"/>
                  <a:pt x="1657611" y="2381604"/>
                </a:cubicBezTo>
                <a:close/>
                <a:moveTo>
                  <a:pt x="1580257" y="2381604"/>
                </a:moveTo>
                <a:cubicBezTo>
                  <a:pt x="1592669" y="2381604"/>
                  <a:pt x="1602734" y="2391669"/>
                  <a:pt x="1602734" y="2404085"/>
                </a:cubicBezTo>
                <a:cubicBezTo>
                  <a:pt x="1602734" y="2416501"/>
                  <a:pt x="1592669" y="2426566"/>
                  <a:pt x="1580257" y="2426566"/>
                </a:cubicBezTo>
                <a:cubicBezTo>
                  <a:pt x="1567839" y="2426566"/>
                  <a:pt x="1557771" y="2416501"/>
                  <a:pt x="1557771" y="2404085"/>
                </a:cubicBezTo>
                <a:cubicBezTo>
                  <a:pt x="1557771" y="2391669"/>
                  <a:pt x="1567839" y="2381604"/>
                  <a:pt x="1580257" y="2381604"/>
                </a:cubicBezTo>
                <a:close/>
                <a:moveTo>
                  <a:pt x="1502899" y="2381604"/>
                </a:moveTo>
                <a:cubicBezTo>
                  <a:pt x="1514943" y="2381604"/>
                  <a:pt x="1524717" y="2391669"/>
                  <a:pt x="1524717" y="2404085"/>
                </a:cubicBezTo>
                <a:cubicBezTo>
                  <a:pt x="1524717" y="2416501"/>
                  <a:pt x="1514943" y="2426566"/>
                  <a:pt x="1502899" y="2426566"/>
                </a:cubicBezTo>
                <a:cubicBezTo>
                  <a:pt x="1490842" y="2426566"/>
                  <a:pt x="1481077" y="2416501"/>
                  <a:pt x="1481077" y="2404085"/>
                </a:cubicBezTo>
                <a:cubicBezTo>
                  <a:pt x="1481077" y="2391669"/>
                  <a:pt x="1490842" y="2381604"/>
                  <a:pt x="1502899" y="2381604"/>
                </a:cubicBezTo>
                <a:close/>
                <a:moveTo>
                  <a:pt x="7809316" y="2304907"/>
                </a:moveTo>
                <a:cubicBezTo>
                  <a:pt x="7821367" y="2304907"/>
                  <a:pt x="7831136" y="2314676"/>
                  <a:pt x="7831136" y="2326727"/>
                </a:cubicBezTo>
                <a:cubicBezTo>
                  <a:pt x="7831136" y="2338778"/>
                  <a:pt x="7821367" y="2348547"/>
                  <a:pt x="7809316" y="2348547"/>
                </a:cubicBezTo>
                <a:cubicBezTo>
                  <a:pt x="7797265" y="2348547"/>
                  <a:pt x="7787496" y="2338778"/>
                  <a:pt x="7787496" y="2326727"/>
                </a:cubicBezTo>
                <a:cubicBezTo>
                  <a:pt x="7787496" y="2314676"/>
                  <a:pt x="7797265" y="2304907"/>
                  <a:pt x="7809316" y="2304907"/>
                </a:cubicBezTo>
                <a:close/>
                <a:moveTo>
                  <a:pt x="7498556" y="2304907"/>
                </a:moveTo>
                <a:cubicBezTo>
                  <a:pt x="7510607" y="2304907"/>
                  <a:pt x="7520376" y="2314676"/>
                  <a:pt x="7520376" y="2326727"/>
                </a:cubicBezTo>
                <a:cubicBezTo>
                  <a:pt x="7520376" y="2338778"/>
                  <a:pt x="7510607" y="2348547"/>
                  <a:pt x="7498556" y="2348547"/>
                </a:cubicBezTo>
                <a:cubicBezTo>
                  <a:pt x="7486505" y="2348547"/>
                  <a:pt x="7476736" y="2338778"/>
                  <a:pt x="7476736" y="2326727"/>
                </a:cubicBezTo>
                <a:cubicBezTo>
                  <a:pt x="7476736" y="2314676"/>
                  <a:pt x="7486505" y="2304907"/>
                  <a:pt x="7498556" y="2304907"/>
                </a:cubicBezTo>
                <a:close/>
                <a:moveTo>
                  <a:pt x="7421198" y="2304907"/>
                </a:moveTo>
                <a:cubicBezTo>
                  <a:pt x="7433614" y="2304907"/>
                  <a:pt x="7443679" y="2314676"/>
                  <a:pt x="7443679" y="2326727"/>
                </a:cubicBezTo>
                <a:cubicBezTo>
                  <a:pt x="7443679" y="2338778"/>
                  <a:pt x="7433614" y="2348547"/>
                  <a:pt x="7421198" y="2348547"/>
                </a:cubicBezTo>
                <a:cubicBezTo>
                  <a:pt x="7408782" y="2348547"/>
                  <a:pt x="7398717" y="2338778"/>
                  <a:pt x="7398717" y="2326727"/>
                </a:cubicBezTo>
                <a:cubicBezTo>
                  <a:pt x="7398717" y="2314676"/>
                  <a:pt x="7408782" y="2304907"/>
                  <a:pt x="7421198" y="2304907"/>
                </a:cubicBezTo>
                <a:close/>
                <a:moveTo>
                  <a:pt x="7343838" y="2304907"/>
                </a:moveTo>
                <a:cubicBezTo>
                  <a:pt x="7355889" y="2304907"/>
                  <a:pt x="7365658" y="2314676"/>
                  <a:pt x="7365658" y="2326727"/>
                </a:cubicBezTo>
                <a:cubicBezTo>
                  <a:pt x="7365658" y="2338778"/>
                  <a:pt x="7355889" y="2348547"/>
                  <a:pt x="7343838" y="2348547"/>
                </a:cubicBezTo>
                <a:cubicBezTo>
                  <a:pt x="7331787" y="2348547"/>
                  <a:pt x="7322018" y="2338778"/>
                  <a:pt x="7322018" y="2326727"/>
                </a:cubicBezTo>
                <a:cubicBezTo>
                  <a:pt x="7322018" y="2314676"/>
                  <a:pt x="7331787" y="2304907"/>
                  <a:pt x="7343838" y="2304907"/>
                </a:cubicBezTo>
                <a:close/>
                <a:moveTo>
                  <a:pt x="7264495" y="2304907"/>
                </a:moveTo>
                <a:cubicBezTo>
                  <a:pt x="7276546" y="2304907"/>
                  <a:pt x="7286315" y="2314676"/>
                  <a:pt x="7286315" y="2326727"/>
                </a:cubicBezTo>
                <a:cubicBezTo>
                  <a:pt x="7286315" y="2338778"/>
                  <a:pt x="7276546" y="2348547"/>
                  <a:pt x="7264495" y="2348547"/>
                </a:cubicBezTo>
                <a:cubicBezTo>
                  <a:pt x="7252444" y="2348547"/>
                  <a:pt x="7242675" y="2338778"/>
                  <a:pt x="7242675" y="2326727"/>
                </a:cubicBezTo>
                <a:cubicBezTo>
                  <a:pt x="7242675" y="2314676"/>
                  <a:pt x="7252444" y="2304907"/>
                  <a:pt x="7264495" y="2304907"/>
                </a:cubicBezTo>
                <a:close/>
                <a:moveTo>
                  <a:pt x="7186475" y="2304907"/>
                </a:moveTo>
                <a:cubicBezTo>
                  <a:pt x="7198526" y="2304907"/>
                  <a:pt x="7208295" y="2314676"/>
                  <a:pt x="7208295" y="2326727"/>
                </a:cubicBezTo>
                <a:cubicBezTo>
                  <a:pt x="7208295" y="2338778"/>
                  <a:pt x="7198526" y="2348547"/>
                  <a:pt x="7186475" y="2348547"/>
                </a:cubicBezTo>
                <a:cubicBezTo>
                  <a:pt x="7174424" y="2348547"/>
                  <a:pt x="7164655" y="2338778"/>
                  <a:pt x="7164655" y="2326727"/>
                </a:cubicBezTo>
                <a:cubicBezTo>
                  <a:pt x="7164655" y="2314676"/>
                  <a:pt x="7174424" y="2304907"/>
                  <a:pt x="7186475" y="2304907"/>
                </a:cubicBezTo>
                <a:close/>
                <a:moveTo>
                  <a:pt x="7109116" y="2304907"/>
                </a:moveTo>
                <a:cubicBezTo>
                  <a:pt x="7121532" y="2304907"/>
                  <a:pt x="7131597" y="2314676"/>
                  <a:pt x="7131597" y="2326727"/>
                </a:cubicBezTo>
                <a:cubicBezTo>
                  <a:pt x="7131597" y="2338778"/>
                  <a:pt x="7121532" y="2348547"/>
                  <a:pt x="7109116" y="2348547"/>
                </a:cubicBezTo>
                <a:cubicBezTo>
                  <a:pt x="7096700" y="2348547"/>
                  <a:pt x="7086635" y="2338778"/>
                  <a:pt x="7086635" y="2326727"/>
                </a:cubicBezTo>
                <a:cubicBezTo>
                  <a:pt x="7086635" y="2314676"/>
                  <a:pt x="7096700" y="2304907"/>
                  <a:pt x="7109116" y="2304907"/>
                </a:cubicBezTo>
                <a:close/>
                <a:moveTo>
                  <a:pt x="7031757" y="2304907"/>
                </a:moveTo>
                <a:cubicBezTo>
                  <a:pt x="7043808" y="2304907"/>
                  <a:pt x="7053577" y="2314676"/>
                  <a:pt x="7053577" y="2326727"/>
                </a:cubicBezTo>
                <a:cubicBezTo>
                  <a:pt x="7053577" y="2338778"/>
                  <a:pt x="7043808" y="2348547"/>
                  <a:pt x="7031757" y="2348547"/>
                </a:cubicBezTo>
                <a:cubicBezTo>
                  <a:pt x="7019706" y="2348547"/>
                  <a:pt x="7009937" y="2338778"/>
                  <a:pt x="7009937" y="2326727"/>
                </a:cubicBezTo>
                <a:cubicBezTo>
                  <a:pt x="7009937" y="2314676"/>
                  <a:pt x="7019706" y="2304907"/>
                  <a:pt x="7031757" y="2304907"/>
                </a:cubicBezTo>
                <a:close/>
                <a:moveTo>
                  <a:pt x="6953736" y="2304907"/>
                </a:moveTo>
                <a:cubicBezTo>
                  <a:pt x="6965787" y="2304907"/>
                  <a:pt x="6975556" y="2314676"/>
                  <a:pt x="6975556" y="2326727"/>
                </a:cubicBezTo>
                <a:cubicBezTo>
                  <a:pt x="6975556" y="2338778"/>
                  <a:pt x="6965787" y="2348547"/>
                  <a:pt x="6953736" y="2348547"/>
                </a:cubicBezTo>
                <a:cubicBezTo>
                  <a:pt x="6941685" y="2348547"/>
                  <a:pt x="6931916" y="2338778"/>
                  <a:pt x="6931916" y="2326727"/>
                </a:cubicBezTo>
                <a:cubicBezTo>
                  <a:pt x="6931916" y="2314676"/>
                  <a:pt x="6941685" y="2304907"/>
                  <a:pt x="6953736" y="2304907"/>
                </a:cubicBezTo>
                <a:close/>
                <a:moveTo>
                  <a:pt x="6875716" y="2304907"/>
                </a:moveTo>
                <a:cubicBezTo>
                  <a:pt x="6887767" y="2304907"/>
                  <a:pt x="6897536" y="2314676"/>
                  <a:pt x="6897536" y="2326727"/>
                </a:cubicBezTo>
                <a:cubicBezTo>
                  <a:pt x="6897536" y="2338778"/>
                  <a:pt x="6887767" y="2348547"/>
                  <a:pt x="6875716" y="2348547"/>
                </a:cubicBezTo>
                <a:cubicBezTo>
                  <a:pt x="6863665" y="2348547"/>
                  <a:pt x="6853896" y="2338778"/>
                  <a:pt x="6853896" y="2326727"/>
                </a:cubicBezTo>
                <a:cubicBezTo>
                  <a:pt x="6853896" y="2314676"/>
                  <a:pt x="6863665" y="2304907"/>
                  <a:pt x="6875716" y="2304907"/>
                </a:cubicBezTo>
                <a:close/>
                <a:moveTo>
                  <a:pt x="6798356" y="2304907"/>
                </a:moveTo>
                <a:cubicBezTo>
                  <a:pt x="6810772" y="2304907"/>
                  <a:pt x="6820837" y="2314676"/>
                  <a:pt x="6820837" y="2326727"/>
                </a:cubicBezTo>
                <a:cubicBezTo>
                  <a:pt x="6820837" y="2338778"/>
                  <a:pt x="6810772" y="2348547"/>
                  <a:pt x="6798356" y="2348547"/>
                </a:cubicBezTo>
                <a:cubicBezTo>
                  <a:pt x="6785940" y="2348547"/>
                  <a:pt x="6775875" y="2338778"/>
                  <a:pt x="6775875" y="2326727"/>
                </a:cubicBezTo>
                <a:cubicBezTo>
                  <a:pt x="6775875" y="2314676"/>
                  <a:pt x="6785940" y="2304907"/>
                  <a:pt x="6798356" y="2304907"/>
                </a:cubicBezTo>
                <a:close/>
                <a:moveTo>
                  <a:pt x="6719675" y="2304907"/>
                </a:moveTo>
                <a:cubicBezTo>
                  <a:pt x="6731726" y="2304907"/>
                  <a:pt x="6741495" y="2314676"/>
                  <a:pt x="6741495" y="2326727"/>
                </a:cubicBezTo>
                <a:cubicBezTo>
                  <a:pt x="6741495" y="2338778"/>
                  <a:pt x="6731726" y="2348547"/>
                  <a:pt x="6719675" y="2348547"/>
                </a:cubicBezTo>
                <a:cubicBezTo>
                  <a:pt x="6707624" y="2348547"/>
                  <a:pt x="6697855" y="2338778"/>
                  <a:pt x="6697855" y="2326727"/>
                </a:cubicBezTo>
                <a:cubicBezTo>
                  <a:pt x="6697855" y="2314676"/>
                  <a:pt x="6707624" y="2304907"/>
                  <a:pt x="6719675" y="2304907"/>
                </a:cubicBezTo>
                <a:close/>
                <a:moveTo>
                  <a:pt x="6641655" y="2304907"/>
                </a:moveTo>
                <a:cubicBezTo>
                  <a:pt x="6653706" y="2304907"/>
                  <a:pt x="6663475" y="2314676"/>
                  <a:pt x="6663475" y="2326727"/>
                </a:cubicBezTo>
                <a:cubicBezTo>
                  <a:pt x="6663475" y="2338778"/>
                  <a:pt x="6653706" y="2348547"/>
                  <a:pt x="6641655" y="2348547"/>
                </a:cubicBezTo>
                <a:cubicBezTo>
                  <a:pt x="6629604" y="2348547"/>
                  <a:pt x="6619835" y="2338778"/>
                  <a:pt x="6619835" y="2326727"/>
                </a:cubicBezTo>
                <a:cubicBezTo>
                  <a:pt x="6619835" y="2314676"/>
                  <a:pt x="6629604" y="2304907"/>
                  <a:pt x="6641655" y="2304907"/>
                </a:cubicBezTo>
                <a:close/>
                <a:moveTo>
                  <a:pt x="6563634" y="2304907"/>
                </a:moveTo>
                <a:cubicBezTo>
                  <a:pt x="6575685" y="2304907"/>
                  <a:pt x="6585454" y="2314676"/>
                  <a:pt x="6585454" y="2326727"/>
                </a:cubicBezTo>
                <a:cubicBezTo>
                  <a:pt x="6585454" y="2338778"/>
                  <a:pt x="6575685" y="2348547"/>
                  <a:pt x="6563634" y="2348547"/>
                </a:cubicBezTo>
                <a:cubicBezTo>
                  <a:pt x="6551583" y="2348547"/>
                  <a:pt x="6541814" y="2338778"/>
                  <a:pt x="6541814" y="2326727"/>
                </a:cubicBezTo>
                <a:cubicBezTo>
                  <a:pt x="6541814" y="2314676"/>
                  <a:pt x="6551583" y="2304907"/>
                  <a:pt x="6563634" y="2304907"/>
                </a:cubicBezTo>
                <a:close/>
                <a:moveTo>
                  <a:pt x="6485613" y="2304907"/>
                </a:moveTo>
                <a:cubicBezTo>
                  <a:pt x="6497664" y="2304907"/>
                  <a:pt x="6507433" y="2314676"/>
                  <a:pt x="6507433" y="2326727"/>
                </a:cubicBezTo>
                <a:cubicBezTo>
                  <a:pt x="6507433" y="2338778"/>
                  <a:pt x="6497664" y="2348547"/>
                  <a:pt x="6485613" y="2348547"/>
                </a:cubicBezTo>
                <a:cubicBezTo>
                  <a:pt x="6473562" y="2348547"/>
                  <a:pt x="6463793" y="2338778"/>
                  <a:pt x="6463793" y="2326727"/>
                </a:cubicBezTo>
                <a:cubicBezTo>
                  <a:pt x="6463793" y="2314676"/>
                  <a:pt x="6473562" y="2304907"/>
                  <a:pt x="6485613" y="2304907"/>
                </a:cubicBezTo>
                <a:close/>
                <a:moveTo>
                  <a:pt x="6408916" y="2304907"/>
                </a:moveTo>
                <a:cubicBezTo>
                  <a:pt x="6420967" y="2304907"/>
                  <a:pt x="6430736" y="2314676"/>
                  <a:pt x="6430736" y="2326727"/>
                </a:cubicBezTo>
                <a:cubicBezTo>
                  <a:pt x="6430736" y="2338778"/>
                  <a:pt x="6420967" y="2348547"/>
                  <a:pt x="6408916" y="2348547"/>
                </a:cubicBezTo>
                <a:cubicBezTo>
                  <a:pt x="6396865" y="2348547"/>
                  <a:pt x="6387096" y="2338778"/>
                  <a:pt x="6387096" y="2326727"/>
                </a:cubicBezTo>
                <a:cubicBezTo>
                  <a:pt x="6387096" y="2314676"/>
                  <a:pt x="6396865" y="2304907"/>
                  <a:pt x="6408916" y="2304907"/>
                </a:cubicBezTo>
                <a:close/>
                <a:moveTo>
                  <a:pt x="6330896" y="2304907"/>
                </a:moveTo>
                <a:cubicBezTo>
                  <a:pt x="6342947" y="2304907"/>
                  <a:pt x="6352716" y="2314676"/>
                  <a:pt x="6352716" y="2326727"/>
                </a:cubicBezTo>
                <a:cubicBezTo>
                  <a:pt x="6352716" y="2338778"/>
                  <a:pt x="6342947" y="2348547"/>
                  <a:pt x="6330896" y="2348547"/>
                </a:cubicBezTo>
                <a:cubicBezTo>
                  <a:pt x="6318845" y="2348547"/>
                  <a:pt x="6309076" y="2338778"/>
                  <a:pt x="6309076" y="2326727"/>
                </a:cubicBezTo>
                <a:cubicBezTo>
                  <a:pt x="6309076" y="2314676"/>
                  <a:pt x="6318845" y="2304907"/>
                  <a:pt x="6330896" y="2304907"/>
                </a:cubicBezTo>
                <a:close/>
                <a:moveTo>
                  <a:pt x="6252875" y="2304907"/>
                </a:moveTo>
                <a:cubicBezTo>
                  <a:pt x="6264926" y="2304907"/>
                  <a:pt x="6274695" y="2314676"/>
                  <a:pt x="6274695" y="2326727"/>
                </a:cubicBezTo>
                <a:cubicBezTo>
                  <a:pt x="6274695" y="2338778"/>
                  <a:pt x="6264926" y="2348547"/>
                  <a:pt x="6252875" y="2348547"/>
                </a:cubicBezTo>
                <a:cubicBezTo>
                  <a:pt x="6240824" y="2348547"/>
                  <a:pt x="6231055" y="2338778"/>
                  <a:pt x="6231055" y="2326727"/>
                </a:cubicBezTo>
                <a:cubicBezTo>
                  <a:pt x="6231055" y="2314676"/>
                  <a:pt x="6240824" y="2304907"/>
                  <a:pt x="6252875" y="2304907"/>
                </a:cubicBezTo>
                <a:close/>
                <a:moveTo>
                  <a:pt x="6174854" y="2304907"/>
                </a:moveTo>
                <a:cubicBezTo>
                  <a:pt x="6186905" y="2304907"/>
                  <a:pt x="6196674" y="2314676"/>
                  <a:pt x="6196674" y="2326727"/>
                </a:cubicBezTo>
                <a:cubicBezTo>
                  <a:pt x="6196674" y="2338778"/>
                  <a:pt x="6186905" y="2348547"/>
                  <a:pt x="6174854" y="2348547"/>
                </a:cubicBezTo>
                <a:cubicBezTo>
                  <a:pt x="6162803" y="2348547"/>
                  <a:pt x="6153034" y="2338778"/>
                  <a:pt x="6153034" y="2326727"/>
                </a:cubicBezTo>
                <a:cubicBezTo>
                  <a:pt x="6153034" y="2314676"/>
                  <a:pt x="6162803" y="2304907"/>
                  <a:pt x="6174854" y="2304907"/>
                </a:cubicBezTo>
                <a:close/>
                <a:moveTo>
                  <a:pt x="6096834" y="2304907"/>
                </a:moveTo>
                <a:cubicBezTo>
                  <a:pt x="6108885" y="2304907"/>
                  <a:pt x="6118654" y="2314676"/>
                  <a:pt x="6118654" y="2326727"/>
                </a:cubicBezTo>
                <a:cubicBezTo>
                  <a:pt x="6118654" y="2338778"/>
                  <a:pt x="6108885" y="2348547"/>
                  <a:pt x="6096834" y="2348547"/>
                </a:cubicBezTo>
                <a:cubicBezTo>
                  <a:pt x="6084783" y="2348547"/>
                  <a:pt x="6075014" y="2338778"/>
                  <a:pt x="6075014" y="2326727"/>
                </a:cubicBezTo>
                <a:cubicBezTo>
                  <a:pt x="6075014" y="2314676"/>
                  <a:pt x="6084783" y="2304907"/>
                  <a:pt x="6096834" y="2304907"/>
                </a:cubicBezTo>
                <a:close/>
                <a:moveTo>
                  <a:pt x="6018814" y="2304907"/>
                </a:moveTo>
                <a:cubicBezTo>
                  <a:pt x="6030865" y="2304907"/>
                  <a:pt x="6040634" y="2314676"/>
                  <a:pt x="6040634" y="2326727"/>
                </a:cubicBezTo>
                <a:cubicBezTo>
                  <a:pt x="6040634" y="2338778"/>
                  <a:pt x="6030865" y="2348547"/>
                  <a:pt x="6018814" y="2348547"/>
                </a:cubicBezTo>
                <a:cubicBezTo>
                  <a:pt x="6006763" y="2348547"/>
                  <a:pt x="5996994" y="2338778"/>
                  <a:pt x="5996994" y="2326727"/>
                </a:cubicBezTo>
                <a:cubicBezTo>
                  <a:pt x="5996994" y="2314676"/>
                  <a:pt x="6006763" y="2304907"/>
                  <a:pt x="6018814" y="2304907"/>
                </a:cubicBezTo>
                <a:close/>
                <a:moveTo>
                  <a:pt x="5940793" y="2304907"/>
                </a:moveTo>
                <a:cubicBezTo>
                  <a:pt x="5952844" y="2304907"/>
                  <a:pt x="5962613" y="2314676"/>
                  <a:pt x="5962613" y="2326727"/>
                </a:cubicBezTo>
                <a:cubicBezTo>
                  <a:pt x="5962613" y="2338778"/>
                  <a:pt x="5952844" y="2348547"/>
                  <a:pt x="5940793" y="2348547"/>
                </a:cubicBezTo>
                <a:cubicBezTo>
                  <a:pt x="5928742" y="2348547"/>
                  <a:pt x="5918973" y="2338778"/>
                  <a:pt x="5918973" y="2326727"/>
                </a:cubicBezTo>
                <a:cubicBezTo>
                  <a:pt x="5918973" y="2314676"/>
                  <a:pt x="5928742" y="2304907"/>
                  <a:pt x="5940793" y="2304907"/>
                </a:cubicBezTo>
                <a:close/>
                <a:moveTo>
                  <a:pt x="5862773" y="2304907"/>
                </a:moveTo>
                <a:cubicBezTo>
                  <a:pt x="5874824" y="2304907"/>
                  <a:pt x="5884593" y="2314676"/>
                  <a:pt x="5884593" y="2326727"/>
                </a:cubicBezTo>
                <a:cubicBezTo>
                  <a:pt x="5884593" y="2338778"/>
                  <a:pt x="5874824" y="2348547"/>
                  <a:pt x="5862773" y="2348547"/>
                </a:cubicBezTo>
                <a:cubicBezTo>
                  <a:pt x="5850722" y="2348547"/>
                  <a:pt x="5840953" y="2338778"/>
                  <a:pt x="5840953" y="2326727"/>
                </a:cubicBezTo>
                <a:cubicBezTo>
                  <a:pt x="5840953" y="2314676"/>
                  <a:pt x="5850722" y="2304907"/>
                  <a:pt x="5862773" y="2304907"/>
                </a:cubicBezTo>
                <a:close/>
                <a:moveTo>
                  <a:pt x="5785413" y="2304907"/>
                </a:moveTo>
                <a:cubicBezTo>
                  <a:pt x="5797829" y="2304907"/>
                  <a:pt x="5807894" y="2314676"/>
                  <a:pt x="5807894" y="2326727"/>
                </a:cubicBezTo>
                <a:cubicBezTo>
                  <a:pt x="5807894" y="2338778"/>
                  <a:pt x="5797829" y="2348547"/>
                  <a:pt x="5785413" y="2348547"/>
                </a:cubicBezTo>
                <a:cubicBezTo>
                  <a:pt x="5772997" y="2348547"/>
                  <a:pt x="5762932" y="2338778"/>
                  <a:pt x="5762932" y="2326727"/>
                </a:cubicBezTo>
                <a:cubicBezTo>
                  <a:pt x="5762932" y="2314676"/>
                  <a:pt x="5772997" y="2304907"/>
                  <a:pt x="5785413" y="2304907"/>
                </a:cubicBezTo>
                <a:close/>
                <a:moveTo>
                  <a:pt x="5708054" y="2304907"/>
                </a:moveTo>
                <a:cubicBezTo>
                  <a:pt x="5720105" y="2304907"/>
                  <a:pt x="5729874" y="2314676"/>
                  <a:pt x="5729874" y="2326727"/>
                </a:cubicBezTo>
                <a:cubicBezTo>
                  <a:pt x="5729874" y="2338778"/>
                  <a:pt x="5720105" y="2348547"/>
                  <a:pt x="5708054" y="2348547"/>
                </a:cubicBezTo>
                <a:cubicBezTo>
                  <a:pt x="5696003" y="2348547"/>
                  <a:pt x="5686234" y="2338778"/>
                  <a:pt x="5686234" y="2326727"/>
                </a:cubicBezTo>
                <a:cubicBezTo>
                  <a:pt x="5686234" y="2314676"/>
                  <a:pt x="5696003" y="2304907"/>
                  <a:pt x="5708054" y="2304907"/>
                </a:cubicBezTo>
                <a:close/>
                <a:moveTo>
                  <a:pt x="5630034" y="2304907"/>
                </a:moveTo>
                <a:cubicBezTo>
                  <a:pt x="5642085" y="2304907"/>
                  <a:pt x="5651854" y="2314676"/>
                  <a:pt x="5651854" y="2326727"/>
                </a:cubicBezTo>
                <a:cubicBezTo>
                  <a:pt x="5651854" y="2338778"/>
                  <a:pt x="5642085" y="2348547"/>
                  <a:pt x="5630034" y="2348547"/>
                </a:cubicBezTo>
                <a:cubicBezTo>
                  <a:pt x="5617983" y="2348547"/>
                  <a:pt x="5608214" y="2338778"/>
                  <a:pt x="5608214" y="2326727"/>
                </a:cubicBezTo>
                <a:cubicBezTo>
                  <a:pt x="5608214" y="2314676"/>
                  <a:pt x="5617983" y="2304907"/>
                  <a:pt x="5630034" y="2304907"/>
                </a:cubicBezTo>
                <a:close/>
                <a:moveTo>
                  <a:pt x="5552013" y="2304907"/>
                </a:moveTo>
                <a:cubicBezTo>
                  <a:pt x="5564064" y="2304907"/>
                  <a:pt x="5573833" y="2314676"/>
                  <a:pt x="5573833" y="2326727"/>
                </a:cubicBezTo>
                <a:cubicBezTo>
                  <a:pt x="5573833" y="2338778"/>
                  <a:pt x="5564064" y="2348547"/>
                  <a:pt x="5552013" y="2348547"/>
                </a:cubicBezTo>
                <a:cubicBezTo>
                  <a:pt x="5539962" y="2348547"/>
                  <a:pt x="5530193" y="2338778"/>
                  <a:pt x="5530193" y="2326727"/>
                </a:cubicBezTo>
                <a:cubicBezTo>
                  <a:pt x="5530193" y="2314676"/>
                  <a:pt x="5539962" y="2304907"/>
                  <a:pt x="5552013" y="2304907"/>
                </a:cubicBezTo>
                <a:close/>
                <a:moveTo>
                  <a:pt x="5473331" y="2304907"/>
                </a:moveTo>
                <a:cubicBezTo>
                  <a:pt x="5485747" y="2304907"/>
                  <a:pt x="5495812" y="2314676"/>
                  <a:pt x="5495812" y="2326727"/>
                </a:cubicBezTo>
                <a:cubicBezTo>
                  <a:pt x="5495812" y="2338778"/>
                  <a:pt x="5485747" y="2348547"/>
                  <a:pt x="5473331" y="2348547"/>
                </a:cubicBezTo>
                <a:cubicBezTo>
                  <a:pt x="5460915" y="2348547"/>
                  <a:pt x="5450850" y="2338778"/>
                  <a:pt x="5450850" y="2326727"/>
                </a:cubicBezTo>
                <a:cubicBezTo>
                  <a:pt x="5450850" y="2314676"/>
                  <a:pt x="5460915" y="2304907"/>
                  <a:pt x="5473331" y="2304907"/>
                </a:cubicBezTo>
                <a:close/>
                <a:moveTo>
                  <a:pt x="5395972" y="2304907"/>
                </a:moveTo>
                <a:cubicBezTo>
                  <a:pt x="5408023" y="2304907"/>
                  <a:pt x="5417792" y="2314676"/>
                  <a:pt x="5417792" y="2326727"/>
                </a:cubicBezTo>
                <a:cubicBezTo>
                  <a:pt x="5417792" y="2338778"/>
                  <a:pt x="5408023" y="2348547"/>
                  <a:pt x="5395972" y="2348547"/>
                </a:cubicBezTo>
                <a:cubicBezTo>
                  <a:pt x="5383921" y="2348547"/>
                  <a:pt x="5374152" y="2338778"/>
                  <a:pt x="5374152" y="2326727"/>
                </a:cubicBezTo>
                <a:cubicBezTo>
                  <a:pt x="5374152" y="2314676"/>
                  <a:pt x="5383921" y="2304907"/>
                  <a:pt x="5395972" y="2304907"/>
                </a:cubicBezTo>
                <a:close/>
                <a:moveTo>
                  <a:pt x="5317953" y="2304907"/>
                </a:moveTo>
                <a:cubicBezTo>
                  <a:pt x="5330004" y="2304907"/>
                  <a:pt x="5339773" y="2314676"/>
                  <a:pt x="5339773" y="2326727"/>
                </a:cubicBezTo>
                <a:cubicBezTo>
                  <a:pt x="5339773" y="2338778"/>
                  <a:pt x="5330004" y="2348547"/>
                  <a:pt x="5317953" y="2348547"/>
                </a:cubicBezTo>
                <a:cubicBezTo>
                  <a:pt x="5305902" y="2348547"/>
                  <a:pt x="5296133" y="2338778"/>
                  <a:pt x="5296133" y="2326727"/>
                </a:cubicBezTo>
                <a:cubicBezTo>
                  <a:pt x="5296133" y="2314676"/>
                  <a:pt x="5305902" y="2304907"/>
                  <a:pt x="5317953" y="2304907"/>
                </a:cubicBezTo>
                <a:close/>
                <a:moveTo>
                  <a:pt x="5007193" y="2304907"/>
                </a:moveTo>
                <a:cubicBezTo>
                  <a:pt x="5019244" y="2304907"/>
                  <a:pt x="5029013" y="2314676"/>
                  <a:pt x="5029013" y="2326727"/>
                </a:cubicBezTo>
                <a:cubicBezTo>
                  <a:pt x="5029013" y="2338778"/>
                  <a:pt x="5019244" y="2348547"/>
                  <a:pt x="5007193" y="2348547"/>
                </a:cubicBezTo>
                <a:cubicBezTo>
                  <a:pt x="4995142" y="2348547"/>
                  <a:pt x="4985373" y="2338778"/>
                  <a:pt x="4985373" y="2326727"/>
                </a:cubicBezTo>
                <a:cubicBezTo>
                  <a:pt x="4985373" y="2314676"/>
                  <a:pt x="4995142" y="2304907"/>
                  <a:pt x="5007193" y="2304907"/>
                </a:cubicBezTo>
                <a:close/>
                <a:moveTo>
                  <a:pt x="4928511" y="2304907"/>
                </a:moveTo>
                <a:cubicBezTo>
                  <a:pt x="4940927" y="2304907"/>
                  <a:pt x="4950992" y="2314676"/>
                  <a:pt x="4950992" y="2326727"/>
                </a:cubicBezTo>
                <a:cubicBezTo>
                  <a:pt x="4950992" y="2338778"/>
                  <a:pt x="4940927" y="2348547"/>
                  <a:pt x="4928511" y="2348547"/>
                </a:cubicBezTo>
                <a:cubicBezTo>
                  <a:pt x="4916095" y="2348547"/>
                  <a:pt x="4906030" y="2338778"/>
                  <a:pt x="4906030" y="2326727"/>
                </a:cubicBezTo>
                <a:cubicBezTo>
                  <a:pt x="4906030" y="2314676"/>
                  <a:pt x="4916095" y="2304907"/>
                  <a:pt x="4928511" y="2304907"/>
                </a:cubicBezTo>
                <a:close/>
                <a:moveTo>
                  <a:pt x="4695111" y="2304907"/>
                </a:moveTo>
                <a:cubicBezTo>
                  <a:pt x="4707162" y="2304907"/>
                  <a:pt x="4716931" y="2314676"/>
                  <a:pt x="4716931" y="2326727"/>
                </a:cubicBezTo>
                <a:cubicBezTo>
                  <a:pt x="4716931" y="2338778"/>
                  <a:pt x="4707162" y="2348547"/>
                  <a:pt x="4695111" y="2348547"/>
                </a:cubicBezTo>
                <a:cubicBezTo>
                  <a:pt x="4683060" y="2348547"/>
                  <a:pt x="4673291" y="2338778"/>
                  <a:pt x="4673291" y="2326727"/>
                </a:cubicBezTo>
                <a:cubicBezTo>
                  <a:pt x="4673291" y="2314676"/>
                  <a:pt x="4683060" y="2304907"/>
                  <a:pt x="4695111" y="2304907"/>
                </a:cubicBezTo>
                <a:close/>
                <a:moveTo>
                  <a:pt x="4617091" y="2304907"/>
                </a:moveTo>
                <a:cubicBezTo>
                  <a:pt x="4629142" y="2304907"/>
                  <a:pt x="4638911" y="2314676"/>
                  <a:pt x="4638911" y="2326727"/>
                </a:cubicBezTo>
                <a:cubicBezTo>
                  <a:pt x="4638911" y="2338778"/>
                  <a:pt x="4629142" y="2348547"/>
                  <a:pt x="4617091" y="2348547"/>
                </a:cubicBezTo>
                <a:cubicBezTo>
                  <a:pt x="4605040" y="2348547"/>
                  <a:pt x="4595271" y="2338778"/>
                  <a:pt x="4595271" y="2326727"/>
                </a:cubicBezTo>
                <a:cubicBezTo>
                  <a:pt x="4595271" y="2314676"/>
                  <a:pt x="4605040" y="2304907"/>
                  <a:pt x="4617091" y="2304907"/>
                </a:cubicBezTo>
                <a:close/>
                <a:moveTo>
                  <a:pt x="4539070" y="2304907"/>
                </a:moveTo>
                <a:cubicBezTo>
                  <a:pt x="4551121" y="2304907"/>
                  <a:pt x="4560890" y="2314676"/>
                  <a:pt x="4560890" y="2326727"/>
                </a:cubicBezTo>
                <a:cubicBezTo>
                  <a:pt x="4560890" y="2338778"/>
                  <a:pt x="4551121" y="2348547"/>
                  <a:pt x="4539070" y="2348547"/>
                </a:cubicBezTo>
                <a:cubicBezTo>
                  <a:pt x="4527019" y="2348547"/>
                  <a:pt x="4517250" y="2338778"/>
                  <a:pt x="4517250" y="2326727"/>
                </a:cubicBezTo>
                <a:cubicBezTo>
                  <a:pt x="4517250" y="2314676"/>
                  <a:pt x="4527019" y="2304907"/>
                  <a:pt x="4539070" y="2304907"/>
                </a:cubicBezTo>
                <a:close/>
                <a:moveTo>
                  <a:pt x="4461711" y="2304907"/>
                </a:moveTo>
                <a:cubicBezTo>
                  <a:pt x="4474127" y="2304907"/>
                  <a:pt x="4484192" y="2314676"/>
                  <a:pt x="4484192" y="2326727"/>
                </a:cubicBezTo>
                <a:cubicBezTo>
                  <a:pt x="4484192" y="2338778"/>
                  <a:pt x="4474127" y="2348547"/>
                  <a:pt x="4461711" y="2348547"/>
                </a:cubicBezTo>
                <a:cubicBezTo>
                  <a:pt x="4449295" y="2348547"/>
                  <a:pt x="4439230" y="2338778"/>
                  <a:pt x="4439230" y="2326727"/>
                </a:cubicBezTo>
                <a:cubicBezTo>
                  <a:pt x="4439230" y="2314676"/>
                  <a:pt x="4449295" y="2304907"/>
                  <a:pt x="4461711" y="2304907"/>
                </a:cubicBezTo>
                <a:close/>
                <a:moveTo>
                  <a:pt x="4384351" y="2304907"/>
                </a:moveTo>
                <a:cubicBezTo>
                  <a:pt x="4396402" y="2304907"/>
                  <a:pt x="4406171" y="2314676"/>
                  <a:pt x="4406171" y="2326727"/>
                </a:cubicBezTo>
                <a:cubicBezTo>
                  <a:pt x="4406171" y="2338778"/>
                  <a:pt x="4396402" y="2348547"/>
                  <a:pt x="4384351" y="2348547"/>
                </a:cubicBezTo>
                <a:cubicBezTo>
                  <a:pt x="4372300" y="2348547"/>
                  <a:pt x="4362531" y="2338778"/>
                  <a:pt x="4362531" y="2326727"/>
                </a:cubicBezTo>
                <a:cubicBezTo>
                  <a:pt x="4362531" y="2314676"/>
                  <a:pt x="4372300" y="2304907"/>
                  <a:pt x="4384351" y="2304907"/>
                </a:cubicBezTo>
                <a:close/>
                <a:moveTo>
                  <a:pt x="4305009" y="2304907"/>
                </a:moveTo>
                <a:cubicBezTo>
                  <a:pt x="4317060" y="2304907"/>
                  <a:pt x="4326829" y="2314676"/>
                  <a:pt x="4326829" y="2326727"/>
                </a:cubicBezTo>
                <a:cubicBezTo>
                  <a:pt x="4326829" y="2338778"/>
                  <a:pt x="4317060" y="2348547"/>
                  <a:pt x="4305009" y="2348547"/>
                </a:cubicBezTo>
                <a:cubicBezTo>
                  <a:pt x="4292958" y="2348547"/>
                  <a:pt x="4283189" y="2338778"/>
                  <a:pt x="4283189" y="2326727"/>
                </a:cubicBezTo>
                <a:cubicBezTo>
                  <a:pt x="4283189" y="2314676"/>
                  <a:pt x="4292958" y="2304907"/>
                  <a:pt x="4305009" y="2304907"/>
                </a:cubicBezTo>
                <a:close/>
                <a:moveTo>
                  <a:pt x="4226989" y="2304907"/>
                </a:moveTo>
                <a:cubicBezTo>
                  <a:pt x="4239040" y="2304907"/>
                  <a:pt x="4248809" y="2314676"/>
                  <a:pt x="4248809" y="2326727"/>
                </a:cubicBezTo>
                <a:cubicBezTo>
                  <a:pt x="4248809" y="2338778"/>
                  <a:pt x="4239040" y="2348547"/>
                  <a:pt x="4226989" y="2348547"/>
                </a:cubicBezTo>
                <a:cubicBezTo>
                  <a:pt x="4214938" y="2348547"/>
                  <a:pt x="4205169" y="2338778"/>
                  <a:pt x="4205169" y="2326727"/>
                </a:cubicBezTo>
                <a:cubicBezTo>
                  <a:pt x="4205169" y="2314676"/>
                  <a:pt x="4214938" y="2304907"/>
                  <a:pt x="4226989" y="2304907"/>
                </a:cubicBezTo>
                <a:close/>
                <a:moveTo>
                  <a:pt x="4149629" y="2304907"/>
                </a:moveTo>
                <a:cubicBezTo>
                  <a:pt x="4162045" y="2304907"/>
                  <a:pt x="4172110" y="2314676"/>
                  <a:pt x="4172110" y="2326727"/>
                </a:cubicBezTo>
                <a:cubicBezTo>
                  <a:pt x="4172110" y="2338778"/>
                  <a:pt x="4162045" y="2348547"/>
                  <a:pt x="4149629" y="2348547"/>
                </a:cubicBezTo>
                <a:cubicBezTo>
                  <a:pt x="4137213" y="2348547"/>
                  <a:pt x="4127148" y="2338778"/>
                  <a:pt x="4127148" y="2326727"/>
                </a:cubicBezTo>
                <a:cubicBezTo>
                  <a:pt x="4127148" y="2314676"/>
                  <a:pt x="4137213" y="2304907"/>
                  <a:pt x="4149629" y="2304907"/>
                </a:cubicBezTo>
                <a:close/>
                <a:moveTo>
                  <a:pt x="2280445" y="2304907"/>
                </a:moveTo>
                <a:cubicBezTo>
                  <a:pt x="2292496" y="2304907"/>
                  <a:pt x="2302265" y="2314676"/>
                  <a:pt x="2302265" y="2326727"/>
                </a:cubicBezTo>
                <a:cubicBezTo>
                  <a:pt x="2302265" y="2338778"/>
                  <a:pt x="2292496" y="2348547"/>
                  <a:pt x="2280445" y="2348547"/>
                </a:cubicBezTo>
                <a:cubicBezTo>
                  <a:pt x="2268394" y="2348547"/>
                  <a:pt x="2258625" y="2338778"/>
                  <a:pt x="2258625" y="2326727"/>
                </a:cubicBezTo>
                <a:cubicBezTo>
                  <a:pt x="2258625" y="2314676"/>
                  <a:pt x="2268394" y="2304907"/>
                  <a:pt x="2280445" y="2304907"/>
                </a:cubicBezTo>
                <a:close/>
                <a:moveTo>
                  <a:pt x="2203086" y="2304907"/>
                </a:moveTo>
                <a:cubicBezTo>
                  <a:pt x="2215502" y="2304907"/>
                  <a:pt x="2225567" y="2314676"/>
                  <a:pt x="2225567" y="2326727"/>
                </a:cubicBezTo>
                <a:cubicBezTo>
                  <a:pt x="2225567" y="2338778"/>
                  <a:pt x="2215502" y="2348547"/>
                  <a:pt x="2203086" y="2348547"/>
                </a:cubicBezTo>
                <a:cubicBezTo>
                  <a:pt x="2190670" y="2348547"/>
                  <a:pt x="2180605" y="2338778"/>
                  <a:pt x="2180605" y="2326727"/>
                </a:cubicBezTo>
                <a:cubicBezTo>
                  <a:pt x="2180605" y="2314676"/>
                  <a:pt x="2190670" y="2304907"/>
                  <a:pt x="2203086" y="2304907"/>
                </a:cubicBezTo>
                <a:close/>
                <a:moveTo>
                  <a:pt x="2125727" y="2304907"/>
                </a:moveTo>
                <a:cubicBezTo>
                  <a:pt x="2137778" y="2304907"/>
                  <a:pt x="2147547" y="2314676"/>
                  <a:pt x="2147547" y="2326727"/>
                </a:cubicBezTo>
                <a:cubicBezTo>
                  <a:pt x="2147547" y="2338778"/>
                  <a:pt x="2137778" y="2348547"/>
                  <a:pt x="2125727" y="2348547"/>
                </a:cubicBezTo>
                <a:cubicBezTo>
                  <a:pt x="2113676" y="2348547"/>
                  <a:pt x="2103907" y="2338778"/>
                  <a:pt x="2103907" y="2326727"/>
                </a:cubicBezTo>
                <a:cubicBezTo>
                  <a:pt x="2103907" y="2314676"/>
                  <a:pt x="2113676" y="2304907"/>
                  <a:pt x="2125727" y="2304907"/>
                </a:cubicBezTo>
                <a:close/>
                <a:moveTo>
                  <a:pt x="2047706" y="2304907"/>
                </a:moveTo>
                <a:cubicBezTo>
                  <a:pt x="2059757" y="2304907"/>
                  <a:pt x="2069526" y="2314676"/>
                  <a:pt x="2069526" y="2326727"/>
                </a:cubicBezTo>
                <a:cubicBezTo>
                  <a:pt x="2069526" y="2338778"/>
                  <a:pt x="2059757" y="2348547"/>
                  <a:pt x="2047706" y="2348547"/>
                </a:cubicBezTo>
                <a:cubicBezTo>
                  <a:pt x="2035655" y="2348547"/>
                  <a:pt x="2025886" y="2338778"/>
                  <a:pt x="2025886" y="2326727"/>
                </a:cubicBezTo>
                <a:cubicBezTo>
                  <a:pt x="2025886" y="2314676"/>
                  <a:pt x="2035655" y="2304907"/>
                  <a:pt x="2047706" y="2304907"/>
                </a:cubicBezTo>
                <a:close/>
                <a:moveTo>
                  <a:pt x="1968363" y="2304906"/>
                </a:moveTo>
                <a:cubicBezTo>
                  <a:pt x="1980414" y="2304906"/>
                  <a:pt x="1990183" y="2314675"/>
                  <a:pt x="1990183" y="2326726"/>
                </a:cubicBezTo>
                <a:cubicBezTo>
                  <a:pt x="1990183" y="2338777"/>
                  <a:pt x="1980414" y="2348546"/>
                  <a:pt x="1968363" y="2348546"/>
                </a:cubicBezTo>
                <a:cubicBezTo>
                  <a:pt x="1956312" y="2348546"/>
                  <a:pt x="1946543" y="2338777"/>
                  <a:pt x="1946543" y="2326726"/>
                </a:cubicBezTo>
                <a:cubicBezTo>
                  <a:pt x="1946543" y="2314675"/>
                  <a:pt x="1956312" y="2304906"/>
                  <a:pt x="1968363" y="2304906"/>
                </a:cubicBezTo>
                <a:close/>
                <a:moveTo>
                  <a:pt x="1891011" y="2304906"/>
                </a:moveTo>
                <a:cubicBezTo>
                  <a:pt x="1903431" y="2304906"/>
                  <a:pt x="1913495" y="2314675"/>
                  <a:pt x="1913495" y="2326726"/>
                </a:cubicBezTo>
                <a:cubicBezTo>
                  <a:pt x="1913495" y="2338777"/>
                  <a:pt x="1903431" y="2348546"/>
                  <a:pt x="1891011" y="2348546"/>
                </a:cubicBezTo>
                <a:cubicBezTo>
                  <a:pt x="1878594" y="2348546"/>
                  <a:pt x="1868529" y="2338777"/>
                  <a:pt x="1868529" y="2326726"/>
                </a:cubicBezTo>
                <a:cubicBezTo>
                  <a:pt x="1868529" y="2314675"/>
                  <a:pt x="1878594" y="2304906"/>
                  <a:pt x="1891011" y="2304906"/>
                </a:cubicBezTo>
                <a:close/>
                <a:moveTo>
                  <a:pt x="1813657" y="2304906"/>
                </a:moveTo>
                <a:cubicBezTo>
                  <a:pt x="1825704" y="2304906"/>
                  <a:pt x="1835474" y="2314675"/>
                  <a:pt x="1835474" y="2326726"/>
                </a:cubicBezTo>
                <a:cubicBezTo>
                  <a:pt x="1835474" y="2338777"/>
                  <a:pt x="1825704" y="2348546"/>
                  <a:pt x="1813657" y="2348546"/>
                </a:cubicBezTo>
                <a:cubicBezTo>
                  <a:pt x="1801603" y="2348546"/>
                  <a:pt x="1791833" y="2338777"/>
                  <a:pt x="1791833" y="2326726"/>
                </a:cubicBezTo>
                <a:cubicBezTo>
                  <a:pt x="1791833" y="2314675"/>
                  <a:pt x="1801603" y="2304906"/>
                  <a:pt x="1813657" y="2304906"/>
                </a:cubicBezTo>
                <a:close/>
                <a:moveTo>
                  <a:pt x="1735633" y="2304906"/>
                </a:moveTo>
                <a:cubicBezTo>
                  <a:pt x="1747685" y="2304906"/>
                  <a:pt x="1757457" y="2314675"/>
                  <a:pt x="1757457" y="2326726"/>
                </a:cubicBezTo>
                <a:cubicBezTo>
                  <a:pt x="1757457" y="2338777"/>
                  <a:pt x="1747685" y="2348546"/>
                  <a:pt x="1735633" y="2348546"/>
                </a:cubicBezTo>
                <a:cubicBezTo>
                  <a:pt x="1723586" y="2348546"/>
                  <a:pt x="1713819" y="2338777"/>
                  <a:pt x="1713819" y="2326726"/>
                </a:cubicBezTo>
                <a:cubicBezTo>
                  <a:pt x="1713819" y="2314675"/>
                  <a:pt x="1723586" y="2304906"/>
                  <a:pt x="1735633" y="2304906"/>
                </a:cubicBezTo>
                <a:close/>
                <a:moveTo>
                  <a:pt x="1657611" y="2304906"/>
                </a:moveTo>
                <a:cubicBezTo>
                  <a:pt x="1669659" y="2304906"/>
                  <a:pt x="1679436" y="2314675"/>
                  <a:pt x="1679436" y="2326726"/>
                </a:cubicBezTo>
                <a:cubicBezTo>
                  <a:pt x="1679436" y="2338777"/>
                  <a:pt x="1669659" y="2348546"/>
                  <a:pt x="1657611" y="2348546"/>
                </a:cubicBezTo>
                <a:cubicBezTo>
                  <a:pt x="1645568" y="2348546"/>
                  <a:pt x="1635796" y="2338777"/>
                  <a:pt x="1635796" y="2326726"/>
                </a:cubicBezTo>
                <a:cubicBezTo>
                  <a:pt x="1635796" y="2314675"/>
                  <a:pt x="1645568" y="2304906"/>
                  <a:pt x="1657611" y="2304906"/>
                </a:cubicBezTo>
                <a:close/>
                <a:moveTo>
                  <a:pt x="1580257" y="2304906"/>
                </a:moveTo>
                <a:cubicBezTo>
                  <a:pt x="1592669" y="2304906"/>
                  <a:pt x="1602734" y="2314675"/>
                  <a:pt x="1602734" y="2326726"/>
                </a:cubicBezTo>
                <a:cubicBezTo>
                  <a:pt x="1602734" y="2338777"/>
                  <a:pt x="1592669" y="2348546"/>
                  <a:pt x="1580257" y="2348546"/>
                </a:cubicBezTo>
                <a:cubicBezTo>
                  <a:pt x="1567839" y="2348546"/>
                  <a:pt x="1557771" y="2338777"/>
                  <a:pt x="1557771" y="2326726"/>
                </a:cubicBezTo>
                <a:cubicBezTo>
                  <a:pt x="1557771" y="2314675"/>
                  <a:pt x="1567839" y="2304906"/>
                  <a:pt x="1580257" y="2304906"/>
                </a:cubicBezTo>
                <a:close/>
                <a:moveTo>
                  <a:pt x="1502899" y="2304906"/>
                </a:moveTo>
                <a:cubicBezTo>
                  <a:pt x="1514943" y="2304906"/>
                  <a:pt x="1524717" y="2314675"/>
                  <a:pt x="1524717" y="2326726"/>
                </a:cubicBezTo>
                <a:cubicBezTo>
                  <a:pt x="1524717" y="2338777"/>
                  <a:pt x="1514943" y="2348546"/>
                  <a:pt x="1502899" y="2348546"/>
                </a:cubicBezTo>
                <a:cubicBezTo>
                  <a:pt x="1490842" y="2348546"/>
                  <a:pt x="1481077" y="2338777"/>
                  <a:pt x="1481077" y="2326726"/>
                </a:cubicBezTo>
                <a:cubicBezTo>
                  <a:pt x="1481077" y="2314675"/>
                  <a:pt x="1490842" y="2304906"/>
                  <a:pt x="1502899" y="2304906"/>
                </a:cubicBezTo>
                <a:close/>
                <a:moveTo>
                  <a:pt x="1424212" y="2304906"/>
                </a:moveTo>
                <a:cubicBezTo>
                  <a:pt x="1436628" y="2304906"/>
                  <a:pt x="1446695" y="2314675"/>
                  <a:pt x="1446695" y="2326726"/>
                </a:cubicBezTo>
                <a:cubicBezTo>
                  <a:pt x="1446695" y="2338777"/>
                  <a:pt x="1436628" y="2348546"/>
                  <a:pt x="1424212" y="2348546"/>
                </a:cubicBezTo>
                <a:cubicBezTo>
                  <a:pt x="1411799" y="2348546"/>
                  <a:pt x="1401732" y="2338777"/>
                  <a:pt x="1401732" y="2326726"/>
                </a:cubicBezTo>
                <a:cubicBezTo>
                  <a:pt x="1401732" y="2314675"/>
                  <a:pt x="1411799" y="2304906"/>
                  <a:pt x="1424212" y="2304906"/>
                </a:cubicBezTo>
                <a:close/>
                <a:moveTo>
                  <a:pt x="1345532" y="2304906"/>
                </a:moveTo>
                <a:cubicBezTo>
                  <a:pt x="1357582" y="2304906"/>
                  <a:pt x="1367350" y="2314675"/>
                  <a:pt x="1367350" y="2326726"/>
                </a:cubicBezTo>
                <a:cubicBezTo>
                  <a:pt x="1367350" y="2338777"/>
                  <a:pt x="1357582" y="2348546"/>
                  <a:pt x="1345532" y="2348546"/>
                </a:cubicBezTo>
                <a:cubicBezTo>
                  <a:pt x="1333479" y="2348546"/>
                  <a:pt x="1323709" y="2338777"/>
                  <a:pt x="1323709" y="2326726"/>
                </a:cubicBezTo>
                <a:cubicBezTo>
                  <a:pt x="1323709" y="2314675"/>
                  <a:pt x="1333479" y="2304906"/>
                  <a:pt x="1345532" y="2304906"/>
                </a:cubicBezTo>
                <a:close/>
                <a:moveTo>
                  <a:pt x="8044700" y="2226886"/>
                </a:moveTo>
                <a:cubicBezTo>
                  <a:pt x="8056751" y="2226886"/>
                  <a:pt x="8066520" y="2236655"/>
                  <a:pt x="8066520" y="2248706"/>
                </a:cubicBezTo>
                <a:cubicBezTo>
                  <a:pt x="8066520" y="2260757"/>
                  <a:pt x="8056751" y="2270526"/>
                  <a:pt x="8044700" y="2270526"/>
                </a:cubicBezTo>
                <a:cubicBezTo>
                  <a:pt x="8032649" y="2270526"/>
                  <a:pt x="8022880" y="2260757"/>
                  <a:pt x="8022880" y="2248706"/>
                </a:cubicBezTo>
                <a:cubicBezTo>
                  <a:pt x="8022880" y="2236655"/>
                  <a:pt x="8032649" y="2226886"/>
                  <a:pt x="8044700" y="2226886"/>
                </a:cubicBezTo>
                <a:close/>
                <a:moveTo>
                  <a:pt x="7966679" y="2226886"/>
                </a:moveTo>
                <a:cubicBezTo>
                  <a:pt x="7978730" y="2226886"/>
                  <a:pt x="7988499" y="2236655"/>
                  <a:pt x="7988499" y="2248706"/>
                </a:cubicBezTo>
                <a:cubicBezTo>
                  <a:pt x="7988499" y="2260757"/>
                  <a:pt x="7978730" y="2270526"/>
                  <a:pt x="7966679" y="2270526"/>
                </a:cubicBezTo>
                <a:cubicBezTo>
                  <a:pt x="7954628" y="2270526"/>
                  <a:pt x="7944859" y="2260757"/>
                  <a:pt x="7944859" y="2248706"/>
                </a:cubicBezTo>
                <a:cubicBezTo>
                  <a:pt x="7944859" y="2236655"/>
                  <a:pt x="7954628" y="2226886"/>
                  <a:pt x="7966679" y="2226886"/>
                </a:cubicBezTo>
                <a:close/>
                <a:moveTo>
                  <a:pt x="7888658" y="2226886"/>
                </a:moveTo>
                <a:cubicBezTo>
                  <a:pt x="7900709" y="2226886"/>
                  <a:pt x="7910478" y="2236655"/>
                  <a:pt x="7910478" y="2248706"/>
                </a:cubicBezTo>
                <a:cubicBezTo>
                  <a:pt x="7910478" y="2260757"/>
                  <a:pt x="7900709" y="2270526"/>
                  <a:pt x="7888658" y="2270526"/>
                </a:cubicBezTo>
                <a:cubicBezTo>
                  <a:pt x="7876607" y="2270526"/>
                  <a:pt x="7866838" y="2260757"/>
                  <a:pt x="7866838" y="2248706"/>
                </a:cubicBezTo>
                <a:cubicBezTo>
                  <a:pt x="7866838" y="2236655"/>
                  <a:pt x="7876607" y="2226886"/>
                  <a:pt x="7888658" y="2226886"/>
                </a:cubicBezTo>
                <a:close/>
                <a:moveTo>
                  <a:pt x="7809316" y="2226886"/>
                </a:moveTo>
                <a:cubicBezTo>
                  <a:pt x="7821367" y="2226886"/>
                  <a:pt x="7831136" y="2236655"/>
                  <a:pt x="7831136" y="2248706"/>
                </a:cubicBezTo>
                <a:cubicBezTo>
                  <a:pt x="7831136" y="2260757"/>
                  <a:pt x="7821367" y="2270526"/>
                  <a:pt x="7809316" y="2270526"/>
                </a:cubicBezTo>
                <a:cubicBezTo>
                  <a:pt x="7797265" y="2270526"/>
                  <a:pt x="7787496" y="2260757"/>
                  <a:pt x="7787496" y="2248706"/>
                </a:cubicBezTo>
                <a:cubicBezTo>
                  <a:pt x="7787496" y="2236655"/>
                  <a:pt x="7797265" y="2226886"/>
                  <a:pt x="7809316" y="2226886"/>
                </a:cubicBezTo>
                <a:close/>
                <a:moveTo>
                  <a:pt x="7731957" y="2226886"/>
                </a:moveTo>
                <a:cubicBezTo>
                  <a:pt x="7744373" y="2226886"/>
                  <a:pt x="7754438" y="2236655"/>
                  <a:pt x="7754438" y="2248706"/>
                </a:cubicBezTo>
                <a:cubicBezTo>
                  <a:pt x="7754438" y="2260757"/>
                  <a:pt x="7744373" y="2270526"/>
                  <a:pt x="7731957" y="2270526"/>
                </a:cubicBezTo>
                <a:cubicBezTo>
                  <a:pt x="7719541" y="2270526"/>
                  <a:pt x="7709476" y="2260757"/>
                  <a:pt x="7709476" y="2248706"/>
                </a:cubicBezTo>
                <a:cubicBezTo>
                  <a:pt x="7709476" y="2236655"/>
                  <a:pt x="7719541" y="2226886"/>
                  <a:pt x="7731957" y="2226886"/>
                </a:cubicBezTo>
                <a:close/>
                <a:moveTo>
                  <a:pt x="7498556" y="2226886"/>
                </a:moveTo>
                <a:cubicBezTo>
                  <a:pt x="7510607" y="2226886"/>
                  <a:pt x="7520376" y="2236655"/>
                  <a:pt x="7520376" y="2248706"/>
                </a:cubicBezTo>
                <a:cubicBezTo>
                  <a:pt x="7520376" y="2260757"/>
                  <a:pt x="7510607" y="2270526"/>
                  <a:pt x="7498556" y="2270526"/>
                </a:cubicBezTo>
                <a:cubicBezTo>
                  <a:pt x="7486505" y="2270526"/>
                  <a:pt x="7476736" y="2260757"/>
                  <a:pt x="7476736" y="2248706"/>
                </a:cubicBezTo>
                <a:cubicBezTo>
                  <a:pt x="7476736" y="2236655"/>
                  <a:pt x="7486505" y="2226886"/>
                  <a:pt x="7498556" y="2226886"/>
                </a:cubicBezTo>
                <a:close/>
                <a:moveTo>
                  <a:pt x="7421198" y="2226886"/>
                </a:moveTo>
                <a:cubicBezTo>
                  <a:pt x="7433614" y="2226886"/>
                  <a:pt x="7443679" y="2236655"/>
                  <a:pt x="7443679" y="2248706"/>
                </a:cubicBezTo>
                <a:cubicBezTo>
                  <a:pt x="7443679" y="2260757"/>
                  <a:pt x="7433614" y="2270526"/>
                  <a:pt x="7421198" y="2270526"/>
                </a:cubicBezTo>
                <a:cubicBezTo>
                  <a:pt x="7408782" y="2270526"/>
                  <a:pt x="7398717" y="2260757"/>
                  <a:pt x="7398717" y="2248706"/>
                </a:cubicBezTo>
                <a:cubicBezTo>
                  <a:pt x="7398717" y="2236655"/>
                  <a:pt x="7408782" y="2226886"/>
                  <a:pt x="7421198" y="2226886"/>
                </a:cubicBezTo>
                <a:close/>
                <a:moveTo>
                  <a:pt x="7343838" y="2226886"/>
                </a:moveTo>
                <a:cubicBezTo>
                  <a:pt x="7355889" y="2226886"/>
                  <a:pt x="7365658" y="2236655"/>
                  <a:pt x="7365658" y="2248706"/>
                </a:cubicBezTo>
                <a:cubicBezTo>
                  <a:pt x="7365658" y="2260757"/>
                  <a:pt x="7355889" y="2270526"/>
                  <a:pt x="7343838" y="2270526"/>
                </a:cubicBezTo>
                <a:cubicBezTo>
                  <a:pt x="7331787" y="2270526"/>
                  <a:pt x="7322018" y="2260757"/>
                  <a:pt x="7322018" y="2248706"/>
                </a:cubicBezTo>
                <a:cubicBezTo>
                  <a:pt x="7322018" y="2236655"/>
                  <a:pt x="7331787" y="2226886"/>
                  <a:pt x="7343838" y="2226886"/>
                </a:cubicBezTo>
                <a:close/>
                <a:moveTo>
                  <a:pt x="7264495" y="2226886"/>
                </a:moveTo>
                <a:cubicBezTo>
                  <a:pt x="7276546" y="2226886"/>
                  <a:pt x="7286315" y="2236655"/>
                  <a:pt x="7286315" y="2248706"/>
                </a:cubicBezTo>
                <a:cubicBezTo>
                  <a:pt x="7286315" y="2260757"/>
                  <a:pt x="7276546" y="2270526"/>
                  <a:pt x="7264495" y="2270526"/>
                </a:cubicBezTo>
                <a:cubicBezTo>
                  <a:pt x="7252444" y="2270526"/>
                  <a:pt x="7242675" y="2260757"/>
                  <a:pt x="7242675" y="2248706"/>
                </a:cubicBezTo>
                <a:cubicBezTo>
                  <a:pt x="7242675" y="2236655"/>
                  <a:pt x="7252444" y="2226886"/>
                  <a:pt x="7264495" y="2226886"/>
                </a:cubicBezTo>
                <a:close/>
                <a:moveTo>
                  <a:pt x="7186475" y="2226886"/>
                </a:moveTo>
                <a:cubicBezTo>
                  <a:pt x="7198526" y="2226886"/>
                  <a:pt x="7208295" y="2236655"/>
                  <a:pt x="7208295" y="2248706"/>
                </a:cubicBezTo>
                <a:cubicBezTo>
                  <a:pt x="7208295" y="2260757"/>
                  <a:pt x="7198526" y="2270526"/>
                  <a:pt x="7186475" y="2270526"/>
                </a:cubicBezTo>
                <a:cubicBezTo>
                  <a:pt x="7174424" y="2270526"/>
                  <a:pt x="7164655" y="2260757"/>
                  <a:pt x="7164655" y="2248706"/>
                </a:cubicBezTo>
                <a:cubicBezTo>
                  <a:pt x="7164655" y="2236655"/>
                  <a:pt x="7174424" y="2226886"/>
                  <a:pt x="7186475" y="2226886"/>
                </a:cubicBezTo>
                <a:close/>
                <a:moveTo>
                  <a:pt x="7109116" y="2226886"/>
                </a:moveTo>
                <a:cubicBezTo>
                  <a:pt x="7121532" y="2226886"/>
                  <a:pt x="7131597" y="2236655"/>
                  <a:pt x="7131597" y="2248706"/>
                </a:cubicBezTo>
                <a:cubicBezTo>
                  <a:pt x="7131597" y="2260757"/>
                  <a:pt x="7121532" y="2270526"/>
                  <a:pt x="7109116" y="2270526"/>
                </a:cubicBezTo>
                <a:cubicBezTo>
                  <a:pt x="7096700" y="2270526"/>
                  <a:pt x="7086635" y="2260757"/>
                  <a:pt x="7086635" y="2248706"/>
                </a:cubicBezTo>
                <a:cubicBezTo>
                  <a:pt x="7086635" y="2236655"/>
                  <a:pt x="7096700" y="2226886"/>
                  <a:pt x="7109116" y="2226886"/>
                </a:cubicBezTo>
                <a:close/>
                <a:moveTo>
                  <a:pt x="7031757" y="2226886"/>
                </a:moveTo>
                <a:cubicBezTo>
                  <a:pt x="7043808" y="2226886"/>
                  <a:pt x="7053577" y="2236655"/>
                  <a:pt x="7053577" y="2248706"/>
                </a:cubicBezTo>
                <a:cubicBezTo>
                  <a:pt x="7053577" y="2260757"/>
                  <a:pt x="7043808" y="2270526"/>
                  <a:pt x="7031757" y="2270526"/>
                </a:cubicBezTo>
                <a:cubicBezTo>
                  <a:pt x="7019706" y="2270526"/>
                  <a:pt x="7009937" y="2260757"/>
                  <a:pt x="7009937" y="2248706"/>
                </a:cubicBezTo>
                <a:cubicBezTo>
                  <a:pt x="7009937" y="2236655"/>
                  <a:pt x="7019706" y="2226886"/>
                  <a:pt x="7031757" y="2226886"/>
                </a:cubicBezTo>
                <a:close/>
                <a:moveTo>
                  <a:pt x="6953736" y="2226886"/>
                </a:moveTo>
                <a:cubicBezTo>
                  <a:pt x="6965787" y="2226886"/>
                  <a:pt x="6975556" y="2236655"/>
                  <a:pt x="6975556" y="2248706"/>
                </a:cubicBezTo>
                <a:cubicBezTo>
                  <a:pt x="6975556" y="2260757"/>
                  <a:pt x="6965787" y="2270526"/>
                  <a:pt x="6953736" y="2270526"/>
                </a:cubicBezTo>
                <a:cubicBezTo>
                  <a:pt x="6941685" y="2270526"/>
                  <a:pt x="6931916" y="2260757"/>
                  <a:pt x="6931916" y="2248706"/>
                </a:cubicBezTo>
                <a:cubicBezTo>
                  <a:pt x="6931916" y="2236655"/>
                  <a:pt x="6941685" y="2226886"/>
                  <a:pt x="6953736" y="2226886"/>
                </a:cubicBezTo>
                <a:close/>
                <a:moveTo>
                  <a:pt x="6875716" y="2226886"/>
                </a:moveTo>
                <a:cubicBezTo>
                  <a:pt x="6887767" y="2226886"/>
                  <a:pt x="6897536" y="2236655"/>
                  <a:pt x="6897536" y="2248706"/>
                </a:cubicBezTo>
                <a:cubicBezTo>
                  <a:pt x="6897536" y="2260757"/>
                  <a:pt x="6887767" y="2270526"/>
                  <a:pt x="6875716" y="2270526"/>
                </a:cubicBezTo>
                <a:cubicBezTo>
                  <a:pt x="6863665" y="2270526"/>
                  <a:pt x="6853896" y="2260757"/>
                  <a:pt x="6853896" y="2248706"/>
                </a:cubicBezTo>
                <a:cubicBezTo>
                  <a:pt x="6853896" y="2236655"/>
                  <a:pt x="6863665" y="2226886"/>
                  <a:pt x="6875716" y="2226886"/>
                </a:cubicBezTo>
                <a:close/>
                <a:moveTo>
                  <a:pt x="6798356" y="2226886"/>
                </a:moveTo>
                <a:cubicBezTo>
                  <a:pt x="6810772" y="2226886"/>
                  <a:pt x="6820837" y="2236655"/>
                  <a:pt x="6820837" y="2248706"/>
                </a:cubicBezTo>
                <a:cubicBezTo>
                  <a:pt x="6820837" y="2260757"/>
                  <a:pt x="6810772" y="2270526"/>
                  <a:pt x="6798356" y="2270526"/>
                </a:cubicBezTo>
                <a:cubicBezTo>
                  <a:pt x="6785940" y="2270526"/>
                  <a:pt x="6775875" y="2260757"/>
                  <a:pt x="6775875" y="2248706"/>
                </a:cubicBezTo>
                <a:cubicBezTo>
                  <a:pt x="6775875" y="2236655"/>
                  <a:pt x="6785940" y="2226886"/>
                  <a:pt x="6798356" y="2226886"/>
                </a:cubicBezTo>
                <a:close/>
                <a:moveTo>
                  <a:pt x="6719675" y="2226886"/>
                </a:moveTo>
                <a:cubicBezTo>
                  <a:pt x="6731726" y="2226886"/>
                  <a:pt x="6741495" y="2236655"/>
                  <a:pt x="6741495" y="2248706"/>
                </a:cubicBezTo>
                <a:cubicBezTo>
                  <a:pt x="6741495" y="2260757"/>
                  <a:pt x="6731726" y="2270526"/>
                  <a:pt x="6719675" y="2270526"/>
                </a:cubicBezTo>
                <a:cubicBezTo>
                  <a:pt x="6707624" y="2270526"/>
                  <a:pt x="6697855" y="2260757"/>
                  <a:pt x="6697855" y="2248706"/>
                </a:cubicBezTo>
                <a:cubicBezTo>
                  <a:pt x="6697855" y="2236655"/>
                  <a:pt x="6707624" y="2226886"/>
                  <a:pt x="6719675" y="2226886"/>
                </a:cubicBezTo>
                <a:close/>
                <a:moveTo>
                  <a:pt x="6641655" y="2226886"/>
                </a:moveTo>
                <a:cubicBezTo>
                  <a:pt x="6653706" y="2226886"/>
                  <a:pt x="6663475" y="2236655"/>
                  <a:pt x="6663475" y="2248706"/>
                </a:cubicBezTo>
                <a:cubicBezTo>
                  <a:pt x="6663475" y="2260757"/>
                  <a:pt x="6653706" y="2270526"/>
                  <a:pt x="6641655" y="2270526"/>
                </a:cubicBezTo>
                <a:cubicBezTo>
                  <a:pt x="6629604" y="2270526"/>
                  <a:pt x="6619835" y="2260757"/>
                  <a:pt x="6619835" y="2248706"/>
                </a:cubicBezTo>
                <a:cubicBezTo>
                  <a:pt x="6619835" y="2236655"/>
                  <a:pt x="6629604" y="2226886"/>
                  <a:pt x="6641655" y="2226886"/>
                </a:cubicBezTo>
                <a:close/>
                <a:moveTo>
                  <a:pt x="6563634" y="2226886"/>
                </a:moveTo>
                <a:cubicBezTo>
                  <a:pt x="6575685" y="2226886"/>
                  <a:pt x="6585454" y="2236655"/>
                  <a:pt x="6585454" y="2248706"/>
                </a:cubicBezTo>
                <a:cubicBezTo>
                  <a:pt x="6585454" y="2260757"/>
                  <a:pt x="6575685" y="2270526"/>
                  <a:pt x="6563634" y="2270526"/>
                </a:cubicBezTo>
                <a:cubicBezTo>
                  <a:pt x="6551583" y="2270526"/>
                  <a:pt x="6541814" y="2260757"/>
                  <a:pt x="6541814" y="2248706"/>
                </a:cubicBezTo>
                <a:cubicBezTo>
                  <a:pt x="6541814" y="2236655"/>
                  <a:pt x="6551583" y="2226886"/>
                  <a:pt x="6563634" y="2226886"/>
                </a:cubicBezTo>
                <a:close/>
                <a:moveTo>
                  <a:pt x="6485613" y="2226886"/>
                </a:moveTo>
                <a:cubicBezTo>
                  <a:pt x="6497664" y="2226886"/>
                  <a:pt x="6507433" y="2236655"/>
                  <a:pt x="6507433" y="2248706"/>
                </a:cubicBezTo>
                <a:cubicBezTo>
                  <a:pt x="6507433" y="2260757"/>
                  <a:pt x="6497664" y="2270526"/>
                  <a:pt x="6485613" y="2270526"/>
                </a:cubicBezTo>
                <a:cubicBezTo>
                  <a:pt x="6473562" y="2270526"/>
                  <a:pt x="6463793" y="2260757"/>
                  <a:pt x="6463793" y="2248706"/>
                </a:cubicBezTo>
                <a:cubicBezTo>
                  <a:pt x="6463793" y="2236655"/>
                  <a:pt x="6473562" y="2226886"/>
                  <a:pt x="6485613" y="2226886"/>
                </a:cubicBezTo>
                <a:close/>
                <a:moveTo>
                  <a:pt x="6408916" y="2226886"/>
                </a:moveTo>
                <a:cubicBezTo>
                  <a:pt x="6420967" y="2226886"/>
                  <a:pt x="6430736" y="2236655"/>
                  <a:pt x="6430736" y="2248706"/>
                </a:cubicBezTo>
                <a:cubicBezTo>
                  <a:pt x="6430736" y="2260757"/>
                  <a:pt x="6420967" y="2270526"/>
                  <a:pt x="6408916" y="2270526"/>
                </a:cubicBezTo>
                <a:cubicBezTo>
                  <a:pt x="6396865" y="2270526"/>
                  <a:pt x="6387096" y="2260757"/>
                  <a:pt x="6387096" y="2248706"/>
                </a:cubicBezTo>
                <a:cubicBezTo>
                  <a:pt x="6387096" y="2236655"/>
                  <a:pt x="6396865" y="2226886"/>
                  <a:pt x="6408916" y="2226886"/>
                </a:cubicBezTo>
                <a:close/>
                <a:moveTo>
                  <a:pt x="6330896" y="2226886"/>
                </a:moveTo>
                <a:cubicBezTo>
                  <a:pt x="6342947" y="2226886"/>
                  <a:pt x="6352716" y="2236655"/>
                  <a:pt x="6352716" y="2248706"/>
                </a:cubicBezTo>
                <a:cubicBezTo>
                  <a:pt x="6352716" y="2260757"/>
                  <a:pt x="6342947" y="2270526"/>
                  <a:pt x="6330896" y="2270526"/>
                </a:cubicBezTo>
                <a:cubicBezTo>
                  <a:pt x="6318845" y="2270526"/>
                  <a:pt x="6309076" y="2260757"/>
                  <a:pt x="6309076" y="2248706"/>
                </a:cubicBezTo>
                <a:cubicBezTo>
                  <a:pt x="6309076" y="2236655"/>
                  <a:pt x="6318845" y="2226886"/>
                  <a:pt x="6330896" y="2226886"/>
                </a:cubicBezTo>
                <a:close/>
                <a:moveTo>
                  <a:pt x="6252875" y="2226886"/>
                </a:moveTo>
                <a:cubicBezTo>
                  <a:pt x="6264926" y="2226886"/>
                  <a:pt x="6274695" y="2236655"/>
                  <a:pt x="6274695" y="2248706"/>
                </a:cubicBezTo>
                <a:cubicBezTo>
                  <a:pt x="6274695" y="2260757"/>
                  <a:pt x="6264926" y="2270526"/>
                  <a:pt x="6252875" y="2270526"/>
                </a:cubicBezTo>
                <a:cubicBezTo>
                  <a:pt x="6240824" y="2270526"/>
                  <a:pt x="6231055" y="2260757"/>
                  <a:pt x="6231055" y="2248706"/>
                </a:cubicBezTo>
                <a:cubicBezTo>
                  <a:pt x="6231055" y="2236655"/>
                  <a:pt x="6240824" y="2226886"/>
                  <a:pt x="6252875" y="2226886"/>
                </a:cubicBezTo>
                <a:close/>
                <a:moveTo>
                  <a:pt x="6174854" y="2226886"/>
                </a:moveTo>
                <a:cubicBezTo>
                  <a:pt x="6186905" y="2226886"/>
                  <a:pt x="6196674" y="2236655"/>
                  <a:pt x="6196674" y="2248706"/>
                </a:cubicBezTo>
                <a:cubicBezTo>
                  <a:pt x="6196674" y="2260757"/>
                  <a:pt x="6186905" y="2270526"/>
                  <a:pt x="6174854" y="2270526"/>
                </a:cubicBezTo>
                <a:cubicBezTo>
                  <a:pt x="6162803" y="2270526"/>
                  <a:pt x="6153034" y="2260757"/>
                  <a:pt x="6153034" y="2248706"/>
                </a:cubicBezTo>
                <a:cubicBezTo>
                  <a:pt x="6153034" y="2236655"/>
                  <a:pt x="6162803" y="2226886"/>
                  <a:pt x="6174854" y="2226886"/>
                </a:cubicBezTo>
                <a:close/>
                <a:moveTo>
                  <a:pt x="6096834" y="2226886"/>
                </a:moveTo>
                <a:cubicBezTo>
                  <a:pt x="6108885" y="2226886"/>
                  <a:pt x="6118654" y="2236655"/>
                  <a:pt x="6118654" y="2248706"/>
                </a:cubicBezTo>
                <a:cubicBezTo>
                  <a:pt x="6118654" y="2260757"/>
                  <a:pt x="6108885" y="2270526"/>
                  <a:pt x="6096834" y="2270526"/>
                </a:cubicBezTo>
                <a:cubicBezTo>
                  <a:pt x="6084783" y="2270526"/>
                  <a:pt x="6075014" y="2260757"/>
                  <a:pt x="6075014" y="2248706"/>
                </a:cubicBezTo>
                <a:cubicBezTo>
                  <a:pt x="6075014" y="2236655"/>
                  <a:pt x="6084783" y="2226886"/>
                  <a:pt x="6096834" y="2226886"/>
                </a:cubicBezTo>
                <a:close/>
                <a:moveTo>
                  <a:pt x="6018814" y="2226886"/>
                </a:moveTo>
                <a:cubicBezTo>
                  <a:pt x="6030865" y="2226886"/>
                  <a:pt x="6040634" y="2236655"/>
                  <a:pt x="6040634" y="2248706"/>
                </a:cubicBezTo>
                <a:cubicBezTo>
                  <a:pt x="6040634" y="2260757"/>
                  <a:pt x="6030865" y="2270526"/>
                  <a:pt x="6018814" y="2270526"/>
                </a:cubicBezTo>
                <a:cubicBezTo>
                  <a:pt x="6006763" y="2270526"/>
                  <a:pt x="5996994" y="2260757"/>
                  <a:pt x="5996994" y="2248706"/>
                </a:cubicBezTo>
                <a:cubicBezTo>
                  <a:pt x="5996994" y="2236655"/>
                  <a:pt x="6006763" y="2226886"/>
                  <a:pt x="6018814" y="2226886"/>
                </a:cubicBezTo>
                <a:close/>
                <a:moveTo>
                  <a:pt x="5940793" y="2226886"/>
                </a:moveTo>
                <a:cubicBezTo>
                  <a:pt x="5952844" y="2226886"/>
                  <a:pt x="5962613" y="2236655"/>
                  <a:pt x="5962613" y="2248706"/>
                </a:cubicBezTo>
                <a:cubicBezTo>
                  <a:pt x="5962613" y="2260757"/>
                  <a:pt x="5952844" y="2270526"/>
                  <a:pt x="5940793" y="2270526"/>
                </a:cubicBezTo>
                <a:cubicBezTo>
                  <a:pt x="5928742" y="2270526"/>
                  <a:pt x="5918973" y="2260757"/>
                  <a:pt x="5918973" y="2248706"/>
                </a:cubicBezTo>
                <a:cubicBezTo>
                  <a:pt x="5918973" y="2236655"/>
                  <a:pt x="5928742" y="2226886"/>
                  <a:pt x="5940793" y="2226886"/>
                </a:cubicBezTo>
                <a:close/>
                <a:moveTo>
                  <a:pt x="5862773" y="2226886"/>
                </a:moveTo>
                <a:cubicBezTo>
                  <a:pt x="5874824" y="2226886"/>
                  <a:pt x="5884593" y="2236655"/>
                  <a:pt x="5884593" y="2248706"/>
                </a:cubicBezTo>
                <a:cubicBezTo>
                  <a:pt x="5884593" y="2260757"/>
                  <a:pt x="5874824" y="2270526"/>
                  <a:pt x="5862773" y="2270526"/>
                </a:cubicBezTo>
                <a:cubicBezTo>
                  <a:pt x="5850722" y="2270526"/>
                  <a:pt x="5840953" y="2260757"/>
                  <a:pt x="5840953" y="2248706"/>
                </a:cubicBezTo>
                <a:cubicBezTo>
                  <a:pt x="5840953" y="2236655"/>
                  <a:pt x="5850722" y="2226886"/>
                  <a:pt x="5862773" y="2226886"/>
                </a:cubicBezTo>
                <a:close/>
                <a:moveTo>
                  <a:pt x="5785413" y="2226886"/>
                </a:moveTo>
                <a:cubicBezTo>
                  <a:pt x="5797829" y="2226886"/>
                  <a:pt x="5807894" y="2236655"/>
                  <a:pt x="5807894" y="2248706"/>
                </a:cubicBezTo>
                <a:cubicBezTo>
                  <a:pt x="5807894" y="2260757"/>
                  <a:pt x="5797829" y="2270526"/>
                  <a:pt x="5785413" y="2270526"/>
                </a:cubicBezTo>
                <a:cubicBezTo>
                  <a:pt x="5772997" y="2270526"/>
                  <a:pt x="5762932" y="2260757"/>
                  <a:pt x="5762932" y="2248706"/>
                </a:cubicBezTo>
                <a:cubicBezTo>
                  <a:pt x="5762932" y="2236655"/>
                  <a:pt x="5772997" y="2226886"/>
                  <a:pt x="5785413" y="2226886"/>
                </a:cubicBezTo>
                <a:close/>
                <a:moveTo>
                  <a:pt x="5708054" y="2226886"/>
                </a:moveTo>
                <a:cubicBezTo>
                  <a:pt x="5720105" y="2226886"/>
                  <a:pt x="5729874" y="2236655"/>
                  <a:pt x="5729874" y="2248706"/>
                </a:cubicBezTo>
                <a:cubicBezTo>
                  <a:pt x="5729874" y="2260757"/>
                  <a:pt x="5720105" y="2270526"/>
                  <a:pt x="5708054" y="2270526"/>
                </a:cubicBezTo>
                <a:cubicBezTo>
                  <a:pt x="5696003" y="2270526"/>
                  <a:pt x="5686234" y="2260757"/>
                  <a:pt x="5686234" y="2248706"/>
                </a:cubicBezTo>
                <a:cubicBezTo>
                  <a:pt x="5686234" y="2236655"/>
                  <a:pt x="5696003" y="2226886"/>
                  <a:pt x="5708054" y="2226886"/>
                </a:cubicBezTo>
                <a:close/>
                <a:moveTo>
                  <a:pt x="5630034" y="2226886"/>
                </a:moveTo>
                <a:cubicBezTo>
                  <a:pt x="5642085" y="2226886"/>
                  <a:pt x="5651854" y="2236655"/>
                  <a:pt x="5651854" y="2248706"/>
                </a:cubicBezTo>
                <a:cubicBezTo>
                  <a:pt x="5651854" y="2260757"/>
                  <a:pt x="5642085" y="2270526"/>
                  <a:pt x="5630034" y="2270526"/>
                </a:cubicBezTo>
                <a:cubicBezTo>
                  <a:pt x="5617983" y="2270526"/>
                  <a:pt x="5608214" y="2260757"/>
                  <a:pt x="5608214" y="2248706"/>
                </a:cubicBezTo>
                <a:cubicBezTo>
                  <a:pt x="5608214" y="2236655"/>
                  <a:pt x="5617983" y="2226886"/>
                  <a:pt x="5630034" y="2226886"/>
                </a:cubicBezTo>
                <a:close/>
                <a:moveTo>
                  <a:pt x="5552013" y="2226886"/>
                </a:moveTo>
                <a:cubicBezTo>
                  <a:pt x="5564064" y="2226886"/>
                  <a:pt x="5573833" y="2236655"/>
                  <a:pt x="5573833" y="2248706"/>
                </a:cubicBezTo>
                <a:cubicBezTo>
                  <a:pt x="5573833" y="2260757"/>
                  <a:pt x="5564064" y="2270526"/>
                  <a:pt x="5552013" y="2270526"/>
                </a:cubicBezTo>
                <a:cubicBezTo>
                  <a:pt x="5539962" y="2270526"/>
                  <a:pt x="5530193" y="2260757"/>
                  <a:pt x="5530193" y="2248706"/>
                </a:cubicBezTo>
                <a:cubicBezTo>
                  <a:pt x="5530193" y="2236655"/>
                  <a:pt x="5539962" y="2226886"/>
                  <a:pt x="5552013" y="2226886"/>
                </a:cubicBezTo>
                <a:close/>
                <a:moveTo>
                  <a:pt x="5473331" y="2226886"/>
                </a:moveTo>
                <a:cubicBezTo>
                  <a:pt x="5485747" y="2226886"/>
                  <a:pt x="5495812" y="2236655"/>
                  <a:pt x="5495812" y="2248706"/>
                </a:cubicBezTo>
                <a:cubicBezTo>
                  <a:pt x="5495812" y="2260757"/>
                  <a:pt x="5485747" y="2270526"/>
                  <a:pt x="5473331" y="2270526"/>
                </a:cubicBezTo>
                <a:cubicBezTo>
                  <a:pt x="5460915" y="2270526"/>
                  <a:pt x="5450850" y="2260757"/>
                  <a:pt x="5450850" y="2248706"/>
                </a:cubicBezTo>
                <a:cubicBezTo>
                  <a:pt x="5450850" y="2236655"/>
                  <a:pt x="5460915" y="2226886"/>
                  <a:pt x="5473331" y="2226886"/>
                </a:cubicBezTo>
                <a:close/>
                <a:moveTo>
                  <a:pt x="5395972" y="2226886"/>
                </a:moveTo>
                <a:cubicBezTo>
                  <a:pt x="5408023" y="2226886"/>
                  <a:pt x="5417792" y="2236655"/>
                  <a:pt x="5417792" y="2248706"/>
                </a:cubicBezTo>
                <a:cubicBezTo>
                  <a:pt x="5417792" y="2260757"/>
                  <a:pt x="5408023" y="2270526"/>
                  <a:pt x="5395972" y="2270526"/>
                </a:cubicBezTo>
                <a:cubicBezTo>
                  <a:pt x="5383921" y="2270526"/>
                  <a:pt x="5374152" y="2260757"/>
                  <a:pt x="5374152" y="2248706"/>
                </a:cubicBezTo>
                <a:cubicBezTo>
                  <a:pt x="5374152" y="2236655"/>
                  <a:pt x="5383921" y="2226886"/>
                  <a:pt x="5395972" y="2226886"/>
                </a:cubicBezTo>
                <a:close/>
                <a:moveTo>
                  <a:pt x="5317953" y="2226886"/>
                </a:moveTo>
                <a:cubicBezTo>
                  <a:pt x="5330004" y="2226886"/>
                  <a:pt x="5339773" y="2236655"/>
                  <a:pt x="5339773" y="2248706"/>
                </a:cubicBezTo>
                <a:cubicBezTo>
                  <a:pt x="5339773" y="2260757"/>
                  <a:pt x="5330004" y="2270526"/>
                  <a:pt x="5317953" y="2270526"/>
                </a:cubicBezTo>
                <a:cubicBezTo>
                  <a:pt x="5305902" y="2270526"/>
                  <a:pt x="5296133" y="2260757"/>
                  <a:pt x="5296133" y="2248706"/>
                </a:cubicBezTo>
                <a:cubicBezTo>
                  <a:pt x="5296133" y="2236655"/>
                  <a:pt x="5305902" y="2226886"/>
                  <a:pt x="5317953" y="2226886"/>
                </a:cubicBezTo>
                <a:close/>
                <a:moveTo>
                  <a:pt x="5239931" y="2226886"/>
                </a:moveTo>
                <a:cubicBezTo>
                  <a:pt x="5251982" y="2226886"/>
                  <a:pt x="5261751" y="2236655"/>
                  <a:pt x="5261751" y="2248706"/>
                </a:cubicBezTo>
                <a:cubicBezTo>
                  <a:pt x="5261751" y="2260757"/>
                  <a:pt x="5251982" y="2270526"/>
                  <a:pt x="5239931" y="2270526"/>
                </a:cubicBezTo>
                <a:cubicBezTo>
                  <a:pt x="5227880" y="2270526"/>
                  <a:pt x="5218111" y="2260757"/>
                  <a:pt x="5218111" y="2248706"/>
                </a:cubicBezTo>
                <a:cubicBezTo>
                  <a:pt x="5218111" y="2236655"/>
                  <a:pt x="5227880" y="2226886"/>
                  <a:pt x="5239931" y="2226886"/>
                </a:cubicBezTo>
                <a:close/>
                <a:moveTo>
                  <a:pt x="4617091" y="2226886"/>
                </a:moveTo>
                <a:cubicBezTo>
                  <a:pt x="4629142" y="2226886"/>
                  <a:pt x="4638911" y="2236655"/>
                  <a:pt x="4638911" y="2248706"/>
                </a:cubicBezTo>
                <a:cubicBezTo>
                  <a:pt x="4638911" y="2260757"/>
                  <a:pt x="4629142" y="2270526"/>
                  <a:pt x="4617091" y="2270526"/>
                </a:cubicBezTo>
                <a:cubicBezTo>
                  <a:pt x="4605040" y="2270526"/>
                  <a:pt x="4595271" y="2260757"/>
                  <a:pt x="4595271" y="2248706"/>
                </a:cubicBezTo>
                <a:cubicBezTo>
                  <a:pt x="4595271" y="2236655"/>
                  <a:pt x="4605040" y="2226886"/>
                  <a:pt x="4617091" y="2226886"/>
                </a:cubicBezTo>
                <a:close/>
                <a:moveTo>
                  <a:pt x="4539070" y="2226886"/>
                </a:moveTo>
                <a:cubicBezTo>
                  <a:pt x="4551121" y="2226886"/>
                  <a:pt x="4560890" y="2236655"/>
                  <a:pt x="4560890" y="2248706"/>
                </a:cubicBezTo>
                <a:cubicBezTo>
                  <a:pt x="4560890" y="2260757"/>
                  <a:pt x="4551121" y="2270526"/>
                  <a:pt x="4539070" y="2270526"/>
                </a:cubicBezTo>
                <a:cubicBezTo>
                  <a:pt x="4527019" y="2270526"/>
                  <a:pt x="4517250" y="2260757"/>
                  <a:pt x="4517250" y="2248706"/>
                </a:cubicBezTo>
                <a:cubicBezTo>
                  <a:pt x="4517250" y="2236655"/>
                  <a:pt x="4527019" y="2226886"/>
                  <a:pt x="4539070" y="2226886"/>
                </a:cubicBezTo>
                <a:close/>
                <a:moveTo>
                  <a:pt x="4461711" y="2226886"/>
                </a:moveTo>
                <a:cubicBezTo>
                  <a:pt x="4474127" y="2226886"/>
                  <a:pt x="4484192" y="2236655"/>
                  <a:pt x="4484192" y="2248706"/>
                </a:cubicBezTo>
                <a:cubicBezTo>
                  <a:pt x="4484192" y="2260757"/>
                  <a:pt x="4474127" y="2270526"/>
                  <a:pt x="4461711" y="2270526"/>
                </a:cubicBezTo>
                <a:cubicBezTo>
                  <a:pt x="4449295" y="2270526"/>
                  <a:pt x="4439230" y="2260757"/>
                  <a:pt x="4439230" y="2248706"/>
                </a:cubicBezTo>
                <a:cubicBezTo>
                  <a:pt x="4439230" y="2236655"/>
                  <a:pt x="4449295" y="2226886"/>
                  <a:pt x="4461711" y="2226886"/>
                </a:cubicBezTo>
                <a:close/>
                <a:moveTo>
                  <a:pt x="4384351" y="2226886"/>
                </a:moveTo>
                <a:cubicBezTo>
                  <a:pt x="4396402" y="2226886"/>
                  <a:pt x="4406171" y="2236655"/>
                  <a:pt x="4406171" y="2248706"/>
                </a:cubicBezTo>
                <a:cubicBezTo>
                  <a:pt x="4406171" y="2260757"/>
                  <a:pt x="4396402" y="2270526"/>
                  <a:pt x="4384351" y="2270526"/>
                </a:cubicBezTo>
                <a:cubicBezTo>
                  <a:pt x="4372300" y="2270526"/>
                  <a:pt x="4362531" y="2260757"/>
                  <a:pt x="4362531" y="2248706"/>
                </a:cubicBezTo>
                <a:cubicBezTo>
                  <a:pt x="4362531" y="2236655"/>
                  <a:pt x="4372300" y="2226886"/>
                  <a:pt x="4384351" y="2226886"/>
                </a:cubicBezTo>
                <a:close/>
                <a:moveTo>
                  <a:pt x="4305009" y="2226886"/>
                </a:moveTo>
                <a:cubicBezTo>
                  <a:pt x="4317060" y="2226886"/>
                  <a:pt x="4326829" y="2236655"/>
                  <a:pt x="4326829" y="2248706"/>
                </a:cubicBezTo>
                <a:cubicBezTo>
                  <a:pt x="4326829" y="2260757"/>
                  <a:pt x="4317060" y="2270526"/>
                  <a:pt x="4305009" y="2270526"/>
                </a:cubicBezTo>
                <a:cubicBezTo>
                  <a:pt x="4292958" y="2270526"/>
                  <a:pt x="4283189" y="2260757"/>
                  <a:pt x="4283189" y="2248706"/>
                </a:cubicBezTo>
                <a:cubicBezTo>
                  <a:pt x="4283189" y="2236655"/>
                  <a:pt x="4292958" y="2226886"/>
                  <a:pt x="4305009" y="2226886"/>
                </a:cubicBezTo>
                <a:close/>
                <a:moveTo>
                  <a:pt x="4226989" y="2226886"/>
                </a:moveTo>
                <a:cubicBezTo>
                  <a:pt x="4239040" y="2226886"/>
                  <a:pt x="4248809" y="2236655"/>
                  <a:pt x="4248809" y="2248706"/>
                </a:cubicBezTo>
                <a:cubicBezTo>
                  <a:pt x="4248809" y="2260757"/>
                  <a:pt x="4239040" y="2270526"/>
                  <a:pt x="4226989" y="2270526"/>
                </a:cubicBezTo>
                <a:cubicBezTo>
                  <a:pt x="4214938" y="2270526"/>
                  <a:pt x="4205169" y="2260757"/>
                  <a:pt x="4205169" y="2248706"/>
                </a:cubicBezTo>
                <a:cubicBezTo>
                  <a:pt x="4205169" y="2236655"/>
                  <a:pt x="4214938" y="2226886"/>
                  <a:pt x="4226989" y="2226886"/>
                </a:cubicBezTo>
                <a:close/>
                <a:moveTo>
                  <a:pt x="2358465" y="2226886"/>
                </a:moveTo>
                <a:cubicBezTo>
                  <a:pt x="2370516" y="2226886"/>
                  <a:pt x="2380285" y="2236655"/>
                  <a:pt x="2380285" y="2248706"/>
                </a:cubicBezTo>
                <a:cubicBezTo>
                  <a:pt x="2380285" y="2260757"/>
                  <a:pt x="2370516" y="2270526"/>
                  <a:pt x="2358465" y="2270526"/>
                </a:cubicBezTo>
                <a:cubicBezTo>
                  <a:pt x="2346414" y="2270526"/>
                  <a:pt x="2336645" y="2260757"/>
                  <a:pt x="2336645" y="2248706"/>
                </a:cubicBezTo>
                <a:cubicBezTo>
                  <a:pt x="2336645" y="2236655"/>
                  <a:pt x="2346414" y="2226886"/>
                  <a:pt x="2358465" y="2226886"/>
                </a:cubicBezTo>
                <a:close/>
                <a:moveTo>
                  <a:pt x="2280445" y="2226886"/>
                </a:moveTo>
                <a:cubicBezTo>
                  <a:pt x="2292496" y="2226886"/>
                  <a:pt x="2302265" y="2236655"/>
                  <a:pt x="2302265" y="2248706"/>
                </a:cubicBezTo>
                <a:cubicBezTo>
                  <a:pt x="2302265" y="2260757"/>
                  <a:pt x="2292496" y="2270526"/>
                  <a:pt x="2280445" y="2270526"/>
                </a:cubicBezTo>
                <a:cubicBezTo>
                  <a:pt x="2268394" y="2270526"/>
                  <a:pt x="2258625" y="2260757"/>
                  <a:pt x="2258625" y="2248706"/>
                </a:cubicBezTo>
                <a:cubicBezTo>
                  <a:pt x="2258625" y="2236655"/>
                  <a:pt x="2268394" y="2226886"/>
                  <a:pt x="2280445" y="2226886"/>
                </a:cubicBezTo>
                <a:close/>
                <a:moveTo>
                  <a:pt x="2203086" y="2226886"/>
                </a:moveTo>
                <a:cubicBezTo>
                  <a:pt x="2215502" y="2226886"/>
                  <a:pt x="2225567" y="2236655"/>
                  <a:pt x="2225567" y="2248706"/>
                </a:cubicBezTo>
                <a:cubicBezTo>
                  <a:pt x="2225567" y="2260757"/>
                  <a:pt x="2215502" y="2270526"/>
                  <a:pt x="2203086" y="2270526"/>
                </a:cubicBezTo>
                <a:cubicBezTo>
                  <a:pt x="2190670" y="2270526"/>
                  <a:pt x="2180605" y="2260757"/>
                  <a:pt x="2180605" y="2248706"/>
                </a:cubicBezTo>
                <a:cubicBezTo>
                  <a:pt x="2180605" y="2236655"/>
                  <a:pt x="2190670" y="2226886"/>
                  <a:pt x="2203086" y="2226886"/>
                </a:cubicBezTo>
                <a:close/>
                <a:moveTo>
                  <a:pt x="2125727" y="2226886"/>
                </a:moveTo>
                <a:cubicBezTo>
                  <a:pt x="2137778" y="2226886"/>
                  <a:pt x="2147547" y="2236655"/>
                  <a:pt x="2147547" y="2248706"/>
                </a:cubicBezTo>
                <a:cubicBezTo>
                  <a:pt x="2147547" y="2260757"/>
                  <a:pt x="2137778" y="2270526"/>
                  <a:pt x="2125727" y="2270526"/>
                </a:cubicBezTo>
                <a:cubicBezTo>
                  <a:pt x="2113676" y="2270526"/>
                  <a:pt x="2103907" y="2260757"/>
                  <a:pt x="2103907" y="2248706"/>
                </a:cubicBezTo>
                <a:cubicBezTo>
                  <a:pt x="2103907" y="2236655"/>
                  <a:pt x="2113676" y="2226886"/>
                  <a:pt x="2125727" y="2226886"/>
                </a:cubicBezTo>
                <a:close/>
                <a:moveTo>
                  <a:pt x="2047706" y="2226886"/>
                </a:moveTo>
                <a:cubicBezTo>
                  <a:pt x="2059757" y="2226886"/>
                  <a:pt x="2069526" y="2236655"/>
                  <a:pt x="2069526" y="2248706"/>
                </a:cubicBezTo>
                <a:cubicBezTo>
                  <a:pt x="2069526" y="2260757"/>
                  <a:pt x="2059757" y="2270526"/>
                  <a:pt x="2047706" y="2270526"/>
                </a:cubicBezTo>
                <a:cubicBezTo>
                  <a:pt x="2035655" y="2270526"/>
                  <a:pt x="2025886" y="2260757"/>
                  <a:pt x="2025886" y="2248706"/>
                </a:cubicBezTo>
                <a:cubicBezTo>
                  <a:pt x="2025886" y="2236655"/>
                  <a:pt x="2035655" y="2226886"/>
                  <a:pt x="2047706" y="2226886"/>
                </a:cubicBezTo>
                <a:close/>
                <a:moveTo>
                  <a:pt x="1968363" y="2226886"/>
                </a:moveTo>
                <a:cubicBezTo>
                  <a:pt x="1980414" y="2226886"/>
                  <a:pt x="1990183" y="2236655"/>
                  <a:pt x="1990183" y="2248706"/>
                </a:cubicBezTo>
                <a:cubicBezTo>
                  <a:pt x="1990183" y="2260757"/>
                  <a:pt x="1980414" y="2270526"/>
                  <a:pt x="1968363" y="2270526"/>
                </a:cubicBezTo>
                <a:cubicBezTo>
                  <a:pt x="1956312" y="2270526"/>
                  <a:pt x="1946543" y="2260757"/>
                  <a:pt x="1946543" y="2248706"/>
                </a:cubicBezTo>
                <a:cubicBezTo>
                  <a:pt x="1946543" y="2236655"/>
                  <a:pt x="1956312" y="2226886"/>
                  <a:pt x="1968363" y="2226886"/>
                </a:cubicBezTo>
                <a:close/>
                <a:moveTo>
                  <a:pt x="1891011" y="2226886"/>
                </a:moveTo>
                <a:cubicBezTo>
                  <a:pt x="1903431" y="2226886"/>
                  <a:pt x="1913495" y="2236655"/>
                  <a:pt x="1913495" y="2248706"/>
                </a:cubicBezTo>
                <a:cubicBezTo>
                  <a:pt x="1913495" y="2260757"/>
                  <a:pt x="1903431" y="2270526"/>
                  <a:pt x="1891011" y="2270526"/>
                </a:cubicBezTo>
                <a:cubicBezTo>
                  <a:pt x="1878594" y="2270526"/>
                  <a:pt x="1868529" y="2260757"/>
                  <a:pt x="1868529" y="2248706"/>
                </a:cubicBezTo>
                <a:cubicBezTo>
                  <a:pt x="1868529" y="2236655"/>
                  <a:pt x="1878594" y="2226886"/>
                  <a:pt x="1891011" y="2226886"/>
                </a:cubicBezTo>
                <a:close/>
                <a:moveTo>
                  <a:pt x="1813657" y="2226886"/>
                </a:moveTo>
                <a:cubicBezTo>
                  <a:pt x="1825704" y="2226886"/>
                  <a:pt x="1835474" y="2236655"/>
                  <a:pt x="1835474" y="2248706"/>
                </a:cubicBezTo>
                <a:cubicBezTo>
                  <a:pt x="1835474" y="2260757"/>
                  <a:pt x="1825704" y="2270526"/>
                  <a:pt x="1813657" y="2270526"/>
                </a:cubicBezTo>
                <a:cubicBezTo>
                  <a:pt x="1801603" y="2270526"/>
                  <a:pt x="1791833" y="2260757"/>
                  <a:pt x="1791833" y="2248706"/>
                </a:cubicBezTo>
                <a:cubicBezTo>
                  <a:pt x="1791833" y="2236655"/>
                  <a:pt x="1801603" y="2226886"/>
                  <a:pt x="1813657" y="2226886"/>
                </a:cubicBezTo>
                <a:close/>
                <a:moveTo>
                  <a:pt x="1735633" y="2226886"/>
                </a:moveTo>
                <a:cubicBezTo>
                  <a:pt x="1747685" y="2226886"/>
                  <a:pt x="1757457" y="2236655"/>
                  <a:pt x="1757457" y="2248706"/>
                </a:cubicBezTo>
                <a:cubicBezTo>
                  <a:pt x="1757457" y="2260757"/>
                  <a:pt x="1747685" y="2270526"/>
                  <a:pt x="1735633" y="2270526"/>
                </a:cubicBezTo>
                <a:cubicBezTo>
                  <a:pt x="1723586" y="2270526"/>
                  <a:pt x="1713819" y="2260757"/>
                  <a:pt x="1713819" y="2248706"/>
                </a:cubicBezTo>
                <a:cubicBezTo>
                  <a:pt x="1713819" y="2236655"/>
                  <a:pt x="1723586" y="2226886"/>
                  <a:pt x="1735633" y="2226886"/>
                </a:cubicBezTo>
                <a:close/>
                <a:moveTo>
                  <a:pt x="1657611" y="2226886"/>
                </a:moveTo>
                <a:cubicBezTo>
                  <a:pt x="1669659" y="2226886"/>
                  <a:pt x="1679436" y="2236655"/>
                  <a:pt x="1679436" y="2248706"/>
                </a:cubicBezTo>
                <a:cubicBezTo>
                  <a:pt x="1679436" y="2260757"/>
                  <a:pt x="1669659" y="2270526"/>
                  <a:pt x="1657611" y="2270526"/>
                </a:cubicBezTo>
                <a:cubicBezTo>
                  <a:pt x="1645568" y="2270526"/>
                  <a:pt x="1635796" y="2260757"/>
                  <a:pt x="1635796" y="2248706"/>
                </a:cubicBezTo>
                <a:cubicBezTo>
                  <a:pt x="1635796" y="2236655"/>
                  <a:pt x="1645568" y="2226886"/>
                  <a:pt x="1657611" y="2226886"/>
                </a:cubicBezTo>
                <a:close/>
                <a:moveTo>
                  <a:pt x="1580257" y="2226886"/>
                </a:moveTo>
                <a:cubicBezTo>
                  <a:pt x="1592669" y="2226886"/>
                  <a:pt x="1602734" y="2236655"/>
                  <a:pt x="1602734" y="2248706"/>
                </a:cubicBezTo>
                <a:cubicBezTo>
                  <a:pt x="1602734" y="2260757"/>
                  <a:pt x="1592669" y="2270526"/>
                  <a:pt x="1580257" y="2270526"/>
                </a:cubicBezTo>
                <a:cubicBezTo>
                  <a:pt x="1567839" y="2270526"/>
                  <a:pt x="1557771" y="2260757"/>
                  <a:pt x="1557771" y="2248706"/>
                </a:cubicBezTo>
                <a:cubicBezTo>
                  <a:pt x="1557771" y="2236655"/>
                  <a:pt x="1567839" y="2226886"/>
                  <a:pt x="1580257" y="2226886"/>
                </a:cubicBezTo>
                <a:close/>
                <a:moveTo>
                  <a:pt x="1502899" y="2226886"/>
                </a:moveTo>
                <a:cubicBezTo>
                  <a:pt x="1514943" y="2226886"/>
                  <a:pt x="1524717" y="2236655"/>
                  <a:pt x="1524717" y="2248706"/>
                </a:cubicBezTo>
                <a:cubicBezTo>
                  <a:pt x="1524717" y="2260757"/>
                  <a:pt x="1514943" y="2270526"/>
                  <a:pt x="1502899" y="2270526"/>
                </a:cubicBezTo>
                <a:cubicBezTo>
                  <a:pt x="1490842" y="2270526"/>
                  <a:pt x="1481077" y="2260757"/>
                  <a:pt x="1481077" y="2248706"/>
                </a:cubicBezTo>
                <a:cubicBezTo>
                  <a:pt x="1481077" y="2236655"/>
                  <a:pt x="1490842" y="2226886"/>
                  <a:pt x="1502899" y="2226886"/>
                </a:cubicBezTo>
                <a:close/>
                <a:moveTo>
                  <a:pt x="1424212" y="2226886"/>
                </a:moveTo>
                <a:cubicBezTo>
                  <a:pt x="1436628" y="2226886"/>
                  <a:pt x="1446695" y="2236655"/>
                  <a:pt x="1446695" y="2248706"/>
                </a:cubicBezTo>
                <a:cubicBezTo>
                  <a:pt x="1446695" y="2260757"/>
                  <a:pt x="1436628" y="2270526"/>
                  <a:pt x="1424212" y="2270526"/>
                </a:cubicBezTo>
                <a:cubicBezTo>
                  <a:pt x="1411799" y="2270526"/>
                  <a:pt x="1401732" y="2260757"/>
                  <a:pt x="1401732" y="2248706"/>
                </a:cubicBezTo>
                <a:cubicBezTo>
                  <a:pt x="1401732" y="2236655"/>
                  <a:pt x="1411799" y="2226886"/>
                  <a:pt x="1424212" y="2226886"/>
                </a:cubicBezTo>
                <a:close/>
                <a:moveTo>
                  <a:pt x="1345532" y="2226886"/>
                </a:moveTo>
                <a:cubicBezTo>
                  <a:pt x="1357582" y="2226886"/>
                  <a:pt x="1367350" y="2236655"/>
                  <a:pt x="1367350" y="2248706"/>
                </a:cubicBezTo>
                <a:cubicBezTo>
                  <a:pt x="1367350" y="2260757"/>
                  <a:pt x="1357582" y="2270526"/>
                  <a:pt x="1345532" y="2270526"/>
                </a:cubicBezTo>
                <a:cubicBezTo>
                  <a:pt x="1333479" y="2270526"/>
                  <a:pt x="1323709" y="2260757"/>
                  <a:pt x="1323709" y="2248706"/>
                </a:cubicBezTo>
                <a:cubicBezTo>
                  <a:pt x="1323709" y="2236655"/>
                  <a:pt x="1333479" y="2226886"/>
                  <a:pt x="1345532" y="2226886"/>
                </a:cubicBezTo>
                <a:close/>
                <a:moveTo>
                  <a:pt x="1268169" y="2226886"/>
                </a:moveTo>
                <a:cubicBezTo>
                  <a:pt x="1280590" y="2226886"/>
                  <a:pt x="1290660" y="2236655"/>
                  <a:pt x="1290660" y="2248706"/>
                </a:cubicBezTo>
                <a:cubicBezTo>
                  <a:pt x="1290660" y="2260757"/>
                  <a:pt x="1280590" y="2270526"/>
                  <a:pt x="1268169" y="2270526"/>
                </a:cubicBezTo>
                <a:cubicBezTo>
                  <a:pt x="1255755" y="2270526"/>
                  <a:pt x="1245691" y="2260757"/>
                  <a:pt x="1245691" y="2248706"/>
                </a:cubicBezTo>
                <a:cubicBezTo>
                  <a:pt x="1245691" y="2236655"/>
                  <a:pt x="1255755" y="2226886"/>
                  <a:pt x="1268169" y="2226886"/>
                </a:cubicBezTo>
                <a:close/>
                <a:moveTo>
                  <a:pt x="8044700" y="2148866"/>
                </a:moveTo>
                <a:cubicBezTo>
                  <a:pt x="8056751" y="2148866"/>
                  <a:pt x="8066520" y="2158635"/>
                  <a:pt x="8066520" y="2170686"/>
                </a:cubicBezTo>
                <a:cubicBezTo>
                  <a:pt x="8066520" y="2182737"/>
                  <a:pt x="8056751" y="2192506"/>
                  <a:pt x="8044700" y="2192506"/>
                </a:cubicBezTo>
                <a:cubicBezTo>
                  <a:pt x="8032649" y="2192506"/>
                  <a:pt x="8022880" y="2182737"/>
                  <a:pt x="8022880" y="2170686"/>
                </a:cubicBezTo>
                <a:cubicBezTo>
                  <a:pt x="8022880" y="2158635"/>
                  <a:pt x="8032649" y="2148866"/>
                  <a:pt x="8044700" y="2148866"/>
                </a:cubicBezTo>
                <a:close/>
                <a:moveTo>
                  <a:pt x="7966679" y="2148866"/>
                </a:moveTo>
                <a:cubicBezTo>
                  <a:pt x="7978730" y="2148866"/>
                  <a:pt x="7988499" y="2158635"/>
                  <a:pt x="7988499" y="2170686"/>
                </a:cubicBezTo>
                <a:cubicBezTo>
                  <a:pt x="7988499" y="2182737"/>
                  <a:pt x="7978730" y="2192506"/>
                  <a:pt x="7966679" y="2192506"/>
                </a:cubicBezTo>
                <a:cubicBezTo>
                  <a:pt x="7954628" y="2192506"/>
                  <a:pt x="7944859" y="2182737"/>
                  <a:pt x="7944859" y="2170686"/>
                </a:cubicBezTo>
                <a:cubicBezTo>
                  <a:pt x="7944859" y="2158635"/>
                  <a:pt x="7954628" y="2148866"/>
                  <a:pt x="7966679" y="2148866"/>
                </a:cubicBezTo>
                <a:close/>
                <a:moveTo>
                  <a:pt x="7731957" y="2148866"/>
                </a:moveTo>
                <a:cubicBezTo>
                  <a:pt x="7744373" y="2148866"/>
                  <a:pt x="7754438" y="2158635"/>
                  <a:pt x="7754438" y="2170686"/>
                </a:cubicBezTo>
                <a:cubicBezTo>
                  <a:pt x="7754438" y="2182737"/>
                  <a:pt x="7744373" y="2192506"/>
                  <a:pt x="7731957" y="2192506"/>
                </a:cubicBezTo>
                <a:cubicBezTo>
                  <a:pt x="7719541" y="2192506"/>
                  <a:pt x="7709476" y="2182737"/>
                  <a:pt x="7709476" y="2170686"/>
                </a:cubicBezTo>
                <a:cubicBezTo>
                  <a:pt x="7709476" y="2158635"/>
                  <a:pt x="7719541" y="2148866"/>
                  <a:pt x="7731957" y="2148866"/>
                </a:cubicBezTo>
                <a:close/>
                <a:moveTo>
                  <a:pt x="7654597" y="2148866"/>
                </a:moveTo>
                <a:cubicBezTo>
                  <a:pt x="7666648" y="2148866"/>
                  <a:pt x="7676417" y="2158635"/>
                  <a:pt x="7676417" y="2170686"/>
                </a:cubicBezTo>
                <a:cubicBezTo>
                  <a:pt x="7676417" y="2182737"/>
                  <a:pt x="7666648" y="2192506"/>
                  <a:pt x="7654597" y="2192506"/>
                </a:cubicBezTo>
                <a:cubicBezTo>
                  <a:pt x="7642546" y="2192506"/>
                  <a:pt x="7632777" y="2182737"/>
                  <a:pt x="7632777" y="2170686"/>
                </a:cubicBezTo>
                <a:cubicBezTo>
                  <a:pt x="7632777" y="2158635"/>
                  <a:pt x="7642546" y="2148866"/>
                  <a:pt x="7654597" y="2148866"/>
                </a:cubicBezTo>
                <a:close/>
                <a:moveTo>
                  <a:pt x="7498556" y="2148866"/>
                </a:moveTo>
                <a:cubicBezTo>
                  <a:pt x="7510607" y="2148866"/>
                  <a:pt x="7520376" y="2158635"/>
                  <a:pt x="7520376" y="2170686"/>
                </a:cubicBezTo>
                <a:cubicBezTo>
                  <a:pt x="7520376" y="2182737"/>
                  <a:pt x="7510607" y="2192506"/>
                  <a:pt x="7498556" y="2192506"/>
                </a:cubicBezTo>
                <a:cubicBezTo>
                  <a:pt x="7486505" y="2192506"/>
                  <a:pt x="7476736" y="2182737"/>
                  <a:pt x="7476736" y="2170686"/>
                </a:cubicBezTo>
                <a:cubicBezTo>
                  <a:pt x="7476736" y="2158635"/>
                  <a:pt x="7486505" y="2148866"/>
                  <a:pt x="7498556" y="2148866"/>
                </a:cubicBezTo>
                <a:close/>
                <a:moveTo>
                  <a:pt x="7421198" y="2148866"/>
                </a:moveTo>
                <a:cubicBezTo>
                  <a:pt x="7433614" y="2148866"/>
                  <a:pt x="7443679" y="2158635"/>
                  <a:pt x="7443679" y="2170686"/>
                </a:cubicBezTo>
                <a:cubicBezTo>
                  <a:pt x="7443679" y="2182737"/>
                  <a:pt x="7433614" y="2192506"/>
                  <a:pt x="7421198" y="2192506"/>
                </a:cubicBezTo>
                <a:cubicBezTo>
                  <a:pt x="7408782" y="2192506"/>
                  <a:pt x="7398717" y="2182737"/>
                  <a:pt x="7398717" y="2170686"/>
                </a:cubicBezTo>
                <a:cubicBezTo>
                  <a:pt x="7398717" y="2158635"/>
                  <a:pt x="7408782" y="2148866"/>
                  <a:pt x="7421198" y="2148866"/>
                </a:cubicBezTo>
                <a:close/>
                <a:moveTo>
                  <a:pt x="7343838" y="2148866"/>
                </a:moveTo>
                <a:cubicBezTo>
                  <a:pt x="7355889" y="2148866"/>
                  <a:pt x="7365658" y="2158635"/>
                  <a:pt x="7365658" y="2170686"/>
                </a:cubicBezTo>
                <a:cubicBezTo>
                  <a:pt x="7365658" y="2182737"/>
                  <a:pt x="7355889" y="2192506"/>
                  <a:pt x="7343838" y="2192506"/>
                </a:cubicBezTo>
                <a:cubicBezTo>
                  <a:pt x="7331787" y="2192506"/>
                  <a:pt x="7322018" y="2182737"/>
                  <a:pt x="7322018" y="2170686"/>
                </a:cubicBezTo>
                <a:cubicBezTo>
                  <a:pt x="7322018" y="2158635"/>
                  <a:pt x="7331787" y="2148866"/>
                  <a:pt x="7343838" y="2148866"/>
                </a:cubicBezTo>
                <a:close/>
                <a:moveTo>
                  <a:pt x="7264495" y="2148866"/>
                </a:moveTo>
                <a:cubicBezTo>
                  <a:pt x="7276546" y="2148866"/>
                  <a:pt x="7286315" y="2158635"/>
                  <a:pt x="7286315" y="2170686"/>
                </a:cubicBezTo>
                <a:cubicBezTo>
                  <a:pt x="7286315" y="2182737"/>
                  <a:pt x="7276546" y="2192506"/>
                  <a:pt x="7264495" y="2192506"/>
                </a:cubicBezTo>
                <a:cubicBezTo>
                  <a:pt x="7252444" y="2192506"/>
                  <a:pt x="7242675" y="2182737"/>
                  <a:pt x="7242675" y="2170686"/>
                </a:cubicBezTo>
                <a:cubicBezTo>
                  <a:pt x="7242675" y="2158635"/>
                  <a:pt x="7252444" y="2148866"/>
                  <a:pt x="7264495" y="2148866"/>
                </a:cubicBezTo>
                <a:close/>
                <a:moveTo>
                  <a:pt x="7186475" y="2148866"/>
                </a:moveTo>
                <a:cubicBezTo>
                  <a:pt x="7198526" y="2148866"/>
                  <a:pt x="7208295" y="2158635"/>
                  <a:pt x="7208295" y="2170686"/>
                </a:cubicBezTo>
                <a:cubicBezTo>
                  <a:pt x="7208295" y="2182737"/>
                  <a:pt x="7198526" y="2192506"/>
                  <a:pt x="7186475" y="2192506"/>
                </a:cubicBezTo>
                <a:cubicBezTo>
                  <a:pt x="7174424" y="2192506"/>
                  <a:pt x="7164655" y="2182737"/>
                  <a:pt x="7164655" y="2170686"/>
                </a:cubicBezTo>
                <a:cubicBezTo>
                  <a:pt x="7164655" y="2158635"/>
                  <a:pt x="7174424" y="2148866"/>
                  <a:pt x="7186475" y="2148866"/>
                </a:cubicBezTo>
                <a:close/>
                <a:moveTo>
                  <a:pt x="7109116" y="2148866"/>
                </a:moveTo>
                <a:cubicBezTo>
                  <a:pt x="7121532" y="2148866"/>
                  <a:pt x="7131597" y="2158635"/>
                  <a:pt x="7131597" y="2170686"/>
                </a:cubicBezTo>
                <a:cubicBezTo>
                  <a:pt x="7131597" y="2182737"/>
                  <a:pt x="7121532" y="2192506"/>
                  <a:pt x="7109116" y="2192506"/>
                </a:cubicBezTo>
                <a:cubicBezTo>
                  <a:pt x="7096700" y="2192506"/>
                  <a:pt x="7086635" y="2182737"/>
                  <a:pt x="7086635" y="2170686"/>
                </a:cubicBezTo>
                <a:cubicBezTo>
                  <a:pt x="7086635" y="2158635"/>
                  <a:pt x="7096700" y="2148866"/>
                  <a:pt x="7109116" y="2148866"/>
                </a:cubicBezTo>
                <a:close/>
                <a:moveTo>
                  <a:pt x="7031757" y="2148866"/>
                </a:moveTo>
                <a:cubicBezTo>
                  <a:pt x="7043808" y="2148866"/>
                  <a:pt x="7053577" y="2158635"/>
                  <a:pt x="7053577" y="2170686"/>
                </a:cubicBezTo>
                <a:cubicBezTo>
                  <a:pt x="7053577" y="2182737"/>
                  <a:pt x="7043808" y="2192506"/>
                  <a:pt x="7031757" y="2192506"/>
                </a:cubicBezTo>
                <a:cubicBezTo>
                  <a:pt x="7019706" y="2192506"/>
                  <a:pt x="7009937" y="2182737"/>
                  <a:pt x="7009937" y="2170686"/>
                </a:cubicBezTo>
                <a:cubicBezTo>
                  <a:pt x="7009937" y="2158635"/>
                  <a:pt x="7019706" y="2148866"/>
                  <a:pt x="7031757" y="2148866"/>
                </a:cubicBezTo>
                <a:close/>
                <a:moveTo>
                  <a:pt x="6953736" y="2148866"/>
                </a:moveTo>
                <a:cubicBezTo>
                  <a:pt x="6965787" y="2148866"/>
                  <a:pt x="6975556" y="2158635"/>
                  <a:pt x="6975556" y="2170686"/>
                </a:cubicBezTo>
                <a:cubicBezTo>
                  <a:pt x="6975556" y="2182737"/>
                  <a:pt x="6965787" y="2192506"/>
                  <a:pt x="6953736" y="2192506"/>
                </a:cubicBezTo>
                <a:cubicBezTo>
                  <a:pt x="6941685" y="2192506"/>
                  <a:pt x="6931916" y="2182737"/>
                  <a:pt x="6931916" y="2170686"/>
                </a:cubicBezTo>
                <a:cubicBezTo>
                  <a:pt x="6931916" y="2158635"/>
                  <a:pt x="6941685" y="2148866"/>
                  <a:pt x="6953736" y="2148866"/>
                </a:cubicBezTo>
                <a:close/>
                <a:moveTo>
                  <a:pt x="6875716" y="2148866"/>
                </a:moveTo>
                <a:cubicBezTo>
                  <a:pt x="6887767" y="2148866"/>
                  <a:pt x="6897536" y="2158635"/>
                  <a:pt x="6897536" y="2170686"/>
                </a:cubicBezTo>
                <a:cubicBezTo>
                  <a:pt x="6897536" y="2182737"/>
                  <a:pt x="6887767" y="2192506"/>
                  <a:pt x="6875716" y="2192506"/>
                </a:cubicBezTo>
                <a:cubicBezTo>
                  <a:pt x="6863665" y="2192506"/>
                  <a:pt x="6853896" y="2182737"/>
                  <a:pt x="6853896" y="2170686"/>
                </a:cubicBezTo>
                <a:cubicBezTo>
                  <a:pt x="6853896" y="2158635"/>
                  <a:pt x="6863665" y="2148866"/>
                  <a:pt x="6875716" y="2148866"/>
                </a:cubicBezTo>
                <a:close/>
                <a:moveTo>
                  <a:pt x="6798356" y="2148866"/>
                </a:moveTo>
                <a:cubicBezTo>
                  <a:pt x="6810772" y="2148866"/>
                  <a:pt x="6820837" y="2158635"/>
                  <a:pt x="6820837" y="2170686"/>
                </a:cubicBezTo>
                <a:cubicBezTo>
                  <a:pt x="6820837" y="2182737"/>
                  <a:pt x="6810772" y="2192506"/>
                  <a:pt x="6798356" y="2192506"/>
                </a:cubicBezTo>
                <a:cubicBezTo>
                  <a:pt x="6785940" y="2192506"/>
                  <a:pt x="6775875" y="2182737"/>
                  <a:pt x="6775875" y="2170686"/>
                </a:cubicBezTo>
                <a:cubicBezTo>
                  <a:pt x="6775875" y="2158635"/>
                  <a:pt x="6785940" y="2148866"/>
                  <a:pt x="6798356" y="2148866"/>
                </a:cubicBezTo>
                <a:close/>
                <a:moveTo>
                  <a:pt x="6719675" y="2148866"/>
                </a:moveTo>
                <a:cubicBezTo>
                  <a:pt x="6731726" y="2148866"/>
                  <a:pt x="6741495" y="2158635"/>
                  <a:pt x="6741495" y="2170686"/>
                </a:cubicBezTo>
                <a:cubicBezTo>
                  <a:pt x="6741495" y="2182737"/>
                  <a:pt x="6731726" y="2192506"/>
                  <a:pt x="6719675" y="2192506"/>
                </a:cubicBezTo>
                <a:cubicBezTo>
                  <a:pt x="6707624" y="2192506"/>
                  <a:pt x="6697855" y="2182737"/>
                  <a:pt x="6697855" y="2170686"/>
                </a:cubicBezTo>
                <a:cubicBezTo>
                  <a:pt x="6697855" y="2158635"/>
                  <a:pt x="6707624" y="2148866"/>
                  <a:pt x="6719675" y="2148866"/>
                </a:cubicBezTo>
                <a:close/>
                <a:moveTo>
                  <a:pt x="6641655" y="2148866"/>
                </a:moveTo>
                <a:cubicBezTo>
                  <a:pt x="6653706" y="2148866"/>
                  <a:pt x="6663475" y="2158635"/>
                  <a:pt x="6663475" y="2170686"/>
                </a:cubicBezTo>
                <a:cubicBezTo>
                  <a:pt x="6663475" y="2182737"/>
                  <a:pt x="6653706" y="2192506"/>
                  <a:pt x="6641655" y="2192506"/>
                </a:cubicBezTo>
                <a:cubicBezTo>
                  <a:pt x="6629604" y="2192506"/>
                  <a:pt x="6619835" y="2182737"/>
                  <a:pt x="6619835" y="2170686"/>
                </a:cubicBezTo>
                <a:cubicBezTo>
                  <a:pt x="6619835" y="2158635"/>
                  <a:pt x="6629604" y="2148866"/>
                  <a:pt x="6641655" y="2148866"/>
                </a:cubicBezTo>
                <a:close/>
                <a:moveTo>
                  <a:pt x="6563634" y="2148866"/>
                </a:moveTo>
                <a:cubicBezTo>
                  <a:pt x="6575685" y="2148866"/>
                  <a:pt x="6585454" y="2158635"/>
                  <a:pt x="6585454" y="2170686"/>
                </a:cubicBezTo>
                <a:cubicBezTo>
                  <a:pt x="6585454" y="2182737"/>
                  <a:pt x="6575685" y="2192506"/>
                  <a:pt x="6563634" y="2192506"/>
                </a:cubicBezTo>
                <a:cubicBezTo>
                  <a:pt x="6551583" y="2192506"/>
                  <a:pt x="6541814" y="2182737"/>
                  <a:pt x="6541814" y="2170686"/>
                </a:cubicBezTo>
                <a:cubicBezTo>
                  <a:pt x="6541814" y="2158635"/>
                  <a:pt x="6551583" y="2148866"/>
                  <a:pt x="6563634" y="2148866"/>
                </a:cubicBezTo>
                <a:close/>
                <a:moveTo>
                  <a:pt x="6485613" y="2148866"/>
                </a:moveTo>
                <a:cubicBezTo>
                  <a:pt x="6497664" y="2148866"/>
                  <a:pt x="6507433" y="2158635"/>
                  <a:pt x="6507433" y="2170686"/>
                </a:cubicBezTo>
                <a:cubicBezTo>
                  <a:pt x="6507433" y="2182737"/>
                  <a:pt x="6497664" y="2192506"/>
                  <a:pt x="6485613" y="2192506"/>
                </a:cubicBezTo>
                <a:cubicBezTo>
                  <a:pt x="6473562" y="2192506"/>
                  <a:pt x="6463793" y="2182737"/>
                  <a:pt x="6463793" y="2170686"/>
                </a:cubicBezTo>
                <a:cubicBezTo>
                  <a:pt x="6463793" y="2158635"/>
                  <a:pt x="6473562" y="2148866"/>
                  <a:pt x="6485613" y="2148866"/>
                </a:cubicBezTo>
                <a:close/>
                <a:moveTo>
                  <a:pt x="6408916" y="2148866"/>
                </a:moveTo>
                <a:cubicBezTo>
                  <a:pt x="6420967" y="2148866"/>
                  <a:pt x="6430736" y="2158635"/>
                  <a:pt x="6430736" y="2170686"/>
                </a:cubicBezTo>
                <a:cubicBezTo>
                  <a:pt x="6430736" y="2182737"/>
                  <a:pt x="6420967" y="2192506"/>
                  <a:pt x="6408916" y="2192506"/>
                </a:cubicBezTo>
                <a:cubicBezTo>
                  <a:pt x="6396865" y="2192506"/>
                  <a:pt x="6387096" y="2182737"/>
                  <a:pt x="6387096" y="2170686"/>
                </a:cubicBezTo>
                <a:cubicBezTo>
                  <a:pt x="6387096" y="2158635"/>
                  <a:pt x="6396865" y="2148866"/>
                  <a:pt x="6408916" y="2148866"/>
                </a:cubicBezTo>
                <a:close/>
                <a:moveTo>
                  <a:pt x="6330896" y="2148866"/>
                </a:moveTo>
                <a:cubicBezTo>
                  <a:pt x="6342947" y="2148866"/>
                  <a:pt x="6352716" y="2158635"/>
                  <a:pt x="6352716" y="2170686"/>
                </a:cubicBezTo>
                <a:cubicBezTo>
                  <a:pt x="6352716" y="2182737"/>
                  <a:pt x="6342947" y="2192506"/>
                  <a:pt x="6330896" y="2192506"/>
                </a:cubicBezTo>
                <a:cubicBezTo>
                  <a:pt x="6318845" y="2192506"/>
                  <a:pt x="6309076" y="2182737"/>
                  <a:pt x="6309076" y="2170686"/>
                </a:cubicBezTo>
                <a:cubicBezTo>
                  <a:pt x="6309076" y="2158635"/>
                  <a:pt x="6318845" y="2148866"/>
                  <a:pt x="6330896" y="2148866"/>
                </a:cubicBezTo>
                <a:close/>
                <a:moveTo>
                  <a:pt x="6252875" y="2148866"/>
                </a:moveTo>
                <a:cubicBezTo>
                  <a:pt x="6264926" y="2148866"/>
                  <a:pt x="6274695" y="2158635"/>
                  <a:pt x="6274695" y="2170686"/>
                </a:cubicBezTo>
                <a:cubicBezTo>
                  <a:pt x="6274695" y="2182737"/>
                  <a:pt x="6264926" y="2192506"/>
                  <a:pt x="6252875" y="2192506"/>
                </a:cubicBezTo>
                <a:cubicBezTo>
                  <a:pt x="6240824" y="2192506"/>
                  <a:pt x="6231055" y="2182737"/>
                  <a:pt x="6231055" y="2170686"/>
                </a:cubicBezTo>
                <a:cubicBezTo>
                  <a:pt x="6231055" y="2158635"/>
                  <a:pt x="6240824" y="2148866"/>
                  <a:pt x="6252875" y="2148866"/>
                </a:cubicBezTo>
                <a:close/>
                <a:moveTo>
                  <a:pt x="6174854" y="2148866"/>
                </a:moveTo>
                <a:cubicBezTo>
                  <a:pt x="6186905" y="2148866"/>
                  <a:pt x="6196674" y="2158635"/>
                  <a:pt x="6196674" y="2170686"/>
                </a:cubicBezTo>
                <a:cubicBezTo>
                  <a:pt x="6196674" y="2182737"/>
                  <a:pt x="6186905" y="2192506"/>
                  <a:pt x="6174854" y="2192506"/>
                </a:cubicBezTo>
                <a:cubicBezTo>
                  <a:pt x="6162803" y="2192506"/>
                  <a:pt x="6153034" y="2182737"/>
                  <a:pt x="6153034" y="2170686"/>
                </a:cubicBezTo>
                <a:cubicBezTo>
                  <a:pt x="6153034" y="2158635"/>
                  <a:pt x="6162803" y="2148866"/>
                  <a:pt x="6174854" y="2148866"/>
                </a:cubicBezTo>
                <a:close/>
                <a:moveTo>
                  <a:pt x="6096834" y="2148866"/>
                </a:moveTo>
                <a:cubicBezTo>
                  <a:pt x="6108885" y="2148866"/>
                  <a:pt x="6118654" y="2158635"/>
                  <a:pt x="6118654" y="2170686"/>
                </a:cubicBezTo>
                <a:cubicBezTo>
                  <a:pt x="6118654" y="2182737"/>
                  <a:pt x="6108885" y="2192506"/>
                  <a:pt x="6096834" y="2192506"/>
                </a:cubicBezTo>
                <a:cubicBezTo>
                  <a:pt x="6084783" y="2192506"/>
                  <a:pt x="6075014" y="2182737"/>
                  <a:pt x="6075014" y="2170686"/>
                </a:cubicBezTo>
                <a:cubicBezTo>
                  <a:pt x="6075014" y="2158635"/>
                  <a:pt x="6084783" y="2148866"/>
                  <a:pt x="6096834" y="2148866"/>
                </a:cubicBezTo>
                <a:close/>
                <a:moveTo>
                  <a:pt x="6018814" y="2148866"/>
                </a:moveTo>
                <a:cubicBezTo>
                  <a:pt x="6030865" y="2148866"/>
                  <a:pt x="6040634" y="2158635"/>
                  <a:pt x="6040634" y="2170686"/>
                </a:cubicBezTo>
                <a:cubicBezTo>
                  <a:pt x="6040634" y="2182737"/>
                  <a:pt x="6030865" y="2192506"/>
                  <a:pt x="6018814" y="2192506"/>
                </a:cubicBezTo>
                <a:cubicBezTo>
                  <a:pt x="6006763" y="2192506"/>
                  <a:pt x="5996994" y="2182737"/>
                  <a:pt x="5996994" y="2170686"/>
                </a:cubicBezTo>
                <a:cubicBezTo>
                  <a:pt x="5996994" y="2158635"/>
                  <a:pt x="6006763" y="2148866"/>
                  <a:pt x="6018814" y="2148866"/>
                </a:cubicBezTo>
                <a:close/>
                <a:moveTo>
                  <a:pt x="5940793" y="2148866"/>
                </a:moveTo>
                <a:cubicBezTo>
                  <a:pt x="5952844" y="2148866"/>
                  <a:pt x="5962613" y="2158635"/>
                  <a:pt x="5962613" y="2170686"/>
                </a:cubicBezTo>
                <a:cubicBezTo>
                  <a:pt x="5962613" y="2182737"/>
                  <a:pt x="5952844" y="2192506"/>
                  <a:pt x="5940793" y="2192506"/>
                </a:cubicBezTo>
                <a:cubicBezTo>
                  <a:pt x="5928742" y="2192506"/>
                  <a:pt x="5918973" y="2182737"/>
                  <a:pt x="5918973" y="2170686"/>
                </a:cubicBezTo>
                <a:cubicBezTo>
                  <a:pt x="5918973" y="2158635"/>
                  <a:pt x="5928742" y="2148866"/>
                  <a:pt x="5940793" y="2148866"/>
                </a:cubicBezTo>
                <a:close/>
                <a:moveTo>
                  <a:pt x="5862773" y="2148866"/>
                </a:moveTo>
                <a:cubicBezTo>
                  <a:pt x="5874824" y="2148866"/>
                  <a:pt x="5884593" y="2158635"/>
                  <a:pt x="5884593" y="2170686"/>
                </a:cubicBezTo>
                <a:cubicBezTo>
                  <a:pt x="5884593" y="2182737"/>
                  <a:pt x="5874824" y="2192506"/>
                  <a:pt x="5862773" y="2192506"/>
                </a:cubicBezTo>
                <a:cubicBezTo>
                  <a:pt x="5850722" y="2192506"/>
                  <a:pt x="5840953" y="2182737"/>
                  <a:pt x="5840953" y="2170686"/>
                </a:cubicBezTo>
                <a:cubicBezTo>
                  <a:pt x="5840953" y="2158635"/>
                  <a:pt x="5850722" y="2148866"/>
                  <a:pt x="5862773" y="2148866"/>
                </a:cubicBezTo>
                <a:close/>
                <a:moveTo>
                  <a:pt x="5785413" y="2148866"/>
                </a:moveTo>
                <a:cubicBezTo>
                  <a:pt x="5797829" y="2148866"/>
                  <a:pt x="5807894" y="2158635"/>
                  <a:pt x="5807894" y="2170686"/>
                </a:cubicBezTo>
                <a:cubicBezTo>
                  <a:pt x="5807894" y="2182737"/>
                  <a:pt x="5797829" y="2192506"/>
                  <a:pt x="5785413" y="2192506"/>
                </a:cubicBezTo>
                <a:cubicBezTo>
                  <a:pt x="5772997" y="2192506"/>
                  <a:pt x="5762932" y="2182737"/>
                  <a:pt x="5762932" y="2170686"/>
                </a:cubicBezTo>
                <a:cubicBezTo>
                  <a:pt x="5762932" y="2158635"/>
                  <a:pt x="5772997" y="2148866"/>
                  <a:pt x="5785413" y="2148866"/>
                </a:cubicBezTo>
                <a:close/>
                <a:moveTo>
                  <a:pt x="5708054" y="2148866"/>
                </a:moveTo>
                <a:cubicBezTo>
                  <a:pt x="5720105" y="2148866"/>
                  <a:pt x="5729874" y="2158635"/>
                  <a:pt x="5729874" y="2170686"/>
                </a:cubicBezTo>
                <a:cubicBezTo>
                  <a:pt x="5729874" y="2182737"/>
                  <a:pt x="5720105" y="2192506"/>
                  <a:pt x="5708054" y="2192506"/>
                </a:cubicBezTo>
                <a:cubicBezTo>
                  <a:pt x="5696003" y="2192506"/>
                  <a:pt x="5686234" y="2182737"/>
                  <a:pt x="5686234" y="2170686"/>
                </a:cubicBezTo>
                <a:cubicBezTo>
                  <a:pt x="5686234" y="2158635"/>
                  <a:pt x="5696003" y="2148866"/>
                  <a:pt x="5708054" y="2148866"/>
                </a:cubicBezTo>
                <a:close/>
                <a:moveTo>
                  <a:pt x="5630034" y="2148866"/>
                </a:moveTo>
                <a:cubicBezTo>
                  <a:pt x="5642085" y="2148866"/>
                  <a:pt x="5651854" y="2158635"/>
                  <a:pt x="5651854" y="2170686"/>
                </a:cubicBezTo>
                <a:cubicBezTo>
                  <a:pt x="5651854" y="2182737"/>
                  <a:pt x="5642085" y="2192506"/>
                  <a:pt x="5630034" y="2192506"/>
                </a:cubicBezTo>
                <a:cubicBezTo>
                  <a:pt x="5617983" y="2192506"/>
                  <a:pt x="5608214" y="2182737"/>
                  <a:pt x="5608214" y="2170686"/>
                </a:cubicBezTo>
                <a:cubicBezTo>
                  <a:pt x="5608214" y="2158635"/>
                  <a:pt x="5617983" y="2148866"/>
                  <a:pt x="5630034" y="2148866"/>
                </a:cubicBezTo>
                <a:close/>
                <a:moveTo>
                  <a:pt x="5552013" y="2148866"/>
                </a:moveTo>
                <a:cubicBezTo>
                  <a:pt x="5564064" y="2148866"/>
                  <a:pt x="5573833" y="2158635"/>
                  <a:pt x="5573833" y="2170686"/>
                </a:cubicBezTo>
                <a:cubicBezTo>
                  <a:pt x="5573833" y="2182737"/>
                  <a:pt x="5564064" y="2192506"/>
                  <a:pt x="5552013" y="2192506"/>
                </a:cubicBezTo>
                <a:cubicBezTo>
                  <a:pt x="5539962" y="2192506"/>
                  <a:pt x="5530193" y="2182737"/>
                  <a:pt x="5530193" y="2170686"/>
                </a:cubicBezTo>
                <a:cubicBezTo>
                  <a:pt x="5530193" y="2158635"/>
                  <a:pt x="5539962" y="2148866"/>
                  <a:pt x="5552013" y="2148866"/>
                </a:cubicBezTo>
                <a:close/>
                <a:moveTo>
                  <a:pt x="5473331" y="2148866"/>
                </a:moveTo>
                <a:cubicBezTo>
                  <a:pt x="5485747" y="2148866"/>
                  <a:pt x="5495812" y="2158635"/>
                  <a:pt x="5495812" y="2170686"/>
                </a:cubicBezTo>
                <a:cubicBezTo>
                  <a:pt x="5495812" y="2182737"/>
                  <a:pt x="5485747" y="2192506"/>
                  <a:pt x="5473331" y="2192506"/>
                </a:cubicBezTo>
                <a:cubicBezTo>
                  <a:pt x="5460915" y="2192506"/>
                  <a:pt x="5450850" y="2182737"/>
                  <a:pt x="5450850" y="2170686"/>
                </a:cubicBezTo>
                <a:cubicBezTo>
                  <a:pt x="5450850" y="2158635"/>
                  <a:pt x="5460915" y="2148866"/>
                  <a:pt x="5473331" y="2148866"/>
                </a:cubicBezTo>
                <a:close/>
                <a:moveTo>
                  <a:pt x="5395972" y="2148866"/>
                </a:moveTo>
                <a:cubicBezTo>
                  <a:pt x="5408023" y="2148866"/>
                  <a:pt x="5417792" y="2158635"/>
                  <a:pt x="5417792" y="2170686"/>
                </a:cubicBezTo>
                <a:cubicBezTo>
                  <a:pt x="5417792" y="2182737"/>
                  <a:pt x="5408023" y="2192506"/>
                  <a:pt x="5395972" y="2192506"/>
                </a:cubicBezTo>
                <a:cubicBezTo>
                  <a:pt x="5383921" y="2192506"/>
                  <a:pt x="5374152" y="2182737"/>
                  <a:pt x="5374152" y="2170686"/>
                </a:cubicBezTo>
                <a:cubicBezTo>
                  <a:pt x="5374152" y="2158635"/>
                  <a:pt x="5383921" y="2148866"/>
                  <a:pt x="5395972" y="2148866"/>
                </a:cubicBezTo>
                <a:close/>
                <a:moveTo>
                  <a:pt x="5317953" y="2148866"/>
                </a:moveTo>
                <a:cubicBezTo>
                  <a:pt x="5330004" y="2148866"/>
                  <a:pt x="5339773" y="2158635"/>
                  <a:pt x="5339773" y="2170686"/>
                </a:cubicBezTo>
                <a:cubicBezTo>
                  <a:pt x="5339773" y="2182737"/>
                  <a:pt x="5330004" y="2192506"/>
                  <a:pt x="5317953" y="2192506"/>
                </a:cubicBezTo>
                <a:cubicBezTo>
                  <a:pt x="5305902" y="2192506"/>
                  <a:pt x="5296133" y="2182737"/>
                  <a:pt x="5296133" y="2170686"/>
                </a:cubicBezTo>
                <a:cubicBezTo>
                  <a:pt x="5296133" y="2158635"/>
                  <a:pt x="5305902" y="2148866"/>
                  <a:pt x="5317953" y="2148866"/>
                </a:cubicBezTo>
                <a:close/>
                <a:moveTo>
                  <a:pt x="5239931" y="2148866"/>
                </a:moveTo>
                <a:cubicBezTo>
                  <a:pt x="5251982" y="2148866"/>
                  <a:pt x="5261751" y="2158635"/>
                  <a:pt x="5261751" y="2170686"/>
                </a:cubicBezTo>
                <a:cubicBezTo>
                  <a:pt x="5261751" y="2182737"/>
                  <a:pt x="5251982" y="2192506"/>
                  <a:pt x="5239931" y="2192506"/>
                </a:cubicBezTo>
                <a:cubicBezTo>
                  <a:pt x="5227880" y="2192506"/>
                  <a:pt x="5218111" y="2182737"/>
                  <a:pt x="5218111" y="2170686"/>
                </a:cubicBezTo>
                <a:cubicBezTo>
                  <a:pt x="5218111" y="2158635"/>
                  <a:pt x="5227880" y="2148866"/>
                  <a:pt x="5239931" y="2148866"/>
                </a:cubicBezTo>
                <a:close/>
                <a:moveTo>
                  <a:pt x="5162572" y="2148866"/>
                </a:moveTo>
                <a:cubicBezTo>
                  <a:pt x="5174988" y="2148866"/>
                  <a:pt x="5185053" y="2158635"/>
                  <a:pt x="5185053" y="2170686"/>
                </a:cubicBezTo>
                <a:cubicBezTo>
                  <a:pt x="5185053" y="2182737"/>
                  <a:pt x="5174988" y="2192506"/>
                  <a:pt x="5162572" y="2192506"/>
                </a:cubicBezTo>
                <a:cubicBezTo>
                  <a:pt x="5150156" y="2192506"/>
                  <a:pt x="5140091" y="2182737"/>
                  <a:pt x="5140091" y="2170686"/>
                </a:cubicBezTo>
                <a:cubicBezTo>
                  <a:pt x="5140091" y="2158635"/>
                  <a:pt x="5150156" y="2148866"/>
                  <a:pt x="5162572" y="2148866"/>
                </a:cubicBezTo>
                <a:close/>
                <a:moveTo>
                  <a:pt x="5085212" y="2148866"/>
                </a:moveTo>
                <a:cubicBezTo>
                  <a:pt x="5097263" y="2148866"/>
                  <a:pt x="5107032" y="2158635"/>
                  <a:pt x="5107032" y="2170686"/>
                </a:cubicBezTo>
                <a:cubicBezTo>
                  <a:pt x="5107032" y="2182737"/>
                  <a:pt x="5097263" y="2192506"/>
                  <a:pt x="5085212" y="2192506"/>
                </a:cubicBezTo>
                <a:cubicBezTo>
                  <a:pt x="5073161" y="2192506"/>
                  <a:pt x="5063392" y="2182737"/>
                  <a:pt x="5063392" y="2170686"/>
                </a:cubicBezTo>
                <a:cubicBezTo>
                  <a:pt x="5063392" y="2158635"/>
                  <a:pt x="5073161" y="2148866"/>
                  <a:pt x="5085212" y="2148866"/>
                </a:cubicBezTo>
                <a:close/>
                <a:moveTo>
                  <a:pt x="5007193" y="2148866"/>
                </a:moveTo>
                <a:cubicBezTo>
                  <a:pt x="5019244" y="2148866"/>
                  <a:pt x="5029013" y="2158635"/>
                  <a:pt x="5029013" y="2170686"/>
                </a:cubicBezTo>
                <a:cubicBezTo>
                  <a:pt x="5029013" y="2182737"/>
                  <a:pt x="5019244" y="2192506"/>
                  <a:pt x="5007193" y="2192506"/>
                </a:cubicBezTo>
                <a:cubicBezTo>
                  <a:pt x="4995142" y="2192506"/>
                  <a:pt x="4985373" y="2182737"/>
                  <a:pt x="4985373" y="2170686"/>
                </a:cubicBezTo>
                <a:cubicBezTo>
                  <a:pt x="4985373" y="2158635"/>
                  <a:pt x="4995142" y="2148866"/>
                  <a:pt x="5007193" y="2148866"/>
                </a:cubicBezTo>
                <a:close/>
                <a:moveTo>
                  <a:pt x="4928511" y="2148866"/>
                </a:moveTo>
                <a:cubicBezTo>
                  <a:pt x="4940927" y="2148866"/>
                  <a:pt x="4950992" y="2158635"/>
                  <a:pt x="4950992" y="2170686"/>
                </a:cubicBezTo>
                <a:cubicBezTo>
                  <a:pt x="4950992" y="2182737"/>
                  <a:pt x="4940927" y="2192506"/>
                  <a:pt x="4928511" y="2192506"/>
                </a:cubicBezTo>
                <a:cubicBezTo>
                  <a:pt x="4916095" y="2192506"/>
                  <a:pt x="4906030" y="2182737"/>
                  <a:pt x="4906030" y="2170686"/>
                </a:cubicBezTo>
                <a:cubicBezTo>
                  <a:pt x="4906030" y="2158635"/>
                  <a:pt x="4916095" y="2148866"/>
                  <a:pt x="4928511" y="2148866"/>
                </a:cubicBezTo>
                <a:close/>
                <a:moveTo>
                  <a:pt x="4773132" y="2148866"/>
                </a:moveTo>
                <a:cubicBezTo>
                  <a:pt x="4785183" y="2148866"/>
                  <a:pt x="4794952" y="2158635"/>
                  <a:pt x="4794952" y="2170686"/>
                </a:cubicBezTo>
                <a:cubicBezTo>
                  <a:pt x="4794952" y="2182737"/>
                  <a:pt x="4785183" y="2192506"/>
                  <a:pt x="4773132" y="2192506"/>
                </a:cubicBezTo>
                <a:cubicBezTo>
                  <a:pt x="4761081" y="2192506"/>
                  <a:pt x="4751312" y="2182737"/>
                  <a:pt x="4751312" y="2170686"/>
                </a:cubicBezTo>
                <a:cubicBezTo>
                  <a:pt x="4751312" y="2158635"/>
                  <a:pt x="4761081" y="2148866"/>
                  <a:pt x="4773132" y="2148866"/>
                </a:cubicBezTo>
                <a:close/>
                <a:moveTo>
                  <a:pt x="4695111" y="2148866"/>
                </a:moveTo>
                <a:cubicBezTo>
                  <a:pt x="4707162" y="2148866"/>
                  <a:pt x="4716931" y="2158635"/>
                  <a:pt x="4716931" y="2170686"/>
                </a:cubicBezTo>
                <a:cubicBezTo>
                  <a:pt x="4716931" y="2182737"/>
                  <a:pt x="4707162" y="2192506"/>
                  <a:pt x="4695111" y="2192506"/>
                </a:cubicBezTo>
                <a:cubicBezTo>
                  <a:pt x="4683060" y="2192506"/>
                  <a:pt x="4673291" y="2182737"/>
                  <a:pt x="4673291" y="2170686"/>
                </a:cubicBezTo>
                <a:cubicBezTo>
                  <a:pt x="4673291" y="2158635"/>
                  <a:pt x="4683060" y="2148866"/>
                  <a:pt x="4695111" y="2148866"/>
                </a:cubicBezTo>
                <a:close/>
                <a:moveTo>
                  <a:pt x="4305009" y="2148866"/>
                </a:moveTo>
                <a:cubicBezTo>
                  <a:pt x="4317060" y="2148866"/>
                  <a:pt x="4326829" y="2158635"/>
                  <a:pt x="4326829" y="2170686"/>
                </a:cubicBezTo>
                <a:cubicBezTo>
                  <a:pt x="4326829" y="2182737"/>
                  <a:pt x="4317060" y="2192506"/>
                  <a:pt x="4305009" y="2192506"/>
                </a:cubicBezTo>
                <a:cubicBezTo>
                  <a:pt x="4292958" y="2192506"/>
                  <a:pt x="4283189" y="2182737"/>
                  <a:pt x="4283189" y="2170686"/>
                </a:cubicBezTo>
                <a:cubicBezTo>
                  <a:pt x="4283189" y="2158635"/>
                  <a:pt x="4292958" y="2148866"/>
                  <a:pt x="4305009" y="2148866"/>
                </a:cubicBezTo>
                <a:close/>
                <a:moveTo>
                  <a:pt x="4226989" y="2148866"/>
                </a:moveTo>
                <a:cubicBezTo>
                  <a:pt x="4239040" y="2148866"/>
                  <a:pt x="4248809" y="2158635"/>
                  <a:pt x="4248809" y="2170686"/>
                </a:cubicBezTo>
                <a:cubicBezTo>
                  <a:pt x="4248809" y="2182737"/>
                  <a:pt x="4239040" y="2192506"/>
                  <a:pt x="4226989" y="2192506"/>
                </a:cubicBezTo>
                <a:cubicBezTo>
                  <a:pt x="4214938" y="2192506"/>
                  <a:pt x="4205169" y="2182737"/>
                  <a:pt x="4205169" y="2170686"/>
                </a:cubicBezTo>
                <a:cubicBezTo>
                  <a:pt x="4205169" y="2158635"/>
                  <a:pt x="4214938" y="2148866"/>
                  <a:pt x="4226989" y="2148866"/>
                </a:cubicBezTo>
                <a:close/>
                <a:moveTo>
                  <a:pt x="4149629" y="2148866"/>
                </a:moveTo>
                <a:cubicBezTo>
                  <a:pt x="4162045" y="2148866"/>
                  <a:pt x="4172110" y="2158635"/>
                  <a:pt x="4172110" y="2170686"/>
                </a:cubicBezTo>
                <a:cubicBezTo>
                  <a:pt x="4172110" y="2182737"/>
                  <a:pt x="4162045" y="2192506"/>
                  <a:pt x="4149629" y="2192506"/>
                </a:cubicBezTo>
                <a:cubicBezTo>
                  <a:pt x="4137213" y="2192506"/>
                  <a:pt x="4127148" y="2182737"/>
                  <a:pt x="4127148" y="2170686"/>
                </a:cubicBezTo>
                <a:cubicBezTo>
                  <a:pt x="4127148" y="2158635"/>
                  <a:pt x="4137213" y="2148866"/>
                  <a:pt x="4149629" y="2148866"/>
                </a:cubicBezTo>
                <a:close/>
                <a:moveTo>
                  <a:pt x="2358465" y="2148866"/>
                </a:moveTo>
                <a:cubicBezTo>
                  <a:pt x="2370516" y="2148866"/>
                  <a:pt x="2380285" y="2158635"/>
                  <a:pt x="2380285" y="2170686"/>
                </a:cubicBezTo>
                <a:cubicBezTo>
                  <a:pt x="2380285" y="2182737"/>
                  <a:pt x="2370516" y="2192506"/>
                  <a:pt x="2358465" y="2192506"/>
                </a:cubicBezTo>
                <a:cubicBezTo>
                  <a:pt x="2346414" y="2192506"/>
                  <a:pt x="2336645" y="2182737"/>
                  <a:pt x="2336645" y="2170686"/>
                </a:cubicBezTo>
                <a:cubicBezTo>
                  <a:pt x="2336645" y="2158635"/>
                  <a:pt x="2346414" y="2148866"/>
                  <a:pt x="2358465" y="2148866"/>
                </a:cubicBezTo>
                <a:close/>
                <a:moveTo>
                  <a:pt x="2280445" y="2148866"/>
                </a:moveTo>
                <a:cubicBezTo>
                  <a:pt x="2292496" y="2148866"/>
                  <a:pt x="2302265" y="2158635"/>
                  <a:pt x="2302265" y="2170686"/>
                </a:cubicBezTo>
                <a:cubicBezTo>
                  <a:pt x="2302265" y="2182737"/>
                  <a:pt x="2292496" y="2192506"/>
                  <a:pt x="2280445" y="2192506"/>
                </a:cubicBezTo>
                <a:cubicBezTo>
                  <a:pt x="2268394" y="2192506"/>
                  <a:pt x="2258625" y="2182737"/>
                  <a:pt x="2258625" y="2170686"/>
                </a:cubicBezTo>
                <a:cubicBezTo>
                  <a:pt x="2258625" y="2158635"/>
                  <a:pt x="2268394" y="2148866"/>
                  <a:pt x="2280445" y="2148866"/>
                </a:cubicBezTo>
                <a:close/>
                <a:moveTo>
                  <a:pt x="2203086" y="2148866"/>
                </a:moveTo>
                <a:cubicBezTo>
                  <a:pt x="2215502" y="2148866"/>
                  <a:pt x="2225567" y="2158635"/>
                  <a:pt x="2225567" y="2170686"/>
                </a:cubicBezTo>
                <a:cubicBezTo>
                  <a:pt x="2225567" y="2182737"/>
                  <a:pt x="2215502" y="2192506"/>
                  <a:pt x="2203086" y="2192506"/>
                </a:cubicBezTo>
                <a:cubicBezTo>
                  <a:pt x="2190670" y="2192506"/>
                  <a:pt x="2180605" y="2182737"/>
                  <a:pt x="2180605" y="2170686"/>
                </a:cubicBezTo>
                <a:cubicBezTo>
                  <a:pt x="2180605" y="2158635"/>
                  <a:pt x="2190670" y="2148866"/>
                  <a:pt x="2203086" y="2148866"/>
                </a:cubicBezTo>
                <a:close/>
                <a:moveTo>
                  <a:pt x="2125727" y="2148866"/>
                </a:moveTo>
                <a:cubicBezTo>
                  <a:pt x="2137778" y="2148866"/>
                  <a:pt x="2147547" y="2158635"/>
                  <a:pt x="2147547" y="2170686"/>
                </a:cubicBezTo>
                <a:cubicBezTo>
                  <a:pt x="2147547" y="2182737"/>
                  <a:pt x="2137778" y="2192506"/>
                  <a:pt x="2125727" y="2192506"/>
                </a:cubicBezTo>
                <a:cubicBezTo>
                  <a:pt x="2113676" y="2192506"/>
                  <a:pt x="2103907" y="2182737"/>
                  <a:pt x="2103907" y="2170686"/>
                </a:cubicBezTo>
                <a:cubicBezTo>
                  <a:pt x="2103907" y="2158635"/>
                  <a:pt x="2113676" y="2148866"/>
                  <a:pt x="2125727" y="2148866"/>
                </a:cubicBezTo>
                <a:close/>
                <a:moveTo>
                  <a:pt x="2047706" y="2148866"/>
                </a:moveTo>
                <a:cubicBezTo>
                  <a:pt x="2059757" y="2148866"/>
                  <a:pt x="2069526" y="2158635"/>
                  <a:pt x="2069526" y="2170686"/>
                </a:cubicBezTo>
                <a:cubicBezTo>
                  <a:pt x="2069526" y="2182737"/>
                  <a:pt x="2059757" y="2192506"/>
                  <a:pt x="2047706" y="2192506"/>
                </a:cubicBezTo>
                <a:cubicBezTo>
                  <a:pt x="2035655" y="2192506"/>
                  <a:pt x="2025886" y="2182737"/>
                  <a:pt x="2025886" y="2170686"/>
                </a:cubicBezTo>
                <a:cubicBezTo>
                  <a:pt x="2025886" y="2158635"/>
                  <a:pt x="2035655" y="2148866"/>
                  <a:pt x="2047706" y="2148866"/>
                </a:cubicBezTo>
                <a:close/>
                <a:moveTo>
                  <a:pt x="1968363" y="2148866"/>
                </a:moveTo>
                <a:cubicBezTo>
                  <a:pt x="1980414" y="2148866"/>
                  <a:pt x="1990183" y="2158635"/>
                  <a:pt x="1990183" y="2170686"/>
                </a:cubicBezTo>
                <a:cubicBezTo>
                  <a:pt x="1990183" y="2182737"/>
                  <a:pt x="1980414" y="2192506"/>
                  <a:pt x="1968363" y="2192506"/>
                </a:cubicBezTo>
                <a:cubicBezTo>
                  <a:pt x="1956312" y="2192506"/>
                  <a:pt x="1946543" y="2182737"/>
                  <a:pt x="1946543" y="2170686"/>
                </a:cubicBezTo>
                <a:cubicBezTo>
                  <a:pt x="1946543" y="2158635"/>
                  <a:pt x="1956312" y="2148866"/>
                  <a:pt x="1968363" y="2148866"/>
                </a:cubicBezTo>
                <a:close/>
                <a:moveTo>
                  <a:pt x="1891011" y="2148866"/>
                </a:moveTo>
                <a:cubicBezTo>
                  <a:pt x="1903431" y="2148866"/>
                  <a:pt x="1913495" y="2158635"/>
                  <a:pt x="1913495" y="2170686"/>
                </a:cubicBezTo>
                <a:cubicBezTo>
                  <a:pt x="1913495" y="2182737"/>
                  <a:pt x="1903431" y="2192506"/>
                  <a:pt x="1891011" y="2192506"/>
                </a:cubicBezTo>
                <a:cubicBezTo>
                  <a:pt x="1878594" y="2192506"/>
                  <a:pt x="1868529" y="2182737"/>
                  <a:pt x="1868529" y="2170686"/>
                </a:cubicBezTo>
                <a:cubicBezTo>
                  <a:pt x="1868529" y="2158635"/>
                  <a:pt x="1878594" y="2148866"/>
                  <a:pt x="1891011" y="2148866"/>
                </a:cubicBezTo>
                <a:close/>
                <a:moveTo>
                  <a:pt x="1813657" y="2148866"/>
                </a:moveTo>
                <a:cubicBezTo>
                  <a:pt x="1825704" y="2148866"/>
                  <a:pt x="1835474" y="2158635"/>
                  <a:pt x="1835474" y="2170686"/>
                </a:cubicBezTo>
                <a:cubicBezTo>
                  <a:pt x="1835474" y="2182737"/>
                  <a:pt x="1825704" y="2192506"/>
                  <a:pt x="1813657" y="2192506"/>
                </a:cubicBezTo>
                <a:cubicBezTo>
                  <a:pt x="1801603" y="2192506"/>
                  <a:pt x="1791833" y="2182737"/>
                  <a:pt x="1791833" y="2170686"/>
                </a:cubicBezTo>
                <a:cubicBezTo>
                  <a:pt x="1791833" y="2158635"/>
                  <a:pt x="1801603" y="2148866"/>
                  <a:pt x="1813657" y="2148866"/>
                </a:cubicBezTo>
                <a:close/>
                <a:moveTo>
                  <a:pt x="1735633" y="2148866"/>
                </a:moveTo>
                <a:cubicBezTo>
                  <a:pt x="1747685" y="2148866"/>
                  <a:pt x="1757457" y="2158635"/>
                  <a:pt x="1757457" y="2170686"/>
                </a:cubicBezTo>
                <a:cubicBezTo>
                  <a:pt x="1757457" y="2182737"/>
                  <a:pt x="1747685" y="2192506"/>
                  <a:pt x="1735633" y="2192506"/>
                </a:cubicBezTo>
                <a:cubicBezTo>
                  <a:pt x="1723586" y="2192506"/>
                  <a:pt x="1713819" y="2182737"/>
                  <a:pt x="1713819" y="2170686"/>
                </a:cubicBezTo>
                <a:cubicBezTo>
                  <a:pt x="1713819" y="2158635"/>
                  <a:pt x="1723586" y="2148866"/>
                  <a:pt x="1735633" y="2148866"/>
                </a:cubicBezTo>
                <a:close/>
                <a:moveTo>
                  <a:pt x="1657611" y="2148866"/>
                </a:moveTo>
                <a:cubicBezTo>
                  <a:pt x="1669659" y="2148866"/>
                  <a:pt x="1679436" y="2158635"/>
                  <a:pt x="1679436" y="2170686"/>
                </a:cubicBezTo>
                <a:cubicBezTo>
                  <a:pt x="1679436" y="2182737"/>
                  <a:pt x="1669659" y="2192506"/>
                  <a:pt x="1657611" y="2192506"/>
                </a:cubicBezTo>
                <a:cubicBezTo>
                  <a:pt x="1645568" y="2192506"/>
                  <a:pt x="1635796" y="2182737"/>
                  <a:pt x="1635796" y="2170686"/>
                </a:cubicBezTo>
                <a:cubicBezTo>
                  <a:pt x="1635796" y="2158635"/>
                  <a:pt x="1645568" y="2148866"/>
                  <a:pt x="1657611" y="2148866"/>
                </a:cubicBezTo>
                <a:close/>
                <a:moveTo>
                  <a:pt x="1580257" y="2148866"/>
                </a:moveTo>
                <a:cubicBezTo>
                  <a:pt x="1592669" y="2148866"/>
                  <a:pt x="1602734" y="2158635"/>
                  <a:pt x="1602734" y="2170686"/>
                </a:cubicBezTo>
                <a:cubicBezTo>
                  <a:pt x="1602734" y="2182737"/>
                  <a:pt x="1592669" y="2192506"/>
                  <a:pt x="1580257" y="2192506"/>
                </a:cubicBezTo>
                <a:cubicBezTo>
                  <a:pt x="1567839" y="2192506"/>
                  <a:pt x="1557771" y="2182737"/>
                  <a:pt x="1557771" y="2170686"/>
                </a:cubicBezTo>
                <a:cubicBezTo>
                  <a:pt x="1557771" y="2158635"/>
                  <a:pt x="1567839" y="2148866"/>
                  <a:pt x="1580257" y="2148866"/>
                </a:cubicBezTo>
                <a:close/>
                <a:moveTo>
                  <a:pt x="1502899" y="2148866"/>
                </a:moveTo>
                <a:cubicBezTo>
                  <a:pt x="1514943" y="2148866"/>
                  <a:pt x="1524717" y="2158635"/>
                  <a:pt x="1524717" y="2170686"/>
                </a:cubicBezTo>
                <a:cubicBezTo>
                  <a:pt x="1524717" y="2182737"/>
                  <a:pt x="1514943" y="2192506"/>
                  <a:pt x="1502899" y="2192506"/>
                </a:cubicBezTo>
                <a:cubicBezTo>
                  <a:pt x="1490842" y="2192506"/>
                  <a:pt x="1481077" y="2182737"/>
                  <a:pt x="1481077" y="2170686"/>
                </a:cubicBezTo>
                <a:cubicBezTo>
                  <a:pt x="1481077" y="2158635"/>
                  <a:pt x="1490842" y="2148866"/>
                  <a:pt x="1502899" y="2148866"/>
                </a:cubicBezTo>
                <a:close/>
                <a:moveTo>
                  <a:pt x="1424212" y="2148866"/>
                </a:moveTo>
                <a:cubicBezTo>
                  <a:pt x="1436628" y="2148866"/>
                  <a:pt x="1446695" y="2158635"/>
                  <a:pt x="1446695" y="2170686"/>
                </a:cubicBezTo>
                <a:cubicBezTo>
                  <a:pt x="1446695" y="2182737"/>
                  <a:pt x="1436628" y="2192506"/>
                  <a:pt x="1424212" y="2192506"/>
                </a:cubicBezTo>
                <a:cubicBezTo>
                  <a:pt x="1411799" y="2192506"/>
                  <a:pt x="1401732" y="2182737"/>
                  <a:pt x="1401732" y="2170686"/>
                </a:cubicBezTo>
                <a:cubicBezTo>
                  <a:pt x="1401732" y="2158635"/>
                  <a:pt x="1411799" y="2148866"/>
                  <a:pt x="1424212" y="2148866"/>
                </a:cubicBezTo>
                <a:close/>
                <a:moveTo>
                  <a:pt x="1345532" y="2148866"/>
                </a:moveTo>
                <a:cubicBezTo>
                  <a:pt x="1357582" y="2148866"/>
                  <a:pt x="1367350" y="2158635"/>
                  <a:pt x="1367350" y="2170686"/>
                </a:cubicBezTo>
                <a:cubicBezTo>
                  <a:pt x="1367350" y="2182737"/>
                  <a:pt x="1357582" y="2192506"/>
                  <a:pt x="1345532" y="2192506"/>
                </a:cubicBezTo>
                <a:cubicBezTo>
                  <a:pt x="1333479" y="2192506"/>
                  <a:pt x="1323709" y="2182737"/>
                  <a:pt x="1323709" y="2170686"/>
                </a:cubicBezTo>
                <a:cubicBezTo>
                  <a:pt x="1323709" y="2158635"/>
                  <a:pt x="1333479" y="2148866"/>
                  <a:pt x="1345532" y="2148866"/>
                </a:cubicBezTo>
                <a:close/>
                <a:moveTo>
                  <a:pt x="1268169" y="2148866"/>
                </a:moveTo>
                <a:cubicBezTo>
                  <a:pt x="1280590" y="2148866"/>
                  <a:pt x="1290660" y="2158635"/>
                  <a:pt x="1290660" y="2170686"/>
                </a:cubicBezTo>
                <a:cubicBezTo>
                  <a:pt x="1290660" y="2182737"/>
                  <a:pt x="1280590" y="2192506"/>
                  <a:pt x="1268169" y="2192506"/>
                </a:cubicBezTo>
                <a:cubicBezTo>
                  <a:pt x="1255755" y="2192506"/>
                  <a:pt x="1245691" y="2182737"/>
                  <a:pt x="1245691" y="2170686"/>
                </a:cubicBezTo>
                <a:cubicBezTo>
                  <a:pt x="1245691" y="2158635"/>
                  <a:pt x="1255755" y="2148866"/>
                  <a:pt x="1268169" y="2148866"/>
                </a:cubicBezTo>
                <a:close/>
                <a:moveTo>
                  <a:pt x="1190817" y="2148866"/>
                </a:moveTo>
                <a:cubicBezTo>
                  <a:pt x="1202871" y="2148866"/>
                  <a:pt x="1212636" y="2158635"/>
                  <a:pt x="1212636" y="2170686"/>
                </a:cubicBezTo>
                <a:cubicBezTo>
                  <a:pt x="1212636" y="2182737"/>
                  <a:pt x="1202871" y="2192506"/>
                  <a:pt x="1190817" y="2192506"/>
                </a:cubicBezTo>
                <a:cubicBezTo>
                  <a:pt x="1178763" y="2192506"/>
                  <a:pt x="1168996" y="2182737"/>
                  <a:pt x="1168996" y="2170686"/>
                </a:cubicBezTo>
                <a:cubicBezTo>
                  <a:pt x="1168996" y="2158635"/>
                  <a:pt x="1178763" y="2148866"/>
                  <a:pt x="1190817" y="2148866"/>
                </a:cubicBezTo>
                <a:close/>
                <a:moveTo>
                  <a:pt x="8044700" y="2070846"/>
                </a:moveTo>
                <a:cubicBezTo>
                  <a:pt x="8056751" y="2070846"/>
                  <a:pt x="8066520" y="2080615"/>
                  <a:pt x="8066520" y="2092666"/>
                </a:cubicBezTo>
                <a:cubicBezTo>
                  <a:pt x="8066520" y="2104717"/>
                  <a:pt x="8056751" y="2114486"/>
                  <a:pt x="8044700" y="2114486"/>
                </a:cubicBezTo>
                <a:cubicBezTo>
                  <a:pt x="8032649" y="2114486"/>
                  <a:pt x="8022880" y="2104717"/>
                  <a:pt x="8022880" y="2092666"/>
                </a:cubicBezTo>
                <a:cubicBezTo>
                  <a:pt x="8022880" y="2080615"/>
                  <a:pt x="8032649" y="2070846"/>
                  <a:pt x="8044700" y="2070846"/>
                </a:cubicBezTo>
                <a:close/>
                <a:moveTo>
                  <a:pt x="7731957" y="2070846"/>
                </a:moveTo>
                <a:cubicBezTo>
                  <a:pt x="7744373" y="2070846"/>
                  <a:pt x="7754438" y="2080615"/>
                  <a:pt x="7754438" y="2092666"/>
                </a:cubicBezTo>
                <a:cubicBezTo>
                  <a:pt x="7754438" y="2104717"/>
                  <a:pt x="7744373" y="2114486"/>
                  <a:pt x="7731957" y="2114486"/>
                </a:cubicBezTo>
                <a:cubicBezTo>
                  <a:pt x="7719541" y="2114486"/>
                  <a:pt x="7709476" y="2104717"/>
                  <a:pt x="7709476" y="2092666"/>
                </a:cubicBezTo>
                <a:cubicBezTo>
                  <a:pt x="7709476" y="2080615"/>
                  <a:pt x="7719541" y="2070846"/>
                  <a:pt x="7731957" y="2070846"/>
                </a:cubicBezTo>
                <a:close/>
                <a:moveTo>
                  <a:pt x="7654597" y="2070846"/>
                </a:moveTo>
                <a:cubicBezTo>
                  <a:pt x="7666648" y="2070846"/>
                  <a:pt x="7676417" y="2080615"/>
                  <a:pt x="7676417" y="2092666"/>
                </a:cubicBezTo>
                <a:cubicBezTo>
                  <a:pt x="7676417" y="2104717"/>
                  <a:pt x="7666648" y="2114486"/>
                  <a:pt x="7654597" y="2114486"/>
                </a:cubicBezTo>
                <a:cubicBezTo>
                  <a:pt x="7642546" y="2114486"/>
                  <a:pt x="7632777" y="2104717"/>
                  <a:pt x="7632777" y="2092666"/>
                </a:cubicBezTo>
                <a:cubicBezTo>
                  <a:pt x="7632777" y="2080615"/>
                  <a:pt x="7642546" y="2070846"/>
                  <a:pt x="7654597" y="2070846"/>
                </a:cubicBezTo>
                <a:close/>
                <a:moveTo>
                  <a:pt x="7576577" y="2070846"/>
                </a:moveTo>
                <a:cubicBezTo>
                  <a:pt x="7588628" y="2070846"/>
                  <a:pt x="7598397" y="2080615"/>
                  <a:pt x="7598397" y="2092666"/>
                </a:cubicBezTo>
                <a:cubicBezTo>
                  <a:pt x="7598397" y="2104717"/>
                  <a:pt x="7588628" y="2114486"/>
                  <a:pt x="7576577" y="2114486"/>
                </a:cubicBezTo>
                <a:cubicBezTo>
                  <a:pt x="7564526" y="2114486"/>
                  <a:pt x="7554757" y="2104717"/>
                  <a:pt x="7554757" y="2092666"/>
                </a:cubicBezTo>
                <a:cubicBezTo>
                  <a:pt x="7554757" y="2080615"/>
                  <a:pt x="7564526" y="2070846"/>
                  <a:pt x="7576577" y="2070846"/>
                </a:cubicBezTo>
                <a:close/>
                <a:moveTo>
                  <a:pt x="7498556" y="2070846"/>
                </a:moveTo>
                <a:cubicBezTo>
                  <a:pt x="7510607" y="2070846"/>
                  <a:pt x="7520376" y="2080615"/>
                  <a:pt x="7520376" y="2092666"/>
                </a:cubicBezTo>
                <a:cubicBezTo>
                  <a:pt x="7520376" y="2104717"/>
                  <a:pt x="7510607" y="2114486"/>
                  <a:pt x="7498556" y="2114486"/>
                </a:cubicBezTo>
                <a:cubicBezTo>
                  <a:pt x="7486505" y="2114486"/>
                  <a:pt x="7476736" y="2104717"/>
                  <a:pt x="7476736" y="2092666"/>
                </a:cubicBezTo>
                <a:cubicBezTo>
                  <a:pt x="7476736" y="2080615"/>
                  <a:pt x="7486505" y="2070846"/>
                  <a:pt x="7498556" y="2070846"/>
                </a:cubicBezTo>
                <a:close/>
                <a:moveTo>
                  <a:pt x="7421198" y="2070846"/>
                </a:moveTo>
                <a:cubicBezTo>
                  <a:pt x="7433614" y="2070846"/>
                  <a:pt x="7443679" y="2080615"/>
                  <a:pt x="7443679" y="2092666"/>
                </a:cubicBezTo>
                <a:cubicBezTo>
                  <a:pt x="7443679" y="2104717"/>
                  <a:pt x="7433614" y="2114486"/>
                  <a:pt x="7421198" y="2114486"/>
                </a:cubicBezTo>
                <a:cubicBezTo>
                  <a:pt x="7408782" y="2114486"/>
                  <a:pt x="7398717" y="2104717"/>
                  <a:pt x="7398717" y="2092666"/>
                </a:cubicBezTo>
                <a:cubicBezTo>
                  <a:pt x="7398717" y="2080615"/>
                  <a:pt x="7408782" y="2070846"/>
                  <a:pt x="7421198" y="2070846"/>
                </a:cubicBezTo>
                <a:close/>
                <a:moveTo>
                  <a:pt x="7343838" y="2070846"/>
                </a:moveTo>
                <a:cubicBezTo>
                  <a:pt x="7355889" y="2070846"/>
                  <a:pt x="7365658" y="2080615"/>
                  <a:pt x="7365658" y="2092666"/>
                </a:cubicBezTo>
                <a:cubicBezTo>
                  <a:pt x="7365658" y="2104717"/>
                  <a:pt x="7355889" y="2114486"/>
                  <a:pt x="7343838" y="2114486"/>
                </a:cubicBezTo>
                <a:cubicBezTo>
                  <a:pt x="7331787" y="2114486"/>
                  <a:pt x="7322018" y="2104717"/>
                  <a:pt x="7322018" y="2092666"/>
                </a:cubicBezTo>
                <a:cubicBezTo>
                  <a:pt x="7322018" y="2080615"/>
                  <a:pt x="7331787" y="2070846"/>
                  <a:pt x="7343838" y="2070846"/>
                </a:cubicBezTo>
                <a:close/>
                <a:moveTo>
                  <a:pt x="7264495" y="2070846"/>
                </a:moveTo>
                <a:cubicBezTo>
                  <a:pt x="7276546" y="2070846"/>
                  <a:pt x="7286315" y="2080615"/>
                  <a:pt x="7286315" y="2092666"/>
                </a:cubicBezTo>
                <a:cubicBezTo>
                  <a:pt x="7286315" y="2104717"/>
                  <a:pt x="7276546" y="2114486"/>
                  <a:pt x="7264495" y="2114486"/>
                </a:cubicBezTo>
                <a:cubicBezTo>
                  <a:pt x="7252444" y="2114486"/>
                  <a:pt x="7242675" y="2104717"/>
                  <a:pt x="7242675" y="2092666"/>
                </a:cubicBezTo>
                <a:cubicBezTo>
                  <a:pt x="7242675" y="2080615"/>
                  <a:pt x="7252444" y="2070846"/>
                  <a:pt x="7264495" y="2070846"/>
                </a:cubicBezTo>
                <a:close/>
                <a:moveTo>
                  <a:pt x="7186475" y="2070846"/>
                </a:moveTo>
                <a:cubicBezTo>
                  <a:pt x="7198526" y="2070846"/>
                  <a:pt x="7208295" y="2080615"/>
                  <a:pt x="7208295" y="2092666"/>
                </a:cubicBezTo>
                <a:cubicBezTo>
                  <a:pt x="7208295" y="2104717"/>
                  <a:pt x="7198526" y="2114486"/>
                  <a:pt x="7186475" y="2114486"/>
                </a:cubicBezTo>
                <a:cubicBezTo>
                  <a:pt x="7174424" y="2114486"/>
                  <a:pt x="7164655" y="2104717"/>
                  <a:pt x="7164655" y="2092666"/>
                </a:cubicBezTo>
                <a:cubicBezTo>
                  <a:pt x="7164655" y="2080615"/>
                  <a:pt x="7174424" y="2070846"/>
                  <a:pt x="7186475" y="2070846"/>
                </a:cubicBezTo>
                <a:close/>
                <a:moveTo>
                  <a:pt x="7109116" y="2070846"/>
                </a:moveTo>
                <a:cubicBezTo>
                  <a:pt x="7121532" y="2070846"/>
                  <a:pt x="7131597" y="2080615"/>
                  <a:pt x="7131597" y="2092666"/>
                </a:cubicBezTo>
                <a:cubicBezTo>
                  <a:pt x="7131597" y="2104717"/>
                  <a:pt x="7121532" y="2114486"/>
                  <a:pt x="7109116" y="2114486"/>
                </a:cubicBezTo>
                <a:cubicBezTo>
                  <a:pt x="7096700" y="2114486"/>
                  <a:pt x="7086635" y="2104717"/>
                  <a:pt x="7086635" y="2092666"/>
                </a:cubicBezTo>
                <a:cubicBezTo>
                  <a:pt x="7086635" y="2080615"/>
                  <a:pt x="7096700" y="2070846"/>
                  <a:pt x="7109116" y="2070846"/>
                </a:cubicBezTo>
                <a:close/>
                <a:moveTo>
                  <a:pt x="7031757" y="2070846"/>
                </a:moveTo>
                <a:cubicBezTo>
                  <a:pt x="7043808" y="2070846"/>
                  <a:pt x="7053577" y="2080615"/>
                  <a:pt x="7053577" y="2092666"/>
                </a:cubicBezTo>
                <a:cubicBezTo>
                  <a:pt x="7053577" y="2104717"/>
                  <a:pt x="7043808" y="2114486"/>
                  <a:pt x="7031757" y="2114486"/>
                </a:cubicBezTo>
                <a:cubicBezTo>
                  <a:pt x="7019706" y="2114486"/>
                  <a:pt x="7009937" y="2104717"/>
                  <a:pt x="7009937" y="2092666"/>
                </a:cubicBezTo>
                <a:cubicBezTo>
                  <a:pt x="7009937" y="2080615"/>
                  <a:pt x="7019706" y="2070846"/>
                  <a:pt x="7031757" y="2070846"/>
                </a:cubicBezTo>
                <a:close/>
                <a:moveTo>
                  <a:pt x="6953736" y="2070846"/>
                </a:moveTo>
                <a:cubicBezTo>
                  <a:pt x="6965787" y="2070846"/>
                  <a:pt x="6975556" y="2080615"/>
                  <a:pt x="6975556" y="2092666"/>
                </a:cubicBezTo>
                <a:cubicBezTo>
                  <a:pt x="6975556" y="2104717"/>
                  <a:pt x="6965787" y="2114486"/>
                  <a:pt x="6953736" y="2114486"/>
                </a:cubicBezTo>
                <a:cubicBezTo>
                  <a:pt x="6941685" y="2114486"/>
                  <a:pt x="6931916" y="2104717"/>
                  <a:pt x="6931916" y="2092666"/>
                </a:cubicBezTo>
                <a:cubicBezTo>
                  <a:pt x="6931916" y="2080615"/>
                  <a:pt x="6941685" y="2070846"/>
                  <a:pt x="6953736" y="2070846"/>
                </a:cubicBezTo>
                <a:close/>
                <a:moveTo>
                  <a:pt x="6875716" y="2070846"/>
                </a:moveTo>
                <a:cubicBezTo>
                  <a:pt x="6887767" y="2070846"/>
                  <a:pt x="6897536" y="2080615"/>
                  <a:pt x="6897536" y="2092666"/>
                </a:cubicBezTo>
                <a:cubicBezTo>
                  <a:pt x="6897536" y="2104717"/>
                  <a:pt x="6887767" y="2114486"/>
                  <a:pt x="6875716" y="2114486"/>
                </a:cubicBezTo>
                <a:cubicBezTo>
                  <a:pt x="6863665" y="2114486"/>
                  <a:pt x="6853896" y="2104717"/>
                  <a:pt x="6853896" y="2092666"/>
                </a:cubicBezTo>
                <a:cubicBezTo>
                  <a:pt x="6853896" y="2080615"/>
                  <a:pt x="6863665" y="2070846"/>
                  <a:pt x="6875716" y="2070846"/>
                </a:cubicBezTo>
                <a:close/>
                <a:moveTo>
                  <a:pt x="6798356" y="2070846"/>
                </a:moveTo>
                <a:cubicBezTo>
                  <a:pt x="6810772" y="2070846"/>
                  <a:pt x="6820837" y="2080615"/>
                  <a:pt x="6820837" y="2092666"/>
                </a:cubicBezTo>
                <a:cubicBezTo>
                  <a:pt x="6820837" y="2104717"/>
                  <a:pt x="6810772" y="2114486"/>
                  <a:pt x="6798356" y="2114486"/>
                </a:cubicBezTo>
                <a:cubicBezTo>
                  <a:pt x="6785940" y="2114486"/>
                  <a:pt x="6775875" y="2104717"/>
                  <a:pt x="6775875" y="2092666"/>
                </a:cubicBezTo>
                <a:cubicBezTo>
                  <a:pt x="6775875" y="2080615"/>
                  <a:pt x="6785940" y="2070846"/>
                  <a:pt x="6798356" y="2070846"/>
                </a:cubicBezTo>
                <a:close/>
                <a:moveTo>
                  <a:pt x="6719675" y="2070846"/>
                </a:moveTo>
                <a:cubicBezTo>
                  <a:pt x="6731726" y="2070846"/>
                  <a:pt x="6741495" y="2080615"/>
                  <a:pt x="6741495" y="2092666"/>
                </a:cubicBezTo>
                <a:cubicBezTo>
                  <a:pt x="6741495" y="2104717"/>
                  <a:pt x="6731726" y="2114486"/>
                  <a:pt x="6719675" y="2114486"/>
                </a:cubicBezTo>
                <a:cubicBezTo>
                  <a:pt x="6707624" y="2114486"/>
                  <a:pt x="6697855" y="2104717"/>
                  <a:pt x="6697855" y="2092666"/>
                </a:cubicBezTo>
                <a:cubicBezTo>
                  <a:pt x="6697855" y="2080615"/>
                  <a:pt x="6707624" y="2070846"/>
                  <a:pt x="6719675" y="2070846"/>
                </a:cubicBezTo>
                <a:close/>
                <a:moveTo>
                  <a:pt x="6641655" y="2070846"/>
                </a:moveTo>
                <a:cubicBezTo>
                  <a:pt x="6653706" y="2070846"/>
                  <a:pt x="6663475" y="2080615"/>
                  <a:pt x="6663475" y="2092666"/>
                </a:cubicBezTo>
                <a:cubicBezTo>
                  <a:pt x="6663475" y="2104717"/>
                  <a:pt x="6653706" y="2114486"/>
                  <a:pt x="6641655" y="2114486"/>
                </a:cubicBezTo>
                <a:cubicBezTo>
                  <a:pt x="6629604" y="2114486"/>
                  <a:pt x="6619835" y="2104717"/>
                  <a:pt x="6619835" y="2092666"/>
                </a:cubicBezTo>
                <a:cubicBezTo>
                  <a:pt x="6619835" y="2080615"/>
                  <a:pt x="6629604" y="2070846"/>
                  <a:pt x="6641655" y="2070846"/>
                </a:cubicBezTo>
                <a:close/>
                <a:moveTo>
                  <a:pt x="6563634" y="2070846"/>
                </a:moveTo>
                <a:cubicBezTo>
                  <a:pt x="6575685" y="2070846"/>
                  <a:pt x="6585454" y="2080615"/>
                  <a:pt x="6585454" y="2092666"/>
                </a:cubicBezTo>
                <a:cubicBezTo>
                  <a:pt x="6585454" y="2104717"/>
                  <a:pt x="6575685" y="2114486"/>
                  <a:pt x="6563634" y="2114486"/>
                </a:cubicBezTo>
                <a:cubicBezTo>
                  <a:pt x="6551583" y="2114486"/>
                  <a:pt x="6541814" y="2104717"/>
                  <a:pt x="6541814" y="2092666"/>
                </a:cubicBezTo>
                <a:cubicBezTo>
                  <a:pt x="6541814" y="2080615"/>
                  <a:pt x="6551583" y="2070846"/>
                  <a:pt x="6563634" y="2070846"/>
                </a:cubicBezTo>
                <a:close/>
                <a:moveTo>
                  <a:pt x="6485613" y="2070846"/>
                </a:moveTo>
                <a:cubicBezTo>
                  <a:pt x="6497664" y="2070846"/>
                  <a:pt x="6507433" y="2080615"/>
                  <a:pt x="6507433" y="2092666"/>
                </a:cubicBezTo>
                <a:cubicBezTo>
                  <a:pt x="6507433" y="2104717"/>
                  <a:pt x="6497664" y="2114486"/>
                  <a:pt x="6485613" y="2114486"/>
                </a:cubicBezTo>
                <a:cubicBezTo>
                  <a:pt x="6473562" y="2114486"/>
                  <a:pt x="6463793" y="2104717"/>
                  <a:pt x="6463793" y="2092666"/>
                </a:cubicBezTo>
                <a:cubicBezTo>
                  <a:pt x="6463793" y="2080615"/>
                  <a:pt x="6473562" y="2070846"/>
                  <a:pt x="6485613" y="2070846"/>
                </a:cubicBezTo>
                <a:close/>
                <a:moveTo>
                  <a:pt x="6408916" y="2070846"/>
                </a:moveTo>
                <a:cubicBezTo>
                  <a:pt x="6420967" y="2070846"/>
                  <a:pt x="6430736" y="2080615"/>
                  <a:pt x="6430736" y="2092666"/>
                </a:cubicBezTo>
                <a:cubicBezTo>
                  <a:pt x="6430736" y="2104717"/>
                  <a:pt x="6420967" y="2114486"/>
                  <a:pt x="6408916" y="2114486"/>
                </a:cubicBezTo>
                <a:cubicBezTo>
                  <a:pt x="6396865" y="2114486"/>
                  <a:pt x="6387096" y="2104717"/>
                  <a:pt x="6387096" y="2092666"/>
                </a:cubicBezTo>
                <a:cubicBezTo>
                  <a:pt x="6387096" y="2080615"/>
                  <a:pt x="6396865" y="2070846"/>
                  <a:pt x="6408916" y="2070846"/>
                </a:cubicBezTo>
                <a:close/>
                <a:moveTo>
                  <a:pt x="6330896" y="2070846"/>
                </a:moveTo>
                <a:cubicBezTo>
                  <a:pt x="6342947" y="2070846"/>
                  <a:pt x="6352716" y="2080615"/>
                  <a:pt x="6352716" y="2092666"/>
                </a:cubicBezTo>
                <a:cubicBezTo>
                  <a:pt x="6352716" y="2104717"/>
                  <a:pt x="6342947" y="2114486"/>
                  <a:pt x="6330896" y="2114486"/>
                </a:cubicBezTo>
                <a:cubicBezTo>
                  <a:pt x="6318845" y="2114486"/>
                  <a:pt x="6309076" y="2104717"/>
                  <a:pt x="6309076" y="2092666"/>
                </a:cubicBezTo>
                <a:cubicBezTo>
                  <a:pt x="6309076" y="2080615"/>
                  <a:pt x="6318845" y="2070846"/>
                  <a:pt x="6330896" y="2070846"/>
                </a:cubicBezTo>
                <a:close/>
                <a:moveTo>
                  <a:pt x="6252875" y="2070846"/>
                </a:moveTo>
                <a:cubicBezTo>
                  <a:pt x="6264926" y="2070846"/>
                  <a:pt x="6274695" y="2080615"/>
                  <a:pt x="6274695" y="2092666"/>
                </a:cubicBezTo>
                <a:cubicBezTo>
                  <a:pt x="6274695" y="2104717"/>
                  <a:pt x="6264926" y="2114486"/>
                  <a:pt x="6252875" y="2114486"/>
                </a:cubicBezTo>
                <a:cubicBezTo>
                  <a:pt x="6240824" y="2114486"/>
                  <a:pt x="6231055" y="2104717"/>
                  <a:pt x="6231055" y="2092666"/>
                </a:cubicBezTo>
                <a:cubicBezTo>
                  <a:pt x="6231055" y="2080615"/>
                  <a:pt x="6240824" y="2070846"/>
                  <a:pt x="6252875" y="2070846"/>
                </a:cubicBezTo>
                <a:close/>
                <a:moveTo>
                  <a:pt x="6174854" y="2070846"/>
                </a:moveTo>
                <a:cubicBezTo>
                  <a:pt x="6186905" y="2070846"/>
                  <a:pt x="6196674" y="2080615"/>
                  <a:pt x="6196674" y="2092666"/>
                </a:cubicBezTo>
                <a:cubicBezTo>
                  <a:pt x="6196674" y="2104717"/>
                  <a:pt x="6186905" y="2114486"/>
                  <a:pt x="6174854" y="2114486"/>
                </a:cubicBezTo>
                <a:cubicBezTo>
                  <a:pt x="6162803" y="2114486"/>
                  <a:pt x="6153034" y="2104717"/>
                  <a:pt x="6153034" y="2092666"/>
                </a:cubicBezTo>
                <a:cubicBezTo>
                  <a:pt x="6153034" y="2080615"/>
                  <a:pt x="6162803" y="2070846"/>
                  <a:pt x="6174854" y="2070846"/>
                </a:cubicBezTo>
                <a:close/>
                <a:moveTo>
                  <a:pt x="6096834" y="2070846"/>
                </a:moveTo>
                <a:cubicBezTo>
                  <a:pt x="6108885" y="2070846"/>
                  <a:pt x="6118654" y="2080615"/>
                  <a:pt x="6118654" y="2092666"/>
                </a:cubicBezTo>
                <a:cubicBezTo>
                  <a:pt x="6118654" y="2104717"/>
                  <a:pt x="6108885" y="2114486"/>
                  <a:pt x="6096834" y="2114486"/>
                </a:cubicBezTo>
                <a:cubicBezTo>
                  <a:pt x="6084783" y="2114486"/>
                  <a:pt x="6075014" y="2104717"/>
                  <a:pt x="6075014" y="2092666"/>
                </a:cubicBezTo>
                <a:cubicBezTo>
                  <a:pt x="6075014" y="2080615"/>
                  <a:pt x="6084783" y="2070846"/>
                  <a:pt x="6096834" y="2070846"/>
                </a:cubicBezTo>
                <a:close/>
                <a:moveTo>
                  <a:pt x="6018814" y="2070846"/>
                </a:moveTo>
                <a:cubicBezTo>
                  <a:pt x="6030865" y="2070846"/>
                  <a:pt x="6040634" y="2080615"/>
                  <a:pt x="6040634" y="2092666"/>
                </a:cubicBezTo>
                <a:cubicBezTo>
                  <a:pt x="6040634" y="2104717"/>
                  <a:pt x="6030865" y="2114486"/>
                  <a:pt x="6018814" y="2114486"/>
                </a:cubicBezTo>
                <a:cubicBezTo>
                  <a:pt x="6006763" y="2114486"/>
                  <a:pt x="5996994" y="2104717"/>
                  <a:pt x="5996994" y="2092666"/>
                </a:cubicBezTo>
                <a:cubicBezTo>
                  <a:pt x="5996994" y="2080615"/>
                  <a:pt x="6006763" y="2070846"/>
                  <a:pt x="6018814" y="2070846"/>
                </a:cubicBezTo>
                <a:close/>
                <a:moveTo>
                  <a:pt x="5940793" y="2070846"/>
                </a:moveTo>
                <a:cubicBezTo>
                  <a:pt x="5952844" y="2070846"/>
                  <a:pt x="5962613" y="2080615"/>
                  <a:pt x="5962613" y="2092666"/>
                </a:cubicBezTo>
                <a:cubicBezTo>
                  <a:pt x="5962613" y="2104717"/>
                  <a:pt x="5952844" y="2114486"/>
                  <a:pt x="5940793" y="2114486"/>
                </a:cubicBezTo>
                <a:cubicBezTo>
                  <a:pt x="5928742" y="2114486"/>
                  <a:pt x="5918973" y="2104717"/>
                  <a:pt x="5918973" y="2092666"/>
                </a:cubicBezTo>
                <a:cubicBezTo>
                  <a:pt x="5918973" y="2080615"/>
                  <a:pt x="5928742" y="2070846"/>
                  <a:pt x="5940793" y="2070846"/>
                </a:cubicBezTo>
                <a:close/>
                <a:moveTo>
                  <a:pt x="5862773" y="2070846"/>
                </a:moveTo>
                <a:cubicBezTo>
                  <a:pt x="5874824" y="2070846"/>
                  <a:pt x="5884593" y="2080615"/>
                  <a:pt x="5884593" y="2092666"/>
                </a:cubicBezTo>
                <a:cubicBezTo>
                  <a:pt x="5884593" y="2104717"/>
                  <a:pt x="5874824" y="2114486"/>
                  <a:pt x="5862773" y="2114486"/>
                </a:cubicBezTo>
                <a:cubicBezTo>
                  <a:pt x="5850722" y="2114486"/>
                  <a:pt x="5840953" y="2104717"/>
                  <a:pt x="5840953" y="2092666"/>
                </a:cubicBezTo>
                <a:cubicBezTo>
                  <a:pt x="5840953" y="2080615"/>
                  <a:pt x="5850722" y="2070846"/>
                  <a:pt x="5862773" y="2070846"/>
                </a:cubicBezTo>
                <a:close/>
                <a:moveTo>
                  <a:pt x="5785413" y="2070846"/>
                </a:moveTo>
                <a:cubicBezTo>
                  <a:pt x="5797829" y="2070846"/>
                  <a:pt x="5807894" y="2080615"/>
                  <a:pt x="5807894" y="2092666"/>
                </a:cubicBezTo>
                <a:cubicBezTo>
                  <a:pt x="5807894" y="2104717"/>
                  <a:pt x="5797829" y="2114486"/>
                  <a:pt x="5785413" y="2114486"/>
                </a:cubicBezTo>
                <a:cubicBezTo>
                  <a:pt x="5772997" y="2114486"/>
                  <a:pt x="5762932" y="2104717"/>
                  <a:pt x="5762932" y="2092666"/>
                </a:cubicBezTo>
                <a:cubicBezTo>
                  <a:pt x="5762932" y="2080615"/>
                  <a:pt x="5772997" y="2070846"/>
                  <a:pt x="5785413" y="2070846"/>
                </a:cubicBezTo>
                <a:close/>
                <a:moveTo>
                  <a:pt x="5708054" y="2070846"/>
                </a:moveTo>
                <a:cubicBezTo>
                  <a:pt x="5720105" y="2070846"/>
                  <a:pt x="5729874" y="2080615"/>
                  <a:pt x="5729874" y="2092666"/>
                </a:cubicBezTo>
                <a:cubicBezTo>
                  <a:pt x="5729874" y="2104717"/>
                  <a:pt x="5720105" y="2114486"/>
                  <a:pt x="5708054" y="2114486"/>
                </a:cubicBezTo>
                <a:cubicBezTo>
                  <a:pt x="5696003" y="2114486"/>
                  <a:pt x="5686234" y="2104717"/>
                  <a:pt x="5686234" y="2092666"/>
                </a:cubicBezTo>
                <a:cubicBezTo>
                  <a:pt x="5686234" y="2080615"/>
                  <a:pt x="5696003" y="2070846"/>
                  <a:pt x="5708054" y="2070846"/>
                </a:cubicBezTo>
                <a:close/>
                <a:moveTo>
                  <a:pt x="5630034" y="2070846"/>
                </a:moveTo>
                <a:cubicBezTo>
                  <a:pt x="5642085" y="2070846"/>
                  <a:pt x="5651854" y="2080615"/>
                  <a:pt x="5651854" y="2092666"/>
                </a:cubicBezTo>
                <a:cubicBezTo>
                  <a:pt x="5651854" y="2104717"/>
                  <a:pt x="5642085" y="2114486"/>
                  <a:pt x="5630034" y="2114486"/>
                </a:cubicBezTo>
                <a:cubicBezTo>
                  <a:pt x="5617983" y="2114486"/>
                  <a:pt x="5608214" y="2104717"/>
                  <a:pt x="5608214" y="2092666"/>
                </a:cubicBezTo>
                <a:cubicBezTo>
                  <a:pt x="5608214" y="2080615"/>
                  <a:pt x="5617983" y="2070846"/>
                  <a:pt x="5630034" y="2070846"/>
                </a:cubicBezTo>
                <a:close/>
                <a:moveTo>
                  <a:pt x="5552013" y="2070846"/>
                </a:moveTo>
                <a:cubicBezTo>
                  <a:pt x="5564064" y="2070846"/>
                  <a:pt x="5573833" y="2080615"/>
                  <a:pt x="5573833" y="2092666"/>
                </a:cubicBezTo>
                <a:cubicBezTo>
                  <a:pt x="5573833" y="2104717"/>
                  <a:pt x="5564064" y="2114486"/>
                  <a:pt x="5552013" y="2114486"/>
                </a:cubicBezTo>
                <a:cubicBezTo>
                  <a:pt x="5539962" y="2114486"/>
                  <a:pt x="5530193" y="2104717"/>
                  <a:pt x="5530193" y="2092666"/>
                </a:cubicBezTo>
                <a:cubicBezTo>
                  <a:pt x="5530193" y="2080615"/>
                  <a:pt x="5539962" y="2070846"/>
                  <a:pt x="5552013" y="2070846"/>
                </a:cubicBezTo>
                <a:close/>
                <a:moveTo>
                  <a:pt x="5473331" y="2070846"/>
                </a:moveTo>
                <a:cubicBezTo>
                  <a:pt x="5485747" y="2070846"/>
                  <a:pt x="5495812" y="2080615"/>
                  <a:pt x="5495812" y="2092666"/>
                </a:cubicBezTo>
                <a:cubicBezTo>
                  <a:pt x="5495812" y="2104717"/>
                  <a:pt x="5485747" y="2114486"/>
                  <a:pt x="5473331" y="2114486"/>
                </a:cubicBezTo>
                <a:cubicBezTo>
                  <a:pt x="5460915" y="2114486"/>
                  <a:pt x="5450850" y="2104717"/>
                  <a:pt x="5450850" y="2092666"/>
                </a:cubicBezTo>
                <a:cubicBezTo>
                  <a:pt x="5450850" y="2080615"/>
                  <a:pt x="5460915" y="2070846"/>
                  <a:pt x="5473331" y="2070846"/>
                </a:cubicBezTo>
                <a:close/>
                <a:moveTo>
                  <a:pt x="5395972" y="2070846"/>
                </a:moveTo>
                <a:cubicBezTo>
                  <a:pt x="5408023" y="2070846"/>
                  <a:pt x="5417792" y="2080615"/>
                  <a:pt x="5417792" y="2092666"/>
                </a:cubicBezTo>
                <a:cubicBezTo>
                  <a:pt x="5417792" y="2104717"/>
                  <a:pt x="5408023" y="2114486"/>
                  <a:pt x="5395972" y="2114486"/>
                </a:cubicBezTo>
                <a:cubicBezTo>
                  <a:pt x="5383921" y="2114486"/>
                  <a:pt x="5374152" y="2104717"/>
                  <a:pt x="5374152" y="2092666"/>
                </a:cubicBezTo>
                <a:cubicBezTo>
                  <a:pt x="5374152" y="2080615"/>
                  <a:pt x="5383921" y="2070846"/>
                  <a:pt x="5395972" y="2070846"/>
                </a:cubicBezTo>
                <a:close/>
                <a:moveTo>
                  <a:pt x="5317953" y="2070846"/>
                </a:moveTo>
                <a:cubicBezTo>
                  <a:pt x="5330004" y="2070846"/>
                  <a:pt x="5339773" y="2080615"/>
                  <a:pt x="5339773" y="2092666"/>
                </a:cubicBezTo>
                <a:cubicBezTo>
                  <a:pt x="5339773" y="2104717"/>
                  <a:pt x="5330004" y="2114486"/>
                  <a:pt x="5317953" y="2114486"/>
                </a:cubicBezTo>
                <a:cubicBezTo>
                  <a:pt x="5305902" y="2114486"/>
                  <a:pt x="5296133" y="2104717"/>
                  <a:pt x="5296133" y="2092666"/>
                </a:cubicBezTo>
                <a:cubicBezTo>
                  <a:pt x="5296133" y="2080615"/>
                  <a:pt x="5305902" y="2070846"/>
                  <a:pt x="5317953" y="2070846"/>
                </a:cubicBezTo>
                <a:close/>
                <a:moveTo>
                  <a:pt x="5239931" y="2070846"/>
                </a:moveTo>
                <a:cubicBezTo>
                  <a:pt x="5251982" y="2070846"/>
                  <a:pt x="5261751" y="2080615"/>
                  <a:pt x="5261751" y="2092666"/>
                </a:cubicBezTo>
                <a:cubicBezTo>
                  <a:pt x="5261751" y="2104717"/>
                  <a:pt x="5251982" y="2114486"/>
                  <a:pt x="5239931" y="2114486"/>
                </a:cubicBezTo>
                <a:cubicBezTo>
                  <a:pt x="5227880" y="2114486"/>
                  <a:pt x="5218111" y="2104717"/>
                  <a:pt x="5218111" y="2092666"/>
                </a:cubicBezTo>
                <a:cubicBezTo>
                  <a:pt x="5218111" y="2080615"/>
                  <a:pt x="5227880" y="2070846"/>
                  <a:pt x="5239931" y="2070846"/>
                </a:cubicBezTo>
                <a:close/>
                <a:moveTo>
                  <a:pt x="5162572" y="2070846"/>
                </a:moveTo>
                <a:cubicBezTo>
                  <a:pt x="5174988" y="2070846"/>
                  <a:pt x="5185053" y="2080615"/>
                  <a:pt x="5185053" y="2092666"/>
                </a:cubicBezTo>
                <a:cubicBezTo>
                  <a:pt x="5185053" y="2104717"/>
                  <a:pt x="5174988" y="2114486"/>
                  <a:pt x="5162572" y="2114486"/>
                </a:cubicBezTo>
                <a:cubicBezTo>
                  <a:pt x="5150156" y="2114486"/>
                  <a:pt x="5140091" y="2104717"/>
                  <a:pt x="5140091" y="2092666"/>
                </a:cubicBezTo>
                <a:cubicBezTo>
                  <a:pt x="5140091" y="2080615"/>
                  <a:pt x="5150156" y="2070846"/>
                  <a:pt x="5162572" y="2070846"/>
                </a:cubicBezTo>
                <a:close/>
                <a:moveTo>
                  <a:pt x="5085212" y="2070846"/>
                </a:moveTo>
                <a:cubicBezTo>
                  <a:pt x="5097263" y="2070846"/>
                  <a:pt x="5107032" y="2080615"/>
                  <a:pt x="5107032" y="2092666"/>
                </a:cubicBezTo>
                <a:cubicBezTo>
                  <a:pt x="5107032" y="2104717"/>
                  <a:pt x="5097263" y="2114486"/>
                  <a:pt x="5085212" y="2114486"/>
                </a:cubicBezTo>
                <a:cubicBezTo>
                  <a:pt x="5073161" y="2114486"/>
                  <a:pt x="5063392" y="2104717"/>
                  <a:pt x="5063392" y="2092666"/>
                </a:cubicBezTo>
                <a:cubicBezTo>
                  <a:pt x="5063392" y="2080615"/>
                  <a:pt x="5073161" y="2070846"/>
                  <a:pt x="5085212" y="2070846"/>
                </a:cubicBezTo>
                <a:close/>
                <a:moveTo>
                  <a:pt x="5007193" y="2070846"/>
                </a:moveTo>
                <a:cubicBezTo>
                  <a:pt x="5019244" y="2070846"/>
                  <a:pt x="5029013" y="2080615"/>
                  <a:pt x="5029013" y="2092666"/>
                </a:cubicBezTo>
                <a:cubicBezTo>
                  <a:pt x="5029013" y="2104717"/>
                  <a:pt x="5019244" y="2114486"/>
                  <a:pt x="5007193" y="2114486"/>
                </a:cubicBezTo>
                <a:cubicBezTo>
                  <a:pt x="4995142" y="2114486"/>
                  <a:pt x="4985373" y="2104717"/>
                  <a:pt x="4985373" y="2092666"/>
                </a:cubicBezTo>
                <a:cubicBezTo>
                  <a:pt x="4985373" y="2080615"/>
                  <a:pt x="4995142" y="2070846"/>
                  <a:pt x="5007193" y="2070846"/>
                </a:cubicBezTo>
                <a:close/>
                <a:moveTo>
                  <a:pt x="4928511" y="2070846"/>
                </a:moveTo>
                <a:cubicBezTo>
                  <a:pt x="4940927" y="2070846"/>
                  <a:pt x="4950992" y="2080615"/>
                  <a:pt x="4950992" y="2092666"/>
                </a:cubicBezTo>
                <a:cubicBezTo>
                  <a:pt x="4950992" y="2104717"/>
                  <a:pt x="4940927" y="2114486"/>
                  <a:pt x="4928511" y="2114486"/>
                </a:cubicBezTo>
                <a:cubicBezTo>
                  <a:pt x="4916095" y="2114486"/>
                  <a:pt x="4906030" y="2104717"/>
                  <a:pt x="4906030" y="2092666"/>
                </a:cubicBezTo>
                <a:cubicBezTo>
                  <a:pt x="4906030" y="2080615"/>
                  <a:pt x="4916095" y="2070846"/>
                  <a:pt x="4928511" y="2070846"/>
                </a:cubicBezTo>
                <a:close/>
                <a:moveTo>
                  <a:pt x="4773132" y="2070846"/>
                </a:moveTo>
                <a:cubicBezTo>
                  <a:pt x="4785183" y="2070846"/>
                  <a:pt x="4794952" y="2080615"/>
                  <a:pt x="4794952" y="2092666"/>
                </a:cubicBezTo>
                <a:cubicBezTo>
                  <a:pt x="4794952" y="2104717"/>
                  <a:pt x="4785183" y="2114486"/>
                  <a:pt x="4773132" y="2114486"/>
                </a:cubicBezTo>
                <a:cubicBezTo>
                  <a:pt x="4761081" y="2114486"/>
                  <a:pt x="4751312" y="2104717"/>
                  <a:pt x="4751312" y="2092666"/>
                </a:cubicBezTo>
                <a:cubicBezTo>
                  <a:pt x="4751312" y="2080615"/>
                  <a:pt x="4761081" y="2070846"/>
                  <a:pt x="4773132" y="2070846"/>
                </a:cubicBezTo>
                <a:close/>
                <a:moveTo>
                  <a:pt x="4617091" y="2070846"/>
                </a:moveTo>
                <a:cubicBezTo>
                  <a:pt x="4629142" y="2070846"/>
                  <a:pt x="4638911" y="2080615"/>
                  <a:pt x="4638911" y="2092666"/>
                </a:cubicBezTo>
                <a:cubicBezTo>
                  <a:pt x="4638911" y="2104717"/>
                  <a:pt x="4629142" y="2114486"/>
                  <a:pt x="4617091" y="2114486"/>
                </a:cubicBezTo>
                <a:cubicBezTo>
                  <a:pt x="4605040" y="2114486"/>
                  <a:pt x="4595271" y="2104717"/>
                  <a:pt x="4595271" y="2092666"/>
                </a:cubicBezTo>
                <a:cubicBezTo>
                  <a:pt x="4595271" y="2080615"/>
                  <a:pt x="4605040" y="2070846"/>
                  <a:pt x="4617091" y="2070846"/>
                </a:cubicBezTo>
                <a:close/>
                <a:moveTo>
                  <a:pt x="4384351" y="2070846"/>
                </a:moveTo>
                <a:cubicBezTo>
                  <a:pt x="4396402" y="2070846"/>
                  <a:pt x="4406171" y="2080615"/>
                  <a:pt x="4406171" y="2092666"/>
                </a:cubicBezTo>
                <a:cubicBezTo>
                  <a:pt x="4406171" y="2104717"/>
                  <a:pt x="4396402" y="2114486"/>
                  <a:pt x="4384351" y="2114486"/>
                </a:cubicBezTo>
                <a:cubicBezTo>
                  <a:pt x="4372300" y="2114486"/>
                  <a:pt x="4362531" y="2104717"/>
                  <a:pt x="4362531" y="2092666"/>
                </a:cubicBezTo>
                <a:cubicBezTo>
                  <a:pt x="4362531" y="2080615"/>
                  <a:pt x="4372300" y="2070846"/>
                  <a:pt x="4384351" y="2070846"/>
                </a:cubicBezTo>
                <a:close/>
                <a:moveTo>
                  <a:pt x="4305009" y="2070846"/>
                </a:moveTo>
                <a:cubicBezTo>
                  <a:pt x="4317060" y="2070846"/>
                  <a:pt x="4326829" y="2080615"/>
                  <a:pt x="4326829" y="2092666"/>
                </a:cubicBezTo>
                <a:cubicBezTo>
                  <a:pt x="4326829" y="2104717"/>
                  <a:pt x="4317060" y="2114486"/>
                  <a:pt x="4305009" y="2114486"/>
                </a:cubicBezTo>
                <a:cubicBezTo>
                  <a:pt x="4292958" y="2114486"/>
                  <a:pt x="4283189" y="2104717"/>
                  <a:pt x="4283189" y="2092666"/>
                </a:cubicBezTo>
                <a:cubicBezTo>
                  <a:pt x="4283189" y="2080615"/>
                  <a:pt x="4292958" y="2070846"/>
                  <a:pt x="4305009" y="2070846"/>
                </a:cubicBezTo>
                <a:close/>
                <a:moveTo>
                  <a:pt x="4226989" y="2070846"/>
                </a:moveTo>
                <a:cubicBezTo>
                  <a:pt x="4239040" y="2070846"/>
                  <a:pt x="4248809" y="2080615"/>
                  <a:pt x="4248809" y="2092666"/>
                </a:cubicBezTo>
                <a:cubicBezTo>
                  <a:pt x="4248809" y="2104717"/>
                  <a:pt x="4239040" y="2114486"/>
                  <a:pt x="4226989" y="2114486"/>
                </a:cubicBezTo>
                <a:cubicBezTo>
                  <a:pt x="4214938" y="2114486"/>
                  <a:pt x="4205169" y="2104717"/>
                  <a:pt x="4205169" y="2092666"/>
                </a:cubicBezTo>
                <a:cubicBezTo>
                  <a:pt x="4205169" y="2080615"/>
                  <a:pt x="4214938" y="2070846"/>
                  <a:pt x="4226989" y="2070846"/>
                </a:cubicBezTo>
                <a:close/>
                <a:moveTo>
                  <a:pt x="4149629" y="2070846"/>
                </a:moveTo>
                <a:cubicBezTo>
                  <a:pt x="4162045" y="2070846"/>
                  <a:pt x="4172110" y="2080615"/>
                  <a:pt x="4172110" y="2092666"/>
                </a:cubicBezTo>
                <a:cubicBezTo>
                  <a:pt x="4172110" y="2104717"/>
                  <a:pt x="4162045" y="2114486"/>
                  <a:pt x="4149629" y="2114486"/>
                </a:cubicBezTo>
                <a:cubicBezTo>
                  <a:pt x="4137213" y="2114486"/>
                  <a:pt x="4127148" y="2104717"/>
                  <a:pt x="4127148" y="2092666"/>
                </a:cubicBezTo>
                <a:cubicBezTo>
                  <a:pt x="4127148" y="2080615"/>
                  <a:pt x="4137213" y="2070846"/>
                  <a:pt x="4149629" y="2070846"/>
                </a:cubicBezTo>
                <a:close/>
                <a:moveTo>
                  <a:pt x="2436486" y="2070846"/>
                </a:moveTo>
                <a:cubicBezTo>
                  <a:pt x="2448537" y="2070846"/>
                  <a:pt x="2458306" y="2080615"/>
                  <a:pt x="2458306" y="2092666"/>
                </a:cubicBezTo>
                <a:cubicBezTo>
                  <a:pt x="2458306" y="2104717"/>
                  <a:pt x="2448537" y="2114486"/>
                  <a:pt x="2436486" y="2114486"/>
                </a:cubicBezTo>
                <a:cubicBezTo>
                  <a:pt x="2424435" y="2114486"/>
                  <a:pt x="2414666" y="2104717"/>
                  <a:pt x="2414666" y="2092666"/>
                </a:cubicBezTo>
                <a:cubicBezTo>
                  <a:pt x="2414666" y="2080615"/>
                  <a:pt x="2424435" y="2070846"/>
                  <a:pt x="2436486" y="2070846"/>
                </a:cubicBezTo>
                <a:close/>
                <a:moveTo>
                  <a:pt x="2358465" y="2070846"/>
                </a:moveTo>
                <a:cubicBezTo>
                  <a:pt x="2370516" y="2070846"/>
                  <a:pt x="2380285" y="2080615"/>
                  <a:pt x="2380285" y="2092666"/>
                </a:cubicBezTo>
                <a:cubicBezTo>
                  <a:pt x="2380285" y="2104717"/>
                  <a:pt x="2370516" y="2114486"/>
                  <a:pt x="2358465" y="2114486"/>
                </a:cubicBezTo>
                <a:cubicBezTo>
                  <a:pt x="2346414" y="2114486"/>
                  <a:pt x="2336645" y="2104717"/>
                  <a:pt x="2336645" y="2092666"/>
                </a:cubicBezTo>
                <a:cubicBezTo>
                  <a:pt x="2336645" y="2080615"/>
                  <a:pt x="2346414" y="2070846"/>
                  <a:pt x="2358465" y="2070846"/>
                </a:cubicBezTo>
                <a:close/>
                <a:moveTo>
                  <a:pt x="2280445" y="2070846"/>
                </a:moveTo>
                <a:cubicBezTo>
                  <a:pt x="2292496" y="2070846"/>
                  <a:pt x="2302265" y="2080615"/>
                  <a:pt x="2302265" y="2092666"/>
                </a:cubicBezTo>
                <a:cubicBezTo>
                  <a:pt x="2302265" y="2104717"/>
                  <a:pt x="2292496" y="2114486"/>
                  <a:pt x="2280445" y="2114486"/>
                </a:cubicBezTo>
                <a:cubicBezTo>
                  <a:pt x="2268394" y="2114486"/>
                  <a:pt x="2258625" y="2104717"/>
                  <a:pt x="2258625" y="2092666"/>
                </a:cubicBezTo>
                <a:cubicBezTo>
                  <a:pt x="2258625" y="2080615"/>
                  <a:pt x="2268394" y="2070846"/>
                  <a:pt x="2280445" y="2070846"/>
                </a:cubicBezTo>
                <a:close/>
                <a:moveTo>
                  <a:pt x="2203086" y="2070846"/>
                </a:moveTo>
                <a:cubicBezTo>
                  <a:pt x="2215502" y="2070846"/>
                  <a:pt x="2225567" y="2080615"/>
                  <a:pt x="2225567" y="2092666"/>
                </a:cubicBezTo>
                <a:cubicBezTo>
                  <a:pt x="2225567" y="2104717"/>
                  <a:pt x="2215502" y="2114486"/>
                  <a:pt x="2203086" y="2114486"/>
                </a:cubicBezTo>
                <a:cubicBezTo>
                  <a:pt x="2190670" y="2114486"/>
                  <a:pt x="2180605" y="2104717"/>
                  <a:pt x="2180605" y="2092666"/>
                </a:cubicBezTo>
                <a:cubicBezTo>
                  <a:pt x="2180605" y="2080615"/>
                  <a:pt x="2190670" y="2070846"/>
                  <a:pt x="2203086" y="2070846"/>
                </a:cubicBezTo>
                <a:close/>
                <a:moveTo>
                  <a:pt x="2125727" y="2070846"/>
                </a:moveTo>
                <a:cubicBezTo>
                  <a:pt x="2137778" y="2070846"/>
                  <a:pt x="2147547" y="2080615"/>
                  <a:pt x="2147547" y="2092666"/>
                </a:cubicBezTo>
                <a:cubicBezTo>
                  <a:pt x="2147547" y="2104717"/>
                  <a:pt x="2137778" y="2114486"/>
                  <a:pt x="2125727" y="2114486"/>
                </a:cubicBezTo>
                <a:cubicBezTo>
                  <a:pt x="2113676" y="2114486"/>
                  <a:pt x="2103907" y="2104717"/>
                  <a:pt x="2103907" y="2092666"/>
                </a:cubicBezTo>
                <a:cubicBezTo>
                  <a:pt x="2103907" y="2080615"/>
                  <a:pt x="2113676" y="2070846"/>
                  <a:pt x="2125727" y="2070846"/>
                </a:cubicBezTo>
                <a:close/>
                <a:moveTo>
                  <a:pt x="1424212" y="2070846"/>
                </a:moveTo>
                <a:cubicBezTo>
                  <a:pt x="1436628" y="2070846"/>
                  <a:pt x="1446695" y="2080615"/>
                  <a:pt x="1446695" y="2092666"/>
                </a:cubicBezTo>
                <a:cubicBezTo>
                  <a:pt x="1446695" y="2104717"/>
                  <a:pt x="1436628" y="2114486"/>
                  <a:pt x="1424212" y="2114486"/>
                </a:cubicBezTo>
                <a:cubicBezTo>
                  <a:pt x="1411799" y="2114486"/>
                  <a:pt x="1401732" y="2104717"/>
                  <a:pt x="1401732" y="2092666"/>
                </a:cubicBezTo>
                <a:cubicBezTo>
                  <a:pt x="1401732" y="2080615"/>
                  <a:pt x="1411799" y="2070846"/>
                  <a:pt x="1424212" y="2070846"/>
                </a:cubicBezTo>
                <a:close/>
                <a:moveTo>
                  <a:pt x="1345532" y="2070846"/>
                </a:moveTo>
                <a:cubicBezTo>
                  <a:pt x="1357582" y="2070846"/>
                  <a:pt x="1367350" y="2080615"/>
                  <a:pt x="1367350" y="2092666"/>
                </a:cubicBezTo>
                <a:cubicBezTo>
                  <a:pt x="1367350" y="2104717"/>
                  <a:pt x="1357582" y="2114486"/>
                  <a:pt x="1345532" y="2114486"/>
                </a:cubicBezTo>
                <a:cubicBezTo>
                  <a:pt x="1333479" y="2114486"/>
                  <a:pt x="1323709" y="2104717"/>
                  <a:pt x="1323709" y="2092666"/>
                </a:cubicBezTo>
                <a:cubicBezTo>
                  <a:pt x="1323709" y="2080615"/>
                  <a:pt x="1333479" y="2070846"/>
                  <a:pt x="1345532" y="2070846"/>
                </a:cubicBezTo>
                <a:close/>
                <a:moveTo>
                  <a:pt x="1268169" y="2070846"/>
                </a:moveTo>
                <a:cubicBezTo>
                  <a:pt x="1280590" y="2070846"/>
                  <a:pt x="1290660" y="2080615"/>
                  <a:pt x="1290660" y="2092666"/>
                </a:cubicBezTo>
                <a:cubicBezTo>
                  <a:pt x="1290660" y="2104717"/>
                  <a:pt x="1280590" y="2114486"/>
                  <a:pt x="1268169" y="2114486"/>
                </a:cubicBezTo>
                <a:cubicBezTo>
                  <a:pt x="1255755" y="2114486"/>
                  <a:pt x="1245691" y="2104717"/>
                  <a:pt x="1245691" y="2092666"/>
                </a:cubicBezTo>
                <a:cubicBezTo>
                  <a:pt x="1245691" y="2080615"/>
                  <a:pt x="1255755" y="2070846"/>
                  <a:pt x="1268169" y="2070846"/>
                </a:cubicBezTo>
                <a:close/>
                <a:moveTo>
                  <a:pt x="1190817" y="2070846"/>
                </a:moveTo>
                <a:cubicBezTo>
                  <a:pt x="1202871" y="2070846"/>
                  <a:pt x="1212636" y="2080615"/>
                  <a:pt x="1212636" y="2092666"/>
                </a:cubicBezTo>
                <a:cubicBezTo>
                  <a:pt x="1212636" y="2104717"/>
                  <a:pt x="1202871" y="2114486"/>
                  <a:pt x="1190817" y="2114486"/>
                </a:cubicBezTo>
                <a:cubicBezTo>
                  <a:pt x="1178763" y="2114486"/>
                  <a:pt x="1168996" y="2104717"/>
                  <a:pt x="1168996" y="2092666"/>
                </a:cubicBezTo>
                <a:cubicBezTo>
                  <a:pt x="1168996" y="2080615"/>
                  <a:pt x="1178763" y="2070846"/>
                  <a:pt x="1190817" y="2070846"/>
                </a:cubicBezTo>
                <a:close/>
                <a:moveTo>
                  <a:pt x="1968363" y="2070845"/>
                </a:moveTo>
                <a:cubicBezTo>
                  <a:pt x="1980414" y="2070845"/>
                  <a:pt x="1990183" y="2080614"/>
                  <a:pt x="1990183" y="2092665"/>
                </a:cubicBezTo>
                <a:cubicBezTo>
                  <a:pt x="1990183" y="2104716"/>
                  <a:pt x="1980414" y="2114485"/>
                  <a:pt x="1968363" y="2114485"/>
                </a:cubicBezTo>
                <a:cubicBezTo>
                  <a:pt x="1956312" y="2114485"/>
                  <a:pt x="1946543" y="2104716"/>
                  <a:pt x="1946543" y="2092665"/>
                </a:cubicBezTo>
                <a:cubicBezTo>
                  <a:pt x="1946543" y="2080614"/>
                  <a:pt x="1956312" y="2070845"/>
                  <a:pt x="1968363" y="2070845"/>
                </a:cubicBezTo>
                <a:close/>
                <a:moveTo>
                  <a:pt x="1891011" y="2070845"/>
                </a:moveTo>
                <a:cubicBezTo>
                  <a:pt x="1903431" y="2070845"/>
                  <a:pt x="1913495" y="2080614"/>
                  <a:pt x="1913495" y="2092665"/>
                </a:cubicBezTo>
                <a:cubicBezTo>
                  <a:pt x="1913495" y="2104716"/>
                  <a:pt x="1903431" y="2114485"/>
                  <a:pt x="1891011" y="2114485"/>
                </a:cubicBezTo>
                <a:cubicBezTo>
                  <a:pt x="1878594" y="2114485"/>
                  <a:pt x="1868529" y="2104716"/>
                  <a:pt x="1868529" y="2092665"/>
                </a:cubicBezTo>
                <a:cubicBezTo>
                  <a:pt x="1868529" y="2080614"/>
                  <a:pt x="1878594" y="2070845"/>
                  <a:pt x="1891011" y="2070845"/>
                </a:cubicBezTo>
                <a:close/>
                <a:moveTo>
                  <a:pt x="1813657" y="2070845"/>
                </a:moveTo>
                <a:cubicBezTo>
                  <a:pt x="1825704" y="2070845"/>
                  <a:pt x="1835474" y="2080614"/>
                  <a:pt x="1835474" y="2092665"/>
                </a:cubicBezTo>
                <a:cubicBezTo>
                  <a:pt x="1835474" y="2104716"/>
                  <a:pt x="1825704" y="2114485"/>
                  <a:pt x="1813657" y="2114485"/>
                </a:cubicBezTo>
                <a:cubicBezTo>
                  <a:pt x="1801603" y="2114485"/>
                  <a:pt x="1791833" y="2104716"/>
                  <a:pt x="1791833" y="2092665"/>
                </a:cubicBezTo>
                <a:cubicBezTo>
                  <a:pt x="1791833" y="2080614"/>
                  <a:pt x="1801603" y="2070845"/>
                  <a:pt x="1813657" y="2070845"/>
                </a:cubicBezTo>
                <a:close/>
                <a:moveTo>
                  <a:pt x="1735633" y="2070845"/>
                </a:moveTo>
                <a:cubicBezTo>
                  <a:pt x="1747685" y="2070845"/>
                  <a:pt x="1757457" y="2080614"/>
                  <a:pt x="1757457" y="2092665"/>
                </a:cubicBezTo>
                <a:cubicBezTo>
                  <a:pt x="1757457" y="2104716"/>
                  <a:pt x="1747685" y="2114485"/>
                  <a:pt x="1735633" y="2114485"/>
                </a:cubicBezTo>
                <a:cubicBezTo>
                  <a:pt x="1723586" y="2114485"/>
                  <a:pt x="1713819" y="2104716"/>
                  <a:pt x="1713819" y="2092665"/>
                </a:cubicBezTo>
                <a:cubicBezTo>
                  <a:pt x="1713819" y="2080614"/>
                  <a:pt x="1723586" y="2070845"/>
                  <a:pt x="1735633" y="2070845"/>
                </a:cubicBezTo>
                <a:close/>
                <a:moveTo>
                  <a:pt x="1657611" y="2070845"/>
                </a:moveTo>
                <a:cubicBezTo>
                  <a:pt x="1669659" y="2070845"/>
                  <a:pt x="1679436" y="2080614"/>
                  <a:pt x="1679436" y="2092665"/>
                </a:cubicBezTo>
                <a:cubicBezTo>
                  <a:pt x="1679436" y="2104716"/>
                  <a:pt x="1669659" y="2114485"/>
                  <a:pt x="1657611" y="2114485"/>
                </a:cubicBezTo>
                <a:cubicBezTo>
                  <a:pt x="1645568" y="2114485"/>
                  <a:pt x="1635796" y="2104716"/>
                  <a:pt x="1635796" y="2092665"/>
                </a:cubicBezTo>
                <a:cubicBezTo>
                  <a:pt x="1635796" y="2080614"/>
                  <a:pt x="1645568" y="2070845"/>
                  <a:pt x="1657611" y="2070845"/>
                </a:cubicBezTo>
                <a:close/>
                <a:moveTo>
                  <a:pt x="1580257" y="2070845"/>
                </a:moveTo>
                <a:cubicBezTo>
                  <a:pt x="1592669" y="2070845"/>
                  <a:pt x="1602734" y="2080614"/>
                  <a:pt x="1602734" y="2092665"/>
                </a:cubicBezTo>
                <a:cubicBezTo>
                  <a:pt x="1602734" y="2104716"/>
                  <a:pt x="1592669" y="2114485"/>
                  <a:pt x="1580257" y="2114485"/>
                </a:cubicBezTo>
                <a:cubicBezTo>
                  <a:pt x="1567839" y="2114485"/>
                  <a:pt x="1557771" y="2104716"/>
                  <a:pt x="1557771" y="2092665"/>
                </a:cubicBezTo>
                <a:cubicBezTo>
                  <a:pt x="1557771" y="2080614"/>
                  <a:pt x="1567839" y="2070845"/>
                  <a:pt x="1580257" y="2070845"/>
                </a:cubicBezTo>
                <a:close/>
                <a:moveTo>
                  <a:pt x="1502899" y="2070845"/>
                </a:moveTo>
                <a:cubicBezTo>
                  <a:pt x="1514943" y="2070845"/>
                  <a:pt x="1524717" y="2080614"/>
                  <a:pt x="1524717" y="2092665"/>
                </a:cubicBezTo>
                <a:cubicBezTo>
                  <a:pt x="1524717" y="2104716"/>
                  <a:pt x="1514943" y="2114485"/>
                  <a:pt x="1502899" y="2114485"/>
                </a:cubicBezTo>
                <a:cubicBezTo>
                  <a:pt x="1490842" y="2114485"/>
                  <a:pt x="1481077" y="2104716"/>
                  <a:pt x="1481077" y="2092665"/>
                </a:cubicBezTo>
                <a:cubicBezTo>
                  <a:pt x="1481077" y="2080614"/>
                  <a:pt x="1490842" y="2070845"/>
                  <a:pt x="1502899" y="2070845"/>
                </a:cubicBezTo>
                <a:close/>
                <a:moveTo>
                  <a:pt x="8121398" y="1992825"/>
                </a:moveTo>
                <a:cubicBezTo>
                  <a:pt x="8133449" y="1992825"/>
                  <a:pt x="8143218" y="2002594"/>
                  <a:pt x="8143218" y="2014645"/>
                </a:cubicBezTo>
                <a:cubicBezTo>
                  <a:pt x="8143218" y="2026696"/>
                  <a:pt x="8133449" y="2036465"/>
                  <a:pt x="8121398" y="2036465"/>
                </a:cubicBezTo>
                <a:cubicBezTo>
                  <a:pt x="8109347" y="2036465"/>
                  <a:pt x="8099578" y="2026696"/>
                  <a:pt x="8099578" y="2014645"/>
                </a:cubicBezTo>
                <a:cubicBezTo>
                  <a:pt x="8099578" y="2002594"/>
                  <a:pt x="8109347" y="1992825"/>
                  <a:pt x="8121398" y="1992825"/>
                </a:cubicBezTo>
                <a:close/>
                <a:moveTo>
                  <a:pt x="8044700" y="1992825"/>
                </a:moveTo>
                <a:cubicBezTo>
                  <a:pt x="8056751" y="1992825"/>
                  <a:pt x="8066520" y="2002594"/>
                  <a:pt x="8066520" y="2014645"/>
                </a:cubicBezTo>
                <a:cubicBezTo>
                  <a:pt x="8066520" y="2026696"/>
                  <a:pt x="8056751" y="2036465"/>
                  <a:pt x="8044700" y="2036465"/>
                </a:cubicBezTo>
                <a:cubicBezTo>
                  <a:pt x="8032649" y="2036465"/>
                  <a:pt x="8022880" y="2026696"/>
                  <a:pt x="8022880" y="2014645"/>
                </a:cubicBezTo>
                <a:cubicBezTo>
                  <a:pt x="8022880" y="2002594"/>
                  <a:pt x="8032649" y="1992825"/>
                  <a:pt x="8044700" y="1992825"/>
                </a:cubicBezTo>
                <a:close/>
                <a:moveTo>
                  <a:pt x="7888658" y="1992825"/>
                </a:moveTo>
                <a:cubicBezTo>
                  <a:pt x="7900709" y="1992825"/>
                  <a:pt x="7910478" y="2002594"/>
                  <a:pt x="7910478" y="2014645"/>
                </a:cubicBezTo>
                <a:cubicBezTo>
                  <a:pt x="7910478" y="2026696"/>
                  <a:pt x="7900709" y="2036465"/>
                  <a:pt x="7888658" y="2036465"/>
                </a:cubicBezTo>
                <a:cubicBezTo>
                  <a:pt x="7876607" y="2036465"/>
                  <a:pt x="7866838" y="2026696"/>
                  <a:pt x="7866838" y="2014645"/>
                </a:cubicBezTo>
                <a:cubicBezTo>
                  <a:pt x="7866838" y="2002594"/>
                  <a:pt x="7876607" y="1992825"/>
                  <a:pt x="7888658" y="1992825"/>
                </a:cubicBezTo>
                <a:close/>
                <a:moveTo>
                  <a:pt x="7809316" y="1992825"/>
                </a:moveTo>
                <a:cubicBezTo>
                  <a:pt x="7821367" y="1992825"/>
                  <a:pt x="7831136" y="2002594"/>
                  <a:pt x="7831136" y="2014645"/>
                </a:cubicBezTo>
                <a:cubicBezTo>
                  <a:pt x="7831136" y="2026696"/>
                  <a:pt x="7821367" y="2036465"/>
                  <a:pt x="7809316" y="2036465"/>
                </a:cubicBezTo>
                <a:cubicBezTo>
                  <a:pt x="7797265" y="2036465"/>
                  <a:pt x="7787496" y="2026696"/>
                  <a:pt x="7787496" y="2014645"/>
                </a:cubicBezTo>
                <a:cubicBezTo>
                  <a:pt x="7787496" y="2002594"/>
                  <a:pt x="7797265" y="1992825"/>
                  <a:pt x="7809316" y="1992825"/>
                </a:cubicBezTo>
                <a:close/>
                <a:moveTo>
                  <a:pt x="7731957" y="1992825"/>
                </a:moveTo>
                <a:cubicBezTo>
                  <a:pt x="7744373" y="1992825"/>
                  <a:pt x="7754438" y="2002594"/>
                  <a:pt x="7754438" y="2014645"/>
                </a:cubicBezTo>
                <a:cubicBezTo>
                  <a:pt x="7754438" y="2026696"/>
                  <a:pt x="7744373" y="2036465"/>
                  <a:pt x="7731957" y="2036465"/>
                </a:cubicBezTo>
                <a:cubicBezTo>
                  <a:pt x="7719541" y="2036465"/>
                  <a:pt x="7709476" y="2026696"/>
                  <a:pt x="7709476" y="2014645"/>
                </a:cubicBezTo>
                <a:cubicBezTo>
                  <a:pt x="7709476" y="2002594"/>
                  <a:pt x="7719541" y="1992825"/>
                  <a:pt x="7731957" y="1992825"/>
                </a:cubicBezTo>
                <a:close/>
                <a:moveTo>
                  <a:pt x="7654597" y="1992825"/>
                </a:moveTo>
                <a:cubicBezTo>
                  <a:pt x="7666648" y="1992825"/>
                  <a:pt x="7676417" y="2002594"/>
                  <a:pt x="7676417" y="2014645"/>
                </a:cubicBezTo>
                <a:cubicBezTo>
                  <a:pt x="7676417" y="2026696"/>
                  <a:pt x="7666648" y="2036465"/>
                  <a:pt x="7654597" y="2036465"/>
                </a:cubicBezTo>
                <a:cubicBezTo>
                  <a:pt x="7642546" y="2036465"/>
                  <a:pt x="7632777" y="2026696"/>
                  <a:pt x="7632777" y="2014645"/>
                </a:cubicBezTo>
                <a:cubicBezTo>
                  <a:pt x="7632777" y="2002594"/>
                  <a:pt x="7642546" y="1992825"/>
                  <a:pt x="7654597" y="1992825"/>
                </a:cubicBezTo>
                <a:close/>
                <a:moveTo>
                  <a:pt x="7576577" y="1992825"/>
                </a:moveTo>
                <a:cubicBezTo>
                  <a:pt x="7588628" y="1992825"/>
                  <a:pt x="7598397" y="2002594"/>
                  <a:pt x="7598397" y="2014645"/>
                </a:cubicBezTo>
                <a:cubicBezTo>
                  <a:pt x="7598397" y="2026696"/>
                  <a:pt x="7588628" y="2036465"/>
                  <a:pt x="7576577" y="2036465"/>
                </a:cubicBezTo>
                <a:cubicBezTo>
                  <a:pt x="7564526" y="2036465"/>
                  <a:pt x="7554757" y="2026696"/>
                  <a:pt x="7554757" y="2014645"/>
                </a:cubicBezTo>
                <a:cubicBezTo>
                  <a:pt x="7554757" y="2002594"/>
                  <a:pt x="7564526" y="1992825"/>
                  <a:pt x="7576577" y="1992825"/>
                </a:cubicBezTo>
                <a:close/>
                <a:moveTo>
                  <a:pt x="7498556" y="1992825"/>
                </a:moveTo>
                <a:cubicBezTo>
                  <a:pt x="7510607" y="1992825"/>
                  <a:pt x="7520376" y="2002594"/>
                  <a:pt x="7520376" y="2014645"/>
                </a:cubicBezTo>
                <a:cubicBezTo>
                  <a:pt x="7520376" y="2026696"/>
                  <a:pt x="7510607" y="2036465"/>
                  <a:pt x="7498556" y="2036465"/>
                </a:cubicBezTo>
                <a:cubicBezTo>
                  <a:pt x="7486505" y="2036465"/>
                  <a:pt x="7476736" y="2026696"/>
                  <a:pt x="7476736" y="2014645"/>
                </a:cubicBezTo>
                <a:cubicBezTo>
                  <a:pt x="7476736" y="2002594"/>
                  <a:pt x="7486505" y="1992825"/>
                  <a:pt x="7498556" y="1992825"/>
                </a:cubicBezTo>
                <a:close/>
                <a:moveTo>
                  <a:pt x="7421198" y="1992825"/>
                </a:moveTo>
                <a:cubicBezTo>
                  <a:pt x="7433614" y="1992825"/>
                  <a:pt x="7443679" y="2002594"/>
                  <a:pt x="7443679" y="2014645"/>
                </a:cubicBezTo>
                <a:cubicBezTo>
                  <a:pt x="7443679" y="2026696"/>
                  <a:pt x="7433614" y="2036465"/>
                  <a:pt x="7421198" y="2036465"/>
                </a:cubicBezTo>
                <a:cubicBezTo>
                  <a:pt x="7408782" y="2036465"/>
                  <a:pt x="7398717" y="2026696"/>
                  <a:pt x="7398717" y="2014645"/>
                </a:cubicBezTo>
                <a:cubicBezTo>
                  <a:pt x="7398717" y="2002594"/>
                  <a:pt x="7408782" y="1992825"/>
                  <a:pt x="7421198" y="1992825"/>
                </a:cubicBezTo>
                <a:close/>
                <a:moveTo>
                  <a:pt x="7343838" y="1992825"/>
                </a:moveTo>
                <a:cubicBezTo>
                  <a:pt x="7355889" y="1992825"/>
                  <a:pt x="7365658" y="2002594"/>
                  <a:pt x="7365658" y="2014645"/>
                </a:cubicBezTo>
                <a:cubicBezTo>
                  <a:pt x="7365658" y="2026696"/>
                  <a:pt x="7355889" y="2036465"/>
                  <a:pt x="7343838" y="2036465"/>
                </a:cubicBezTo>
                <a:cubicBezTo>
                  <a:pt x="7331787" y="2036465"/>
                  <a:pt x="7322018" y="2026696"/>
                  <a:pt x="7322018" y="2014645"/>
                </a:cubicBezTo>
                <a:cubicBezTo>
                  <a:pt x="7322018" y="2002594"/>
                  <a:pt x="7331787" y="1992825"/>
                  <a:pt x="7343838" y="1992825"/>
                </a:cubicBezTo>
                <a:close/>
                <a:moveTo>
                  <a:pt x="7264495" y="1992825"/>
                </a:moveTo>
                <a:cubicBezTo>
                  <a:pt x="7276546" y="1992825"/>
                  <a:pt x="7286315" y="2002594"/>
                  <a:pt x="7286315" y="2014645"/>
                </a:cubicBezTo>
                <a:cubicBezTo>
                  <a:pt x="7286315" y="2026696"/>
                  <a:pt x="7276546" y="2036465"/>
                  <a:pt x="7264495" y="2036465"/>
                </a:cubicBezTo>
                <a:cubicBezTo>
                  <a:pt x="7252444" y="2036465"/>
                  <a:pt x="7242675" y="2026696"/>
                  <a:pt x="7242675" y="2014645"/>
                </a:cubicBezTo>
                <a:cubicBezTo>
                  <a:pt x="7242675" y="2002594"/>
                  <a:pt x="7252444" y="1992825"/>
                  <a:pt x="7264495" y="1992825"/>
                </a:cubicBezTo>
                <a:close/>
                <a:moveTo>
                  <a:pt x="7186475" y="1992825"/>
                </a:moveTo>
                <a:cubicBezTo>
                  <a:pt x="7198526" y="1992825"/>
                  <a:pt x="7208295" y="2002594"/>
                  <a:pt x="7208295" y="2014645"/>
                </a:cubicBezTo>
                <a:cubicBezTo>
                  <a:pt x="7208295" y="2026696"/>
                  <a:pt x="7198526" y="2036465"/>
                  <a:pt x="7186475" y="2036465"/>
                </a:cubicBezTo>
                <a:cubicBezTo>
                  <a:pt x="7174424" y="2036465"/>
                  <a:pt x="7164655" y="2026696"/>
                  <a:pt x="7164655" y="2014645"/>
                </a:cubicBezTo>
                <a:cubicBezTo>
                  <a:pt x="7164655" y="2002594"/>
                  <a:pt x="7174424" y="1992825"/>
                  <a:pt x="7186475" y="1992825"/>
                </a:cubicBezTo>
                <a:close/>
                <a:moveTo>
                  <a:pt x="7109116" y="1992825"/>
                </a:moveTo>
                <a:cubicBezTo>
                  <a:pt x="7121532" y="1992825"/>
                  <a:pt x="7131597" y="2002594"/>
                  <a:pt x="7131597" y="2014645"/>
                </a:cubicBezTo>
                <a:cubicBezTo>
                  <a:pt x="7131597" y="2026696"/>
                  <a:pt x="7121532" y="2036465"/>
                  <a:pt x="7109116" y="2036465"/>
                </a:cubicBezTo>
                <a:cubicBezTo>
                  <a:pt x="7096700" y="2036465"/>
                  <a:pt x="7086635" y="2026696"/>
                  <a:pt x="7086635" y="2014645"/>
                </a:cubicBezTo>
                <a:cubicBezTo>
                  <a:pt x="7086635" y="2002594"/>
                  <a:pt x="7096700" y="1992825"/>
                  <a:pt x="7109116" y="1992825"/>
                </a:cubicBezTo>
                <a:close/>
                <a:moveTo>
                  <a:pt x="7031757" y="1992825"/>
                </a:moveTo>
                <a:cubicBezTo>
                  <a:pt x="7043808" y="1992825"/>
                  <a:pt x="7053577" y="2002594"/>
                  <a:pt x="7053577" y="2014645"/>
                </a:cubicBezTo>
                <a:cubicBezTo>
                  <a:pt x="7053577" y="2026696"/>
                  <a:pt x="7043808" y="2036465"/>
                  <a:pt x="7031757" y="2036465"/>
                </a:cubicBezTo>
                <a:cubicBezTo>
                  <a:pt x="7019706" y="2036465"/>
                  <a:pt x="7009937" y="2026696"/>
                  <a:pt x="7009937" y="2014645"/>
                </a:cubicBezTo>
                <a:cubicBezTo>
                  <a:pt x="7009937" y="2002594"/>
                  <a:pt x="7019706" y="1992825"/>
                  <a:pt x="7031757" y="1992825"/>
                </a:cubicBezTo>
                <a:close/>
                <a:moveTo>
                  <a:pt x="6953736" y="1992825"/>
                </a:moveTo>
                <a:cubicBezTo>
                  <a:pt x="6965787" y="1992825"/>
                  <a:pt x="6975556" y="2002594"/>
                  <a:pt x="6975556" y="2014645"/>
                </a:cubicBezTo>
                <a:cubicBezTo>
                  <a:pt x="6975556" y="2026696"/>
                  <a:pt x="6965787" y="2036465"/>
                  <a:pt x="6953736" y="2036465"/>
                </a:cubicBezTo>
                <a:cubicBezTo>
                  <a:pt x="6941685" y="2036465"/>
                  <a:pt x="6931916" y="2026696"/>
                  <a:pt x="6931916" y="2014645"/>
                </a:cubicBezTo>
                <a:cubicBezTo>
                  <a:pt x="6931916" y="2002594"/>
                  <a:pt x="6941685" y="1992825"/>
                  <a:pt x="6953736" y="1992825"/>
                </a:cubicBezTo>
                <a:close/>
                <a:moveTo>
                  <a:pt x="6875716" y="1992825"/>
                </a:moveTo>
                <a:cubicBezTo>
                  <a:pt x="6887767" y="1992825"/>
                  <a:pt x="6897536" y="2002594"/>
                  <a:pt x="6897536" y="2014645"/>
                </a:cubicBezTo>
                <a:cubicBezTo>
                  <a:pt x="6897536" y="2026696"/>
                  <a:pt x="6887767" y="2036465"/>
                  <a:pt x="6875716" y="2036465"/>
                </a:cubicBezTo>
                <a:cubicBezTo>
                  <a:pt x="6863665" y="2036465"/>
                  <a:pt x="6853896" y="2026696"/>
                  <a:pt x="6853896" y="2014645"/>
                </a:cubicBezTo>
                <a:cubicBezTo>
                  <a:pt x="6853896" y="2002594"/>
                  <a:pt x="6863665" y="1992825"/>
                  <a:pt x="6875716" y="1992825"/>
                </a:cubicBezTo>
                <a:close/>
                <a:moveTo>
                  <a:pt x="6798356" y="1992825"/>
                </a:moveTo>
                <a:cubicBezTo>
                  <a:pt x="6810772" y="1992825"/>
                  <a:pt x="6820837" y="2002594"/>
                  <a:pt x="6820837" y="2014645"/>
                </a:cubicBezTo>
                <a:cubicBezTo>
                  <a:pt x="6820837" y="2026696"/>
                  <a:pt x="6810772" y="2036465"/>
                  <a:pt x="6798356" y="2036465"/>
                </a:cubicBezTo>
                <a:cubicBezTo>
                  <a:pt x="6785940" y="2036465"/>
                  <a:pt x="6775875" y="2026696"/>
                  <a:pt x="6775875" y="2014645"/>
                </a:cubicBezTo>
                <a:cubicBezTo>
                  <a:pt x="6775875" y="2002594"/>
                  <a:pt x="6785940" y="1992825"/>
                  <a:pt x="6798356" y="1992825"/>
                </a:cubicBezTo>
                <a:close/>
                <a:moveTo>
                  <a:pt x="6719675" y="1992825"/>
                </a:moveTo>
                <a:cubicBezTo>
                  <a:pt x="6731726" y="1992825"/>
                  <a:pt x="6741495" y="2002594"/>
                  <a:pt x="6741495" y="2014645"/>
                </a:cubicBezTo>
                <a:cubicBezTo>
                  <a:pt x="6741495" y="2026696"/>
                  <a:pt x="6731726" y="2036465"/>
                  <a:pt x="6719675" y="2036465"/>
                </a:cubicBezTo>
                <a:cubicBezTo>
                  <a:pt x="6707624" y="2036465"/>
                  <a:pt x="6697855" y="2026696"/>
                  <a:pt x="6697855" y="2014645"/>
                </a:cubicBezTo>
                <a:cubicBezTo>
                  <a:pt x="6697855" y="2002594"/>
                  <a:pt x="6707624" y="1992825"/>
                  <a:pt x="6719675" y="1992825"/>
                </a:cubicBezTo>
                <a:close/>
                <a:moveTo>
                  <a:pt x="6641655" y="1992825"/>
                </a:moveTo>
                <a:cubicBezTo>
                  <a:pt x="6653706" y="1992825"/>
                  <a:pt x="6663475" y="2002594"/>
                  <a:pt x="6663475" y="2014645"/>
                </a:cubicBezTo>
                <a:cubicBezTo>
                  <a:pt x="6663475" y="2026696"/>
                  <a:pt x="6653706" y="2036465"/>
                  <a:pt x="6641655" y="2036465"/>
                </a:cubicBezTo>
                <a:cubicBezTo>
                  <a:pt x="6629604" y="2036465"/>
                  <a:pt x="6619835" y="2026696"/>
                  <a:pt x="6619835" y="2014645"/>
                </a:cubicBezTo>
                <a:cubicBezTo>
                  <a:pt x="6619835" y="2002594"/>
                  <a:pt x="6629604" y="1992825"/>
                  <a:pt x="6641655" y="1992825"/>
                </a:cubicBezTo>
                <a:close/>
                <a:moveTo>
                  <a:pt x="6563634" y="1992825"/>
                </a:moveTo>
                <a:cubicBezTo>
                  <a:pt x="6575685" y="1992825"/>
                  <a:pt x="6585454" y="2002594"/>
                  <a:pt x="6585454" y="2014645"/>
                </a:cubicBezTo>
                <a:cubicBezTo>
                  <a:pt x="6585454" y="2026696"/>
                  <a:pt x="6575685" y="2036465"/>
                  <a:pt x="6563634" y="2036465"/>
                </a:cubicBezTo>
                <a:cubicBezTo>
                  <a:pt x="6551583" y="2036465"/>
                  <a:pt x="6541814" y="2026696"/>
                  <a:pt x="6541814" y="2014645"/>
                </a:cubicBezTo>
                <a:cubicBezTo>
                  <a:pt x="6541814" y="2002594"/>
                  <a:pt x="6551583" y="1992825"/>
                  <a:pt x="6563634" y="1992825"/>
                </a:cubicBezTo>
                <a:close/>
                <a:moveTo>
                  <a:pt x="6485613" y="1992825"/>
                </a:moveTo>
                <a:cubicBezTo>
                  <a:pt x="6497664" y="1992825"/>
                  <a:pt x="6507433" y="2002594"/>
                  <a:pt x="6507433" y="2014645"/>
                </a:cubicBezTo>
                <a:cubicBezTo>
                  <a:pt x="6507433" y="2026696"/>
                  <a:pt x="6497664" y="2036465"/>
                  <a:pt x="6485613" y="2036465"/>
                </a:cubicBezTo>
                <a:cubicBezTo>
                  <a:pt x="6473562" y="2036465"/>
                  <a:pt x="6463793" y="2026696"/>
                  <a:pt x="6463793" y="2014645"/>
                </a:cubicBezTo>
                <a:cubicBezTo>
                  <a:pt x="6463793" y="2002594"/>
                  <a:pt x="6473562" y="1992825"/>
                  <a:pt x="6485613" y="1992825"/>
                </a:cubicBezTo>
                <a:close/>
                <a:moveTo>
                  <a:pt x="6408916" y="1992825"/>
                </a:moveTo>
                <a:cubicBezTo>
                  <a:pt x="6420967" y="1992825"/>
                  <a:pt x="6430736" y="2002594"/>
                  <a:pt x="6430736" y="2014645"/>
                </a:cubicBezTo>
                <a:cubicBezTo>
                  <a:pt x="6430736" y="2026696"/>
                  <a:pt x="6420967" y="2036465"/>
                  <a:pt x="6408916" y="2036465"/>
                </a:cubicBezTo>
                <a:cubicBezTo>
                  <a:pt x="6396865" y="2036465"/>
                  <a:pt x="6387096" y="2026696"/>
                  <a:pt x="6387096" y="2014645"/>
                </a:cubicBezTo>
                <a:cubicBezTo>
                  <a:pt x="6387096" y="2002594"/>
                  <a:pt x="6396865" y="1992825"/>
                  <a:pt x="6408916" y="1992825"/>
                </a:cubicBezTo>
                <a:close/>
                <a:moveTo>
                  <a:pt x="6330896" y="1992825"/>
                </a:moveTo>
                <a:cubicBezTo>
                  <a:pt x="6342947" y="1992825"/>
                  <a:pt x="6352716" y="2002594"/>
                  <a:pt x="6352716" y="2014645"/>
                </a:cubicBezTo>
                <a:cubicBezTo>
                  <a:pt x="6352716" y="2026696"/>
                  <a:pt x="6342947" y="2036465"/>
                  <a:pt x="6330896" y="2036465"/>
                </a:cubicBezTo>
                <a:cubicBezTo>
                  <a:pt x="6318845" y="2036465"/>
                  <a:pt x="6309076" y="2026696"/>
                  <a:pt x="6309076" y="2014645"/>
                </a:cubicBezTo>
                <a:cubicBezTo>
                  <a:pt x="6309076" y="2002594"/>
                  <a:pt x="6318845" y="1992825"/>
                  <a:pt x="6330896" y="1992825"/>
                </a:cubicBezTo>
                <a:close/>
                <a:moveTo>
                  <a:pt x="6252875" y="1992825"/>
                </a:moveTo>
                <a:cubicBezTo>
                  <a:pt x="6264926" y="1992825"/>
                  <a:pt x="6274695" y="2002594"/>
                  <a:pt x="6274695" y="2014645"/>
                </a:cubicBezTo>
                <a:cubicBezTo>
                  <a:pt x="6274695" y="2026696"/>
                  <a:pt x="6264926" y="2036465"/>
                  <a:pt x="6252875" y="2036465"/>
                </a:cubicBezTo>
                <a:cubicBezTo>
                  <a:pt x="6240824" y="2036465"/>
                  <a:pt x="6231055" y="2026696"/>
                  <a:pt x="6231055" y="2014645"/>
                </a:cubicBezTo>
                <a:cubicBezTo>
                  <a:pt x="6231055" y="2002594"/>
                  <a:pt x="6240824" y="1992825"/>
                  <a:pt x="6252875" y="1992825"/>
                </a:cubicBezTo>
                <a:close/>
                <a:moveTo>
                  <a:pt x="6174854" y="1992825"/>
                </a:moveTo>
                <a:cubicBezTo>
                  <a:pt x="6186905" y="1992825"/>
                  <a:pt x="6196674" y="2002594"/>
                  <a:pt x="6196674" y="2014645"/>
                </a:cubicBezTo>
                <a:cubicBezTo>
                  <a:pt x="6196674" y="2026696"/>
                  <a:pt x="6186905" y="2036465"/>
                  <a:pt x="6174854" y="2036465"/>
                </a:cubicBezTo>
                <a:cubicBezTo>
                  <a:pt x="6162803" y="2036465"/>
                  <a:pt x="6153034" y="2026696"/>
                  <a:pt x="6153034" y="2014645"/>
                </a:cubicBezTo>
                <a:cubicBezTo>
                  <a:pt x="6153034" y="2002594"/>
                  <a:pt x="6162803" y="1992825"/>
                  <a:pt x="6174854" y="1992825"/>
                </a:cubicBezTo>
                <a:close/>
                <a:moveTo>
                  <a:pt x="6096834" y="1992825"/>
                </a:moveTo>
                <a:cubicBezTo>
                  <a:pt x="6108885" y="1992825"/>
                  <a:pt x="6118654" y="2002594"/>
                  <a:pt x="6118654" y="2014645"/>
                </a:cubicBezTo>
                <a:cubicBezTo>
                  <a:pt x="6118654" y="2026696"/>
                  <a:pt x="6108885" y="2036465"/>
                  <a:pt x="6096834" y="2036465"/>
                </a:cubicBezTo>
                <a:cubicBezTo>
                  <a:pt x="6084783" y="2036465"/>
                  <a:pt x="6075014" y="2026696"/>
                  <a:pt x="6075014" y="2014645"/>
                </a:cubicBezTo>
                <a:cubicBezTo>
                  <a:pt x="6075014" y="2002594"/>
                  <a:pt x="6084783" y="1992825"/>
                  <a:pt x="6096834" y="1992825"/>
                </a:cubicBezTo>
                <a:close/>
                <a:moveTo>
                  <a:pt x="6018814" y="1992825"/>
                </a:moveTo>
                <a:cubicBezTo>
                  <a:pt x="6030865" y="1992825"/>
                  <a:pt x="6040634" y="2002594"/>
                  <a:pt x="6040634" y="2014645"/>
                </a:cubicBezTo>
                <a:cubicBezTo>
                  <a:pt x="6040634" y="2026696"/>
                  <a:pt x="6030865" y="2036465"/>
                  <a:pt x="6018814" y="2036465"/>
                </a:cubicBezTo>
                <a:cubicBezTo>
                  <a:pt x="6006763" y="2036465"/>
                  <a:pt x="5996994" y="2026696"/>
                  <a:pt x="5996994" y="2014645"/>
                </a:cubicBezTo>
                <a:cubicBezTo>
                  <a:pt x="5996994" y="2002594"/>
                  <a:pt x="6006763" y="1992825"/>
                  <a:pt x="6018814" y="1992825"/>
                </a:cubicBezTo>
                <a:close/>
                <a:moveTo>
                  <a:pt x="5940793" y="1992825"/>
                </a:moveTo>
                <a:cubicBezTo>
                  <a:pt x="5952844" y="1992825"/>
                  <a:pt x="5962613" y="2002594"/>
                  <a:pt x="5962613" y="2014645"/>
                </a:cubicBezTo>
                <a:cubicBezTo>
                  <a:pt x="5962613" y="2026696"/>
                  <a:pt x="5952844" y="2036465"/>
                  <a:pt x="5940793" y="2036465"/>
                </a:cubicBezTo>
                <a:cubicBezTo>
                  <a:pt x="5928742" y="2036465"/>
                  <a:pt x="5918973" y="2026696"/>
                  <a:pt x="5918973" y="2014645"/>
                </a:cubicBezTo>
                <a:cubicBezTo>
                  <a:pt x="5918973" y="2002594"/>
                  <a:pt x="5928742" y="1992825"/>
                  <a:pt x="5940793" y="1992825"/>
                </a:cubicBezTo>
                <a:close/>
                <a:moveTo>
                  <a:pt x="5862773" y="1992825"/>
                </a:moveTo>
                <a:cubicBezTo>
                  <a:pt x="5874824" y="1992825"/>
                  <a:pt x="5884593" y="2002594"/>
                  <a:pt x="5884593" y="2014645"/>
                </a:cubicBezTo>
                <a:cubicBezTo>
                  <a:pt x="5884593" y="2026696"/>
                  <a:pt x="5874824" y="2036465"/>
                  <a:pt x="5862773" y="2036465"/>
                </a:cubicBezTo>
                <a:cubicBezTo>
                  <a:pt x="5850722" y="2036465"/>
                  <a:pt x="5840953" y="2026696"/>
                  <a:pt x="5840953" y="2014645"/>
                </a:cubicBezTo>
                <a:cubicBezTo>
                  <a:pt x="5840953" y="2002594"/>
                  <a:pt x="5850722" y="1992825"/>
                  <a:pt x="5862773" y="1992825"/>
                </a:cubicBezTo>
                <a:close/>
                <a:moveTo>
                  <a:pt x="5785413" y="1992825"/>
                </a:moveTo>
                <a:cubicBezTo>
                  <a:pt x="5797829" y="1992825"/>
                  <a:pt x="5807894" y="2002594"/>
                  <a:pt x="5807894" y="2014645"/>
                </a:cubicBezTo>
                <a:cubicBezTo>
                  <a:pt x="5807894" y="2026696"/>
                  <a:pt x="5797829" y="2036465"/>
                  <a:pt x="5785413" y="2036465"/>
                </a:cubicBezTo>
                <a:cubicBezTo>
                  <a:pt x="5772997" y="2036465"/>
                  <a:pt x="5762932" y="2026696"/>
                  <a:pt x="5762932" y="2014645"/>
                </a:cubicBezTo>
                <a:cubicBezTo>
                  <a:pt x="5762932" y="2002594"/>
                  <a:pt x="5772997" y="1992825"/>
                  <a:pt x="5785413" y="1992825"/>
                </a:cubicBezTo>
                <a:close/>
                <a:moveTo>
                  <a:pt x="5708054" y="1992825"/>
                </a:moveTo>
                <a:cubicBezTo>
                  <a:pt x="5720105" y="1992825"/>
                  <a:pt x="5729874" y="2002594"/>
                  <a:pt x="5729874" y="2014645"/>
                </a:cubicBezTo>
                <a:cubicBezTo>
                  <a:pt x="5729874" y="2026696"/>
                  <a:pt x="5720105" y="2036465"/>
                  <a:pt x="5708054" y="2036465"/>
                </a:cubicBezTo>
                <a:cubicBezTo>
                  <a:pt x="5696003" y="2036465"/>
                  <a:pt x="5686234" y="2026696"/>
                  <a:pt x="5686234" y="2014645"/>
                </a:cubicBezTo>
                <a:cubicBezTo>
                  <a:pt x="5686234" y="2002594"/>
                  <a:pt x="5696003" y="1992825"/>
                  <a:pt x="5708054" y="1992825"/>
                </a:cubicBezTo>
                <a:close/>
                <a:moveTo>
                  <a:pt x="5630034" y="1992825"/>
                </a:moveTo>
                <a:cubicBezTo>
                  <a:pt x="5642085" y="1992825"/>
                  <a:pt x="5651854" y="2002594"/>
                  <a:pt x="5651854" y="2014645"/>
                </a:cubicBezTo>
                <a:cubicBezTo>
                  <a:pt x="5651854" y="2026696"/>
                  <a:pt x="5642085" y="2036465"/>
                  <a:pt x="5630034" y="2036465"/>
                </a:cubicBezTo>
                <a:cubicBezTo>
                  <a:pt x="5617983" y="2036465"/>
                  <a:pt x="5608214" y="2026696"/>
                  <a:pt x="5608214" y="2014645"/>
                </a:cubicBezTo>
                <a:cubicBezTo>
                  <a:pt x="5608214" y="2002594"/>
                  <a:pt x="5617983" y="1992825"/>
                  <a:pt x="5630034" y="1992825"/>
                </a:cubicBezTo>
                <a:close/>
                <a:moveTo>
                  <a:pt x="5552013" y="1992825"/>
                </a:moveTo>
                <a:cubicBezTo>
                  <a:pt x="5564064" y="1992825"/>
                  <a:pt x="5573833" y="2002594"/>
                  <a:pt x="5573833" y="2014645"/>
                </a:cubicBezTo>
                <a:cubicBezTo>
                  <a:pt x="5573833" y="2026696"/>
                  <a:pt x="5564064" y="2036465"/>
                  <a:pt x="5552013" y="2036465"/>
                </a:cubicBezTo>
                <a:cubicBezTo>
                  <a:pt x="5539962" y="2036465"/>
                  <a:pt x="5530193" y="2026696"/>
                  <a:pt x="5530193" y="2014645"/>
                </a:cubicBezTo>
                <a:cubicBezTo>
                  <a:pt x="5530193" y="2002594"/>
                  <a:pt x="5539962" y="1992825"/>
                  <a:pt x="5552013" y="1992825"/>
                </a:cubicBezTo>
                <a:close/>
                <a:moveTo>
                  <a:pt x="5473331" y="1992825"/>
                </a:moveTo>
                <a:cubicBezTo>
                  <a:pt x="5485747" y="1992825"/>
                  <a:pt x="5495812" y="2002594"/>
                  <a:pt x="5495812" y="2014645"/>
                </a:cubicBezTo>
                <a:cubicBezTo>
                  <a:pt x="5495812" y="2026696"/>
                  <a:pt x="5485747" y="2036465"/>
                  <a:pt x="5473331" y="2036465"/>
                </a:cubicBezTo>
                <a:cubicBezTo>
                  <a:pt x="5460915" y="2036465"/>
                  <a:pt x="5450850" y="2026696"/>
                  <a:pt x="5450850" y="2014645"/>
                </a:cubicBezTo>
                <a:cubicBezTo>
                  <a:pt x="5450850" y="2002594"/>
                  <a:pt x="5460915" y="1992825"/>
                  <a:pt x="5473331" y="1992825"/>
                </a:cubicBezTo>
                <a:close/>
                <a:moveTo>
                  <a:pt x="5085212" y="1992825"/>
                </a:moveTo>
                <a:cubicBezTo>
                  <a:pt x="5097263" y="1992825"/>
                  <a:pt x="5107032" y="2002594"/>
                  <a:pt x="5107032" y="2014645"/>
                </a:cubicBezTo>
                <a:cubicBezTo>
                  <a:pt x="5107032" y="2026696"/>
                  <a:pt x="5097263" y="2036465"/>
                  <a:pt x="5085212" y="2036465"/>
                </a:cubicBezTo>
                <a:cubicBezTo>
                  <a:pt x="5073161" y="2036465"/>
                  <a:pt x="5063392" y="2026696"/>
                  <a:pt x="5063392" y="2014645"/>
                </a:cubicBezTo>
                <a:cubicBezTo>
                  <a:pt x="5063392" y="2002594"/>
                  <a:pt x="5073161" y="1992825"/>
                  <a:pt x="5085212" y="1992825"/>
                </a:cubicBezTo>
                <a:close/>
                <a:moveTo>
                  <a:pt x="5007193" y="1992825"/>
                </a:moveTo>
                <a:cubicBezTo>
                  <a:pt x="5019244" y="1992825"/>
                  <a:pt x="5029013" y="2002594"/>
                  <a:pt x="5029013" y="2014645"/>
                </a:cubicBezTo>
                <a:cubicBezTo>
                  <a:pt x="5029013" y="2026696"/>
                  <a:pt x="5019244" y="2036465"/>
                  <a:pt x="5007193" y="2036465"/>
                </a:cubicBezTo>
                <a:cubicBezTo>
                  <a:pt x="4995142" y="2036465"/>
                  <a:pt x="4985373" y="2026696"/>
                  <a:pt x="4985373" y="2014645"/>
                </a:cubicBezTo>
                <a:cubicBezTo>
                  <a:pt x="4985373" y="2002594"/>
                  <a:pt x="4995142" y="1992825"/>
                  <a:pt x="5007193" y="1992825"/>
                </a:cubicBezTo>
                <a:close/>
                <a:moveTo>
                  <a:pt x="4928511" y="1992825"/>
                </a:moveTo>
                <a:cubicBezTo>
                  <a:pt x="4940927" y="1992825"/>
                  <a:pt x="4950992" y="2002594"/>
                  <a:pt x="4950992" y="2014645"/>
                </a:cubicBezTo>
                <a:cubicBezTo>
                  <a:pt x="4950992" y="2026696"/>
                  <a:pt x="4940927" y="2036465"/>
                  <a:pt x="4928511" y="2036465"/>
                </a:cubicBezTo>
                <a:cubicBezTo>
                  <a:pt x="4916095" y="2036465"/>
                  <a:pt x="4906030" y="2026696"/>
                  <a:pt x="4906030" y="2014645"/>
                </a:cubicBezTo>
                <a:cubicBezTo>
                  <a:pt x="4906030" y="2002594"/>
                  <a:pt x="4916095" y="1992825"/>
                  <a:pt x="4928511" y="1992825"/>
                </a:cubicBezTo>
                <a:close/>
                <a:moveTo>
                  <a:pt x="4850491" y="1992825"/>
                </a:moveTo>
                <a:cubicBezTo>
                  <a:pt x="4862907" y="1992825"/>
                  <a:pt x="4872972" y="2002594"/>
                  <a:pt x="4872972" y="2014645"/>
                </a:cubicBezTo>
                <a:cubicBezTo>
                  <a:pt x="4872972" y="2026696"/>
                  <a:pt x="4862907" y="2036465"/>
                  <a:pt x="4850491" y="2036465"/>
                </a:cubicBezTo>
                <a:cubicBezTo>
                  <a:pt x="4838075" y="2036465"/>
                  <a:pt x="4828010" y="2026696"/>
                  <a:pt x="4828010" y="2014645"/>
                </a:cubicBezTo>
                <a:cubicBezTo>
                  <a:pt x="4828010" y="2002594"/>
                  <a:pt x="4838075" y="1992825"/>
                  <a:pt x="4850491" y="1992825"/>
                </a:cubicBezTo>
                <a:close/>
                <a:moveTo>
                  <a:pt x="4695111" y="1992825"/>
                </a:moveTo>
                <a:cubicBezTo>
                  <a:pt x="4707162" y="1992825"/>
                  <a:pt x="4716931" y="2002594"/>
                  <a:pt x="4716931" y="2014645"/>
                </a:cubicBezTo>
                <a:cubicBezTo>
                  <a:pt x="4716931" y="2026696"/>
                  <a:pt x="4707162" y="2036465"/>
                  <a:pt x="4695111" y="2036465"/>
                </a:cubicBezTo>
                <a:cubicBezTo>
                  <a:pt x="4683060" y="2036465"/>
                  <a:pt x="4673291" y="2026696"/>
                  <a:pt x="4673291" y="2014645"/>
                </a:cubicBezTo>
                <a:cubicBezTo>
                  <a:pt x="4673291" y="2002594"/>
                  <a:pt x="4683060" y="1992825"/>
                  <a:pt x="4695111" y="1992825"/>
                </a:cubicBezTo>
                <a:close/>
                <a:moveTo>
                  <a:pt x="4617091" y="1992825"/>
                </a:moveTo>
                <a:cubicBezTo>
                  <a:pt x="4629142" y="1992825"/>
                  <a:pt x="4638911" y="2002594"/>
                  <a:pt x="4638911" y="2014645"/>
                </a:cubicBezTo>
                <a:cubicBezTo>
                  <a:pt x="4638911" y="2026696"/>
                  <a:pt x="4629142" y="2036465"/>
                  <a:pt x="4617091" y="2036465"/>
                </a:cubicBezTo>
                <a:cubicBezTo>
                  <a:pt x="4605040" y="2036465"/>
                  <a:pt x="4595271" y="2026696"/>
                  <a:pt x="4595271" y="2014645"/>
                </a:cubicBezTo>
                <a:cubicBezTo>
                  <a:pt x="4595271" y="2002594"/>
                  <a:pt x="4605040" y="1992825"/>
                  <a:pt x="4617091" y="1992825"/>
                </a:cubicBezTo>
                <a:close/>
                <a:moveTo>
                  <a:pt x="4539070" y="1992825"/>
                </a:moveTo>
                <a:cubicBezTo>
                  <a:pt x="4551121" y="1992825"/>
                  <a:pt x="4560890" y="2002594"/>
                  <a:pt x="4560890" y="2014645"/>
                </a:cubicBezTo>
                <a:cubicBezTo>
                  <a:pt x="4560890" y="2026696"/>
                  <a:pt x="4551121" y="2036465"/>
                  <a:pt x="4539070" y="2036465"/>
                </a:cubicBezTo>
                <a:cubicBezTo>
                  <a:pt x="4527019" y="2036465"/>
                  <a:pt x="4517250" y="2026696"/>
                  <a:pt x="4517250" y="2014645"/>
                </a:cubicBezTo>
                <a:cubicBezTo>
                  <a:pt x="4517250" y="2002594"/>
                  <a:pt x="4527019" y="1992825"/>
                  <a:pt x="4539070" y="1992825"/>
                </a:cubicBezTo>
                <a:close/>
                <a:moveTo>
                  <a:pt x="4461711" y="1992825"/>
                </a:moveTo>
                <a:cubicBezTo>
                  <a:pt x="4474127" y="1992825"/>
                  <a:pt x="4484192" y="2002594"/>
                  <a:pt x="4484192" y="2014645"/>
                </a:cubicBezTo>
                <a:cubicBezTo>
                  <a:pt x="4484192" y="2026696"/>
                  <a:pt x="4474127" y="2036465"/>
                  <a:pt x="4461711" y="2036465"/>
                </a:cubicBezTo>
                <a:cubicBezTo>
                  <a:pt x="4449295" y="2036465"/>
                  <a:pt x="4439230" y="2026696"/>
                  <a:pt x="4439230" y="2014645"/>
                </a:cubicBezTo>
                <a:cubicBezTo>
                  <a:pt x="4439230" y="2002594"/>
                  <a:pt x="4449295" y="1992825"/>
                  <a:pt x="4461711" y="1992825"/>
                </a:cubicBezTo>
                <a:close/>
                <a:moveTo>
                  <a:pt x="4384351" y="1992825"/>
                </a:moveTo>
                <a:cubicBezTo>
                  <a:pt x="4396402" y="1992825"/>
                  <a:pt x="4406171" y="2002594"/>
                  <a:pt x="4406171" y="2014645"/>
                </a:cubicBezTo>
                <a:cubicBezTo>
                  <a:pt x="4406171" y="2026696"/>
                  <a:pt x="4396402" y="2036465"/>
                  <a:pt x="4384351" y="2036465"/>
                </a:cubicBezTo>
                <a:cubicBezTo>
                  <a:pt x="4372300" y="2036465"/>
                  <a:pt x="4362531" y="2026696"/>
                  <a:pt x="4362531" y="2014645"/>
                </a:cubicBezTo>
                <a:cubicBezTo>
                  <a:pt x="4362531" y="2002594"/>
                  <a:pt x="4372300" y="1992825"/>
                  <a:pt x="4384351" y="1992825"/>
                </a:cubicBezTo>
                <a:close/>
                <a:moveTo>
                  <a:pt x="4305009" y="1992825"/>
                </a:moveTo>
                <a:cubicBezTo>
                  <a:pt x="4317060" y="1992825"/>
                  <a:pt x="4326829" y="2002594"/>
                  <a:pt x="4326829" y="2014645"/>
                </a:cubicBezTo>
                <a:cubicBezTo>
                  <a:pt x="4326829" y="2026696"/>
                  <a:pt x="4317060" y="2036465"/>
                  <a:pt x="4305009" y="2036465"/>
                </a:cubicBezTo>
                <a:cubicBezTo>
                  <a:pt x="4292958" y="2036465"/>
                  <a:pt x="4283189" y="2026696"/>
                  <a:pt x="4283189" y="2014645"/>
                </a:cubicBezTo>
                <a:cubicBezTo>
                  <a:pt x="4283189" y="2002594"/>
                  <a:pt x="4292958" y="1992825"/>
                  <a:pt x="4305009" y="1992825"/>
                </a:cubicBezTo>
                <a:close/>
                <a:moveTo>
                  <a:pt x="4226989" y="1992825"/>
                </a:moveTo>
                <a:cubicBezTo>
                  <a:pt x="4239040" y="1992825"/>
                  <a:pt x="4248809" y="2002594"/>
                  <a:pt x="4248809" y="2014645"/>
                </a:cubicBezTo>
                <a:cubicBezTo>
                  <a:pt x="4248809" y="2026696"/>
                  <a:pt x="4239040" y="2036465"/>
                  <a:pt x="4226989" y="2036465"/>
                </a:cubicBezTo>
                <a:cubicBezTo>
                  <a:pt x="4214938" y="2036465"/>
                  <a:pt x="4205169" y="2026696"/>
                  <a:pt x="4205169" y="2014645"/>
                </a:cubicBezTo>
                <a:cubicBezTo>
                  <a:pt x="4205169" y="2002594"/>
                  <a:pt x="4214938" y="1992825"/>
                  <a:pt x="4226989" y="1992825"/>
                </a:cubicBezTo>
                <a:close/>
                <a:moveTo>
                  <a:pt x="4149629" y="1992825"/>
                </a:moveTo>
                <a:cubicBezTo>
                  <a:pt x="4162045" y="1992825"/>
                  <a:pt x="4172110" y="2002594"/>
                  <a:pt x="4172110" y="2014645"/>
                </a:cubicBezTo>
                <a:cubicBezTo>
                  <a:pt x="4172110" y="2026696"/>
                  <a:pt x="4162045" y="2036465"/>
                  <a:pt x="4149629" y="2036465"/>
                </a:cubicBezTo>
                <a:cubicBezTo>
                  <a:pt x="4137213" y="2036465"/>
                  <a:pt x="4127148" y="2026696"/>
                  <a:pt x="4127148" y="2014645"/>
                </a:cubicBezTo>
                <a:cubicBezTo>
                  <a:pt x="4127148" y="2002594"/>
                  <a:pt x="4137213" y="1992825"/>
                  <a:pt x="4149629" y="1992825"/>
                </a:cubicBezTo>
                <a:close/>
                <a:moveTo>
                  <a:pt x="2513845" y="1992825"/>
                </a:moveTo>
                <a:cubicBezTo>
                  <a:pt x="2526261" y="1992825"/>
                  <a:pt x="2536326" y="2002594"/>
                  <a:pt x="2536326" y="2014645"/>
                </a:cubicBezTo>
                <a:cubicBezTo>
                  <a:pt x="2536326" y="2026696"/>
                  <a:pt x="2526261" y="2036465"/>
                  <a:pt x="2513845" y="2036465"/>
                </a:cubicBezTo>
                <a:cubicBezTo>
                  <a:pt x="2501429" y="2036465"/>
                  <a:pt x="2491364" y="2026696"/>
                  <a:pt x="2491364" y="2014645"/>
                </a:cubicBezTo>
                <a:cubicBezTo>
                  <a:pt x="2491364" y="2002594"/>
                  <a:pt x="2501429" y="1992825"/>
                  <a:pt x="2513845" y="1992825"/>
                </a:cubicBezTo>
                <a:close/>
                <a:moveTo>
                  <a:pt x="2436486" y="1992825"/>
                </a:moveTo>
                <a:cubicBezTo>
                  <a:pt x="2448537" y="1992825"/>
                  <a:pt x="2458306" y="2002594"/>
                  <a:pt x="2458306" y="2014645"/>
                </a:cubicBezTo>
                <a:cubicBezTo>
                  <a:pt x="2458306" y="2026696"/>
                  <a:pt x="2448537" y="2036465"/>
                  <a:pt x="2436486" y="2036465"/>
                </a:cubicBezTo>
                <a:cubicBezTo>
                  <a:pt x="2424435" y="2036465"/>
                  <a:pt x="2414666" y="2026696"/>
                  <a:pt x="2414666" y="2014645"/>
                </a:cubicBezTo>
                <a:cubicBezTo>
                  <a:pt x="2414666" y="2002594"/>
                  <a:pt x="2424435" y="1992825"/>
                  <a:pt x="2436486" y="1992825"/>
                </a:cubicBezTo>
                <a:close/>
                <a:moveTo>
                  <a:pt x="2358465" y="1992825"/>
                </a:moveTo>
                <a:cubicBezTo>
                  <a:pt x="2370516" y="1992825"/>
                  <a:pt x="2380285" y="2002594"/>
                  <a:pt x="2380285" y="2014645"/>
                </a:cubicBezTo>
                <a:cubicBezTo>
                  <a:pt x="2380285" y="2026696"/>
                  <a:pt x="2370516" y="2036465"/>
                  <a:pt x="2358465" y="2036465"/>
                </a:cubicBezTo>
                <a:cubicBezTo>
                  <a:pt x="2346414" y="2036465"/>
                  <a:pt x="2336645" y="2026696"/>
                  <a:pt x="2336645" y="2014645"/>
                </a:cubicBezTo>
                <a:cubicBezTo>
                  <a:pt x="2336645" y="2002594"/>
                  <a:pt x="2346414" y="1992825"/>
                  <a:pt x="2358465" y="1992825"/>
                </a:cubicBezTo>
                <a:close/>
                <a:moveTo>
                  <a:pt x="2280445" y="1992825"/>
                </a:moveTo>
                <a:cubicBezTo>
                  <a:pt x="2292496" y="1992825"/>
                  <a:pt x="2302265" y="2002594"/>
                  <a:pt x="2302265" y="2014645"/>
                </a:cubicBezTo>
                <a:cubicBezTo>
                  <a:pt x="2302265" y="2026696"/>
                  <a:pt x="2292496" y="2036465"/>
                  <a:pt x="2280445" y="2036465"/>
                </a:cubicBezTo>
                <a:cubicBezTo>
                  <a:pt x="2268394" y="2036465"/>
                  <a:pt x="2258625" y="2026696"/>
                  <a:pt x="2258625" y="2014645"/>
                </a:cubicBezTo>
                <a:cubicBezTo>
                  <a:pt x="2258625" y="2002594"/>
                  <a:pt x="2268394" y="1992825"/>
                  <a:pt x="2280445" y="1992825"/>
                </a:cubicBezTo>
                <a:close/>
                <a:moveTo>
                  <a:pt x="2203086" y="1992825"/>
                </a:moveTo>
                <a:cubicBezTo>
                  <a:pt x="2215502" y="1992825"/>
                  <a:pt x="2225567" y="2002594"/>
                  <a:pt x="2225567" y="2014645"/>
                </a:cubicBezTo>
                <a:cubicBezTo>
                  <a:pt x="2225567" y="2026696"/>
                  <a:pt x="2215502" y="2036465"/>
                  <a:pt x="2203086" y="2036465"/>
                </a:cubicBezTo>
                <a:cubicBezTo>
                  <a:pt x="2190670" y="2036465"/>
                  <a:pt x="2180605" y="2026696"/>
                  <a:pt x="2180605" y="2014645"/>
                </a:cubicBezTo>
                <a:cubicBezTo>
                  <a:pt x="2180605" y="2002594"/>
                  <a:pt x="2190670" y="1992825"/>
                  <a:pt x="2203086" y="1992825"/>
                </a:cubicBezTo>
                <a:close/>
                <a:moveTo>
                  <a:pt x="2125727" y="1992825"/>
                </a:moveTo>
                <a:cubicBezTo>
                  <a:pt x="2137778" y="1992825"/>
                  <a:pt x="2147547" y="2002594"/>
                  <a:pt x="2147547" y="2014645"/>
                </a:cubicBezTo>
                <a:cubicBezTo>
                  <a:pt x="2147547" y="2026696"/>
                  <a:pt x="2137778" y="2036465"/>
                  <a:pt x="2125727" y="2036465"/>
                </a:cubicBezTo>
                <a:cubicBezTo>
                  <a:pt x="2113676" y="2036465"/>
                  <a:pt x="2103907" y="2026696"/>
                  <a:pt x="2103907" y="2014645"/>
                </a:cubicBezTo>
                <a:cubicBezTo>
                  <a:pt x="2103907" y="2002594"/>
                  <a:pt x="2113676" y="1992825"/>
                  <a:pt x="2125727" y="1992825"/>
                </a:cubicBezTo>
                <a:close/>
                <a:moveTo>
                  <a:pt x="2047706" y="1992825"/>
                </a:moveTo>
                <a:cubicBezTo>
                  <a:pt x="2059757" y="1992825"/>
                  <a:pt x="2069526" y="2002594"/>
                  <a:pt x="2069526" y="2014645"/>
                </a:cubicBezTo>
                <a:cubicBezTo>
                  <a:pt x="2069526" y="2026696"/>
                  <a:pt x="2059757" y="2036465"/>
                  <a:pt x="2047706" y="2036465"/>
                </a:cubicBezTo>
                <a:cubicBezTo>
                  <a:pt x="2035655" y="2036465"/>
                  <a:pt x="2025886" y="2026696"/>
                  <a:pt x="2025886" y="2014645"/>
                </a:cubicBezTo>
                <a:cubicBezTo>
                  <a:pt x="2025886" y="2002594"/>
                  <a:pt x="2035655" y="1992825"/>
                  <a:pt x="2047706" y="1992825"/>
                </a:cubicBezTo>
                <a:close/>
                <a:moveTo>
                  <a:pt x="1968363" y="1992825"/>
                </a:moveTo>
                <a:cubicBezTo>
                  <a:pt x="1980414" y="1992825"/>
                  <a:pt x="1990183" y="2002594"/>
                  <a:pt x="1990183" y="2014645"/>
                </a:cubicBezTo>
                <a:cubicBezTo>
                  <a:pt x="1990183" y="2026696"/>
                  <a:pt x="1980414" y="2036465"/>
                  <a:pt x="1968363" y="2036465"/>
                </a:cubicBezTo>
                <a:cubicBezTo>
                  <a:pt x="1956312" y="2036465"/>
                  <a:pt x="1946543" y="2026696"/>
                  <a:pt x="1946543" y="2014645"/>
                </a:cubicBezTo>
                <a:cubicBezTo>
                  <a:pt x="1946543" y="2002594"/>
                  <a:pt x="1956312" y="1992825"/>
                  <a:pt x="1968363" y="1992825"/>
                </a:cubicBezTo>
                <a:close/>
                <a:moveTo>
                  <a:pt x="1891011" y="1992825"/>
                </a:moveTo>
                <a:cubicBezTo>
                  <a:pt x="1903431" y="1992825"/>
                  <a:pt x="1913495" y="2002594"/>
                  <a:pt x="1913495" y="2014645"/>
                </a:cubicBezTo>
                <a:cubicBezTo>
                  <a:pt x="1913495" y="2026696"/>
                  <a:pt x="1903431" y="2036465"/>
                  <a:pt x="1891011" y="2036465"/>
                </a:cubicBezTo>
                <a:cubicBezTo>
                  <a:pt x="1878594" y="2036465"/>
                  <a:pt x="1868529" y="2026696"/>
                  <a:pt x="1868529" y="2014645"/>
                </a:cubicBezTo>
                <a:cubicBezTo>
                  <a:pt x="1868529" y="2002594"/>
                  <a:pt x="1878594" y="1992825"/>
                  <a:pt x="1891011" y="1992825"/>
                </a:cubicBezTo>
                <a:close/>
                <a:moveTo>
                  <a:pt x="1813657" y="1992825"/>
                </a:moveTo>
                <a:cubicBezTo>
                  <a:pt x="1825704" y="1992825"/>
                  <a:pt x="1835474" y="2002594"/>
                  <a:pt x="1835474" y="2014645"/>
                </a:cubicBezTo>
                <a:cubicBezTo>
                  <a:pt x="1835474" y="2026696"/>
                  <a:pt x="1825704" y="2036465"/>
                  <a:pt x="1813657" y="2036465"/>
                </a:cubicBezTo>
                <a:cubicBezTo>
                  <a:pt x="1801603" y="2036465"/>
                  <a:pt x="1791833" y="2026696"/>
                  <a:pt x="1791833" y="2014645"/>
                </a:cubicBezTo>
                <a:cubicBezTo>
                  <a:pt x="1791833" y="2002594"/>
                  <a:pt x="1801603" y="1992825"/>
                  <a:pt x="1813657" y="1992825"/>
                </a:cubicBezTo>
                <a:close/>
                <a:moveTo>
                  <a:pt x="1735633" y="1992825"/>
                </a:moveTo>
                <a:cubicBezTo>
                  <a:pt x="1747685" y="1992825"/>
                  <a:pt x="1757457" y="2002594"/>
                  <a:pt x="1757457" y="2014645"/>
                </a:cubicBezTo>
                <a:cubicBezTo>
                  <a:pt x="1757457" y="2026696"/>
                  <a:pt x="1747685" y="2036465"/>
                  <a:pt x="1735633" y="2036465"/>
                </a:cubicBezTo>
                <a:cubicBezTo>
                  <a:pt x="1723586" y="2036465"/>
                  <a:pt x="1713819" y="2026696"/>
                  <a:pt x="1713819" y="2014645"/>
                </a:cubicBezTo>
                <a:cubicBezTo>
                  <a:pt x="1713819" y="2002594"/>
                  <a:pt x="1723586" y="1992825"/>
                  <a:pt x="1735633" y="1992825"/>
                </a:cubicBezTo>
                <a:close/>
                <a:moveTo>
                  <a:pt x="1657611" y="1992825"/>
                </a:moveTo>
                <a:cubicBezTo>
                  <a:pt x="1669659" y="1992825"/>
                  <a:pt x="1679436" y="2002594"/>
                  <a:pt x="1679436" y="2014645"/>
                </a:cubicBezTo>
                <a:cubicBezTo>
                  <a:pt x="1679436" y="2026696"/>
                  <a:pt x="1669659" y="2036465"/>
                  <a:pt x="1657611" y="2036465"/>
                </a:cubicBezTo>
                <a:cubicBezTo>
                  <a:pt x="1645568" y="2036465"/>
                  <a:pt x="1635796" y="2026696"/>
                  <a:pt x="1635796" y="2014645"/>
                </a:cubicBezTo>
                <a:cubicBezTo>
                  <a:pt x="1635796" y="2002594"/>
                  <a:pt x="1645568" y="1992825"/>
                  <a:pt x="1657611" y="1992825"/>
                </a:cubicBezTo>
                <a:close/>
                <a:moveTo>
                  <a:pt x="1580257" y="1992825"/>
                </a:moveTo>
                <a:cubicBezTo>
                  <a:pt x="1592669" y="1992825"/>
                  <a:pt x="1602734" y="2002594"/>
                  <a:pt x="1602734" y="2014645"/>
                </a:cubicBezTo>
                <a:cubicBezTo>
                  <a:pt x="1602734" y="2026696"/>
                  <a:pt x="1592669" y="2036465"/>
                  <a:pt x="1580257" y="2036465"/>
                </a:cubicBezTo>
                <a:cubicBezTo>
                  <a:pt x="1567839" y="2036465"/>
                  <a:pt x="1557771" y="2026696"/>
                  <a:pt x="1557771" y="2014645"/>
                </a:cubicBezTo>
                <a:cubicBezTo>
                  <a:pt x="1557771" y="2002594"/>
                  <a:pt x="1567839" y="1992825"/>
                  <a:pt x="1580257" y="1992825"/>
                </a:cubicBezTo>
                <a:close/>
                <a:moveTo>
                  <a:pt x="1502899" y="1992825"/>
                </a:moveTo>
                <a:cubicBezTo>
                  <a:pt x="1514943" y="1992825"/>
                  <a:pt x="1524717" y="2002594"/>
                  <a:pt x="1524717" y="2014645"/>
                </a:cubicBezTo>
                <a:cubicBezTo>
                  <a:pt x="1524717" y="2026696"/>
                  <a:pt x="1514943" y="2036465"/>
                  <a:pt x="1502899" y="2036465"/>
                </a:cubicBezTo>
                <a:cubicBezTo>
                  <a:pt x="1490842" y="2036465"/>
                  <a:pt x="1481077" y="2026696"/>
                  <a:pt x="1481077" y="2014645"/>
                </a:cubicBezTo>
                <a:cubicBezTo>
                  <a:pt x="1481077" y="2002594"/>
                  <a:pt x="1490842" y="1992825"/>
                  <a:pt x="1502899" y="1992825"/>
                </a:cubicBezTo>
                <a:close/>
                <a:moveTo>
                  <a:pt x="1424212" y="1992825"/>
                </a:moveTo>
                <a:cubicBezTo>
                  <a:pt x="1436628" y="1992825"/>
                  <a:pt x="1446695" y="2002594"/>
                  <a:pt x="1446695" y="2014645"/>
                </a:cubicBezTo>
                <a:cubicBezTo>
                  <a:pt x="1446695" y="2026696"/>
                  <a:pt x="1436628" y="2036465"/>
                  <a:pt x="1424212" y="2036465"/>
                </a:cubicBezTo>
                <a:cubicBezTo>
                  <a:pt x="1411799" y="2036465"/>
                  <a:pt x="1401732" y="2026696"/>
                  <a:pt x="1401732" y="2014645"/>
                </a:cubicBezTo>
                <a:cubicBezTo>
                  <a:pt x="1401732" y="2002594"/>
                  <a:pt x="1411799" y="1992825"/>
                  <a:pt x="1424212" y="1992825"/>
                </a:cubicBezTo>
                <a:close/>
                <a:moveTo>
                  <a:pt x="1345532" y="1992825"/>
                </a:moveTo>
                <a:cubicBezTo>
                  <a:pt x="1357582" y="1992825"/>
                  <a:pt x="1367350" y="2002594"/>
                  <a:pt x="1367350" y="2014645"/>
                </a:cubicBezTo>
                <a:cubicBezTo>
                  <a:pt x="1367350" y="2026696"/>
                  <a:pt x="1357582" y="2036465"/>
                  <a:pt x="1345532" y="2036465"/>
                </a:cubicBezTo>
                <a:cubicBezTo>
                  <a:pt x="1333479" y="2036465"/>
                  <a:pt x="1323709" y="2026696"/>
                  <a:pt x="1323709" y="2014645"/>
                </a:cubicBezTo>
                <a:cubicBezTo>
                  <a:pt x="1323709" y="2002594"/>
                  <a:pt x="1333479" y="1992825"/>
                  <a:pt x="1345532" y="1992825"/>
                </a:cubicBezTo>
                <a:close/>
                <a:moveTo>
                  <a:pt x="1268169" y="1992825"/>
                </a:moveTo>
                <a:cubicBezTo>
                  <a:pt x="1280590" y="1992825"/>
                  <a:pt x="1290660" y="2002594"/>
                  <a:pt x="1290660" y="2014645"/>
                </a:cubicBezTo>
                <a:cubicBezTo>
                  <a:pt x="1290660" y="2026696"/>
                  <a:pt x="1280590" y="2036465"/>
                  <a:pt x="1268169" y="2036465"/>
                </a:cubicBezTo>
                <a:cubicBezTo>
                  <a:pt x="1255755" y="2036465"/>
                  <a:pt x="1245691" y="2026696"/>
                  <a:pt x="1245691" y="2014645"/>
                </a:cubicBezTo>
                <a:cubicBezTo>
                  <a:pt x="1245691" y="2002594"/>
                  <a:pt x="1255755" y="1992825"/>
                  <a:pt x="1268169" y="1992825"/>
                </a:cubicBezTo>
                <a:close/>
                <a:moveTo>
                  <a:pt x="1190817" y="1992825"/>
                </a:moveTo>
                <a:cubicBezTo>
                  <a:pt x="1202871" y="1992825"/>
                  <a:pt x="1212636" y="2002594"/>
                  <a:pt x="1212636" y="2014645"/>
                </a:cubicBezTo>
                <a:cubicBezTo>
                  <a:pt x="1212636" y="2026696"/>
                  <a:pt x="1202871" y="2036465"/>
                  <a:pt x="1190817" y="2036465"/>
                </a:cubicBezTo>
                <a:cubicBezTo>
                  <a:pt x="1178763" y="2036465"/>
                  <a:pt x="1168996" y="2026696"/>
                  <a:pt x="1168996" y="2014645"/>
                </a:cubicBezTo>
                <a:cubicBezTo>
                  <a:pt x="1168996" y="2002594"/>
                  <a:pt x="1178763" y="1992825"/>
                  <a:pt x="1190817" y="1992825"/>
                </a:cubicBezTo>
                <a:close/>
                <a:moveTo>
                  <a:pt x="8121398" y="1914805"/>
                </a:moveTo>
                <a:cubicBezTo>
                  <a:pt x="8133449" y="1914805"/>
                  <a:pt x="8143218" y="1924574"/>
                  <a:pt x="8143218" y="1936625"/>
                </a:cubicBezTo>
                <a:cubicBezTo>
                  <a:pt x="8143218" y="1948676"/>
                  <a:pt x="8133449" y="1958445"/>
                  <a:pt x="8121398" y="1958445"/>
                </a:cubicBezTo>
                <a:cubicBezTo>
                  <a:pt x="8109347" y="1958445"/>
                  <a:pt x="8099578" y="1948676"/>
                  <a:pt x="8099578" y="1936625"/>
                </a:cubicBezTo>
                <a:cubicBezTo>
                  <a:pt x="8099578" y="1924574"/>
                  <a:pt x="8109347" y="1914805"/>
                  <a:pt x="8121398" y="1914805"/>
                </a:cubicBezTo>
                <a:close/>
                <a:moveTo>
                  <a:pt x="8044700" y="1914805"/>
                </a:moveTo>
                <a:cubicBezTo>
                  <a:pt x="8056751" y="1914805"/>
                  <a:pt x="8066520" y="1924574"/>
                  <a:pt x="8066520" y="1936625"/>
                </a:cubicBezTo>
                <a:cubicBezTo>
                  <a:pt x="8066520" y="1948676"/>
                  <a:pt x="8056751" y="1958445"/>
                  <a:pt x="8044700" y="1958445"/>
                </a:cubicBezTo>
                <a:cubicBezTo>
                  <a:pt x="8032649" y="1958445"/>
                  <a:pt x="8022880" y="1948676"/>
                  <a:pt x="8022880" y="1936625"/>
                </a:cubicBezTo>
                <a:cubicBezTo>
                  <a:pt x="8022880" y="1924574"/>
                  <a:pt x="8032649" y="1914805"/>
                  <a:pt x="8044700" y="1914805"/>
                </a:cubicBezTo>
                <a:close/>
                <a:moveTo>
                  <a:pt x="6953736" y="1914805"/>
                </a:moveTo>
                <a:cubicBezTo>
                  <a:pt x="6965787" y="1914805"/>
                  <a:pt x="6975556" y="1924574"/>
                  <a:pt x="6975556" y="1936625"/>
                </a:cubicBezTo>
                <a:cubicBezTo>
                  <a:pt x="6975556" y="1948676"/>
                  <a:pt x="6965787" y="1958445"/>
                  <a:pt x="6953736" y="1958445"/>
                </a:cubicBezTo>
                <a:cubicBezTo>
                  <a:pt x="6941685" y="1958445"/>
                  <a:pt x="6931916" y="1948676"/>
                  <a:pt x="6931916" y="1936625"/>
                </a:cubicBezTo>
                <a:cubicBezTo>
                  <a:pt x="6931916" y="1924574"/>
                  <a:pt x="6941685" y="1914805"/>
                  <a:pt x="6953736" y="1914805"/>
                </a:cubicBezTo>
                <a:close/>
                <a:moveTo>
                  <a:pt x="6875716" y="1914805"/>
                </a:moveTo>
                <a:cubicBezTo>
                  <a:pt x="6887767" y="1914805"/>
                  <a:pt x="6897536" y="1924574"/>
                  <a:pt x="6897536" y="1936625"/>
                </a:cubicBezTo>
                <a:cubicBezTo>
                  <a:pt x="6897536" y="1948676"/>
                  <a:pt x="6887767" y="1958445"/>
                  <a:pt x="6875716" y="1958445"/>
                </a:cubicBezTo>
                <a:cubicBezTo>
                  <a:pt x="6863665" y="1958445"/>
                  <a:pt x="6853896" y="1948676"/>
                  <a:pt x="6853896" y="1936625"/>
                </a:cubicBezTo>
                <a:cubicBezTo>
                  <a:pt x="6853896" y="1924574"/>
                  <a:pt x="6863665" y="1914805"/>
                  <a:pt x="6875716" y="1914805"/>
                </a:cubicBezTo>
                <a:close/>
                <a:moveTo>
                  <a:pt x="6798356" y="1914805"/>
                </a:moveTo>
                <a:cubicBezTo>
                  <a:pt x="6810772" y="1914805"/>
                  <a:pt x="6820837" y="1924574"/>
                  <a:pt x="6820837" y="1936625"/>
                </a:cubicBezTo>
                <a:cubicBezTo>
                  <a:pt x="6820837" y="1948676"/>
                  <a:pt x="6810772" y="1958445"/>
                  <a:pt x="6798356" y="1958445"/>
                </a:cubicBezTo>
                <a:cubicBezTo>
                  <a:pt x="6785940" y="1958445"/>
                  <a:pt x="6775875" y="1948676"/>
                  <a:pt x="6775875" y="1936625"/>
                </a:cubicBezTo>
                <a:cubicBezTo>
                  <a:pt x="6775875" y="1924574"/>
                  <a:pt x="6785940" y="1914805"/>
                  <a:pt x="6798356" y="1914805"/>
                </a:cubicBezTo>
                <a:close/>
                <a:moveTo>
                  <a:pt x="6719675" y="1914805"/>
                </a:moveTo>
                <a:cubicBezTo>
                  <a:pt x="6731726" y="1914805"/>
                  <a:pt x="6741495" y="1924574"/>
                  <a:pt x="6741495" y="1936625"/>
                </a:cubicBezTo>
                <a:cubicBezTo>
                  <a:pt x="6741495" y="1948676"/>
                  <a:pt x="6731726" y="1958445"/>
                  <a:pt x="6719675" y="1958445"/>
                </a:cubicBezTo>
                <a:cubicBezTo>
                  <a:pt x="6707624" y="1958445"/>
                  <a:pt x="6697855" y="1948676"/>
                  <a:pt x="6697855" y="1936625"/>
                </a:cubicBezTo>
                <a:cubicBezTo>
                  <a:pt x="6697855" y="1924574"/>
                  <a:pt x="6707624" y="1914805"/>
                  <a:pt x="6719675" y="1914805"/>
                </a:cubicBezTo>
                <a:close/>
                <a:moveTo>
                  <a:pt x="6641655" y="1914805"/>
                </a:moveTo>
                <a:cubicBezTo>
                  <a:pt x="6653706" y="1914805"/>
                  <a:pt x="6663475" y="1924574"/>
                  <a:pt x="6663475" y="1936625"/>
                </a:cubicBezTo>
                <a:cubicBezTo>
                  <a:pt x="6663475" y="1948676"/>
                  <a:pt x="6653706" y="1958445"/>
                  <a:pt x="6641655" y="1958445"/>
                </a:cubicBezTo>
                <a:cubicBezTo>
                  <a:pt x="6629604" y="1958445"/>
                  <a:pt x="6619835" y="1948676"/>
                  <a:pt x="6619835" y="1936625"/>
                </a:cubicBezTo>
                <a:cubicBezTo>
                  <a:pt x="6619835" y="1924574"/>
                  <a:pt x="6629604" y="1914805"/>
                  <a:pt x="6641655" y="1914805"/>
                </a:cubicBezTo>
                <a:close/>
                <a:moveTo>
                  <a:pt x="6563634" y="1914805"/>
                </a:moveTo>
                <a:cubicBezTo>
                  <a:pt x="6575685" y="1914805"/>
                  <a:pt x="6585454" y="1924574"/>
                  <a:pt x="6585454" y="1936625"/>
                </a:cubicBezTo>
                <a:cubicBezTo>
                  <a:pt x="6585454" y="1948676"/>
                  <a:pt x="6575685" y="1958445"/>
                  <a:pt x="6563634" y="1958445"/>
                </a:cubicBezTo>
                <a:cubicBezTo>
                  <a:pt x="6551583" y="1958445"/>
                  <a:pt x="6541814" y="1948676"/>
                  <a:pt x="6541814" y="1936625"/>
                </a:cubicBezTo>
                <a:cubicBezTo>
                  <a:pt x="6541814" y="1924574"/>
                  <a:pt x="6551583" y="1914805"/>
                  <a:pt x="6563634" y="1914805"/>
                </a:cubicBezTo>
                <a:close/>
                <a:moveTo>
                  <a:pt x="6485613" y="1914805"/>
                </a:moveTo>
                <a:cubicBezTo>
                  <a:pt x="6497664" y="1914805"/>
                  <a:pt x="6507433" y="1924574"/>
                  <a:pt x="6507433" y="1936625"/>
                </a:cubicBezTo>
                <a:cubicBezTo>
                  <a:pt x="6507433" y="1948676"/>
                  <a:pt x="6497664" y="1958445"/>
                  <a:pt x="6485613" y="1958445"/>
                </a:cubicBezTo>
                <a:cubicBezTo>
                  <a:pt x="6473562" y="1958445"/>
                  <a:pt x="6463793" y="1948676"/>
                  <a:pt x="6463793" y="1936625"/>
                </a:cubicBezTo>
                <a:cubicBezTo>
                  <a:pt x="6463793" y="1924574"/>
                  <a:pt x="6473562" y="1914805"/>
                  <a:pt x="6485613" y="1914805"/>
                </a:cubicBezTo>
                <a:close/>
                <a:moveTo>
                  <a:pt x="6408916" y="1914805"/>
                </a:moveTo>
                <a:cubicBezTo>
                  <a:pt x="6420967" y="1914805"/>
                  <a:pt x="6430736" y="1924574"/>
                  <a:pt x="6430736" y="1936625"/>
                </a:cubicBezTo>
                <a:cubicBezTo>
                  <a:pt x="6430736" y="1948676"/>
                  <a:pt x="6420967" y="1958445"/>
                  <a:pt x="6408916" y="1958445"/>
                </a:cubicBezTo>
                <a:cubicBezTo>
                  <a:pt x="6396865" y="1958445"/>
                  <a:pt x="6387096" y="1948676"/>
                  <a:pt x="6387096" y="1936625"/>
                </a:cubicBezTo>
                <a:cubicBezTo>
                  <a:pt x="6387096" y="1924574"/>
                  <a:pt x="6396865" y="1914805"/>
                  <a:pt x="6408916" y="1914805"/>
                </a:cubicBezTo>
                <a:close/>
                <a:moveTo>
                  <a:pt x="6330896" y="1914805"/>
                </a:moveTo>
                <a:cubicBezTo>
                  <a:pt x="6342947" y="1914805"/>
                  <a:pt x="6352716" y="1924574"/>
                  <a:pt x="6352716" y="1936625"/>
                </a:cubicBezTo>
                <a:cubicBezTo>
                  <a:pt x="6352716" y="1948676"/>
                  <a:pt x="6342947" y="1958445"/>
                  <a:pt x="6330896" y="1958445"/>
                </a:cubicBezTo>
                <a:cubicBezTo>
                  <a:pt x="6318845" y="1958445"/>
                  <a:pt x="6309076" y="1948676"/>
                  <a:pt x="6309076" y="1936625"/>
                </a:cubicBezTo>
                <a:cubicBezTo>
                  <a:pt x="6309076" y="1924574"/>
                  <a:pt x="6318845" y="1914805"/>
                  <a:pt x="6330896" y="1914805"/>
                </a:cubicBezTo>
                <a:close/>
                <a:moveTo>
                  <a:pt x="6252875" y="1914805"/>
                </a:moveTo>
                <a:cubicBezTo>
                  <a:pt x="6264926" y="1914805"/>
                  <a:pt x="6274695" y="1924574"/>
                  <a:pt x="6274695" y="1936625"/>
                </a:cubicBezTo>
                <a:cubicBezTo>
                  <a:pt x="6274695" y="1948676"/>
                  <a:pt x="6264926" y="1958445"/>
                  <a:pt x="6252875" y="1958445"/>
                </a:cubicBezTo>
                <a:cubicBezTo>
                  <a:pt x="6240824" y="1958445"/>
                  <a:pt x="6231055" y="1948676"/>
                  <a:pt x="6231055" y="1936625"/>
                </a:cubicBezTo>
                <a:cubicBezTo>
                  <a:pt x="6231055" y="1924574"/>
                  <a:pt x="6240824" y="1914805"/>
                  <a:pt x="6252875" y="1914805"/>
                </a:cubicBezTo>
                <a:close/>
                <a:moveTo>
                  <a:pt x="6174854" y="1914805"/>
                </a:moveTo>
                <a:cubicBezTo>
                  <a:pt x="6186905" y="1914805"/>
                  <a:pt x="6196674" y="1924574"/>
                  <a:pt x="6196674" y="1936625"/>
                </a:cubicBezTo>
                <a:cubicBezTo>
                  <a:pt x="6196674" y="1948676"/>
                  <a:pt x="6186905" y="1958445"/>
                  <a:pt x="6174854" y="1958445"/>
                </a:cubicBezTo>
                <a:cubicBezTo>
                  <a:pt x="6162803" y="1958445"/>
                  <a:pt x="6153034" y="1948676"/>
                  <a:pt x="6153034" y="1936625"/>
                </a:cubicBezTo>
                <a:cubicBezTo>
                  <a:pt x="6153034" y="1924574"/>
                  <a:pt x="6162803" y="1914805"/>
                  <a:pt x="6174854" y="1914805"/>
                </a:cubicBezTo>
                <a:close/>
                <a:moveTo>
                  <a:pt x="6096834" y="1914805"/>
                </a:moveTo>
                <a:cubicBezTo>
                  <a:pt x="6108885" y="1914805"/>
                  <a:pt x="6118654" y="1924574"/>
                  <a:pt x="6118654" y="1936625"/>
                </a:cubicBezTo>
                <a:cubicBezTo>
                  <a:pt x="6118654" y="1948676"/>
                  <a:pt x="6108885" y="1958445"/>
                  <a:pt x="6096834" y="1958445"/>
                </a:cubicBezTo>
                <a:cubicBezTo>
                  <a:pt x="6084783" y="1958445"/>
                  <a:pt x="6075014" y="1948676"/>
                  <a:pt x="6075014" y="1936625"/>
                </a:cubicBezTo>
                <a:cubicBezTo>
                  <a:pt x="6075014" y="1924574"/>
                  <a:pt x="6084783" y="1914805"/>
                  <a:pt x="6096834" y="1914805"/>
                </a:cubicBezTo>
                <a:close/>
                <a:moveTo>
                  <a:pt x="6018814" y="1914805"/>
                </a:moveTo>
                <a:cubicBezTo>
                  <a:pt x="6030865" y="1914805"/>
                  <a:pt x="6040634" y="1924574"/>
                  <a:pt x="6040634" y="1936625"/>
                </a:cubicBezTo>
                <a:cubicBezTo>
                  <a:pt x="6040634" y="1948676"/>
                  <a:pt x="6030865" y="1958445"/>
                  <a:pt x="6018814" y="1958445"/>
                </a:cubicBezTo>
                <a:cubicBezTo>
                  <a:pt x="6006763" y="1958445"/>
                  <a:pt x="5996994" y="1948676"/>
                  <a:pt x="5996994" y="1936625"/>
                </a:cubicBezTo>
                <a:cubicBezTo>
                  <a:pt x="5996994" y="1924574"/>
                  <a:pt x="6006763" y="1914805"/>
                  <a:pt x="6018814" y="1914805"/>
                </a:cubicBezTo>
                <a:close/>
                <a:moveTo>
                  <a:pt x="5940793" y="1914805"/>
                </a:moveTo>
                <a:cubicBezTo>
                  <a:pt x="5952844" y="1914805"/>
                  <a:pt x="5962613" y="1924574"/>
                  <a:pt x="5962613" y="1936625"/>
                </a:cubicBezTo>
                <a:cubicBezTo>
                  <a:pt x="5962613" y="1948676"/>
                  <a:pt x="5952844" y="1958445"/>
                  <a:pt x="5940793" y="1958445"/>
                </a:cubicBezTo>
                <a:cubicBezTo>
                  <a:pt x="5928742" y="1958445"/>
                  <a:pt x="5918973" y="1948676"/>
                  <a:pt x="5918973" y="1936625"/>
                </a:cubicBezTo>
                <a:cubicBezTo>
                  <a:pt x="5918973" y="1924574"/>
                  <a:pt x="5928742" y="1914805"/>
                  <a:pt x="5940793" y="1914805"/>
                </a:cubicBezTo>
                <a:close/>
                <a:moveTo>
                  <a:pt x="5862773" y="1914805"/>
                </a:moveTo>
                <a:cubicBezTo>
                  <a:pt x="5874824" y="1914805"/>
                  <a:pt x="5884593" y="1924574"/>
                  <a:pt x="5884593" y="1936625"/>
                </a:cubicBezTo>
                <a:cubicBezTo>
                  <a:pt x="5884593" y="1948676"/>
                  <a:pt x="5874824" y="1958445"/>
                  <a:pt x="5862773" y="1958445"/>
                </a:cubicBezTo>
                <a:cubicBezTo>
                  <a:pt x="5850722" y="1958445"/>
                  <a:pt x="5840953" y="1948676"/>
                  <a:pt x="5840953" y="1936625"/>
                </a:cubicBezTo>
                <a:cubicBezTo>
                  <a:pt x="5840953" y="1924574"/>
                  <a:pt x="5850722" y="1914805"/>
                  <a:pt x="5862773" y="1914805"/>
                </a:cubicBezTo>
                <a:close/>
                <a:moveTo>
                  <a:pt x="5785413" y="1914805"/>
                </a:moveTo>
                <a:cubicBezTo>
                  <a:pt x="5797829" y="1914805"/>
                  <a:pt x="5807894" y="1924574"/>
                  <a:pt x="5807894" y="1936625"/>
                </a:cubicBezTo>
                <a:cubicBezTo>
                  <a:pt x="5807894" y="1948676"/>
                  <a:pt x="5797829" y="1958445"/>
                  <a:pt x="5785413" y="1958445"/>
                </a:cubicBezTo>
                <a:cubicBezTo>
                  <a:pt x="5772997" y="1958445"/>
                  <a:pt x="5762932" y="1948676"/>
                  <a:pt x="5762932" y="1936625"/>
                </a:cubicBezTo>
                <a:cubicBezTo>
                  <a:pt x="5762932" y="1924574"/>
                  <a:pt x="5772997" y="1914805"/>
                  <a:pt x="5785413" y="1914805"/>
                </a:cubicBezTo>
                <a:close/>
                <a:moveTo>
                  <a:pt x="5708054" y="1914805"/>
                </a:moveTo>
                <a:cubicBezTo>
                  <a:pt x="5720105" y="1914805"/>
                  <a:pt x="5729874" y="1924574"/>
                  <a:pt x="5729874" y="1936625"/>
                </a:cubicBezTo>
                <a:cubicBezTo>
                  <a:pt x="5729874" y="1948676"/>
                  <a:pt x="5720105" y="1958445"/>
                  <a:pt x="5708054" y="1958445"/>
                </a:cubicBezTo>
                <a:cubicBezTo>
                  <a:pt x="5696003" y="1958445"/>
                  <a:pt x="5686234" y="1948676"/>
                  <a:pt x="5686234" y="1936625"/>
                </a:cubicBezTo>
                <a:cubicBezTo>
                  <a:pt x="5686234" y="1924574"/>
                  <a:pt x="5696003" y="1914805"/>
                  <a:pt x="5708054" y="1914805"/>
                </a:cubicBezTo>
                <a:close/>
                <a:moveTo>
                  <a:pt x="5630034" y="1914805"/>
                </a:moveTo>
                <a:cubicBezTo>
                  <a:pt x="5642085" y="1914805"/>
                  <a:pt x="5651854" y="1924574"/>
                  <a:pt x="5651854" y="1936625"/>
                </a:cubicBezTo>
                <a:cubicBezTo>
                  <a:pt x="5651854" y="1948676"/>
                  <a:pt x="5642085" y="1958445"/>
                  <a:pt x="5630034" y="1958445"/>
                </a:cubicBezTo>
                <a:cubicBezTo>
                  <a:pt x="5617983" y="1958445"/>
                  <a:pt x="5608214" y="1948676"/>
                  <a:pt x="5608214" y="1936625"/>
                </a:cubicBezTo>
                <a:cubicBezTo>
                  <a:pt x="5608214" y="1924574"/>
                  <a:pt x="5617983" y="1914805"/>
                  <a:pt x="5630034" y="1914805"/>
                </a:cubicBezTo>
                <a:close/>
                <a:moveTo>
                  <a:pt x="5552013" y="1914805"/>
                </a:moveTo>
                <a:cubicBezTo>
                  <a:pt x="5564064" y="1914805"/>
                  <a:pt x="5573833" y="1924574"/>
                  <a:pt x="5573833" y="1936625"/>
                </a:cubicBezTo>
                <a:cubicBezTo>
                  <a:pt x="5573833" y="1948676"/>
                  <a:pt x="5564064" y="1958445"/>
                  <a:pt x="5552013" y="1958445"/>
                </a:cubicBezTo>
                <a:cubicBezTo>
                  <a:pt x="5539962" y="1958445"/>
                  <a:pt x="5530193" y="1948676"/>
                  <a:pt x="5530193" y="1936625"/>
                </a:cubicBezTo>
                <a:cubicBezTo>
                  <a:pt x="5530193" y="1924574"/>
                  <a:pt x="5539962" y="1914805"/>
                  <a:pt x="5552013" y="1914805"/>
                </a:cubicBezTo>
                <a:close/>
                <a:moveTo>
                  <a:pt x="5473331" y="1914805"/>
                </a:moveTo>
                <a:cubicBezTo>
                  <a:pt x="5485747" y="1914805"/>
                  <a:pt x="5495812" y="1924574"/>
                  <a:pt x="5495812" y="1936625"/>
                </a:cubicBezTo>
                <a:cubicBezTo>
                  <a:pt x="5495812" y="1948676"/>
                  <a:pt x="5485747" y="1958445"/>
                  <a:pt x="5473331" y="1958445"/>
                </a:cubicBezTo>
                <a:cubicBezTo>
                  <a:pt x="5460915" y="1958445"/>
                  <a:pt x="5450850" y="1948676"/>
                  <a:pt x="5450850" y="1936625"/>
                </a:cubicBezTo>
                <a:cubicBezTo>
                  <a:pt x="5450850" y="1924574"/>
                  <a:pt x="5460915" y="1914805"/>
                  <a:pt x="5473331" y="1914805"/>
                </a:cubicBezTo>
                <a:close/>
                <a:moveTo>
                  <a:pt x="5395972" y="1914805"/>
                </a:moveTo>
                <a:cubicBezTo>
                  <a:pt x="5408023" y="1914805"/>
                  <a:pt x="5417792" y="1924574"/>
                  <a:pt x="5417792" y="1936625"/>
                </a:cubicBezTo>
                <a:cubicBezTo>
                  <a:pt x="5417792" y="1948676"/>
                  <a:pt x="5408023" y="1958445"/>
                  <a:pt x="5395972" y="1958445"/>
                </a:cubicBezTo>
                <a:cubicBezTo>
                  <a:pt x="5383921" y="1958445"/>
                  <a:pt x="5374152" y="1948676"/>
                  <a:pt x="5374152" y="1936625"/>
                </a:cubicBezTo>
                <a:cubicBezTo>
                  <a:pt x="5374152" y="1924574"/>
                  <a:pt x="5383921" y="1914805"/>
                  <a:pt x="5395972" y="1914805"/>
                </a:cubicBezTo>
                <a:close/>
                <a:moveTo>
                  <a:pt x="5317953" y="1914805"/>
                </a:moveTo>
                <a:cubicBezTo>
                  <a:pt x="5330004" y="1914805"/>
                  <a:pt x="5339773" y="1924574"/>
                  <a:pt x="5339773" y="1936625"/>
                </a:cubicBezTo>
                <a:cubicBezTo>
                  <a:pt x="5339773" y="1948676"/>
                  <a:pt x="5330004" y="1958445"/>
                  <a:pt x="5317953" y="1958445"/>
                </a:cubicBezTo>
                <a:cubicBezTo>
                  <a:pt x="5305902" y="1958445"/>
                  <a:pt x="5296133" y="1948676"/>
                  <a:pt x="5296133" y="1936625"/>
                </a:cubicBezTo>
                <a:cubicBezTo>
                  <a:pt x="5296133" y="1924574"/>
                  <a:pt x="5305902" y="1914805"/>
                  <a:pt x="5317953" y="1914805"/>
                </a:cubicBezTo>
                <a:close/>
                <a:moveTo>
                  <a:pt x="4850491" y="1914805"/>
                </a:moveTo>
                <a:cubicBezTo>
                  <a:pt x="4862907" y="1914805"/>
                  <a:pt x="4872972" y="1924574"/>
                  <a:pt x="4872972" y="1936625"/>
                </a:cubicBezTo>
                <a:cubicBezTo>
                  <a:pt x="4872972" y="1948676"/>
                  <a:pt x="4862907" y="1958445"/>
                  <a:pt x="4850491" y="1958445"/>
                </a:cubicBezTo>
                <a:cubicBezTo>
                  <a:pt x="4838075" y="1958445"/>
                  <a:pt x="4828010" y="1948676"/>
                  <a:pt x="4828010" y="1936625"/>
                </a:cubicBezTo>
                <a:cubicBezTo>
                  <a:pt x="4828010" y="1924574"/>
                  <a:pt x="4838075" y="1914805"/>
                  <a:pt x="4850491" y="1914805"/>
                </a:cubicBezTo>
                <a:close/>
                <a:moveTo>
                  <a:pt x="4773132" y="1914805"/>
                </a:moveTo>
                <a:cubicBezTo>
                  <a:pt x="4785183" y="1914805"/>
                  <a:pt x="4794952" y="1924574"/>
                  <a:pt x="4794952" y="1936625"/>
                </a:cubicBezTo>
                <a:cubicBezTo>
                  <a:pt x="4794952" y="1948676"/>
                  <a:pt x="4785183" y="1958445"/>
                  <a:pt x="4773132" y="1958445"/>
                </a:cubicBezTo>
                <a:cubicBezTo>
                  <a:pt x="4761081" y="1958445"/>
                  <a:pt x="4751312" y="1948676"/>
                  <a:pt x="4751312" y="1936625"/>
                </a:cubicBezTo>
                <a:cubicBezTo>
                  <a:pt x="4751312" y="1924574"/>
                  <a:pt x="4761081" y="1914805"/>
                  <a:pt x="4773132" y="1914805"/>
                </a:cubicBezTo>
                <a:close/>
                <a:moveTo>
                  <a:pt x="4695111" y="1914805"/>
                </a:moveTo>
                <a:cubicBezTo>
                  <a:pt x="4707162" y="1914805"/>
                  <a:pt x="4716931" y="1924574"/>
                  <a:pt x="4716931" y="1936625"/>
                </a:cubicBezTo>
                <a:cubicBezTo>
                  <a:pt x="4716931" y="1948676"/>
                  <a:pt x="4707162" y="1958445"/>
                  <a:pt x="4695111" y="1958445"/>
                </a:cubicBezTo>
                <a:cubicBezTo>
                  <a:pt x="4683060" y="1958445"/>
                  <a:pt x="4673291" y="1948676"/>
                  <a:pt x="4673291" y="1936625"/>
                </a:cubicBezTo>
                <a:cubicBezTo>
                  <a:pt x="4673291" y="1924574"/>
                  <a:pt x="4683060" y="1914805"/>
                  <a:pt x="4695111" y="1914805"/>
                </a:cubicBezTo>
                <a:close/>
                <a:moveTo>
                  <a:pt x="4617091" y="1914805"/>
                </a:moveTo>
                <a:cubicBezTo>
                  <a:pt x="4629142" y="1914805"/>
                  <a:pt x="4638911" y="1924574"/>
                  <a:pt x="4638911" y="1936625"/>
                </a:cubicBezTo>
                <a:cubicBezTo>
                  <a:pt x="4638911" y="1948676"/>
                  <a:pt x="4629142" y="1958445"/>
                  <a:pt x="4617091" y="1958445"/>
                </a:cubicBezTo>
                <a:cubicBezTo>
                  <a:pt x="4605040" y="1958445"/>
                  <a:pt x="4595271" y="1948676"/>
                  <a:pt x="4595271" y="1936625"/>
                </a:cubicBezTo>
                <a:cubicBezTo>
                  <a:pt x="4595271" y="1924574"/>
                  <a:pt x="4605040" y="1914805"/>
                  <a:pt x="4617091" y="1914805"/>
                </a:cubicBezTo>
                <a:close/>
                <a:moveTo>
                  <a:pt x="4539070" y="1914805"/>
                </a:moveTo>
                <a:cubicBezTo>
                  <a:pt x="4551121" y="1914805"/>
                  <a:pt x="4560890" y="1924574"/>
                  <a:pt x="4560890" y="1936625"/>
                </a:cubicBezTo>
                <a:cubicBezTo>
                  <a:pt x="4560890" y="1948676"/>
                  <a:pt x="4551121" y="1958445"/>
                  <a:pt x="4539070" y="1958445"/>
                </a:cubicBezTo>
                <a:cubicBezTo>
                  <a:pt x="4527019" y="1958445"/>
                  <a:pt x="4517250" y="1948676"/>
                  <a:pt x="4517250" y="1936625"/>
                </a:cubicBezTo>
                <a:cubicBezTo>
                  <a:pt x="4517250" y="1924574"/>
                  <a:pt x="4527019" y="1914805"/>
                  <a:pt x="4539070" y="1914805"/>
                </a:cubicBezTo>
                <a:close/>
                <a:moveTo>
                  <a:pt x="4461711" y="1914805"/>
                </a:moveTo>
                <a:cubicBezTo>
                  <a:pt x="4474127" y="1914805"/>
                  <a:pt x="4484192" y="1924574"/>
                  <a:pt x="4484192" y="1936625"/>
                </a:cubicBezTo>
                <a:cubicBezTo>
                  <a:pt x="4484192" y="1948676"/>
                  <a:pt x="4474127" y="1958445"/>
                  <a:pt x="4461711" y="1958445"/>
                </a:cubicBezTo>
                <a:cubicBezTo>
                  <a:pt x="4449295" y="1958445"/>
                  <a:pt x="4439230" y="1948676"/>
                  <a:pt x="4439230" y="1936625"/>
                </a:cubicBezTo>
                <a:cubicBezTo>
                  <a:pt x="4439230" y="1924574"/>
                  <a:pt x="4449295" y="1914805"/>
                  <a:pt x="4461711" y="1914805"/>
                </a:cubicBezTo>
                <a:close/>
                <a:moveTo>
                  <a:pt x="4384351" y="1914805"/>
                </a:moveTo>
                <a:cubicBezTo>
                  <a:pt x="4396402" y="1914805"/>
                  <a:pt x="4406171" y="1924574"/>
                  <a:pt x="4406171" y="1936625"/>
                </a:cubicBezTo>
                <a:cubicBezTo>
                  <a:pt x="4406171" y="1948676"/>
                  <a:pt x="4396402" y="1958445"/>
                  <a:pt x="4384351" y="1958445"/>
                </a:cubicBezTo>
                <a:cubicBezTo>
                  <a:pt x="4372300" y="1958445"/>
                  <a:pt x="4362531" y="1948676"/>
                  <a:pt x="4362531" y="1936625"/>
                </a:cubicBezTo>
                <a:cubicBezTo>
                  <a:pt x="4362531" y="1924574"/>
                  <a:pt x="4372300" y="1914805"/>
                  <a:pt x="4384351" y="1914805"/>
                </a:cubicBezTo>
                <a:close/>
                <a:moveTo>
                  <a:pt x="2748567" y="1914805"/>
                </a:moveTo>
                <a:cubicBezTo>
                  <a:pt x="2760618" y="1914805"/>
                  <a:pt x="2770387" y="1924574"/>
                  <a:pt x="2770387" y="1936625"/>
                </a:cubicBezTo>
                <a:cubicBezTo>
                  <a:pt x="2770387" y="1948676"/>
                  <a:pt x="2760618" y="1958445"/>
                  <a:pt x="2748567" y="1958445"/>
                </a:cubicBezTo>
                <a:cubicBezTo>
                  <a:pt x="2736516" y="1958445"/>
                  <a:pt x="2726747" y="1948676"/>
                  <a:pt x="2726747" y="1936625"/>
                </a:cubicBezTo>
                <a:cubicBezTo>
                  <a:pt x="2726747" y="1924574"/>
                  <a:pt x="2736516" y="1914805"/>
                  <a:pt x="2748567" y="1914805"/>
                </a:cubicBezTo>
                <a:close/>
                <a:moveTo>
                  <a:pt x="2670547" y="1914805"/>
                </a:moveTo>
                <a:cubicBezTo>
                  <a:pt x="2682598" y="1914805"/>
                  <a:pt x="2692367" y="1924574"/>
                  <a:pt x="2692367" y="1936625"/>
                </a:cubicBezTo>
                <a:cubicBezTo>
                  <a:pt x="2692367" y="1948676"/>
                  <a:pt x="2682598" y="1958445"/>
                  <a:pt x="2670547" y="1958445"/>
                </a:cubicBezTo>
                <a:cubicBezTo>
                  <a:pt x="2658496" y="1958445"/>
                  <a:pt x="2648727" y="1948676"/>
                  <a:pt x="2648727" y="1936625"/>
                </a:cubicBezTo>
                <a:cubicBezTo>
                  <a:pt x="2648727" y="1924574"/>
                  <a:pt x="2658496" y="1914805"/>
                  <a:pt x="2670547" y="1914805"/>
                </a:cubicBezTo>
                <a:close/>
                <a:moveTo>
                  <a:pt x="2592527" y="1914805"/>
                </a:moveTo>
                <a:cubicBezTo>
                  <a:pt x="2604578" y="1914805"/>
                  <a:pt x="2614347" y="1924574"/>
                  <a:pt x="2614347" y="1936625"/>
                </a:cubicBezTo>
                <a:cubicBezTo>
                  <a:pt x="2614347" y="1948676"/>
                  <a:pt x="2604578" y="1958445"/>
                  <a:pt x="2592527" y="1958445"/>
                </a:cubicBezTo>
                <a:cubicBezTo>
                  <a:pt x="2580476" y="1958445"/>
                  <a:pt x="2570707" y="1948676"/>
                  <a:pt x="2570707" y="1936625"/>
                </a:cubicBezTo>
                <a:cubicBezTo>
                  <a:pt x="2570707" y="1924574"/>
                  <a:pt x="2580476" y="1914805"/>
                  <a:pt x="2592527" y="1914805"/>
                </a:cubicBezTo>
                <a:close/>
                <a:moveTo>
                  <a:pt x="2513845" y="1914805"/>
                </a:moveTo>
                <a:cubicBezTo>
                  <a:pt x="2526261" y="1914805"/>
                  <a:pt x="2536326" y="1924574"/>
                  <a:pt x="2536326" y="1936625"/>
                </a:cubicBezTo>
                <a:cubicBezTo>
                  <a:pt x="2536326" y="1948676"/>
                  <a:pt x="2526261" y="1958445"/>
                  <a:pt x="2513845" y="1958445"/>
                </a:cubicBezTo>
                <a:cubicBezTo>
                  <a:pt x="2501429" y="1958445"/>
                  <a:pt x="2491364" y="1948676"/>
                  <a:pt x="2491364" y="1936625"/>
                </a:cubicBezTo>
                <a:cubicBezTo>
                  <a:pt x="2491364" y="1924574"/>
                  <a:pt x="2501429" y="1914805"/>
                  <a:pt x="2513845" y="1914805"/>
                </a:cubicBezTo>
                <a:close/>
                <a:moveTo>
                  <a:pt x="2436486" y="1914805"/>
                </a:moveTo>
                <a:cubicBezTo>
                  <a:pt x="2448537" y="1914805"/>
                  <a:pt x="2458306" y="1924574"/>
                  <a:pt x="2458306" y="1936625"/>
                </a:cubicBezTo>
                <a:cubicBezTo>
                  <a:pt x="2458306" y="1948676"/>
                  <a:pt x="2448537" y="1958445"/>
                  <a:pt x="2436486" y="1958445"/>
                </a:cubicBezTo>
                <a:cubicBezTo>
                  <a:pt x="2424435" y="1958445"/>
                  <a:pt x="2414666" y="1948676"/>
                  <a:pt x="2414666" y="1936625"/>
                </a:cubicBezTo>
                <a:cubicBezTo>
                  <a:pt x="2414666" y="1924574"/>
                  <a:pt x="2424435" y="1914805"/>
                  <a:pt x="2436486" y="1914805"/>
                </a:cubicBezTo>
                <a:close/>
                <a:moveTo>
                  <a:pt x="2358465" y="1914805"/>
                </a:moveTo>
                <a:cubicBezTo>
                  <a:pt x="2370516" y="1914805"/>
                  <a:pt x="2380285" y="1924574"/>
                  <a:pt x="2380285" y="1936625"/>
                </a:cubicBezTo>
                <a:cubicBezTo>
                  <a:pt x="2380285" y="1948676"/>
                  <a:pt x="2370516" y="1958445"/>
                  <a:pt x="2358465" y="1958445"/>
                </a:cubicBezTo>
                <a:cubicBezTo>
                  <a:pt x="2346414" y="1958445"/>
                  <a:pt x="2336645" y="1948676"/>
                  <a:pt x="2336645" y="1936625"/>
                </a:cubicBezTo>
                <a:cubicBezTo>
                  <a:pt x="2336645" y="1924574"/>
                  <a:pt x="2346414" y="1914805"/>
                  <a:pt x="2358465" y="1914805"/>
                </a:cubicBezTo>
                <a:close/>
                <a:moveTo>
                  <a:pt x="2280445" y="1914805"/>
                </a:moveTo>
                <a:cubicBezTo>
                  <a:pt x="2292496" y="1914805"/>
                  <a:pt x="2302265" y="1924574"/>
                  <a:pt x="2302265" y="1936625"/>
                </a:cubicBezTo>
                <a:cubicBezTo>
                  <a:pt x="2302265" y="1948676"/>
                  <a:pt x="2292496" y="1958445"/>
                  <a:pt x="2280445" y="1958445"/>
                </a:cubicBezTo>
                <a:cubicBezTo>
                  <a:pt x="2268394" y="1958445"/>
                  <a:pt x="2258625" y="1948676"/>
                  <a:pt x="2258625" y="1936625"/>
                </a:cubicBezTo>
                <a:cubicBezTo>
                  <a:pt x="2258625" y="1924574"/>
                  <a:pt x="2268394" y="1914805"/>
                  <a:pt x="2280445" y="1914805"/>
                </a:cubicBezTo>
                <a:close/>
                <a:moveTo>
                  <a:pt x="2203086" y="1914805"/>
                </a:moveTo>
                <a:cubicBezTo>
                  <a:pt x="2215502" y="1914805"/>
                  <a:pt x="2225567" y="1924574"/>
                  <a:pt x="2225567" y="1936625"/>
                </a:cubicBezTo>
                <a:cubicBezTo>
                  <a:pt x="2225567" y="1948676"/>
                  <a:pt x="2215502" y="1958445"/>
                  <a:pt x="2203086" y="1958445"/>
                </a:cubicBezTo>
                <a:cubicBezTo>
                  <a:pt x="2190670" y="1958445"/>
                  <a:pt x="2180605" y="1948676"/>
                  <a:pt x="2180605" y="1936625"/>
                </a:cubicBezTo>
                <a:cubicBezTo>
                  <a:pt x="2180605" y="1924574"/>
                  <a:pt x="2190670" y="1914805"/>
                  <a:pt x="2203086" y="1914805"/>
                </a:cubicBezTo>
                <a:close/>
                <a:moveTo>
                  <a:pt x="2125727" y="1914805"/>
                </a:moveTo>
                <a:cubicBezTo>
                  <a:pt x="2137778" y="1914805"/>
                  <a:pt x="2147547" y="1924574"/>
                  <a:pt x="2147547" y="1936625"/>
                </a:cubicBezTo>
                <a:cubicBezTo>
                  <a:pt x="2147547" y="1948676"/>
                  <a:pt x="2137778" y="1958445"/>
                  <a:pt x="2125727" y="1958445"/>
                </a:cubicBezTo>
                <a:cubicBezTo>
                  <a:pt x="2113676" y="1958445"/>
                  <a:pt x="2103907" y="1948676"/>
                  <a:pt x="2103907" y="1936625"/>
                </a:cubicBezTo>
                <a:cubicBezTo>
                  <a:pt x="2103907" y="1924574"/>
                  <a:pt x="2113676" y="1914805"/>
                  <a:pt x="2125727" y="1914805"/>
                </a:cubicBezTo>
                <a:close/>
                <a:moveTo>
                  <a:pt x="2047706" y="1914805"/>
                </a:moveTo>
                <a:cubicBezTo>
                  <a:pt x="2059757" y="1914805"/>
                  <a:pt x="2069526" y="1924574"/>
                  <a:pt x="2069526" y="1936625"/>
                </a:cubicBezTo>
                <a:cubicBezTo>
                  <a:pt x="2069526" y="1948676"/>
                  <a:pt x="2059757" y="1958445"/>
                  <a:pt x="2047706" y="1958445"/>
                </a:cubicBezTo>
                <a:cubicBezTo>
                  <a:pt x="2035655" y="1958445"/>
                  <a:pt x="2025886" y="1948676"/>
                  <a:pt x="2025886" y="1936625"/>
                </a:cubicBezTo>
                <a:cubicBezTo>
                  <a:pt x="2025886" y="1924574"/>
                  <a:pt x="2035655" y="1914805"/>
                  <a:pt x="2047706" y="1914805"/>
                </a:cubicBezTo>
                <a:close/>
                <a:moveTo>
                  <a:pt x="7966679" y="1914804"/>
                </a:moveTo>
                <a:cubicBezTo>
                  <a:pt x="7978730" y="1914804"/>
                  <a:pt x="7988499" y="1924573"/>
                  <a:pt x="7988499" y="1936624"/>
                </a:cubicBezTo>
                <a:cubicBezTo>
                  <a:pt x="7988499" y="1948675"/>
                  <a:pt x="7978730" y="1958444"/>
                  <a:pt x="7966679" y="1958444"/>
                </a:cubicBezTo>
                <a:cubicBezTo>
                  <a:pt x="7954628" y="1958444"/>
                  <a:pt x="7944859" y="1948675"/>
                  <a:pt x="7944859" y="1936624"/>
                </a:cubicBezTo>
                <a:cubicBezTo>
                  <a:pt x="7944859" y="1924573"/>
                  <a:pt x="7954628" y="1914804"/>
                  <a:pt x="7966679" y="1914804"/>
                </a:cubicBezTo>
                <a:close/>
                <a:moveTo>
                  <a:pt x="7888658" y="1914804"/>
                </a:moveTo>
                <a:cubicBezTo>
                  <a:pt x="7900709" y="1914804"/>
                  <a:pt x="7910478" y="1924573"/>
                  <a:pt x="7910478" y="1936624"/>
                </a:cubicBezTo>
                <a:cubicBezTo>
                  <a:pt x="7910478" y="1948675"/>
                  <a:pt x="7900709" y="1958444"/>
                  <a:pt x="7888658" y="1958444"/>
                </a:cubicBezTo>
                <a:cubicBezTo>
                  <a:pt x="7876607" y="1958444"/>
                  <a:pt x="7866838" y="1948675"/>
                  <a:pt x="7866838" y="1936624"/>
                </a:cubicBezTo>
                <a:cubicBezTo>
                  <a:pt x="7866838" y="1924573"/>
                  <a:pt x="7876607" y="1914804"/>
                  <a:pt x="7888658" y="1914804"/>
                </a:cubicBezTo>
                <a:close/>
                <a:moveTo>
                  <a:pt x="7809316" y="1914804"/>
                </a:moveTo>
                <a:cubicBezTo>
                  <a:pt x="7821367" y="1914804"/>
                  <a:pt x="7831136" y="1924573"/>
                  <a:pt x="7831136" y="1936624"/>
                </a:cubicBezTo>
                <a:cubicBezTo>
                  <a:pt x="7831136" y="1948675"/>
                  <a:pt x="7821367" y="1958444"/>
                  <a:pt x="7809316" y="1958444"/>
                </a:cubicBezTo>
                <a:cubicBezTo>
                  <a:pt x="7797265" y="1958444"/>
                  <a:pt x="7787496" y="1948675"/>
                  <a:pt x="7787496" y="1936624"/>
                </a:cubicBezTo>
                <a:cubicBezTo>
                  <a:pt x="7787496" y="1924573"/>
                  <a:pt x="7797265" y="1914804"/>
                  <a:pt x="7809316" y="1914804"/>
                </a:cubicBezTo>
                <a:close/>
                <a:moveTo>
                  <a:pt x="7731957" y="1914804"/>
                </a:moveTo>
                <a:cubicBezTo>
                  <a:pt x="7744373" y="1914804"/>
                  <a:pt x="7754438" y="1924573"/>
                  <a:pt x="7754438" y="1936624"/>
                </a:cubicBezTo>
                <a:cubicBezTo>
                  <a:pt x="7754438" y="1948675"/>
                  <a:pt x="7744373" y="1958444"/>
                  <a:pt x="7731957" y="1958444"/>
                </a:cubicBezTo>
                <a:cubicBezTo>
                  <a:pt x="7719541" y="1958444"/>
                  <a:pt x="7709476" y="1948675"/>
                  <a:pt x="7709476" y="1936624"/>
                </a:cubicBezTo>
                <a:cubicBezTo>
                  <a:pt x="7709476" y="1924573"/>
                  <a:pt x="7719541" y="1914804"/>
                  <a:pt x="7731957" y="1914804"/>
                </a:cubicBezTo>
                <a:close/>
                <a:moveTo>
                  <a:pt x="7654597" y="1914804"/>
                </a:moveTo>
                <a:cubicBezTo>
                  <a:pt x="7666648" y="1914804"/>
                  <a:pt x="7676417" y="1924573"/>
                  <a:pt x="7676417" y="1936624"/>
                </a:cubicBezTo>
                <a:cubicBezTo>
                  <a:pt x="7676417" y="1948675"/>
                  <a:pt x="7666648" y="1958444"/>
                  <a:pt x="7654597" y="1958444"/>
                </a:cubicBezTo>
                <a:cubicBezTo>
                  <a:pt x="7642546" y="1958444"/>
                  <a:pt x="7632777" y="1948675"/>
                  <a:pt x="7632777" y="1936624"/>
                </a:cubicBezTo>
                <a:cubicBezTo>
                  <a:pt x="7632777" y="1924573"/>
                  <a:pt x="7642546" y="1914804"/>
                  <a:pt x="7654597" y="1914804"/>
                </a:cubicBezTo>
                <a:close/>
                <a:moveTo>
                  <a:pt x="7576577" y="1914804"/>
                </a:moveTo>
                <a:cubicBezTo>
                  <a:pt x="7588628" y="1914804"/>
                  <a:pt x="7598397" y="1924573"/>
                  <a:pt x="7598397" y="1936624"/>
                </a:cubicBezTo>
                <a:cubicBezTo>
                  <a:pt x="7598397" y="1948675"/>
                  <a:pt x="7588628" y="1958444"/>
                  <a:pt x="7576577" y="1958444"/>
                </a:cubicBezTo>
                <a:cubicBezTo>
                  <a:pt x="7564526" y="1958444"/>
                  <a:pt x="7554757" y="1948675"/>
                  <a:pt x="7554757" y="1936624"/>
                </a:cubicBezTo>
                <a:cubicBezTo>
                  <a:pt x="7554757" y="1924573"/>
                  <a:pt x="7564526" y="1914804"/>
                  <a:pt x="7576577" y="1914804"/>
                </a:cubicBezTo>
                <a:close/>
                <a:moveTo>
                  <a:pt x="7498556" y="1914804"/>
                </a:moveTo>
                <a:cubicBezTo>
                  <a:pt x="7510607" y="1914804"/>
                  <a:pt x="7520376" y="1924573"/>
                  <a:pt x="7520376" y="1936624"/>
                </a:cubicBezTo>
                <a:cubicBezTo>
                  <a:pt x="7520376" y="1948675"/>
                  <a:pt x="7510607" y="1958444"/>
                  <a:pt x="7498556" y="1958444"/>
                </a:cubicBezTo>
                <a:cubicBezTo>
                  <a:pt x="7486505" y="1958444"/>
                  <a:pt x="7476736" y="1948675"/>
                  <a:pt x="7476736" y="1936624"/>
                </a:cubicBezTo>
                <a:cubicBezTo>
                  <a:pt x="7476736" y="1924573"/>
                  <a:pt x="7486505" y="1914804"/>
                  <a:pt x="7498556" y="1914804"/>
                </a:cubicBezTo>
                <a:close/>
                <a:moveTo>
                  <a:pt x="7421198" y="1914804"/>
                </a:moveTo>
                <a:cubicBezTo>
                  <a:pt x="7433614" y="1914804"/>
                  <a:pt x="7443679" y="1924573"/>
                  <a:pt x="7443679" y="1936624"/>
                </a:cubicBezTo>
                <a:cubicBezTo>
                  <a:pt x="7443679" y="1948675"/>
                  <a:pt x="7433614" y="1958444"/>
                  <a:pt x="7421198" y="1958444"/>
                </a:cubicBezTo>
                <a:cubicBezTo>
                  <a:pt x="7408782" y="1958444"/>
                  <a:pt x="7398717" y="1948675"/>
                  <a:pt x="7398717" y="1936624"/>
                </a:cubicBezTo>
                <a:cubicBezTo>
                  <a:pt x="7398717" y="1924573"/>
                  <a:pt x="7408782" y="1914804"/>
                  <a:pt x="7421198" y="1914804"/>
                </a:cubicBezTo>
                <a:close/>
                <a:moveTo>
                  <a:pt x="7343838" y="1914804"/>
                </a:moveTo>
                <a:cubicBezTo>
                  <a:pt x="7355889" y="1914804"/>
                  <a:pt x="7365658" y="1924573"/>
                  <a:pt x="7365658" y="1936624"/>
                </a:cubicBezTo>
                <a:cubicBezTo>
                  <a:pt x="7365658" y="1948675"/>
                  <a:pt x="7355889" y="1958444"/>
                  <a:pt x="7343838" y="1958444"/>
                </a:cubicBezTo>
                <a:cubicBezTo>
                  <a:pt x="7331787" y="1958444"/>
                  <a:pt x="7322018" y="1948675"/>
                  <a:pt x="7322018" y="1936624"/>
                </a:cubicBezTo>
                <a:cubicBezTo>
                  <a:pt x="7322018" y="1924573"/>
                  <a:pt x="7331787" y="1914804"/>
                  <a:pt x="7343838" y="1914804"/>
                </a:cubicBezTo>
                <a:close/>
                <a:moveTo>
                  <a:pt x="7264495" y="1914804"/>
                </a:moveTo>
                <a:cubicBezTo>
                  <a:pt x="7276546" y="1914804"/>
                  <a:pt x="7286315" y="1924573"/>
                  <a:pt x="7286315" y="1936624"/>
                </a:cubicBezTo>
                <a:cubicBezTo>
                  <a:pt x="7286315" y="1948675"/>
                  <a:pt x="7276546" y="1958444"/>
                  <a:pt x="7264495" y="1958444"/>
                </a:cubicBezTo>
                <a:cubicBezTo>
                  <a:pt x="7252444" y="1958444"/>
                  <a:pt x="7242675" y="1948675"/>
                  <a:pt x="7242675" y="1936624"/>
                </a:cubicBezTo>
                <a:cubicBezTo>
                  <a:pt x="7242675" y="1924573"/>
                  <a:pt x="7252444" y="1914804"/>
                  <a:pt x="7264495" y="1914804"/>
                </a:cubicBezTo>
                <a:close/>
                <a:moveTo>
                  <a:pt x="7186475" y="1914804"/>
                </a:moveTo>
                <a:cubicBezTo>
                  <a:pt x="7198526" y="1914804"/>
                  <a:pt x="7208295" y="1924573"/>
                  <a:pt x="7208295" y="1936624"/>
                </a:cubicBezTo>
                <a:cubicBezTo>
                  <a:pt x="7208295" y="1948675"/>
                  <a:pt x="7198526" y="1958444"/>
                  <a:pt x="7186475" y="1958444"/>
                </a:cubicBezTo>
                <a:cubicBezTo>
                  <a:pt x="7174424" y="1958444"/>
                  <a:pt x="7164655" y="1948675"/>
                  <a:pt x="7164655" y="1936624"/>
                </a:cubicBezTo>
                <a:cubicBezTo>
                  <a:pt x="7164655" y="1924573"/>
                  <a:pt x="7174424" y="1914804"/>
                  <a:pt x="7186475" y="1914804"/>
                </a:cubicBezTo>
                <a:close/>
                <a:moveTo>
                  <a:pt x="7109116" y="1914804"/>
                </a:moveTo>
                <a:cubicBezTo>
                  <a:pt x="7121532" y="1914804"/>
                  <a:pt x="7131597" y="1924573"/>
                  <a:pt x="7131597" y="1936624"/>
                </a:cubicBezTo>
                <a:cubicBezTo>
                  <a:pt x="7131597" y="1948675"/>
                  <a:pt x="7121532" y="1958444"/>
                  <a:pt x="7109116" y="1958444"/>
                </a:cubicBezTo>
                <a:cubicBezTo>
                  <a:pt x="7096700" y="1958444"/>
                  <a:pt x="7086635" y="1948675"/>
                  <a:pt x="7086635" y="1936624"/>
                </a:cubicBezTo>
                <a:cubicBezTo>
                  <a:pt x="7086635" y="1924573"/>
                  <a:pt x="7096700" y="1914804"/>
                  <a:pt x="7109116" y="1914804"/>
                </a:cubicBezTo>
                <a:close/>
                <a:moveTo>
                  <a:pt x="7031757" y="1914804"/>
                </a:moveTo>
                <a:cubicBezTo>
                  <a:pt x="7043808" y="1914804"/>
                  <a:pt x="7053577" y="1924573"/>
                  <a:pt x="7053577" y="1936624"/>
                </a:cubicBezTo>
                <a:cubicBezTo>
                  <a:pt x="7053577" y="1948675"/>
                  <a:pt x="7043808" y="1958444"/>
                  <a:pt x="7031757" y="1958444"/>
                </a:cubicBezTo>
                <a:cubicBezTo>
                  <a:pt x="7019706" y="1958444"/>
                  <a:pt x="7009937" y="1948675"/>
                  <a:pt x="7009937" y="1936624"/>
                </a:cubicBezTo>
                <a:cubicBezTo>
                  <a:pt x="7009937" y="1924573"/>
                  <a:pt x="7019706" y="1914804"/>
                  <a:pt x="7031757" y="1914804"/>
                </a:cubicBezTo>
                <a:close/>
                <a:moveTo>
                  <a:pt x="5239931" y="1914804"/>
                </a:moveTo>
                <a:cubicBezTo>
                  <a:pt x="5251982" y="1914804"/>
                  <a:pt x="5261751" y="1924573"/>
                  <a:pt x="5261751" y="1936624"/>
                </a:cubicBezTo>
                <a:cubicBezTo>
                  <a:pt x="5261751" y="1948675"/>
                  <a:pt x="5251982" y="1958444"/>
                  <a:pt x="5239931" y="1958444"/>
                </a:cubicBezTo>
                <a:cubicBezTo>
                  <a:pt x="5227880" y="1958444"/>
                  <a:pt x="5218111" y="1948675"/>
                  <a:pt x="5218111" y="1936624"/>
                </a:cubicBezTo>
                <a:cubicBezTo>
                  <a:pt x="5218111" y="1924573"/>
                  <a:pt x="5227880" y="1914804"/>
                  <a:pt x="5239931" y="1914804"/>
                </a:cubicBezTo>
                <a:close/>
                <a:moveTo>
                  <a:pt x="5162572" y="1914804"/>
                </a:moveTo>
                <a:cubicBezTo>
                  <a:pt x="5174988" y="1914804"/>
                  <a:pt x="5185053" y="1924573"/>
                  <a:pt x="5185053" y="1936624"/>
                </a:cubicBezTo>
                <a:cubicBezTo>
                  <a:pt x="5185053" y="1948675"/>
                  <a:pt x="5174988" y="1958444"/>
                  <a:pt x="5162572" y="1958444"/>
                </a:cubicBezTo>
                <a:cubicBezTo>
                  <a:pt x="5150156" y="1958444"/>
                  <a:pt x="5140091" y="1948675"/>
                  <a:pt x="5140091" y="1936624"/>
                </a:cubicBezTo>
                <a:cubicBezTo>
                  <a:pt x="5140091" y="1924573"/>
                  <a:pt x="5150156" y="1914804"/>
                  <a:pt x="5162572" y="1914804"/>
                </a:cubicBezTo>
                <a:close/>
                <a:moveTo>
                  <a:pt x="5085212" y="1914804"/>
                </a:moveTo>
                <a:cubicBezTo>
                  <a:pt x="5097263" y="1914804"/>
                  <a:pt x="5107032" y="1924573"/>
                  <a:pt x="5107032" y="1936624"/>
                </a:cubicBezTo>
                <a:cubicBezTo>
                  <a:pt x="5107032" y="1948675"/>
                  <a:pt x="5097263" y="1958444"/>
                  <a:pt x="5085212" y="1958444"/>
                </a:cubicBezTo>
                <a:cubicBezTo>
                  <a:pt x="5073161" y="1958444"/>
                  <a:pt x="5063392" y="1948675"/>
                  <a:pt x="5063392" y="1936624"/>
                </a:cubicBezTo>
                <a:cubicBezTo>
                  <a:pt x="5063392" y="1924573"/>
                  <a:pt x="5073161" y="1914804"/>
                  <a:pt x="5085212" y="1914804"/>
                </a:cubicBezTo>
                <a:close/>
                <a:moveTo>
                  <a:pt x="5007193" y="1914804"/>
                </a:moveTo>
                <a:cubicBezTo>
                  <a:pt x="5019244" y="1914804"/>
                  <a:pt x="5029013" y="1924573"/>
                  <a:pt x="5029013" y="1936624"/>
                </a:cubicBezTo>
                <a:cubicBezTo>
                  <a:pt x="5029013" y="1948675"/>
                  <a:pt x="5019244" y="1958444"/>
                  <a:pt x="5007193" y="1958444"/>
                </a:cubicBezTo>
                <a:cubicBezTo>
                  <a:pt x="4995142" y="1958444"/>
                  <a:pt x="4985373" y="1948675"/>
                  <a:pt x="4985373" y="1936624"/>
                </a:cubicBezTo>
                <a:cubicBezTo>
                  <a:pt x="4985373" y="1924573"/>
                  <a:pt x="4995142" y="1914804"/>
                  <a:pt x="5007193" y="1914804"/>
                </a:cubicBezTo>
                <a:close/>
                <a:moveTo>
                  <a:pt x="4928511" y="1914804"/>
                </a:moveTo>
                <a:cubicBezTo>
                  <a:pt x="4940927" y="1914804"/>
                  <a:pt x="4950992" y="1924573"/>
                  <a:pt x="4950992" y="1936624"/>
                </a:cubicBezTo>
                <a:cubicBezTo>
                  <a:pt x="4950992" y="1948675"/>
                  <a:pt x="4940927" y="1958444"/>
                  <a:pt x="4928511" y="1958444"/>
                </a:cubicBezTo>
                <a:cubicBezTo>
                  <a:pt x="4916095" y="1958444"/>
                  <a:pt x="4906030" y="1948675"/>
                  <a:pt x="4906030" y="1936624"/>
                </a:cubicBezTo>
                <a:cubicBezTo>
                  <a:pt x="4906030" y="1924573"/>
                  <a:pt x="4916095" y="1914804"/>
                  <a:pt x="4928511" y="1914804"/>
                </a:cubicBezTo>
                <a:close/>
                <a:moveTo>
                  <a:pt x="1968363" y="1914804"/>
                </a:moveTo>
                <a:cubicBezTo>
                  <a:pt x="1980414" y="1914804"/>
                  <a:pt x="1990183" y="1924573"/>
                  <a:pt x="1990183" y="1936624"/>
                </a:cubicBezTo>
                <a:cubicBezTo>
                  <a:pt x="1990183" y="1948675"/>
                  <a:pt x="1980414" y="1958444"/>
                  <a:pt x="1968363" y="1958444"/>
                </a:cubicBezTo>
                <a:cubicBezTo>
                  <a:pt x="1956312" y="1958444"/>
                  <a:pt x="1946543" y="1948675"/>
                  <a:pt x="1946543" y="1936624"/>
                </a:cubicBezTo>
                <a:cubicBezTo>
                  <a:pt x="1946543" y="1924573"/>
                  <a:pt x="1956312" y="1914804"/>
                  <a:pt x="1968363" y="1914804"/>
                </a:cubicBezTo>
                <a:close/>
                <a:moveTo>
                  <a:pt x="1891011" y="1914804"/>
                </a:moveTo>
                <a:cubicBezTo>
                  <a:pt x="1903431" y="1914804"/>
                  <a:pt x="1913495" y="1924573"/>
                  <a:pt x="1913495" y="1936624"/>
                </a:cubicBezTo>
                <a:cubicBezTo>
                  <a:pt x="1913495" y="1948675"/>
                  <a:pt x="1903431" y="1958444"/>
                  <a:pt x="1891011" y="1958444"/>
                </a:cubicBezTo>
                <a:cubicBezTo>
                  <a:pt x="1878594" y="1958444"/>
                  <a:pt x="1868529" y="1948675"/>
                  <a:pt x="1868529" y="1936624"/>
                </a:cubicBezTo>
                <a:cubicBezTo>
                  <a:pt x="1868529" y="1924573"/>
                  <a:pt x="1878594" y="1914804"/>
                  <a:pt x="1891011" y="1914804"/>
                </a:cubicBezTo>
                <a:close/>
                <a:moveTo>
                  <a:pt x="1813657" y="1914804"/>
                </a:moveTo>
                <a:cubicBezTo>
                  <a:pt x="1825704" y="1914804"/>
                  <a:pt x="1835474" y="1924573"/>
                  <a:pt x="1835474" y="1936624"/>
                </a:cubicBezTo>
                <a:cubicBezTo>
                  <a:pt x="1835474" y="1948675"/>
                  <a:pt x="1825704" y="1958444"/>
                  <a:pt x="1813657" y="1958444"/>
                </a:cubicBezTo>
                <a:cubicBezTo>
                  <a:pt x="1801603" y="1958444"/>
                  <a:pt x="1791833" y="1948675"/>
                  <a:pt x="1791833" y="1936624"/>
                </a:cubicBezTo>
                <a:cubicBezTo>
                  <a:pt x="1791833" y="1924573"/>
                  <a:pt x="1801603" y="1914804"/>
                  <a:pt x="1813657" y="1914804"/>
                </a:cubicBezTo>
                <a:close/>
                <a:moveTo>
                  <a:pt x="1735633" y="1914804"/>
                </a:moveTo>
                <a:cubicBezTo>
                  <a:pt x="1747685" y="1914804"/>
                  <a:pt x="1757457" y="1924573"/>
                  <a:pt x="1757457" y="1936624"/>
                </a:cubicBezTo>
                <a:cubicBezTo>
                  <a:pt x="1757457" y="1948675"/>
                  <a:pt x="1747685" y="1958444"/>
                  <a:pt x="1735633" y="1958444"/>
                </a:cubicBezTo>
                <a:cubicBezTo>
                  <a:pt x="1723586" y="1958444"/>
                  <a:pt x="1713819" y="1948675"/>
                  <a:pt x="1713819" y="1936624"/>
                </a:cubicBezTo>
                <a:cubicBezTo>
                  <a:pt x="1713819" y="1924573"/>
                  <a:pt x="1723586" y="1914804"/>
                  <a:pt x="1735633" y="1914804"/>
                </a:cubicBezTo>
                <a:close/>
                <a:moveTo>
                  <a:pt x="1657611" y="1914804"/>
                </a:moveTo>
                <a:cubicBezTo>
                  <a:pt x="1669659" y="1914804"/>
                  <a:pt x="1679436" y="1924573"/>
                  <a:pt x="1679436" y="1936624"/>
                </a:cubicBezTo>
                <a:cubicBezTo>
                  <a:pt x="1679436" y="1948675"/>
                  <a:pt x="1669659" y="1958444"/>
                  <a:pt x="1657611" y="1958444"/>
                </a:cubicBezTo>
                <a:cubicBezTo>
                  <a:pt x="1645568" y="1958444"/>
                  <a:pt x="1635796" y="1948675"/>
                  <a:pt x="1635796" y="1936624"/>
                </a:cubicBezTo>
                <a:cubicBezTo>
                  <a:pt x="1635796" y="1924573"/>
                  <a:pt x="1645568" y="1914804"/>
                  <a:pt x="1657611" y="1914804"/>
                </a:cubicBezTo>
                <a:close/>
                <a:moveTo>
                  <a:pt x="1580257" y="1914804"/>
                </a:moveTo>
                <a:cubicBezTo>
                  <a:pt x="1592669" y="1914804"/>
                  <a:pt x="1602734" y="1924573"/>
                  <a:pt x="1602734" y="1936624"/>
                </a:cubicBezTo>
                <a:cubicBezTo>
                  <a:pt x="1602734" y="1948675"/>
                  <a:pt x="1592669" y="1958444"/>
                  <a:pt x="1580257" y="1958444"/>
                </a:cubicBezTo>
                <a:cubicBezTo>
                  <a:pt x="1567839" y="1958444"/>
                  <a:pt x="1557771" y="1948675"/>
                  <a:pt x="1557771" y="1936624"/>
                </a:cubicBezTo>
                <a:cubicBezTo>
                  <a:pt x="1557771" y="1924573"/>
                  <a:pt x="1567839" y="1914804"/>
                  <a:pt x="1580257" y="1914804"/>
                </a:cubicBezTo>
                <a:close/>
                <a:moveTo>
                  <a:pt x="1502899" y="1914804"/>
                </a:moveTo>
                <a:cubicBezTo>
                  <a:pt x="1514943" y="1914804"/>
                  <a:pt x="1524717" y="1924573"/>
                  <a:pt x="1524717" y="1936624"/>
                </a:cubicBezTo>
                <a:cubicBezTo>
                  <a:pt x="1524717" y="1948675"/>
                  <a:pt x="1514943" y="1958444"/>
                  <a:pt x="1502899" y="1958444"/>
                </a:cubicBezTo>
                <a:cubicBezTo>
                  <a:pt x="1490842" y="1958444"/>
                  <a:pt x="1481077" y="1948675"/>
                  <a:pt x="1481077" y="1936624"/>
                </a:cubicBezTo>
                <a:cubicBezTo>
                  <a:pt x="1481077" y="1924573"/>
                  <a:pt x="1490842" y="1914804"/>
                  <a:pt x="1502899" y="1914804"/>
                </a:cubicBezTo>
                <a:close/>
                <a:moveTo>
                  <a:pt x="1424212" y="1914804"/>
                </a:moveTo>
                <a:cubicBezTo>
                  <a:pt x="1436628" y="1914804"/>
                  <a:pt x="1446695" y="1924573"/>
                  <a:pt x="1446695" y="1936624"/>
                </a:cubicBezTo>
                <a:cubicBezTo>
                  <a:pt x="1446695" y="1948675"/>
                  <a:pt x="1436628" y="1958444"/>
                  <a:pt x="1424212" y="1958444"/>
                </a:cubicBezTo>
                <a:cubicBezTo>
                  <a:pt x="1411799" y="1958444"/>
                  <a:pt x="1401732" y="1948675"/>
                  <a:pt x="1401732" y="1936624"/>
                </a:cubicBezTo>
                <a:cubicBezTo>
                  <a:pt x="1401732" y="1924573"/>
                  <a:pt x="1411799" y="1914804"/>
                  <a:pt x="1424212" y="1914804"/>
                </a:cubicBezTo>
                <a:close/>
                <a:moveTo>
                  <a:pt x="1345532" y="1914804"/>
                </a:moveTo>
                <a:cubicBezTo>
                  <a:pt x="1357582" y="1914804"/>
                  <a:pt x="1367350" y="1924573"/>
                  <a:pt x="1367350" y="1936624"/>
                </a:cubicBezTo>
                <a:cubicBezTo>
                  <a:pt x="1367350" y="1948675"/>
                  <a:pt x="1357582" y="1958444"/>
                  <a:pt x="1345532" y="1958444"/>
                </a:cubicBezTo>
                <a:cubicBezTo>
                  <a:pt x="1333479" y="1958444"/>
                  <a:pt x="1323709" y="1948675"/>
                  <a:pt x="1323709" y="1936624"/>
                </a:cubicBezTo>
                <a:cubicBezTo>
                  <a:pt x="1323709" y="1924573"/>
                  <a:pt x="1333479" y="1914804"/>
                  <a:pt x="1345532" y="1914804"/>
                </a:cubicBezTo>
                <a:close/>
                <a:moveTo>
                  <a:pt x="1268169" y="1914804"/>
                </a:moveTo>
                <a:cubicBezTo>
                  <a:pt x="1280590" y="1914804"/>
                  <a:pt x="1290660" y="1924573"/>
                  <a:pt x="1290660" y="1936624"/>
                </a:cubicBezTo>
                <a:cubicBezTo>
                  <a:pt x="1290660" y="1948675"/>
                  <a:pt x="1280590" y="1958444"/>
                  <a:pt x="1268169" y="1958444"/>
                </a:cubicBezTo>
                <a:cubicBezTo>
                  <a:pt x="1255755" y="1958444"/>
                  <a:pt x="1245691" y="1948675"/>
                  <a:pt x="1245691" y="1936624"/>
                </a:cubicBezTo>
                <a:cubicBezTo>
                  <a:pt x="1245691" y="1924573"/>
                  <a:pt x="1255755" y="1914804"/>
                  <a:pt x="1268169" y="1914804"/>
                </a:cubicBezTo>
                <a:close/>
                <a:moveTo>
                  <a:pt x="1190817" y="1914804"/>
                </a:moveTo>
                <a:cubicBezTo>
                  <a:pt x="1202871" y="1914804"/>
                  <a:pt x="1212636" y="1924573"/>
                  <a:pt x="1212636" y="1936624"/>
                </a:cubicBezTo>
                <a:cubicBezTo>
                  <a:pt x="1212636" y="1948675"/>
                  <a:pt x="1202871" y="1958444"/>
                  <a:pt x="1190817" y="1958444"/>
                </a:cubicBezTo>
                <a:cubicBezTo>
                  <a:pt x="1178763" y="1958444"/>
                  <a:pt x="1168996" y="1948675"/>
                  <a:pt x="1168996" y="1936624"/>
                </a:cubicBezTo>
                <a:cubicBezTo>
                  <a:pt x="1168996" y="1924573"/>
                  <a:pt x="1178763" y="1914804"/>
                  <a:pt x="1190817" y="1914804"/>
                </a:cubicBezTo>
                <a:close/>
                <a:moveTo>
                  <a:pt x="8121398" y="1836784"/>
                </a:moveTo>
                <a:cubicBezTo>
                  <a:pt x="8133449" y="1836784"/>
                  <a:pt x="8143218" y="1846553"/>
                  <a:pt x="8143218" y="1858604"/>
                </a:cubicBezTo>
                <a:cubicBezTo>
                  <a:pt x="8143218" y="1870655"/>
                  <a:pt x="8133449" y="1880424"/>
                  <a:pt x="8121398" y="1880424"/>
                </a:cubicBezTo>
                <a:cubicBezTo>
                  <a:pt x="8109347" y="1880424"/>
                  <a:pt x="8099578" y="1870655"/>
                  <a:pt x="8099578" y="1858604"/>
                </a:cubicBezTo>
                <a:cubicBezTo>
                  <a:pt x="8099578" y="1846553"/>
                  <a:pt x="8109347" y="1836784"/>
                  <a:pt x="8121398" y="1836784"/>
                </a:cubicBezTo>
                <a:close/>
                <a:moveTo>
                  <a:pt x="8044700" y="1836784"/>
                </a:moveTo>
                <a:cubicBezTo>
                  <a:pt x="8056751" y="1836784"/>
                  <a:pt x="8066520" y="1846553"/>
                  <a:pt x="8066520" y="1858604"/>
                </a:cubicBezTo>
                <a:cubicBezTo>
                  <a:pt x="8066520" y="1870655"/>
                  <a:pt x="8056751" y="1880424"/>
                  <a:pt x="8044700" y="1880424"/>
                </a:cubicBezTo>
                <a:cubicBezTo>
                  <a:pt x="8032649" y="1880424"/>
                  <a:pt x="8022880" y="1870655"/>
                  <a:pt x="8022880" y="1858604"/>
                </a:cubicBezTo>
                <a:cubicBezTo>
                  <a:pt x="8022880" y="1846553"/>
                  <a:pt x="8032649" y="1836784"/>
                  <a:pt x="8044700" y="1836784"/>
                </a:cubicBezTo>
                <a:close/>
                <a:moveTo>
                  <a:pt x="7966679" y="1836784"/>
                </a:moveTo>
                <a:cubicBezTo>
                  <a:pt x="7978730" y="1836784"/>
                  <a:pt x="7988499" y="1846553"/>
                  <a:pt x="7988499" y="1858604"/>
                </a:cubicBezTo>
                <a:cubicBezTo>
                  <a:pt x="7988499" y="1870655"/>
                  <a:pt x="7978730" y="1880424"/>
                  <a:pt x="7966679" y="1880424"/>
                </a:cubicBezTo>
                <a:cubicBezTo>
                  <a:pt x="7954628" y="1880424"/>
                  <a:pt x="7944859" y="1870655"/>
                  <a:pt x="7944859" y="1858604"/>
                </a:cubicBezTo>
                <a:cubicBezTo>
                  <a:pt x="7944859" y="1846553"/>
                  <a:pt x="7954628" y="1836784"/>
                  <a:pt x="7966679" y="1836784"/>
                </a:cubicBezTo>
                <a:close/>
                <a:moveTo>
                  <a:pt x="7888658" y="1836784"/>
                </a:moveTo>
                <a:cubicBezTo>
                  <a:pt x="7900709" y="1836784"/>
                  <a:pt x="7910478" y="1846553"/>
                  <a:pt x="7910478" y="1858604"/>
                </a:cubicBezTo>
                <a:cubicBezTo>
                  <a:pt x="7910478" y="1870655"/>
                  <a:pt x="7900709" y="1880424"/>
                  <a:pt x="7888658" y="1880424"/>
                </a:cubicBezTo>
                <a:cubicBezTo>
                  <a:pt x="7876607" y="1880424"/>
                  <a:pt x="7866838" y="1870655"/>
                  <a:pt x="7866838" y="1858604"/>
                </a:cubicBezTo>
                <a:cubicBezTo>
                  <a:pt x="7866838" y="1846553"/>
                  <a:pt x="7876607" y="1836784"/>
                  <a:pt x="7888658" y="1836784"/>
                </a:cubicBezTo>
                <a:close/>
                <a:moveTo>
                  <a:pt x="7809316" y="1836784"/>
                </a:moveTo>
                <a:cubicBezTo>
                  <a:pt x="7821367" y="1836784"/>
                  <a:pt x="7831136" y="1846553"/>
                  <a:pt x="7831136" y="1858604"/>
                </a:cubicBezTo>
                <a:cubicBezTo>
                  <a:pt x="7831136" y="1870655"/>
                  <a:pt x="7821367" y="1880424"/>
                  <a:pt x="7809316" y="1880424"/>
                </a:cubicBezTo>
                <a:cubicBezTo>
                  <a:pt x="7797265" y="1880424"/>
                  <a:pt x="7787496" y="1870655"/>
                  <a:pt x="7787496" y="1858604"/>
                </a:cubicBezTo>
                <a:cubicBezTo>
                  <a:pt x="7787496" y="1846553"/>
                  <a:pt x="7797265" y="1836784"/>
                  <a:pt x="7809316" y="1836784"/>
                </a:cubicBezTo>
                <a:close/>
                <a:moveTo>
                  <a:pt x="7731957" y="1836784"/>
                </a:moveTo>
                <a:cubicBezTo>
                  <a:pt x="7744373" y="1836784"/>
                  <a:pt x="7754438" y="1846553"/>
                  <a:pt x="7754438" y="1858604"/>
                </a:cubicBezTo>
                <a:cubicBezTo>
                  <a:pt x="7754438" y="1870655"/>
                  <a:pt x="7744373" y="1880424"/>
                  <a:pt x="7731957" y="1880424"/>
                </a:cubicBezTo>
                <a:cubicBezTo>
                  <a:pt x="7719541" y="1880424"/>
                  <a:pt x="7709476" y="1870655"/>
                  <a:pt x="7709476" y="1858604"/>
                </a:cubicBezTo>
                <a:cubicBezTo>
                  <a:pt x="7709476" y="1846553"/>
                  <a:pt x="7719541" y="1836784"/>
                  <a:pt x="7731957" y="1836784"/>
                </a:cubicBezTo>
                <a:close/>
                <a:moveTo>
                  <a:pt x="7654597" y="1836784"/>
                </a:moveTo>
                <a:cubicBezTo>
                  <a:pt x="7666648" y="1836784"/>
                  <a:pt x="7676417" y="1846553"/>
                  <a:pt x="7676417" y="1858604"/>
                </a:cubicBezTo>
                <a:cubicBezTo>
                  <a:pt x="7676417" y="1870655"/>
                  <a:pt x="7666648" y="1880424"/>
                  <a:pt x="7654597" y="1880424"/>
                </a:cubicBezTo>
                <a:cubicBezTo>
                  <a:pt x="7642546" y="1880424"/>
                  <a:pt x="7632777" y="1870655"/>
                  <a:pt x="7632777" y="1858604"/>
                </a:cubicBezTo>
                <a:cubicBezTo>
                  <a:pt x="7632777" y="1846553"/>
                  <a:pt x="7642546" y="1836784"/>
                  <a:pt x="7654597" y="1836784"/>
                </a:cubicBezTo>
                <a:close/>
                <a:moveTo>
                  <a:pt x="7576577" y="1836784"/>
                </a:moveTo>
                <a:cubicBezTo>
                  <a:pt x="7588628" y="1836784"/>
                  <a:pt x="7598397" y="1846553"/>
                  <a:pt x="7598397" y="1858604"/>
                </a:cubicBezTo>
                <a:cubicBezTo>
                  <a:pt x="7598397" y="1870655"/>
                  <a:pt x="7588628" y="1880424"/>
                  <a:pt x="7576577" y="1880424"/>
                </a:cubicBezTo>
                <a:cubicBezTo>
                  <a:pt x="7564526" y="1880424"/>
                  <a:pt x="7554757" y="1870655"/>
                  <a:pt x="7554757" y="1858604"/>
                </a:cubicBezTo>
                <a:cubicBezTo>
                  <a:pt x="7554757" y="1846553"/>
                  <a:pt x="7564526" y="1836784"/>
                  <a:pt x="7576577" y="1836784"/>
                </a:cubicBezTo>
                <a:close/>
                <a:moveTo>
                  <a:pt x="7498556" y="1836784"/>
                </a:moveTo>
                <a:cubicBezTo>
                  <a:pt x="7510607" y="1836784"/>
                  <a:pt x="7520376" y="1846553"/>
                  <a:pt x="7520376" y="1858604"/>
                </a:cubicBezTo>
                <a:cubicBezTo>
                  <a:pt x="7520376" y="1870655"/>
                  <a:pt x="7510607" y="1880424"/>
                  <a:pt x="7498556" y="1880424"/>
                </a:cubicBezTo>
                <a:cubicBezTo>
                  <a:pt x="7486505" y="1880424"/>
                  <a:pt x="7476736" y="1870655"/>
                  <a:pt x="7476736" y="1858604"/>
                </a:cubicBezTo>
                <a:cubicBezTo>
                  <a:pt x="7476736" y="1846553"/>
                  <a:pt x="7486505" y="1836784"/>
                  <a:pt x="7498556" y="1836784"/>
                </a:cubicBezTo>
                <a:close/>
                <a:moveTo>
                  <a:pt x="7421198" y="1836784"/>
                </a:moveTo>
                <a:cubicBezTo>
                  <a:pt x="7433614" y="1836784"/>
                  <a:pt x="7443679" y="1846553"/>
                  <a:pt x="7443679" y="1858604"/>
                </a:cubicBezTo>
                <a:cubicBezTo>
                  <a:pt x="7443679" y="1870655"/>
                  <a:pt x="7433614" y="1880424"/>
                  <a:pt x="7421198" y="1880424"/>
                </a:cubicBezTo>
                <a:cubicBezTo>
                  <a:pt x="7408782" y="1880424"/>
                  <a:pt x="7398717" y="1870655"/>
                  <a:pt x="7398717" y="1858604"/>
                </a:cubicBezTo>
                <a:cubicBezTo>
                  <a:pt x="7398717" y="1846553"/>
                  <a:pt x="7408782" y="1836784"/>
                  <a:pt x="7421198" y="1836784"/>
                </a:cubicBezTo>
                <a:close/>
                <a:moveTo>
                  <a:pt x="7343838" y="1836784"/>
                </a:moveTo>
                <a:cubicBezTo>
                  <a:pt x="7355889" y="1836784"/>
                  <a:pt x="7365658" y="1846553"/>
                  <a:pt x="7365658" y="1858604"/>
                </a:cubicBezTo>
                <a:cubicBezTo>
                  <a:pt x="7365658" y="1870655"/>
                  <a:pt x="7355889" y="1880424"/>
                  <a:pt x="7343838" y="1880424"/>
                </a:cubicBezTo>
                <a:cubicBezTo>
                  <a:pt x="7331787" y="1880424"/>
                  <a:pt x="7322018" y="1870655"/>
                  <a:pt x="7322018" y="1858604"/>
                </a:cubicBezTo>
                <a:cubicBezTo>
                  <a:pt x="7322018" y="1846553"/>
                  <a:pt x="7331787" y="1836784"/>
                  <a:pt x="7343838" y="1836784"/>
                </a:cubicBezTo>
                <a:close/>
                <a:moveTo>
                  <a:pt x="7264495" y="1836784"/>
                </a:moveTo>
                <a:cubicBezTo>
                  <a:pt x="7276546" y="1836784"/>
                  <a:pt x="7286315" y="1846553"/>
                  <a:pt x="7286315" y="1858604"/>
                </a:cubicBezTo>
                <a:cubicBezTo>
                  <a:pt x="7286315" y="1870655"/>
                  <a:pt x="7276546" y="1880424"/>
                  <a:pt x="7264495" y="1880424"/>
                </a:cubicBezTo>
                <a:cubicBezTo>
                  <a:pt x="7252444" y="1880424"/>
                  <a:pt x="7242675" y="1870655"/>
                  <a:pt x="7242675" y="1858604"/>
                </a:cubicBezTo>
                <a:cubicBezTo>
                  <a:pt x="7242675" y="1846553"/>
                  <a:pt x="7252444" y="1836784"/>
                  <a:pt x="7264495" y="1836784"/>
                </a:cubicBezTo>
                <a:close/>
                <a:moveTo>
                  <a:pt x="7186475" y="1836784"/>
                </a:moveTo>
                <a:cubicBezTo>
                  <a:pt x="7198526" y="1836784"/>
                  <a:pt x="7208295" y="1846553"/>
                  <a:pt x="7208295" y="1858604"/>
                </a:cubicBezTo>
                <a:cubicBezTo>
                  <a:pt x="7208295" y="1870655"/>
                  <a:pt x="7198526" y="1880424"/>
                  <a:pt x="7186475" y="1880424"/>
                </a:cubicBezTo>
                <a:cubicBezTo>
                  <a:pt x="7174424" y="1880424"/>
                  <a:pt x="7164655" y="1870655"/>
                  <a:pt x="7164655" y="1858604"/>
                </a:cubicBezTo>
                <a:cubicBezTo>
                  <a:pt x="7164655" y="1846553"/>
                  <a:pt x="7174424" y="1836784"/>
                  <a:pt x="7186475" y="1836784"/>
                </a:cubicBezTo>
                <a:close/>
                <a:moveTo>
                  <a:pt x="7109116" y="1836784"/>
                </a:moveTo>
                <a:cubicBezTo>
                  <a:pt x="7121532" y="1836784"/>
                  <a:pt x="7131597" y="1846553"/>
                  <a:pt x="7131597" y="1858604"/>
                </a:cubicBezTo>
                <a:cubicBezTo>
                  <a:pt x="7131597" y="1870655"/>
                  <a:pt x="7121532" y="1880424"/>
                  <a:pt x="7109116" y="1880424"/>
                </a:cubicBezTo>
                <a:cubicBezTo>
                  <a:pt x="7096700" y="1880424"/>
                  <a:pt x="7086635" y="1870655"/>
                  <a:pt x="7086635" y="1858604"/>
                </a:cubicBezTo>
                <a:cubicBezTo>
                  <a:pt x="7086635" y="1846553"/>
                  <a:pt x="7096700" y="1836784"/>
                  <a:pt x="7109116" y="1836784"/>
                </a:cubicBezTo>
                <a:close/>
                <a:moveTo>
                  <a:pt x="7031757" y="1836784"/>
                </a:moveTo>
                <a:cubicBezTo>
                  <a:pt x="7043808" y="1836784"/>
                  <a:pt x="7053577" y="1846553"/>
                  <a:pt x="7053577" y="1858604"/>
                </a:cubicBezTo>
                <a:cubicBezTo>
                  <a:pt x="7053577" y="1870655"/>
                  <a:pt x="7043808" y="1880424"/>
                  <a:pt x="7031757" y="1880424"/>
                </a:cubicBezTo>
                <a:cubicBezTo>
                  <a:pt x="7019706" y="1880424"/>
                  <a:pt x="7009937" y="1870655"/>
                  <a:pt x="7009937" y="1858604"/>
                </a:cubicBezTo>
                <a:cubicBezTo>
                  <a:pt x="7009937" y="1846553"/>
                  <a:pt x="7019706" y="1836784"/>
                  <a:pt x="7031757" y="1836784"/>
                </a:cubicBezTo>
                <a:close/>
                <a:moveTo>
                  <a:pt x="6953736" y="1836784"/>
                </a:moveTo>
                <a:cubicBezTo>
                  <a:pt x="6965787" y="1836784"/>
                  <a:pt x="6975556" y="1846553"/>
                  <a:pt x="6975556" y="1858604"/>
                </a:cubicBezTo>
                <a:cubicBezTo>
                  <a:pt x="6975556" y="1870655"/>
                  <a:pt x="6965787" y="1880424"/>
                  <a:pt x="6953736" y="1880424"/>
                </a:cubicBezTo>
                <a:cubicBezTo>
                  <a:pt x="6941685" y="1880424"/>
                  <a:pt x="6931916" y="1870655"/>
                  <a:pt x="6931916" y="1858604"/>
                </a:cubicBezTo>
                <a:cubicBezTo>
                  <a:pt x="6931916" y="1846553"/>
                  <a:pt x="6941685" y="1836784"/>
                  <a:pt x="6953736" y="1836784"/>
                </a:cubicBezTo>
                <a:close/>
                <a:moveTo>
                  <a:pt x="6875716" y="1836784"/>
                </a:moveTo>
                <a:cubicBezTo>
                  <a:pt x="6887767" y="1836784"/>
                  <a:pt x="6897536" y="1846553"/>
                  <a:pt x="6897536" y="1858604"/>
                </a:cubicBezTo>
                <a:cubicBezTo>
                  <a:pt x="6897536" y="1870655"/>
                  <a:pt x="6887767" y="1880424"/>
                  <a:pt x="6875716" y="1880424"/>
                </a:cubicBezTo>
                <a:cubicBezTo>
                  <a:pt x="6863665" y="1880424"/>
                  <a:pt x="6853896" y="1870655"/>
                  <a:pt x="6853896" y="1858604"/>
                </a:cubicBezTo>
                <a:cubicBezTo>
                  <a:pt x="6853896" y="1846553"/>
                  <a:pt x="6863665" y="1836784"/>
                  <a:pt x="6875716" y="1836784"/>
                </a:cubicBezTo>
                <a:close/>
                <a:moveTo>
                  <a:pt x="6798356" y="1836784"/>
                </a:moveTo>
                <a:cubicBezTo>
                  <a:pt x="6810772" y="1836784"/>
                  <a:pt x="6820837" y="1846553"/>
                  <a:pt x="6820837" y="1858604"/>
                </a:cubicBezTo>
                <a:cubicBezTo>
                  <a:pt x="6820837" y="1870655"/>
                  <a:pt x="6810772" y="1880424"/>
                  <a:pt x="6798356" y="1880424"/>
                </a:cubicBezTo>
                <a:cubicBezTo>
                  <a:pt x="6785940" y="1880424"/>
                  <a:pt x="6775875" y="1870655"/>
                  <a:pt x="6775875" y="1858604"/>
                </a:cubicBezTo>
                <a:cubicBezTo>
                  <a:pt x="6775875" y="1846553"/>
                  <a:pt x="6785940" y="1836784"/>
                  <a:pt x="6798356" y="1836784"/>
                </a:cubicBezTo>
                <a:close/>
                <a:moveTo>
                  <a:pt x="6719675" y="1836784"/>
                </a:moveTo>
                <a:cubicBezTo>
                  <a:pt x="6731726" y="1836784"/>
                  <a:pt x="6741495" y="1846553"/>
                  <a:pt x="6741495" y="1858604"/>
                </a:cubicBezTo>
                <a:cubicBezTo>
                  <a:pt x="6741495" y="1870655"/>
                  <a:pt x="6731726" y="1880424"/>
                  <a:pt x="6719675" y="1880424"/>
                </a:cubicBezTo>
                <a:cubicBezTo>
                  <a:pt x="6707624" y="1880424"/>
                  <a:pt x="6697855" y="1870655"/>
                  <a:pt x="6697855" y="1858604"/>
                </a:cubicBezTo>
                <a:cubicBezTo>
                  <a:pt x="6697855" y="1846553"/>
                  <a:pt x="6707624" y="1836784"/>
                  <a:pt x="6719675" y="1836784"/>
                </a:cubicBezTo>
                <a:close/>
                <a:moveTo>
                  <a:pt x="6641655" y="1836784"/>
                </a:moveTo>
                <a:cubicBezTo>
                  <a:pt x="6653706" y="1836784"/>
                  <a:pt x="6663475" y="1846553"/>
                  <a:pt x="6663475" y="1858604"/>
                </a:cubicBezTo>
                <a:cubicBezTo>
                  <a:pt x="6663475" y="1870655"/>
                  <a:pt x="6653706" y="1880424"/>
                  <a:pt x="6641655" y="1880424"/>
                </a:cubicBezTo>
                <a:cubicBezTo>
                  <a:pt x="6629604" y="1880424"/>
                  <a:pt x="6619835" y="1870655"/>
                  <a:pt x="6619835" y="1858604"/>
                </a:cubicBezTo>
                <a:cubicBezTo>
                  <a:pt x="6619835" y="1846553"/>
                  <a:pt x="6629604" y="1836784"/>
                  <a:pt x="6641655" y="1836784"/>
                </a:cubicBezTo>
                <a:close/>
                <a:moveTo>
                  <a:pt x="6563634" y="1836784"/>
                </a:moveTo>
                <a:cubicBezTo>
                  <a:pt x="6575685" y="1836784"/>
                  <a:pt x="6585454" y="1846553"/>
                  <a:pt x="6585454" y="1858604"/>
                </a:cubicBezTo>
                <a:cubicBezTo>
                  <a:pt x="6585454" y="1870655"/>
                  <a:pt x="6575685" y="1880424"/>
                  <a:pt x="6563634" y="1880424"/>
                </a:cubicBezTo>
                <a:cubicBezTo>
                  <a:pt x="6551583" y="1880424"/>
                  <a:pt x="6541814" y="1870655"/>
                  <a:pt x="6541814" y="1858604"/>
                </a:cubicBezTo>
                <a:cubicBezTo>
                  <a:pt x="6541814" y="1846553"/>
                  <a:pt x="6551583" y="1836784"/>
                  <a:pt x="6563634" y="1836784"/>
                </a:cubicBezTo>
                <a:close/>
                <a:moveTo>
                  <a:pt x="6485613" y="1836784"/>
                </a:moveTo>
                <a:cubicBezTo>
                  <a:pt x="6497664" y="1836784"/>
                  <a:pt x="6507433" y="1846553"/>
                  <a:pt x="6507433" y="1858604"/>
                </a:cubicBezTo>
                <a:cubicBezTo>
                  <a:pt x="6507433" y="1870655"/>
                  <a:pt x="6497664" y="1880424"/>
                  <a:pt x="6485613" y="1880424"/>
                </a:cubicBezTo>
                <a:cubicBezTo>
                  <a:pt x="6473562" y="1880424"/>
                  <a:pt x="6463793" y="1870655"/>
                  <a:pt x="6463793" y="1858604"/>
                </a:cubicBezTo>
                <a:cubicBezTo>
                  <a:pt x="6463793" y="1846553"/>
                  <a:pt x="6473562" y="1836784"/>
                  <a:pt x="6485613" y="1836784"/>
                </a:cubicBezTo>
                <a:close/>
                <a:moveTo>
                  <a:pt x="6408916" y="1836784"/>
                </a:moveTo>
                <a:cubicBezTo>
                  <a:pt x="6420967" y="1836784"/>
                  <a:pt x="6430736" y="1846553"/>
                  <a:pt x="6430736" y="1858604"/>
                </a:cubicBezTo>
                <a:cubicBezTo>
                  <a:pt x="6430736" y="1870655"/>
                  <a:pt x="6420967" y="1880424"/>
                  <a:pt x="6408916" y="1880424"/>
                </a:cubicBezTo>
                <a:cubicBezTo>
                  <a:pt x="6396865" y="1880424"/>
                  <a:pt x="6387096" y="1870655"/>
                  <a:pt x="6387096" y="1858604"/>
                </a:cubicBezTo>
                <a:cubicBezTo>
                  <a:pt x="6387096" y="1846553"/>
                  <a:pt x="6396865" y="1836784"/>
                  <a:pt x="6408916" y="1836784"/>
                </a:cubicBezTo>
                <a:close/>
                <a:moveTo>
                  <a:pt x="6330896" y="1836784"/>
                </a:moveTo>
                <a:cubicBezTo>
                  <a:pt x="6342947" y="1836784"/>
                  <a:pt x="6352716" y="1846553"/>
                  <a:pt x="6352716" y="1858604"/>
                </a:cubicBezTo>
                <a:cubicBezTo>
                  <a:pt x="6352716" y="1870655"/>
                  <a:pt x="6342947" y="1880424"/>
                  <a:pt x="6330896" y="1880424"/>
                </a:cubicBezTo>
                <a:cubicBezTo>
                  <a:pt x="6318845" y="1880424"/>
                  <a:pt x="6309076" y="1870655"/>
                  <a:pt x="6309076" y="1858604"/>
                </a:cubicBezTo>
                <a:cubicBezTo>
                  <a:pt x="6309076" y="1846553"/>
                  <a:pt x="6318845" y="1836784"/>
                  <a:pt x="6330896" y="1836784"/>
                </a:cubicBezTo>
                <a:close/>
                <a:moveTo>
                  <a:pt x="6252875" y="1836784"/>
                </a:moveTo>
                <a:cubicBezTo>
                  <a:pt x="6264926" y="1836784"/>
                  <a:pt x="6274695" y="1846553"/>
                  <a:pt x="6274695" y="1858604"/>
                </a:cubicBezTo>
                <a:cubicBezTo>
                  <a:pt x="6274695" y="1870655"/>
                  <a:pt x="6264926" y="1880424"/>
                  <a:pt x="6252875" y="1880424"/>
                </a:cubicBezTo>
                <a:cubicBezTo>
                  <a:pt x="6240824" y="1880424"/>
                  <a:pt x="6231055" y="1870655"/>
                  <a:pt x="6231055" y="1858604"/>
                </a:cubicBezTo>
                <a:cubicBezTo>
                  <a:pt x="6231055" y="1846553"/>
                  <a:pt x="6240824" y="1836784"/>
                  <a:pt x="6252875" y="1836784"/>
                </a:cubicBezTo>
                <a:close/>
                <a:moveTo>
                  <a:pt x="6174854" y="1836784"/>
                </a:moveTo>
                <a:cubicBezTo>
                  <a:pt x="6186905" y="1836784"/>
                  <a:pt x="6196674" y="1846553"/>
                  <a:pt x="6196674" y="1858604"/>
                </a:cubicBezTo>
                <a:cubicBezTo>
                  <a:pt x="6196674" y="1870655"/>
                  <a:pt x="6186905" y="1880424"/>
                  <a:pt x="6174854" y="1880424"/>
                </a:cubicBezTo>
                <a:cubicBezTo>
                  <a:pt x="6162803" y="1880424"/>
                  <a:pt x="6153034" y="1870655"/>
                  <a:pt x="6153034" y="1858604"/>
                </a:cubicBezTo>
                <a:cubicBezTo>
                  <a:pt x="6153034" y="1846553"/>
                  <a:pt x="6162803" y="1836784"/>
                  <a:pt x="6174854" y="1836784"/>
                </a:cubicBezTo>
                <a:close/>
                <a:moveTo>
                  <a:pt x="6096834" y="1836784"/>
                </a:moveTo>
                <a:cubicBezTo>
                  <a:pt x="6108885" y="1836784"/>
                  <a:pt x="6118654" y="1846553"/>
                  <a:pt x="6118654" y="1858604"/>
                </a:cubicBezTo>
                <a:cubicBezTo>
                  <a:pt x="6118654" y="1870655"/>
                  <a:pt x="6108885" y="1880424"/>
                  <a:pt x="6096834" y="1880424"/>
                </a:cubicBezTo>
                <a:cubicBezTo>
                  <a:pt x="6084783" y="1880424"/>
                  <a:pt x="6075014" y="1870655"/>
                  <a:pt x="6075014" y="1858604"/>
                </a:cubicBezTo>
                <a:cubicBezTo>
                  <a:pt x="6075014" y="1846553"/>
                  <a:pt x="6084783" y="1836784"/>
                  <a:pt x="6096834" y="1836784"/>
                </a:cubicBezTo>
                <a:close/>
                <a:moveTo>
                  <a:pt x="6018814" y="1836784"/>
                </a:moveTo>
                <a:cubicBezTo>
                  <a:pt x="6030865" y="1836784"/>
                  <a:pt x="6040634" y="1846553"/>
                  <a:pt x="6040634" y="1858604"/>
                </a:cubicBezTo>
                <a:cubicBezTo>
                  <a:pt x="6040634" y="1870655"/>
                  <a:pt x="6030865" y="1880424"/>
                  <a:pt x="6018814" y="1880424"/>
                </a:cubicBezTo>
                <a:cubicBezTo>
                  <a:pt x="6006763" y="1880424"/>
                  <a:pt x="5996994" y="1870655"/>
                  <a:pt x="5996994" y="1858604"/>
                </a:cubicBezTo>
                <a:cubicBezTo>
                  <a:pt x="5996994" y="1846553"/>
                  <a:pt x="6006763" y="1836784"/>
                  <a:pt x="6018814" y="1836784"/>
                </a:cubicBezTo>
                <a:close/>
                <a:moveTo>
                  <a:pt x="5940793" y="1836784"/>
                </a:moveTo>
                <a:cubicBezTo>
                  <a:pt x="5952844" y="1836784"/>
                  <a:pt x="5962613" y="1846553"/>
                  <a:pt x="5962613" y="1858604"/>
                </a:cubicBezTo>
                <a:cubicBezTo>
                  <a:pt x="5962613" y="1870655"/>
                  <a:pt x="5952844" y="1880424"/>
                  <a:pt x="5940793" y="1880424"/>
                </a:cubicBezTo>
                <a:cubicBezTo>
                  <a:pt x="5928742" y="1880424"/>
                  <a:pt x="5918973" y="1870655"/>
                  <a:pt x="5918973" y="1858604"/>
                </a:cubicBezTo>
                <a:cubicBezTo>
                  <a:pt x="5918973" y="1846553"/>
                  <a:pt x="5928742" y="1836784"/>
                  <a:pt x="5940793" y="1836784"/>
                </a:cubicBezTo>
                <a:close/>
                <a:moveTo>
                  <a:pt x="5862773" y="1836784"/>
                </a:moveTo>
                <a:cubicBezTo>
                  <a:pt x="5874824" y="1836784"/>
                  <a:pt x="5884593" y="1846553"/>
                  <a:pt x="5884593" y="1858604"/>
                </a:cubicBezTo>
                <a:cubicBezTo>
                  <a:pt x="5884593" y="1870655"/>
                  <a:pt x="5874824" y="1880424"/>
                  <a:pt x="5862773" y="1880424"/>
                </a:cubicBezTo>
                <a:cubicBezTo>
                  <a:pt x="5850722" y="1880424"/>
                  <a:pt x="5840953" y="1870655"/>
                  <a:pt x="5840953" y="1858604"/>
                </a:cubicBezTo>
                <a:cubicBezTo>
                  <a:pt x="5840953" y="1846553"/>
                  <a:pt x="5850722" y="1836784"/>
                  <a:pt x="5862773" y="1836784"/>
                </a:cubicBezTo>
                <a:close/>
                <a:moveTo>
                  <a:pt x="5785413" y="1836784"/>
                </a:moveTo>
                <a:cubicBezTo>
                  <a:pt x="5797829" y="1836784"/>
                  <a:pt x="5807894" y="1846553"/>
                  <a:pt x="5807894" y="1858604"/>
                </a:cubicBezTo>
                <a:cubicBezTo>
                  <a:pt x="5807894" y="1870655"/>
                  <a:pt x="5797829" y="1880424"/>
                  <a:pt x="5785413" y="1880424"/>
                </a:cubicBezTo>
                <a:cubicBezTo>
                  <a:pt x="5772997" y="1880424"/>
                  <a:pt x="5762932" y="1870655"/>
                  <a:pt x="5762932" y="1858604"/>
                </a:cubicBezTo>
                <a:cubicBezTo>
                  <a:pt x="5762932" y="1846553"/>
                  <a:pt x="5772997" y="1836784"/>
                  <a:pt x="5785413" y="1836784"/>
                </a:cubicBezTo>
                <a:close/>
                <a:moveTo>
                  <a:pt x="5708054" y="1836784"/>
                </a:moveTo>
                <a:cubicBezTo>
                  <a:pt x="5720105" y="1836784"/>
                  <a:pt x="5729874" y="1846553"/>
                  <a:pt x="5729874" y="1858604"/>
                </a:cubicBezTo>
                <a:cubicBezTo>
                  <a:pt x="5729874" y="1870655"/>
                  <a:pt x="5720105" y="1880424"/>
                  <a:pt x="5708054" y="1880424"/>
                </a:cubicBezTo>
                <a:cubicBezTo>
                  <a:pt x="5696003" y="1880424"/>
                  <a:pt x="5686234" y="1870655"/>
                  <a:pt x="5686234" y="1858604"/>
                </a:cubicBezTo>
                <a:cubicBezTo>
                  <a:pt x="5686234" y="1846553"/>
                  <a:pt x="5696003" y="1836784"/>
                  <a:pt x="5708054" y="1836784"/>
                </a:cubicBezTo>
                <a:close/>
                <a:moveTo>
                  <a:pt x="5630034" y="1836784"/>
                </a:moveTo>
                <a:cubicBezTo>
                  <a:pt x="5642085" y="1836784"/>
                  <a:pt x="5651854" y="1846553"/>
                  <a:pt x="5651854" y="1858604"/>
                </a:cubicBezTo>
                <a:cubicBezTo>
                  <a:pt x="5651854" y="1870655"/>
                  <a:pt x="5642085" y="1880424"/>
                  <a:pt x="5630034" y="1880424"/>
                </a:cubicBezTo>
                <a:cubicBezTo>
                  <a:pt x="5617983" y="1880424"/>
                  <a:pt x="5608214" y="1870655"/>
                  <a:pt x="5608214" y="1858604"/>
                </a:cubicBezTo>
                <a:cubicBezTo>
                  <a:pt x="5608214" y="1846553"/>
                  <a:pt x="5617983" y="1836784"/>
                  <a:pt x="5630034" y="1836784"/>
                </a:cubicBezTo>
                <a:close/>
                <a:moveTo>
                  <a:pt x="5552013" y="1836784"/>
                </a:moveTo>
                <a:cubicBezTo>
                  <a:pt x="5564064" y="1836784"/>
                  <a:pt x="5573833" y="1846553"/>
                  <a:pt x="5573833" y="1858604"/>
                </a:cubicBezTo>
                <a:cubicBezTo>
                  <a:pt x="5573833" y="1870655"/>
                  <a:pt x="5564064" y="1880424"/>
                  <a:pt x="5552013" y="1880424"/>
                </a:cubicBezTo>
                <a:cubicBezTo>
                  <a:pt x="5539962" y="1880424"/>
                  <a:pt x="5530193" y="1870655"/>
                  <a:pt x="5530193" y="1858604"/>
                </a:cubicBezTo>
                <a:cubicBezTo>
                  <a:pt x="5530193" y="1846553"/>
                  <a:pt x="5539962" y="1836784"/>
                  <a:pt x="5552013" y="1836784"/>
                </a:cubicBezTo>
                <a:close/>
                <a:moveTo>
                  <a:pt x="5473331" y="1836784"/>
                </a:moveTo>
                <a:cubicBezTo>
                  <a:pt x="5485747" y="1836784"/>
                  <a:pt x="5495812" y="1846553"/>
                  <a:pt x="5495812" y="1858604"/>
                </a:cubicBezTo>
                <a:cubicBezTo>
                  <a:pt x="5495812" y="1870655"/>
                  <a:pt x="5485747" y="1880424"/>
                  <a:pt x="5473331" y="1880424"/>
                </a:cubicBezTo>
                <a:cubicBezTo>
                  <a:pt x="5460915" y="1880424"/>
                  <a:pt x="5450850" y="1870655"/>
                  <a:pt x="5450850" y="1858604"/>
                </a:cubicBezTo>
                <a:cubicBezTo>
                  <a:pt x="5450850" y="1846553"/>
                  <a:pt x="5460915" y="1836784"/>
                  <a:pt x="5473331" y="1836784"/>
                </a:cubicBezTo>
                <a:close/>
                <a:moveTo>
                  <a:pt x="5395972" y="1836784"/>
                </a:moveTo>
                <a:cubicBezTo>
                  <a:pt x="5408023" y="1836784"/>
                  <a:pt x="5417792" y="1846553"/>
                  <a:pt x="5417792" y="1858604"/>
                </a:cubicBezTo>
                <a:cubicBezTo>
                  <a:pt x="5417792" y="1870655"/>
                  <a:pt x="5408023" y="1880424"/>
                  <a:pt x="5395972" y="1880424"/>
                </a:cubicBezTo>
                <a:cubicBezTo>
                  <a:pt x="5383921" y="1880424"/>
                  <a:pt x="5374152" y="1870655"/>
                  <a:pt x="5374152" y="1858604"/>
                </a:cubicBezTo>
                <a:cubicBezTo>
                  <a:pt x="5374152" y="1846553"/>
                  <a:pt x="5383921" y="1836784"/>
                  <a:pt x="5395972" y="1836784"/>
                </a:cubicBezTo>
                <a:close/>
                <a:moveTo>
                  <a:pt x="5317953" y="1836784"/>
                </a:moveTo>
                <a:cubicBezTo>
                  <a:pt x="5330004" y="1836784"/>
                  <a:pt x="5339773" y="1846553"/>
                  <a:pt x="5339773" y="1858604"/>
                </a:cubicBezTo>
                <a:cubicBezTo>
                  <a:pt x="5339773" y="1870655"/>
                  <a:pt x="5330004" y="1880424"/>
                  <a:pt x="5317953" y="1880424"/>
                </a:cubicBezTo>
                <a:cubicBezTo>
                  <a:pt x="5305902" y="1880424"/>
                  <a:pt x="5296133" y="1870655"/>
                  <a:pt x="5296133" y="1858604"/>
                </a:cubicBezTo>
                <a:cubicBezTo>
                  <a:pt x="5296133" y="1846553"/>
                  <a:pt x="5305902" y="1836784"/>
                  <a:pt x="5317953" y="1836784"/>
                </a:cubicBezTo>
                <a:close/>
                <a:moveTo>
                  <a:pt x="5239931" y="1836784"/>
                </a:moveTo>
                <a:cubicBezTo>
                  <a:pt x="5251982" y="1836784"/>
                  <a:pt x="5261751" y="1846553"/>
                  <a:pt x="5261751" y="1858604"/>
                </a:cubicBezTo>
                <a:cubicBezTo>
                  <a:pt x="5261751" y="1870655"/>
                  <a:pt x="5251982" y="1880424"/>
                  <a:pt x="5239931" y="1880424"/>
                </a:cubicBezTo>
                <a:cubicBezTo>
                  <a:pt x="5227880" y="1880424"/>
                  <a:pt x="5218111" y="1870655"/>
                  <a:pt x="5218111" y="1858604"/>
                </a:cubicBezTo>
                <a:cubicBezTo>
                  <a:pt x="5218111" y="1846553"/>
                  <a:pt x="5227880" y="1836784"/>
                  <a:pt x="5239931" y="1836784"/>
                </a:cubicBezTo>
                <a:close/>
                <a:moveTo>
                  <a:pt x="5162572" y="1836784"/>
                </a:moveTo>
                <a:cubicBezTo>
                  <a:pt x="5174988" y="1836784"/>
                  <a:pt x="5185053" y="1846553"/>
                  <a:pt x="5185053" y="1858604"/>
                </a:cubicBezTo>
                <a:cubicBezTo>
                  <a:pt x="5185053" y="1870655"/>
                  <a:pt x="5174988" y="1880424"/>
                  <a:pt x="5162572" y="1880424"/>
                </a:cubicBezTo>
                <a:cubicBezTo>
                  <a:pt x="5150156" y="1880424"/>
                  <a:pt x="5140091" y="1870655"/>
                  <a:pt x="5140091" y="1858604"/>
                </a:cubicBezTo>
                <a:cubicBezTo>
                  <a:pt x="5140091" y="1846553"/>
                  <a:pt x="5150156" y="1836784"/>
                  <a:pt x="5162572" y="1836784"/>
                </a:cubicBezTo>
                <a:close/>
                <a:moveTo>
                  <a:pt x="5085212" y="1836784"/>
                </a:moveTo>
                <a:cubicBezTo>
                  <a:pt x="5097263" y="1836784"/>
                  <a:pt x="5107032" y="1846553"/>
                  <a:pt x="5107032" y="1858604"/>
                </a:cubicBezTo>
                <a:cubicBezTo>
                  <a:pt x="5107032" y="1870655"/>
                  <a:pt x="5097263" y="1880424"/>
                  <a:pt x="5085212" y="1880424"/>
                </a:cubicBezTo>
                <a:cubicBezTo>
                  <a:pt x="5073161" y="1880424"/>
                  <a:pt x="5063392" y="1870655"/>
                  <a:pt x="5063392" y="1858604"/>
                </a:cubicBezTo>
                <a:cubicBezTo>
                  <a:pt x="5063392" y="1846553"/>
                  <a:pt x="5073161" y="1836784"/>
                  <a:pt x="5085212" y="1836784"/>
                </a:cubicBezTo>
                <a:close/>
                <a:moveTo>
                  <a:pt x="5007193" y="1836784"/>
                </a:moveTo>
                <a:cubicBezTo>
                  <a:pt x="5019244" y="1836784"/>
                  <a:pt x="5029013" y="1846553"/>
                  <a:pt x="5029013" y="1858604"/>
                </a:cubicBezTo>
                <a:cubicBezTo>
                  <a:pt x="5029013" y="1870655"/>
                  <a:pt x="5019244" y="1880424"/>
                  <a:pt x="5007193" y="1880424"/>
                </a:cubicBezTo>
                <a:cubicBezTo>
                  <a:pt x="4995142" y="1880424"/>
                  <a:pt x="4985373" y="1870655"/>
                  <a:pt x="4985373" y="1858604"/>
                </a:cubicBezTo>
                <a:cubicBezTo>
                  <a:pt x="4985373" y="1846553"/>
                  <a:pt x="4995142" y="1836784"/>
                  <a:pt x="5007193" y="1836784"/>
                </a:cubicBezTo>
                <a:close/>
                <a:moveTo>
                  <a:pt x="4928511" y="1836784"/>
                </a:moveTo>
                <a:cubicBezTo>
                  <a:pt x="4940927" y="1836784"/>
                  <a:pt x="4950992" y="1846553"/>
                  <a:pt x="4950992" y="1858604"/>
                </a:cubicBezTo>
                <a:cubicBezTo>
                  <a:pt x="4950992" y="1870655"/>
                  <a:pt x="4940927" y="1880424"/>
                  <a:pt x="4928511" y="1880424"/>
                </a:cubicBezTo>
                <a:cubicBezTo>
                  <a:pt x="4916095" y="1880424"/>
                  <a:pt x="4906030" y="1870655"/>
                  <a:pt x="4906030" y="1858604"/>
                </a:cubicBezTo>
                <a:cubicBezTo>
                  <a:pt x="4906030" y="1846553"/>
                  <a:pt x="4916095" y="1836784"/>
                  <a:pt x="4928511" y="1836784"/>
                </a:cubicBezTo>
                <a:close/>
                <a:moveTo>
                  <a:pt x="4850491" y="1836784"/>
                </a:moveTo>
                <a:cubicBezTo>
                  <a:pt x="4862907" y="1836784"/>
                  <a:pt x="4872972" y="1846553"/>
                  <a:pt x="4872972" y="1858604"/>
                </a:cubicBezTo>
                <a:cubicBezTo>
                  <a:pt x="4872972" y="1870655"/>
                  <a:pt x="4862907" y="1880424"/>
                  <a:pt x="4850491" y="1880424"/>
                </a:cubicBezTo>
                <a:cubicBezTo>
                  <a:pt x="4838075" y="1880424"/>
                  <a:pt x="4828010" y="1870655"/>
                  <a:pt x="4828010" y="1858604"/>
                </a:cubicBezTo>
                <a:cubicBezTo>
                  <a:pt x="4828010" y="1846553"/>
                  <a:pt x="4838075" y="1836784"/>
                  <a:pt x="4850491" y="1836784"/>
                </a:cubicBezTo>
                <a:close/>
                <a:moveTo>
                  <a:pt x="4773132" y="1836784"/>
                </a:moveTo>
                <a:cubicBezTo>
                  <a:pt x="4785183" y="1836784"/>
                  <a:pt x="4794952" y="1846553"/>
                  <a:pt x="4794952" y="1858604"/>
                </a:cubicBezTo>
                <a:cubicBezTo>
                  <a:pt x="4794952" y="1870655"/>
                  <a:pt x="4785183" y="1880424"/>
                  <a:pt x="4773132" y="1880424"/>
                </a:cubicBezTo>
                <a:cubicBezTo>
                  <a:pt x="4761081" y="1880424"/>
                  <a:pt x="4751312" y="1870655"/>
                  <a:pt x="4751312" y="1858604"/>
                </a:cubicBezTo>
                <a:cubicBezTo>
                  <a:pt x="4751312" y="1846553"/>
                  <a:pt x="4761081" y="1836784"/>
                  <a:pt x="4773132" y="1836784"/>
                </a:cubicBezTo>
                <a:close/>
                <a:moveTo>
                  <a:pt x="4695111" y="1836784"/>
                </a:moveTo>
                <a:cubicBezTo>
                  <a:pt x="4707162" y="1836784"/>
                  <a:pt x="4716931" y="1846553"/>
                  <a:pt x="4716931" y="1858604"/>
                </a:cubicBezTo>
                <a:cubicBezTo>
                  <a:pt x="4716931" y="1870655"/>
                  <a:pt x="4707162" y="1880424"/>
                  <a:pt x="4695111" y="1880424"/>
                </a:cubicBezTo>
                <a:cubicBezTo>
                  <a:pt x="4683060" y="1880424"/>
                  <a:pt x="4673291" y="1870655"/>
                  <a:pt x="4673291" y="1858604"/>
                </a:cubicBezTo>
                <a:cubicBezTo>
                  <a:pt x="4673291" y="1846553"/>
                  <a:pt x="4683060" y="1836784"/>
                  <a:pt x="4695111" y="1836784"/>
                </a:cubicBezTo>
                <a:close/>
                <a:moveTo>
                  <a:pt x="4617091" y="1836784"/>
                </a:moveTo>
                <a:cubicBezTo>
                  <a:pt x="4629142" y="1836784"/>
                  <a:pt x="4638911" y="1846553"/>
                  <a:pt x="4638911" y="1858604"/>
                </a:cubicBezTo>
                <a:cubicBezTo>
                  <a:pt x="4638911" y="1870655"/>
                  <a:pt x="4629142" y="1880424"/>
                  <a:pt x="4617091" y="1880424"/>
                </a:cubicBezTo>
                <a:cubicBezTo>
                  <a:pt x="4605040" y="1880424"/>
                  <a:pt x="4595271" y="1870655"/>
                  <a:pt x="4595271" y="1858604"/>
                </a:cubicBezTo>
                <a:cubicBezTo>
                  <a:pt x="4595271" y="1846553"/>
                  <a:pt x="4605040" y="1836784"/>
                  <a:pt x="4617091" y="1836784"/>
                </a:cubicBezTo>
                <a:close/>
                <a:moveTo>
                  <a:pt x="4539070" y="1836784"/>
                </a:moveTo>
                <a:cubicBezTo>
                  <a:pt x="4551121" y="1836784"/>
                  <a:pt x="4560890" y="1846553"/>
                  <a:pt x="4560890" y="1858604"/>
                </a:cubicBezTo>
                <a:cubicBezTo>
                  <a:pt x="4560890" y="1870655"/>
                  <a:pt x="4551121" y="1880424"/>
                  <a:pt x="4539070" y="1880424"/>
                </a:cubicBezTo>
                <a:cubicBezTo>
                  <a:pt x="4527019" y="1880424"/>
                  <a:pt x="4517250" y="1870655"/>
                  <a:pt x="4517250" y="1858604"/>
                </a:cubicBezTo>
                <a:cubicBezTo>
                  <a:pt x="4517250" y="1846553"/>
                  <a:pt x="4527019" y="1836784"/>
                  <a:pt x="4539070" y="1836784"/>
                </a:cubicBezTo>
                <a:close/>
                <a:moveTo>
                  <a:pt x="4461711" y="1836784"/>
                </a:moveTo>
                <a:cubicBezTo>
                  <a:pt x="4474127" y="1836784"/>
                  <a:pt x="4484192" y="1846553"/>
                  <a:pt x="4484192" y="1858604"/>
                </a:cubicBezTo>
                <a:cubicBezTo>
                  <a:pt x="4484192" y="1870655"/>
                  <a:pt x="4474127" y="1880424"/>
                  <a:pt x="4461711" y="1880424"/>
                </a:cubicBezTo>
                <a:cubicBezTo>
                  <a:pt x="4449295" y="1880424"/>
                  <a:pt x="4439230" y="1870655"/>
                  <a:pt x="4439230" y="1858604"/>
                </a:cubicBezTo>
                <a:cubicBezTo>
                  <a:pt x="4439230" y="1846553"/>
                  <a:pt x="4449295" y="1836784"/>
                  <a:pt x="4461711" y="1836784"/>
                </a:cubicBezTo>
                <a:close/>
                <a:moveTo>
                  <a:pt x="4384351" y="1836784"/>
                </a:moveTo>
                <a:cubicBezTo>
                  <a:pt x="4396402" y="1836784"/>
                  <a:pt x="4406171" y="1846553"/>
                  <a:pt x="4406171" y="1858604"/>
                </a:cubicBezTo>
                <a:cubicBezTo>
                  <a:pt x="4406171" y="1870655"/>
                  <a:pt x="4396402" y="1880424"/>
                  <a:pt x="4384351" y="1880424"/>
                </a:cubicBezTo>
                <a:cubicBezTo>
                  <a:pt x="4372300" y="1880424"/>
                  <a:pt x="4362531" y="1870655"/>
                  <a:pt x="4362531" y="1858604"/>
                </a:cubicBezTo>
                <a:cubicBezTo>
                  <a:pt x="4362531" y="1846553"/>
                  <a:pt x="4372300" y="1836784"/>
                  <a:pt x="4384351" y="1836784"/>
                </a:cubicBezTo>
                <a:close/>
                <a:moveTo>
                  <a:pt x="2981306" y="1836784"/>
                </a:moveTo>
                <a:cubicBezTo>
                  <a:pt x="2993357" y="1836784"/>
                  <a:pt x="3003126" y="1846553"/>
                  <a:pt x="3003126" y="1858604"/>
                </a:cubicBezTo>
                <a:cubicBezTo>
                  <a:pt x="3003126" y="1870655"/>
                  <a:pt x="2993357" y="1880424"/>
                  <a:pt x="2981306" y="1880424"/>
                </a:cubicBezTo>
                <a:cubicBezTo>
                  <a:pt x="2969255" y="1880424"/>
                  <a:pt x="2959486" y="1870655"/>
                  <a:pt x="2959486" y="1858604"/>
                </a:cubicBezTo>
                <a:cubicBezTo>
                  <a:pt x="2959486" y="1846553"/>
                  <a:pt x="2969255" y="1836784"/>
                  <a:pt x="2981306" y="1836784"/>
                </a:cubicBezTo>
                <a:close/>
                <a:moveTo>
                  <a:pt x="2903286" y="1836784"/>
                </a:moveTo>
                <a:cubicBezTo>
                  <a:pt x="2915337" y="1836784"/>
                  <a:pt x="2925106" y="1846553"/>
                  <a:pt x="2925106" y="1858604"/>
                </a:cubicBezTo>
                <a:cubicBezTo>
                  <a:pt x="2925106" y="1870655"/>
                  <a:pt x="2915337" y="1880424"/>
                  <a:pt x="2903286" y="1880424"/>
                </a:cubicBezTo>
                <a:cubicBezTo>
                  <a:pt x="2891235" y="1880424"/>
                  <a:pt x="2881466" y="1870655"/>
                  <a:pt x="2881466" y="1858604"/>
                </a:cubicBezTo>
                <a:cubicBezTo>
                  <a:pt x="2881466" y="1846553"/>
                  <a:pt x="2891235" y="1836784"/>
                  <a:pt x="2903286" y="1836784"/>
                </a:cubicBezTo>
                <a:close/>
                <a:moveTo>
                  <a:pt x="2826588" y="1836784"/>
                </a:moveTo>
                <a:cubicBezTo>
                  <a:pt x="2838639" y="1836784"/>
                  <a:pt x="2848408" y="1846553"/>
                  <a:pt x="2848408" y="1858604"/>
                </a:cubicBezTo>
                <a:cubicBezTo>
                  <a:pt x="2848408" y="1870655"/>
                  <a:pt x="2838639" y="1880424"/>
                  <a:pt x="2826588" y="1880424"/>
                </a:cubicBezTo>
                <a:cubicBezTo>
                  <a:pt x="2814537" y="1880424"/>
                  <a:pt x="2804768" y="1870655"/>
                  <a:pt x="2804768" y="1858604"/>
                </a:cubicBezTo>
                <a:cubicBezTo>
                  <a:pt x="2804768" y="1846553"/>
                  <a:pt x="2814537" y="1836784"/>
                  <a:pt x="2826588" y="1836784"/>
                </a:cubicBezTo>
                <a:close/>
                <a:moveTo>
                  <a:pt x="2670547" y="1836784"/>
                </a:moveTo>
                <a:cubicBezTo>
                  <a:pt x="2682598" y="1836784"/>
                  <a:pt x="2692367" y="1846553"/>
                  <a:pt x="2692367" y="1858604"/>
                </a:cubicBezTo>
                <a:cubicBezTo>
                  <a:pt x="2692367" y="1870655"/>
                  <a:pt x="2682598" y="1880424"/>
                  <a:pt x="2670547" y="1880424"/>
                </a:cubicBezTo>
                <a:cubicBezTo>
                  <a:pt x="2658496" y="1880424"/>
                  <a:pt x="2648727" y="1870655"/>
                  <a:pt x="2648727" y="1858604"/>
                </a:cubicBezTo>
                <a:cubicBezTo>
                  <a:pt x="2648727" y="1846553"/>
                  <a:pt x="2658496" y="1836784"/>
                  <a:pt x="2670547" y="1836784"/>
                </a:cubicBezTo>
                <a:close/>
                <a:moveTo>
                  <a:pt x="2592527" y="1836784"/>
                </a:moveTo>
                <a:cubicBezTo>
                  <a:pt x="2604578" y="1836784"/>
                  <a:pt x="2614347" y="1846553"/>
                  <a:pt x="2614347" y="1858604"/>
                </a:cubicBezTo>
                <a:cubicBezTo>
                  <a:pt x="2614347" y="1870655"/>
                  <a:pt x="2604578" y="1880424"/>
                  <a:pt x="2592527" y="1880424"/>
                </a:cubicBezTo>
                <a:cubicBezTo>
                  <a:pt x="2580476" y="1880424"/>
                  <a:pt x="2570707" y="1870655"/>
                  <a:pt x="2570707" y="1858604"/>
                </a:cubicBezTo>
                <a:cubicBezTo>
                  <a:pt x="2570707" y="1846553"/>
                  <a:pt x="2580476" y="1836784"/>
                  <a:pt x="2592527" y="1836784"/>
                </a:cubicBezTo>
                <a:close/>
                <a:moveTo>
                  <a:pt x="2513845" y="1836784"/>
                </a:moveTo>
                <a:cubicBezTo>
                  <a:pt x="2526261" y="1836784"/>
                  <a:pt x="2536326" y="1846553"/>
                  <a:pt x="2536326" y="1858604"/>
                </a:cubicBezTo>
                <a:cubicBezTo>
                  <a:pt x="2536326" y="1870655"/>
                  <a:pt x="2526261" y="1880424"/>
                  <a:pt x="2513845" y="1880424"/>
                </a:cubicBezTo>
                <a:cubicBezTo>
                  <a:pt x="2501429" y="1880424"/>
                  <a:pt x="2491364" y="1870655"/>
                  <a:pt x="2491364" y="1858604"/>
                </a:cubicBezTo>
                <a:cubicBezTo>
                  <a:pt x="2491364" y="1846553"/>
                  <a:pt x="2501429" y="1836784"/>
                  <a:pt x="2513845" y="1836784"/>
                </a:cubicBezTo>
                <a:close/>
                <a:moveTo>
                  <a:pt x="2436486" y="1836784"/>
                </a:moveTo>
                <a:cubicBezTo>
                  <a:pt x="2448537" y="1836784"/>
                  <a:pt x="2458306" y="1846553"/>
                  <a:pt x="2458306" y="1858604"/>
                </a:cubicBezTo>
                <a:cubicBezTo>
                  <a:pt x="2458306" y="1870655"/>
                  <a:pt x="2448537" y="1880424"/>
                  <a:pt x="2436486" y="1880424"/>
                </a:cubicBezTo>
                <a:cubicBezTo>
                  <a:pt x="2424435" y="1880424"/>
                  <a:pt x="2414666" y="1870655"/>
                  <a:pt x="2414666" y="1858604"/>
                </a:cubicBezTo>
                <a:cubicBezTo>
                  <a:pt x="2414666" y="1846553"/>
                  <a:pt x="2424435" y="1836784"/>
                  <a:pt x="2436486" y="1836784"/>
                </a:cubicBezTo>
                <a:close/>
                <a:moveTo>
                  <a:pt x="2358465" y="1836784"/>
                </a:moveTo>
                <a:cubicBezTo>
                  <a:pt x="2370516" y="1836784"/>
                  <a:pt x="2380285" y="1846553"/>
                  <a:pt x="2380285" y="1858604"/>
                </a:cubicBezTo>
                <a:cubicBezTo>
                  <a:pt x="2380285" y="1870655"/>
                  <a:pt x="2370516" y="1880424"/>
                  <a:pt x="2358465" y="1880424"/>
                </a:cubicBezTo>
                <a:cubicBezTo>
                  <a:pt x="2346414" y="1880424"/>
                  <a:pt x="2336645" y="1870655"/>
                  <a:pt x="2336645" y="1858604"/>
                </a:cubicBezTo>
                <a:cubicBezTo>
                  <a:pt x="2336645" y="1846553"/>
                  <a:pt x="2346414" y="1836784"/>
                  <a:pt x="2358465" y="1836784"/>
                </a:cubicBezTo>
                <a:close/>
                <a:moveTo>
                  <a:pt x="2280445" y="1836784"/>
                </a:moveTo>
                <a:cubicBezTo>
                  <a:pt x="2292496" y="1836784"/>
                  <a:pt x="2302265" y="1846553"/>
                  <a:pt x="2302265" y="1858604"/>
                </a:cubicBezTo>
                <a:cubicBezTo>
                  <a:pt x="2302265" y="1870655"/>
                  <a:pt x="2292496" y="1880424"/>
                  <a:pt x="2280445" y="1880424"/>
                </a:cubicBezTo>
                <a:cubicBezTo>
                  <a:pt x="2268394" y="1880424"/>
                  <a:pt x="2258625" y="1870655"/>
                  <a:pt x="2258625" y="1858604"/>
                </a:cubicBezTo>
                <a:cubicBezTo>
                  <a:pt x="2258625" y="1846553"/>
                  <a:pt x="2268394" y="1836784"/>
                  <a:pt x="2280445" y="1836784"/>
                </a:cubicBezTo>
                <a:close/>
                <a:moveTo>
                  <a:pt x="2203086" y="1836784"/>
                </a:moveTo>
                <a:cubicBezTo>
                  <a:pt x="2215502" y="1836784"/>
                  <a:pt x="2225567" y="1846553"/>
                  <a:pt x="2225567" y="1858604"/>
                </a:cubicBezTo>
                <a:cubicBezTo>
                  <a:pt x="2225567" y="1870655"/>
                  <a:pt x="2215502" y="1880424"/>
                  <a:pt x="2203086" y="1880424"/>
                </a:cubicBezTo>
                <a:cubicBezTo>
                  <a:pt x="2190670" y="1880424"/>
                  <a:pt x="2180605" y="1870655"/>
                  <a:pt x="2180605" y="1858604"/>
                </a:cubicBezTo>
                <a:cubicBezTo>
                  <a:pt x="2180605" y="1846553"/>
                  <a:pt x="2190670" y="1836784"/>
                  <a:pt x="2203086" y="1836784"/>
                </a:cubicBezTo>
                <a:close/>
                <a:moveTo>
                  <a:pt x="2125727" y="1836784"/>
                </a:moveTo>
                <a:cubicBezTo>
                  <a:pt x="2137778" y="1836784"/>
                  <a:pt x="2147547" y="1846553"/>
                  <a:pt x="2147547" y="1858604"/>
                </a:cubicBezTo>
                <a:cubicBezTo>
                  <a:pt x="2147547" y="1870655"/>
                  <a:pt x="2137778" y="1880424"/>
                  <a:pt x="2125727" y="1880424"/>
                </a:cubicBezTo>
                <a:cubicBezTo>
                  <a:pt x="2113676" y="1880424"/>
                  <a:pt x="2103907" y="1870655"/>
                  <a:pt x="2103907" y="1858604"/>
                </a:cubicBezTo>
                <a:cubicBezTo>
                  <a:pt x="2103907" y="1846553"/>
                  <a:pt x="2113676" y="1836784"/>
                  <a:pt x="2125727" y="1836784"/>
                </a:cubicBezTo>
                <a:close/>
                <a:moveTo>
                  <a:pt x="2047706" y="1836784"/>
                </a:moveTo>
                <a:cubicBezTo>
                  <a:pt x="2059757" y="1836784"/>
                  <a:pt x="2069526" y="1846553"/>
                  <a:pt x="2069526" y="1858604"/>
                </a:cubicBezTo>
                <a:cubicBezTo>
                  <a:pt x="2069526" y="1870655"/>
                  <a:pt x="2059757" y="1880424"/>
                  <a:pt x="2047706" y="1880424"/>
                </a:cubicBezTo>
                <a:cubicBezTo>
                  <a:pt x="2035655" y="1880424"/>
                  <a:pt x="2025886" y="1870655"/>
                  <a:pt x="2025886" y="1858604"/>
                </a:cubicBezTo>
                <a:cubicBezTo>
                  <a:pt x="2025886" y="1846553"/>
                  <a:pt x="2035655" y="1836784"/>
                  <a:pt x="2047706" y="1836784"/>
                </a:cubicBezTo>
                <a:close/>
                <a:moveTo>
                  <a:pt x="1968363" y="1836784"/>
                </a:moveTo>
                <a:cubicBezTo>
                  <a:pt x="1980414" y="1836784"/>
                  <a:pt x="1990183" y="1846553"/>
                  <a:pt x="1990183" y="1858604"/>
                </a:cubicBezTo>
                <a:cubicBezTo>
                  <a:pt x="1990183" y="1870655"/>
                  <a:pt x="1980414" y="1880424"/>
                  <a:pt x="1968363" y="1880424"/>
                </a:cubicBezTo>
                <a:cubicBezTo>
                  <a:pt x="1956312" y="1880424"/>
                  <a:pt x="1946543" y="1870655"/>
                  <a:pt x="1946543" y="1858604"/>
                </a:cubicBezTo>
                <a:cubicBezTo>
                  <a:pt x="1946543" y="1846553"/>
                  <a:pt x="1956312" y="1836784"/>
                  <a:pt x="1968363" y="1836784"/>
                </a:cubicBezTo>
                <a:close/>
                <a:moveTo>
                  <a:pt x="1891011" y="1836784"/>
                </a:moveTo>
                <a:cubicBezTo>
                  <a:pt x="1903431" y="1836784"/>
                  <a:pt x="1913495" y="1846553"/>
                  <a:pt x="1913495" y="1858604"/>
                </a:cubicBezTo>
                <a:cubicBezTo>
                  <a:pt x="1913495" y="1870655"/>
                  <a:pt x="1903431" y="1880424"/>
                  <a:pt x="1891011" y="1880424"/>
                </a:cubicBezTo>
                <a:cubicBezTo>
                  <a:pt x="1878594" y="1880424"/>
                  <a:pt x="1868529" y="1870655"/>
                  <a:pt x="1868529" y="1858604"/>
                </a:cubicBezTo>
                <a:cubicBezTo>
                  <a:pt x="1868529" y="1846553"/>
                  <a:pt x="1878594" y="1836784"/>
                  <a:pt x="1891011" y="1836784"/>
                </a:cubicBezTo>
                <a:close/>
                <a:moveTo>
                  <a:pt x="1813657" y="1836784"/>
                </a:moveTo>
                <a:cubicBezTo>
                  <a:pt x="1825704" y="1836784"/>
                  <a:pt x="1835474" y="1846553"/>
                  <a:pt x="1835474" y="1858604"/>
                </a:cubicBezTo>
                <a:cubicBezTo>
                  <a:pt x="1835474" y="1870655"/>
                  <a:pt x="1825704" y="1880424"/>
                  <a:pt x="1813657" y="1880424"/>
                </a:cubicBezTo>
                <a:cubicBezTo>
                  <a:pt x="1801603" y="1880424"/>
                  <a:pt x="1791833" y="1870655"/>
                  <a:pt x="1791833" y="1858604"/>
                </a:cubicBezTo>
                <a:cubicBezTo>
                  <a:pt x="1791833" y="1846553"/>
                  <a:pt x="1801603" y="1836784"/>
                  <a:pt x="1813657" y="1836784"/>
                </a:cubicBezTo>
                <a:close/>
                <a:moveTo>
                  <a:pt x="1735633" y="1836784"/>
                </a:moveTo>
                <a:cubicBezTo>
                  <a:pt x="1747685" y="1836784"/>
                  <a:pt x="1757457" y="1846553"/>
                  <a:pt x="1757457" y="1858604"/>
                </a:cubicBezTo>
                <a:cubicBezTo>
                  <a:pt x="1757457" y="1870655"/>
                  <a:pt x="1747685" y="1880424"/>
                  <a:pt x="1735633" y="1880424"/>
                </a:cubicBezTo>
                <a:cubicBezTo>
                  <a:pt x="1723586" y="1880424"/>
                  <a:pt x="1713819" y="1870655"/>
                  <a:pt x="1713819" y="1858604"/>
                </a:cubicBezTo>
                <a:cubicBezTo>
                  <a:pt x="1713819" y="1846553"/>
                  <a:pt x="1723586" y="1836784"/>
                  <a:pt x="1735633" y="1836784"/>
                </a:cubicBezTo>
                <a:close/>
                <a:moveTo>
                  <a:pt x="1657611" y="1836784"/>
                </a:moveTo>
                <a:cubicBezTo>
                  <a:pt x="1669659" y="1836784"/>
                  <a:pt x="1679436" y="1846553"/>
                  <a:pt x="1679436" y="1858604"/>
                </a:cubicBezTo>
                <a:cubicBezTo>
                  <a:pt x="1679436" y="1870655"/>
                  <a:pt x="1669659" y="1880424"/>
                  <a:pt x="1657611" y="1880424"/>
                </a:cubicBezTo>
                <a:cubicBezTo>
                  <a:pt x="1645568" y="1880424"/>
                  <a:pt x="1635796" y="1870655"/>
                  <a:pt x="1635796" y="1858604"/>
                </a:cubicBezTo>
                <a:cubicBezTo>
                  <a:pt x="1635796" y="1846553"/>
                  <a:pt x="1645568" y="1836784"/>
                  <a:pt x="1657611" y="1836784"/>
                </a:cubicBezTo>
                <a:close/>
                <a:moveTo>
                  <a:pt x="1580257" y="1836784"/>
                </a:moveTo>
                <a:cubicBezTo>
                  <a:pt x="1592669" y="1836784"/>
                  <a:pt x="1602734" y="1846553"/>
                  <a:pt x="1602734" y="1858604"/>
                </a:cubicBezTo>
                <a:cubicBezTo>
                  <a:pt x="1602734" y="1870655"/>
                  <a:pt x="1592669" y="1880424"/>
                  <a:pt x="1580257" y="1880424"/>
                </a:cubicBezTo>
                <a:cubicBezTo>
                  <a:pt x="1567839" y="1880424"/>
                  <a:pt x="1557771" y="1870655"/>
                  <a:pt x="1557771" y="1858604"/>
                </a:cubicBezTo>
                <a:cubicBezTo>
                  <a:pt x="1557771" y="1846553"/>
                  <a:pt x="1567839" y="1836784"/>
                  <a:pt x="1580257" y="1836784"/>
                </a:cubicBezTo>
                <a:close/>
                <a:moveTo>
                  <a:pt x="1502899" y="1836784"/>
                </a:moveTo>
                <a:cubicBezTo>
                  <a:pt x="1514943" y="1836784"/>
                  <a:pt x="1524717" y="1846553"/>
                  <a:pt x="1524717" y="1858604"/>
                </a:cubicBezTo>
                <a:cubicBezTo>
                  <a:pt x="1524717" y="1870655"/>
                  <a:pt x="1514943" y="1880424"/>
                  <a:pt x="1502899" y="1880424"/>
                </a:cubicBezTo>
                <a:cubicBezTo>
                  <a:pt x="1490842" y="1880424"/>
                  <a:pt x="1481077" y="1870655"/>
                  <a:pt x="1481077" y="1858604"/>
                </a:cubicBezTo>
                <a:cubicBezTo>
                  <a:pt x="1481077" y="1846553"/>
                  <a:pt x="1490842" y="1836784"/>
                  <a:pt x="1502899" y="1836784"/>
                </a:cubicBezTo>
                <a:close/>
                <a:moveTo>
                  <a:pt x="1424212" y="1836784"/>
                </a:moveTo>
                <a:cubicBezTo>
                  <a:pt x="1436628" y="1836784"/>
                  <a:pt x="1446695" y="1846553"/>
                  <a:pt x="1446695" y="1858604"/>
                </a:cubicBezTo>
                <a:cubicBezTo>
                  <a:pt x="1446695" y="1870655"/>
                  <a:pt x="1436628" y="1880424"/>
                  <a:pt x="1424212" y="1880424"/>
                </a:cubicBezTo>
                <a:cubicBezTo>
                  <a:pt x="1411799" y="1880424"/>
                  <a:pt x="1401732" y="1870655"/>
                  <a:pt x="1401732" y="1858604"/>
                </a:cubicBezTo>
                <a:cubicBezTo>
                  <a:pt x="1401732" y="1846553"/>
                  <a:pt x="1411799" y="1836784"/>
                  <a:pt x="1424212" y="1836784"/>
                </a:cubicBezTo>
                <a:close/>
                <a:moveTo>
                  <a:pt x="1345530" y="1836784"/>
                </a:moveTo>
                <a:cubicBezTo>
                  <a:pt x="1357582" y="1836784"/>
                  <a:pt x="1367350" y="1846553"/>
                  <a:pt x="1367350" y="1858604"/>
                </a:cubicBezTo>
                <a:cubicBezTo>
                  <a:pt x="1367350" y="1870655"/>
                  <a:pt x="1357582" y="1880424"/>
                  <a:pt x="1345530" y="1880424"/>
                </a:cubicBezTo>
                <a:cubicBezTo>
                  <a:pt x="1333479" y="1880424"/>
                  <a:pt x="1323709" y="1870655"/>
                  <a:pt x="1323709" y="1858604"/>
                </a:cubicBezTo>
                <a:cubicBezTo>
                  <a:pt x="1323709" y="1846553"/>
                  <a:pt x="1333479" y="1836784"/>
                  <a:pt x="1345530" y="1836784"/>
                </a:cubicBezTo>
                <a:close/>
                <a:moveTo>
                  <a:pt x="1268169" y="1836784"/>
                </a:moveTo>
                <a:cubicBezTo>
                  <a:pt x="1280590" y="1836784"/>
                  <a:pt x="1290657" y="1846553"/>
                  <a:pt x="1290657" y="1858604"/>
                </a:cubicBezTo>
                <a:cubicBezTo>
                  <a:pt x="1290657" y="1870655"/>
                  <a:pt x="1280590" y="1880424"/>
                  <a:pt x="1268169" y="1880424"/>
                </a:cubicBezTo>
                <a:cubicBezTo>
                  <a:pt x="1255755" y="1880424"/>
                  <a:pt x="1245691" y="1870655"/>
                  <a:pt x="1245691" y="1858604"/>
                </a:cubicBezTo>
                <a:cubicBezTo>
                  <a:pt x="1245691" y="1846553"/>
                  <a:pt x="1255755" y="1836784"/>
                  <a:pt x="1268169" y="1836784"/>
                </a:cubicBezTo>
                <a:close/>
                <a:moveTo>
                  <a:pt x="1190817" y="1836784"/>
                </a:moveTo>
                <a:cubicBezTo>
                  <a:pt x="1202861" y="1836784"/>
                  <a:pt x="1212636" y="1846553"/>
                  <a:pt x="1212636" y="1858604"/>
                </a:cubicBezTo>
                <a:cubicBezTo>
                  <a:pt x="1212636" y="1870655"/>
                  <a:pt x="1202861" y="1880424"/>
                  <a:pt x="1190817" y="1880424"/>
                </a:cubicBezTo>
                <a:cubicBezTo>
                  <a:pt x="1178762" y="1880424"/>
                  <a:pt x="1168996" y="1870655"/>
                  <a:pt x="1168996" y="1858604"/>
                </a:cubicBezTo>
                <a:cubicBezTo>
                  <a:pt x="1168996" y="1846553"/>
                  <a:pt x="1178762" y="1836784"/>
                  <a:pt x="1190817" y="1836784"/>
                </a:cubicBezTo>
                <a:close/>
                <a:moveTo>
                  <a:pt x="5708054" y="1758765"/>
                </a:moveTo>
                <a:cubicBezTo>
                  <a:pt x="5720105" y="1758765"/>
                  <a:pt x="5729874" y="1768534"/>
                  <a:pt x="5729874" y="1780585"/>
                </a:cubicBezTo>
                <a:cubicBezTo>
                  <a:pt x="5729874" y="1792636"/>
                  <a:pt x="5720105" y="1802405"/>
                  <a:pt x="5708054" y="1802405"/>
                </a:cubicBezTo>
                <a:cubicBezTo>
                  <a:pt x="5696003" y="1802405"/>
                  <a:pt x="5686234" y="1792636"/>
                  <a:pt x="5686234" y="1780585"/>
                </a:cubicBezTo>
                <a:cubicBezTo>
                  <a:pt x="5686234" y="1768534"/>
                  <a:pt x="5696003" y="1758765"/>
                  <a:pt x="5708054" y="1758765"/>
                </a:cubicBezTo>
                <a:close/>
                <a:moveTo>
                  <a:pt x="5630034" y="1758765"/>
                </a:moveTo>
                <a:cubicBezTo>
                  <a:pt x="5642085" y="1758765"/>
                  <a:pt x="5651854" y="1768534"/>
                  <a:pt x="5651854" y="1780585"/>
                </a:cubicBezTo>
                <a:cubicBezTo>
                  <a:pt x="5651854" y="1792636"/>
                  <a:pt x="5642085" y="1802405"/>
                  <a:pt x="5630034" y="1802405"/>
                </a:cubicBezTo>
                <a:cubicBezTo>
                  <a:pt x="5617983" y="1802405"/>
                  <a:pt x="5608214" y="1792636"/>
                  <a:pt x="5608214" y="1780585"/>
                </a:cubicBezTo>
                <a:cubicBezTo>
                  <a:pt x="5608214" y="1768534"/>
                  <a:pt x="5617983" y="1758765"/>
                  <a:pt x="5630034" y="1758765"/>
                </a:cubicBezTo>
                <a:close/>
                <a:moveTo>
                  <a:pt x="5552013" y="1758765"/>
                </a:moveTo>
                <a:cubicBezTo>
                  <a:pt x="5564064" y="1758765"/>
                  <a:pt x="5573833" y="1768534"/>
                  <a:pt x="5573833" y="1780585"/>
                </a:cubicBezTo>
                <a:cubicBezTo>
                  <a:pt x="5573833" y="1792636"/>
                  <a:pt x="5564064" y="1802405"/>
                  <a:pt x="5552013" y="1802405"/>
                </a:cubicBezTo>
                <a:cubicBezTo>
                  <a:pt x="5539962" y="1802405"/>
                  <a:pt x="5530193" y="1792636"/>
                  <a:pt x="5530193" y="1780585"/>
                </a:cubicBezTo>
                <a:cubicBezTo>
                  <a:pt x="5530193" y="1768534"/>
                  <a:pt x="5539962" y="1758765"/>
                  <a:pt x="5552013" y="1758765"/>
                </a:cubicBezTo>
                <a:close/>
                <a:moveTo>
                  <a:pt x="5473331" y="1758765"/>
                </a:moveTo>
                <a:cubicBezTo>
                  <a:pt x="5485747" y="1758765"/>
                  <a:pt x="5495812" y="1768534"/>
                  <a:pt x="5495812" y="1780585"/>
                </a:cubicBezTo>
                <a:cubicBezTo>
                  <a:pt x="5495812" y="1792636"/>
                  <a:pt x="5485747" y="1802405"/>
                  <a:pt x="5473331" y="1802405"/>
                </a:cubicBezTo>
                <a:cubicBezTo>
                  <a:pt x="5460915" y="1802405"/>
                  <a:pt x="5450850" y="1792636"/>
                  <a:pt x="5450850" y="1780585"/>
                </a:cubicBezTo>
                <a:cubicBezTo>
                  <a:pt x="5450850" y="1768534"/>
                  <a:pt x="5460915" y="1758765"/>
                  <a:pt x="5473331" y="1758765"/>
                </a:cubicBezTo>
                <a:close/>
                <a:moveTo>
                  <a:pt x="5395972" y="1758765"/>
                </a:moveTo>
                <a:cubicBezTo>
                  <a:pt x="5408023" y="1758765"/>
                  <a:pt x="5417792" y="1768534"/>
                  <a:pt x="5417792" y="1780585"/>
                </a:cubicBezTo>
                <a:cubicBezTo>
                  <a:pt x="5417792" y="1792636"/>
                  <a:pt x="5408023" y="1802405"/>
                  <a:pt x="5395972" y="1802405"/>
                </a:cubicBezTo>
                <a:cubicBezTo>
                  <a:pt x="5383921" y="1802405"/>
                  <a:pt x="5374152" y="1792636"/>
                  <a:pt x="5374152" y="1780585"/>
                </a:cubicBezTo>
                <a:cubicBezTo>
                  <a:pt x="5374152" y="1768534"/>
                  <a:pt x="5383921" y="1758765"/>
                  <a:pt x="5395972" y="1758765"/>
                </a:cubicBezTo>
                <a:close/>
                <a:moveTo>
                  <a:pt x="5317953" y="1758765"/>
                </a:moveTo>
                <a:cubicBezTo>
                  <a:pt x="5330004" y="1758765"/>
                  <a:pt x="5339773" y="1768534"/>
                  <a:pt x="5339773" y="1780585"/>
                </a:cubicBezTo>
                <a:cubicBezTo>
                  <a:pt x="5339773" y="1792636"/>
                  <a:pt x="5330004" y="1802405"/>
                  <a:pt x="5317953" y="1802405"/>
                </a:cubicBezTo>
                <a:cubicBezTo>
                  <a:pt x="5305902" y="1802405"/>
                  <a:pt x="5296133" y="1792636"/>
                  <a:pt x="5296133" y="1780585"/>
                </a:cubicBezTo>
                <a:cubicBezTo>
                  <a:pt x="5296133" y="1768534"/>
                  <a:pt x="5305902" y="1758765"/>
                  <a:pt x="5317953" y="1758765"/>
                </a:cubicBezTo>
                <a:close/>
                <a:moveTo>
                  <a:pt x="5239932" y="1758765"/>
                </a:moveTo>
                <a:cubicBezTo>
                  <a:pt x="5251983" y="1758765"/>
                  <a:pt x="5261752" y="1768534"/>
                  <a:pt x="5261752" y="1780585"/>
                </a:cubicBezTo>
                <a:cubicBezTo>
                  <a:pt x="5261752" y="1792636"/>
                  <a:pt x="5251983" y="1802405"/>
                  <a:pt x="5239932" y="1802405"/>
                </a:cubicBezTo>
                <a:cubicBezTo>
                  <a:pt x="5227881" y="1802405"/>
                  <a:pt x="5218112" y="1792636"/>
                  <a:pt x="5218112" y="1780585"/>
                </a:cubicBezTo>
                <a:cubicBezTo>
                  <a:pt x="5218112" y="1768534"/>
                  <a:pt x="5227881" y="1758765"/>
                  <a:pt x="5239932" y="1758765"/>
                </a:cubicBezTo>
                <a:close/>
                <a:moveTo>
                  <a:pt x="2903286" y="1758765"/>
                </a:moveTo>
                <a:cubicBezTo>
                  <a:pt x="2915337" y="1758765"/>
                  <a:pt x="2925106" y="1768534"/>
                  <a:pt x="2925106" y="1780585"/>
                </a:cubicBezTo>
                <a:cubicBezTo>
                  <a:pt x="2925106" y="1792636"/>
                  <a:pt x="2915337" y="1802405"/>
                  <a:pt x="2903286" y="1802405"/>
                </a:cubicBezTo>
                <a:cubicBezTo>
                  <a:pt x="2891235" y="1802405"/>
                  <a:pt x="2881466" y="1792636"/>
                  <a:pt x="2881466" y="1780585"/>
                </a:cubicBezTo>
                <a:cubicBezTo>
                  <a:pt x="2881466" y="1768534"/>
                  <a:pt x="2891235" y="1758765"/>
                  <a:pt x="2903286" y="1758765"/>
                </a:cubicBezTo>
                <a:close/>
                <a:moveTo>
                  <a:pt x="2592527" y="1758765"/>
                </a:moveTo>
                <a:cubicBezTo>
                  <a:pt x="2604578" y="1758765"/>
                  <a:pt x="2614347" y="1768534"/>
                  <a:pt x="2614347" y="1780585"/>
                </a:cubicBezTo>
                <a:cubicBezTo>
                  <a:pt x="2614347" y="1792636"/>
                  <a:pt x="2604578" y="1802405"/>
                  <a:pt x="2592527" y="1802405"/>
                </a:cubicBezTo>
                <a:cubicBezTo>
                  <a:pt x="2580476" y="1802405"/>
                  <a:pt x="2570707" y="1792636"/>
                  <a:pt x="2570707" y="1780585"/>
                </a:cubicBezTo>
                <a:cubicBezTo>
                  <a:pt x="2570707" y="1768534"/>
                  <a:pt x="2580476" y="1758765"/>
                  <a:pt x="2592527" y="1758765"/>
                </a:cubicBezTo>
                <a:close/>
                <a:moveTo>
                  <a:pt x="2513845" y="1758765"/>
                </a:moveTo>
                <a:cubicBezTo>
                  <a:pt x="2526261" y="1758765"/>
                  <a:pt x="2536326" y="1768534"/>
                  <a:pt x="2536326" y="1780585"/>
                </a:cubicBezTo>
                <a:cubicBezTo>
                  <a:pt x="2536326" y="1792636"/>
                  <a:pt x="2526261" y="1802405"/>
                  <a:pt x="2513845" y="1802405"/>
                </a:cubicBezTo>
                <a:cubicBezTo>
                  <a:pt x="2501429" y="1802405"/>
                  <a:pt x="2491364" y="1792636"/>
                  <a:pt x="2491364" y="1780585"/>
                </a:cubicBezTo>
                <a:cubicBezTo>
                  <a:pt x="2491364" y="1768534"/>
                  <a:pt x="2501429" y="1758765"/>
                  <a:pt x="2513845" y="1758765"/>
                </a:cubicBezTo>
                <a:close/>
                <a:moveTo>
                  <a:pt x="2436486" y="1758765"/>
                </a:moveTo>
                <a:cubicBezTo>
                  <a:pt x="2448537" y="1758765"/>
                  <a:pt x="2458306" y="1768534"/>
                  <a:pt x="2458306" y="1780585"/>
                </a:cubicBezTo>
                <a:cubicBezTo>
                  <a:pt x="2458306" y="1792636"/>
                  <a:pt x="2448537" y="1802405"/>
                  <a:pt x="2436486" y="1802405"/>
                </a:cubicBezTo>
                <a:cubicBezTo>
                  <a:pt x="2424435" y="1802405"/>
                  <a:pt x="2414666" y="1792636"/>
                  <a:pt x="2414666" y="1780585"/>
                </a:cubicBezTo>
                <a:cubicBezTo>
                  <a:pt x="2414666" y="1768534"/>
                  <a:pt x="2424435" y="1758765"/>
                  <a:pt x="2436486" y="1758765"/>
                </a:cubicBezTo>
                <a:close/>
                <a:moveTo>
                  <a:pt x="2358465" y="1758765"/>
                </a:moveTo>
                <a:cubicBezTo>
                  <a:pt x="2370516" y="1758765"/>
                  <a:pt x="2380285" y="1768534"/>
                  <a:pt x="2380285" y="1780585"/>
                </a:cubicBezTo>
                <a:cubicBezTo>
                  <a:pt x="2380285" y="1792636"/>
                  <a:pt x="2370516" y="1802405"/>
                  <a:pt x="2358465" y="1802405"/>
                </a:cubicBezTo>
                <a:cubicBezTo>
                  <a:pt x="2346414" y="1802405"/>
                  <a:pt x="2336645" y="1792636"/>
                  <a:pt x="2336645" y="1780585"/>
                </a:cubicBezTo>
                <a:cubicBezTo>
                  <a:pt x="2336645" y="1768534"/>
                  <a:pt x="2346414" y="1758765"/>
                  <a:pt x="2358465" y="1758765"/>
                </a:cubicBezTo>
                <a:close/>
                <a:moveTo>
                  <a:pt x="2280445" y="1758765"/>
                </a:moveTo>
                <a:cubicBezTo>
                  <a:pt x="2292496" y="1758765"/>
                  <a:pt x="2302265" y="1768534"/>
                  <a:pt x="2302265" y="1780585"/>
                </a:cubicBezTo>
                <a:cubicBezTo>
                  <a:pt x="2302265" y="1792636"/>
                  <a:pt x="2292496" y="1802405"/>
                  <a:pt x="2280445" y="1802405"/>
                </a:cubicBezTo>
                <a:cubicBezTo>
                  <a:pt x="2268394" y="1802405"/>
                  <a:pt x="2258625" y="1792636"/>
                  <a:pt x="2258625" y="1780585"/>
                </a:cubicBezTo>
                <a:cubicBezTo>
                  <a:pt x="2258625" y="1768534"/>
                  <a:pt x="2268394" y="1758765"/>
                  <a:pt x="2280445" y="1758765"/>
                </a:cubicBezTo>
                <a:close/>
                <a:moveTo>
                  <a:pt x="2203086" y="1758765"/>
                </a:moveTo>
                <a:cubicBezTo>
                  <a:pt x="2215502" y="1758765"/>
                  <a:pt x="2225567" y="1768534"/>
                  <a:pt x="2225567" y="1780585"/>
                </a:cubicBezTo>
                <a:cubicBezTo>
                  <a:pt x="2225567" y="1792636"/>
                  <a:pt x="2215502" y="1802405"/>
                  <a:pt x="2203086" y="1802405"/>
                </a:cubicBezTo>
                <a:cubicBezTo>
                  <a:pt x="2190670" y="1802405"/>
                  <a:pt x="2180605" y="1792636"/>
                  <a:pt x="2180605" y="1780585"/>
                </a:cubicBezTo>
                <a:cubicBezTo>
                  <a:pt x="2180605" y="1768534"/>
                  <a:pt x="2190670" y="1758765"/>
                  <a:pt x="2203086" y="1758765"/>
                </a:cubicBezTo>
                <a:close/>
                <a:moveTo>
                  <a:pt x="2125727" y="1758765"/>
                </a:moveTo>
                <a:cubicBezTo>
                  <a:pt x="2137778" y="1758765"/>
                  <a:pt x="2147547" y="1768534"/>
                  <a:pt x="2147547" y="1780585"/>
                </a:cubicBezTo>
                <a:cubicBezTo>
                  <a:pt x="2147547" y="1792636"/>
                  <a:pt x="2137778" y="1802405"/>
                  <a:pt x="2125727" y="1802405"/>
                </a:cubicBezTo>
                <a:cubicBezTo>
                  <a:pt x="2113676" y="1802405"/>
                  <a:pt x="2103907" y="1792636"/>
                  <a:pt x="2103907" y="1780585"/>
                </a:cubicBezTo>
                <a:cubicBezTo>
                  <a:pt x="2103907" y="1768534"/>
                  <a:pt x="2113676" y="1758765"/>
                  <a:pt x="2125727" y="1758765"/>
                </a:cubicBezTo>
                <a:close/>
                <a:moveTo>
                  <a:pt x="2047706" y="1758765"/>
                </a:moveTo>
                <a:cubicBezTo>
                  <a:pt x="2059757" y="1758765"/>
                  <a:pt x="2069526" y="1768534"/>
                  <a:pt x="2069526" y="1780585"/>
                </a:cubicBezTo>
                <a:cubicBezTo>
                  <a:pt x="2069526" y="1792636"/>
                  <a:pt x="2059757" y="1802405"/>
                  <a:pt x="2047706" y="1802405"/>
                </a:cubicBezTo>
                <a:cubicBezTo>
                  <a:pt x="2035655" y="1802405"/>
                  <a:pt x="2025886" y="1792636"/>
                  <a:pt x="2025886" y="1780585"/>
                </a:cubicBezTo>
                <a:cubicBezTo>
                  <a:pt x="2025886" y="1768534"/>
                  <a:pt x="2035655" y="1758765"/>
                  <a:pt x="2047706" y="1758765"/>
                </a:cubicBezTo>
                <a:close/>
                <a:moveTo>
                  <a:pt x="8121398" y="1758764"/>
                </a:moveTo>
                <a:cubicBezTo>
                  <a:pt x="8133449" y="1758764"/>
                  <a:pt x="8143218" y="1768533"/>
                  <a:pt x="8143218" y="1780584"/>
                </a:cubicBezTo>
                <a:cubicBezTo>
                  <a:pt x="8143218" y="1792635"/>
                  <a:pt x="8133449" y="1802404"/>
                  <a:pt x="8121398" y="1802404"/>
                </a:cubicBezTo>
                <a:cubicBezTo>
                  <a:pt x="8109347" y="1802404"/>
                  <a:pt x="8099578" y="1792635"/>
                  <a:pt x="8099578" y="1780584"/>
                </a:cubicBezTo>
                <a:cubicBezTo>
                  <a:pt x="8099578" y="1768533"/>
                  <a:pt x="8109347" y="1758764"/>
                  <a:pt x="8121398" y="1758764"/>
                </a:cubicBezTo>
                <a:close/>
                <a:moveTo>
                  <a:pt x="8044700" y="1758764"/>
                </a:moveTo>
                <a:cubicBezTo>
                  <a:pt x="8056751" y="1758764"/>
                  <a:pt x="8066520" y="1768533"/>
                  <a:pt x="8066520" y="1780584"/>
                </a:cubicBezTo>
                <a:cubicBezTo>
                  <a:pt x="8066520" y="1792635"/>
                  <a:pt x="8056751" y="1802404"/>
                  <a:pt x="8044700" y="1802404"/>
                </a:cubicBezTo>
                <a:cubicBezTo>
                  <a:pt x="8032649" y="1802404"/>
                  <a:pt x="8022880" y="1792635"/>
                  <a:pt x="8022880" y="1780584"/>
                </a:cubicBezTo>
                <a:cubicBezTo>
                  <a:pt x="8022880" y="1768533"/>
                  <a:pt x="8032649" y="1758764"/>
                  <a:pt x="8044700" y="1758764"/>
                </a:cubicBezTo>
                <a:close/>
                <a:moveTo>
                  <a:pt x="7966679" y="1758764"/>
                </a:moveTo>
                <a:cubicBezTo>
                  <a:pt x="7978730" y="1758764"/>
                  <a:pt x="7988499" y="1768533"/>
                  <a:pt x="7988499" y="1780584"/>
                </a:cubicBezTo>
                <a:cubicBezTo>
                  <a:pt x="7988499" y="1792635"/>
                  <a:pt x="7978730" y="1802404"/>
                  <a:pt x="7966679" y="1802404"/>
                </a:cubicBezTo>
                <a:cubicBezTo>
                  <a:pt x="7954628" y="1802404"/>
                  <a:pt x="7944859" y="1792635"/>
                  <a:pt x="7944859" y="1780584"/>
                </a:cubicBezTo>
                <a:cubicBezTo>
                  <a:pt x="7944859" y="1768533"/>
                  <a:pt x="7954628" y="1758764"/>
                  <a:pt x="7966679" y="1758764"/>
                </a:cubicBezTo>
                <a:close/>
                <a:moveTo>
                  <a:pt x="7888658" y="1758764"/>
                </a:moveTo>
                <a:cubicBezTo>
                  <a:pt x="7900709" y="1758764"/>
                  <a:pt x="7910478" y="1768533"/>
                  <a:pt x="7910478" y="1780584"/>
                </a:cubicBezTo>
                <a:cubicBezTo>
                  <a:pt x="7910478" y="1792635"/>
                  <a:pt x="7900709" y="1802404"/>
                  <a:pt x="7888658" y="1802404"/>
                </a:cubicBezTo>
                <a:cubicBezTo>
                  <a:pt x="7876607" y="1802404"/>
                  <a:pt x="7866838" y="1792635"/>
                  <a:pt x="7866838" y="1780584"/>
                </a:cubicBezTo>
                <a:cubicBezTo>
                  <a:pt x="7866838" y="1768533"/>
                  <a:pt x="7876607" y="1758764"/>
                  <a:pt x="7888658" y="1758764"/>
                </a:cubicBezTo>
                <a:close/>
                <a:moveTo>
                  <a:pt x="7809316" y="1758764"/>
                </a:moveTo>
                <a:cubicBezTo>
                  <a:pt x="7821367" y="1758764"/>
                  <a:pt x="7831136" y="1768533"/>
                  <a:pt x="7831136" y="1780584"/>
                </a:cubicBezTo>
                <a:cubicBezTo>
                  <a:pt x="7831136" y="1792635"/>
                  <a:pt x="7821367" y="1802404"/>
                  <a:pt x="7809316" y="1802404"/>
                </a:cubicBezTo>
                <a:cubicBezTo>
                  <a:pt x="7797265" y="1802404"/>
                  <a:pt x="7787496" y="1792635"/>
                  <a:pt x="7787496" y="1780584"/>
                </a:cubicBezTo>
                <a:cubicBezTo>
                  <a:pt x="7787496" y="1768533"/>
                  <a:pt x="7797265" y="1758764"/>
                  <a:pt x="7809316" y="1758764"/>
                </a:cubicBezTo>
                <a:close/>
                <a:moveTo>
                  <a:pt x="7731957" y="1758764"/>
                </a:moveTo>
                <a:cubicBezTo>
                  <a:pt x="7744373" y="1758764"/>
                  <a:pt x="7754438" y="1768533"/>
                  <a:pt x="7754438" y="1780584"/>
                </a:cubicBezTo>
                <a:cubicBezTo>
                  <a:pt x="7754438" y="1792635"/>
                  <a:pt x="7744373" y="1802404"/>
                  <a:pt x="7731957" y="1802404"/>
                </a:cubicBezTo>
                <a:cubicBezTo>
                  <a:pt x="7719541" y="1802404"/>
                  <a:pt x="7709476" y="1792635"/>
                  <a:pt x="7709476" y="1780584"/>
                </a:cubicBezTo>
                <a:cubicBezTo>
                  <a:pt x="7709476" y="1768533"/>
                  <a:pt x="7719541" y="1758764"/>
                  <a:pt x="7731957" y="1758764"/>
                </a:cubicBezTo>
                <a:close/>
                <a:moveTo>
                  <a:pt x="7654597" y="1758764"/>
                </a:moveTo>
                <a:cubicBezTo>
                  <a:pt x="7666648" y="1758764"/>
                  <a:pt x="7676417" y="1768533"/>
                  <a:pt x="7676417" y="1780584"/>
                </a:cubicBezTo>
                <a:cubicBezTo>
                  <a:pt x="7676417" y="1792635"/>
                  <a:pt x="7666648" y="1802404"/>
                  <a:pt x="7654597" y="1802404"/>
                </a:cubicBezTo>
                <a:cubicBezTo>
                  <a:pt x="7642546" y="1802404"/>
                  <a:pt x="7632777" y="1792635"/>
                  <a:pt x="7632777" y="1780584"/>
                </a:cubicBezTo>
                <a:cubicBezTo>
                  <a:pt x="7632777" y="1768533"/>
                  <a:pt x="7642546" y="1758764"/>
                  <a:pt x="7654597" y="1758764"/>
                </a:cubicBezTo>
                <a:close/>
                <a:moveTo>
                  <a:pt x="7576577" y="1758764"/>
                </a:moveTo>
                <a:cubicBezTo>
                  <a:pt x="7588628" y="1758764"/>
                  <a:pt x="7598397" y="1768533"/>
                  <a:pt x="7598397" y="1780584"/>
                </a:cubicBezTo>
                <a:cubicBezTo>
                  <a:pt x="7598397" y="1792635"/>
                  <a:pt x="7588628" y="1802404"/>
                  <a:pt x="7576577" y="1802404"/>
                </a:cubicBezTo>
                <a:cubicBezTo>
                  <a:pt x="7564526" y="1802404"/>
                  <a:pt x="7554757" y="1792635"/>
                  <a:pt x="7554757" y="1780584"/>
                </a:cubicBezTo>
                <a:cubicBezTo>
                  <a:pt x="7554757" y="1768533"/>
                  <a:pt x="7564526" y="1758764"/>
                  <a:pt x="7576577" y="1758764"/>
                </a:cubicBezTo>
                <a:close/>
                <a:moveTo>
                  <a:pt x="7498556" y="1758764"/>
                </a:moveTo>
                <a:cubicBezTo>
                  <a:pt x="7510607" y="1758764"/>
                  <a:pt x="7520376" y="1768533"/>
                  <a:pt x="7520376" y="1780584"/>
                </a:cubicBezTo>
                <a:cubicBezTo>
                  <a:pt x="7520376" y="1792635"/>
                  <a:pt x="7510607" y="1802404"/>
                  <a:pt x="7498556" y="1802404"/>
                </a:cubicBezTo>
                <a:cubicBezTo>
                  <a:pt x="7486505" y="1802404"/>
                  <a:pt x="7476736" y="1792635"/>
                  <a:pt x="7476736" y="1780584"/>
                </a:cubicBezTo>
                <a:cubicBezTo>
                  <a:pt x="7476736" y="1768533"/>
                  <a:pt x="7486505" y="1758764"/>
                  <a:pt x="7498556" y="1758764"/>
                </a:cubicBezTo>
                <a:close/>
                <a:moveTo>
                  <a:pt x="7421198" y="1758764"/>
                </a:moveTo>
                <a:cubicBezTo>
                  <a:pt x="7433614" y="1758764"/>
                  <a:pt x="7443679" y="1768533"/>
                  <a:pt x="7443679" y="1780584"/>
                </a:cubicBezTo>
                <a:cubicBezTo>
                  <a:pt x="7443679" y="1792635"/>
                  <a:pt x="7433614" y="1802404"/>
                  <a:pt x="7421198" y="1802404"/>
                </a:cubicBezTo>
                <a:cubicBezTo>
                  <a:pt x="7408782" y="1802404"/>
                  <a:pt x="7398717" y="1792635"/>
                  <a:pt x="7398717" y="1780584"/>
                </a:cubicBezTo>
                <a:cubicBezTo>
                  <a:pt x="7398717" y="1768533"/>
                  <a:pt x="7408782" y="1758764"/>
                  <a:pt x="7421198" y="1758764"/>
                </a:cubicBezTo>
                <a:close/>
                <a:moveTo>
                  <a:pt x="7343838" y="1758764"/>
                </a:moveTo>
                <a:cubicBezTo>
                  <a:pt x="7355889" y="1758764"/>
                  <a:pt x="7365658" y="1768533"/>
                  <a:pt x="7365658" y="1780584"/>
                </a:cubicBezTo>
                <a:cubicBezTo>
                  <a:pt x="7365658" y="1792635"/>
                  <a:pt x="7355889" y="1802404"/>
                  <a:pt x="7343838" y="1802404"/>
                </a:cubicBezTo>
                <a:cubicBezTo>
                  <a:pt x="7331787" y="1802404"/>
                  <a:pt x="7322018" y="1792635"/>
                  <a:pt x="7322018" y="1780584"/>
                </a:cubicBezTo>
                <a:cubicBezTo>
                  <a:pt x="7322018" y="1768533"/>
                  <a:pt x="7331787" y="1758764"/>
                  <a:pt x="7343838" y="1758764"/>
                </a:cubicBezTo>
                <a:close/>
                <a:moveTo>
                  <a:pt x="7264495" y="1758764"/>
                </a:moveTo>
                <a:cubicBezTo>
                  <a:pt x="7276546" y="1758764"/>
                  <a:pt x="7286315" y="1768533"/>
                  <a:pt x="7286315" y="1780584"/>
                </a:cubicBezTo>
                <a:cubicBezTo>
                  <a:pt x="7286315" y="1792635"/>
                  <a:pt x="7276546" y="1802404"/>
                  <a:pt x="7264495" y="1802404"/>
                </a:cubicBezTo>
                <a:cubicBezTo>
                  <a:pt x="7252444" y="1802404"/>
                  <a:pt x="7242675" y="1792635"/>
                  <a:pt x="7242675" y="1780584"/>
                </a:cubicBezTo>
                <a:cubicBezTo>
                  <a:pt x="7242675" y="1768533"/>
                  <a:pt x="7252444" y="1758764"/>
                  <a:pt x="7264495" y="1758764"/>
                </a:cubicBezTo>
                <a:close/>
                <a:moveTo>
                  <a:pt x="7186475" y="1758764"/>
                </a:moveTo>
                <a:cubicBezTo>
                  <a:pt x="7198526" y="1758764"/>
                  <a:pt x="7208295" y="1768533"/>
                  <a:pt x="7208295" y="1780584"/>
                </a:cubicBezTo>
                <a:cubicBezTo>
                  <a:pt x="7208295" y="1792635"/>
                  <a:pt x="7198526" y="1802404"/>
                  <a:pt x="7186475" y="1802404"/>
                </a:cubicBezTo>
                <a:cubicBezTo>
                  <a:pt x="7174424" y="1802404"/>
                  <a:pt x="7164655" y="1792635"/>
                  <a:pt x="7164655" y="1780584"/>
                </a:cubicBezTo>
                <a:cubicBezTo>
                  <a:pt x="7164655" y="1768533"/>
                  <a:pt x="7174424" y="1758764"/>
                  <a:pt x="7186475" y="1758764"/>
                </a:cubicBezTo>
                <a:close/>
                <a:moveTo>
                  <a:pt x="7109116" y="1758764"/>
                </a:moveTo>
                <a:cubicBezTo>
                  <a:pt x="7121532" y="1758764"/>
                  <a:pt x="7131597" y="1768533"/>
                  <a:pt x="7131597" y="1780584"/>
                </a:cubicBezTo>
                <a:cubicBezTo>
                  <a:pt x="7131597" y="1792635"/>
                  <a:pt x="7121532" y="1802404"/>
                  <a:pt x="7109116" y="1802404"/>
                </a:cubicBezTo>
                <a:cubicBezTo>
                  <a:pt x="7096700" y="1802404"/>
                  <a:pt x="7086635" y="1792635"/>
                  <a:pt x="7086635" y="1780584"/>
                </a:cubicBezTo>
                <a:cubicBezTo>
                  <a:pt x="7086635" y="1768533"/>
                  <a:pt x="7096700" y="1758764"/>
                  <a:pt x="7109116" y="1758764"/>
                </a:cubicBezTo>
                <a:close/>
                <a:moveTo>
                  <a:pt x="7031757" y="1758764"/>
                </a:moveTo>
                <a:cubicBezTo>
                  <a:pt x="7043808" y="1758764"/>
                  <a:pt x="7053577" y="1768533"/>
                  <a:pt x="7053577" y="1780584"/>
                </a:cubicBezTo>
                <a:cubicBezTo>
                  <a:pt x="7053577" y="1792635"/>
                  <a:pt x="7043808" y="1802404"/>
                  <a:pt x="7031757" y="1802404"/>
                </a:cubicBezTo>
                <a:cubicBezTo>
                  <a:pt x="7019706" y="1802404"/>
                  <a:pt x="7009937" y="1792635"/>
                  <a:pt x="7009937" y="1780584"/>
                </a:cubicBezTo>
                <a:cubicBezTo>
                  <a:pt x="7009937" y="1768533"/>
                  <a:pt x="7019706" y="1758764"/>
                  <a:pt x="7031757" y="1758764"/>
                </a:cubicBezTo>
                <a:close/>
                <a:moveTo>
                  <a:pt x="6953736" y="1758764"/>
                </a:moveTo>
                <a:cubicBezTo>
                  <a:pt x="6965787" y="1758764"/>
                  <a:pt x="6975556" y="1768533"/>
                  <a:pt x="6975556" y="1780584"/>
                </a:cubicBezTo>
                <a:cubicBezTo>
                  <a:pt x="6975556" y="1792635"/>
                  <a:pt x="6965787" y="1802404"/>
                  <a:pt x="6953736" y="1802404"/>
                </a:cubicBezTo>
                <a:cubicBezTo>
                  <a:pt x="6941685" y="1802404"/>
                  <a:pt x="6931916" y="1792635"/>
                  <a:pt x="6931916" y="1780584"/>
                </a:cubicBezTo>
                <a:cubicBezTo>
                  <a:pt x="6931916" y="1768533"/>
                  <a:pt x="6941685" y="1758764"/>
                  <a:pt x="6953736" y="1758764"/>
                </a:cubicBezTo>
                <a:close/>
                <a:moveTo>
                  <a:pt x="6875716" y="1758764"/>
                </a:moveTo>
                <a:cubicBezTo>
                  <a:pt x="6887767" y="1758764"/>
                  <a:pt x="6897536" y="1768533"/>
                  <a:pt x="6897536" y="1780584"/>
                </a:cubicBezTo>
                <a:cubicBezTo>
                  <a:pt x="6897536" y="1792635"/>
                  <a:pt x="6887767" y="1802404"/>
                  <a:pt x="6875716" y="1802404"/>
                </a:cubicBezTo>
                <a:cubicBezTo>
                  <a:pt x="6863665" y="1802404"/>
                  <a:pt x="6853896" y="1792635"/>
                  <a:pt x="6853896" y="1780584"/>
                </a:cubicBezTo>
                <a:cubicBezTo>
                  <a:pt x="6853896" y="1768533"/>
                  <a:pt x="6863665" y="1758764"/>
                  <a:pt x="6875716" y="1758764"/>
                </a:cubicBezTo>
                <a:close/>
                <a:moveTo>
                  <a:pt x="6798356" y="1758764"/>
                </a:moveTo>
                <a:cubicBezTo>
                  <a:pt x="6810772" y="1758764"/>
                  <a:pt x="6820837" y="1768533"/>
                  <a:pt x="6820837" y="1780584"/>
                </a:cubicBezTo>
                <a:cubicBezTo>
                  <a:pt x="6820837" y="1792635"/>
                  <a:pt x="6810772" y="1802404"/>
                  <a:pt x="6798356" y="1802404"/>
                </a:cubicBezTo>
                <a:cubicBezTo>
                  <a:pt x="6785940" y="1802404"/>
                  <a:pt x="6775875" y="1792635"/>
                  <a:pt x="6775875" y="1780584"/>
                </a:cubicBezTo>
                <a:cubicBezTo>
                  <a:pt x="6775875" y="1768533"/>
                  <a:pt x="6785940" y="1758764"/>
                  <a:pt x="6798356" y="1758764"/>
                </a:cubicBezTo>
                <a:close/>
                <a:moveTo>
                  <a:pt x="6719675" y="1758764"/>
                </a:moveTo>
                <a:cubicBezTo>
                  <a:pt x="6731726" y="1758764"/>
                  <a:pt x="6741495" y="1768533"/>
                  <a:pt x="6741495" y="1780584"/>
                </a:cubicBezTo>
                <a:cubicBezTo>
                  <a:pt x="6741495" y="1792635"/>
                  <a:pt x="6731726" y="1802404"/>
                  <a:pt x="6719675" y="1802404"/>
                </a:cubicBezTo>
                <a:cubicBezTo>
                  <a:pt x="6707624" y="1802404"/>
                  <a:pt x="6697855" y="1792635"/>
                  <a:pt x="6697855" y="1780584"/>
                </a:cubicBezTo>
                <a:cubicBezTo>
                  <a:pt x="6697855" y="1768533"/>
                  <a:pt x="6707624" y="1758764"/>
                  <a:pt x="6719675" y="1758764"/>
                </a:cubicBezTo>
                <a:close/>
                <a:moveTo>
                  <a:pt x="6641655" y="1758764"/>
                </a:moveTo>
                <a:cubicBezTo>
                  <a:pt x="6653706" y="1758764"/>
                  <a:pt x="6663475" y="1768533"/>
                  <a:pt x="6663475" y="1780584"/>
                </a:cubicBezTo>
                <a:cubicBezTo>
                  <a:pt x="6663475" y="1792635"/>
                  <a:pt x="6653706" y="1802404"/>
                  <a:pt x="6641655" y="1802404"/>
                </a:cubicBezTo>
                <a:cubicBezTo>
                  <a:pt x="6629604" y="1802404"/>
                  <a:pt x="6619835" y="1792635"/>
                  <a:pt x="6619835" y="1780584"/>
                </a:cubicBezTo>
                <a:cubicBezTo>
                  <a:pt x="6619835" y="1768533"/>
                  <a:pt x="6629604" y="1758764"/>
                  <a:pt x="6641655" y="1758764"/>
                </a:cubicBezTo>
                <a:close/>
                <a:moveTo>
                  <a:pt x="6563634" y="1758764"/>
                </a:moveTo>
                <a:cubicBezTo>
                  <a:pt x="6575685" y="1758764"/>
                  <a:pt x="6585454" y="1768533"/>
                  <a:pt x="6585454" y="1780584"/>
                </a:cubicBezTo>
                <a:cubicBezTo>
                  <a:pt x="6585454" y="1792635"/>
                  <a:pt x="6575685" y="1802404"/>
                  <a:pt x="6563634" y="1802404"/>
                </a:cubicBezTo>
                <a:cubicBezTo>
                  <a:pt x="6551583" y="1802404"/>
                  <a:pt x="6541814" y="1792635"/>
                  <a:pt x="6541814" y="1780584"/>
                </a:cubicBezTo>
                <a:cubicBezTo>
                  <a:pt x="6541814" y="1768533"/>
                  <a:pt x="6551583" y="1758764"/>
                  <a:pt x="6563634" y="1758764"/>
                </a:cubicBezTo>
                <a:close/>
                <a:moveTo>
                  <a:pt x="6485613" y="1758764"/>
                </a:moveTo>
                <a:cubicBezTo>
                  <a:pt x="6497664" y="1758764"/>
                  <a:pt x="6507433" y="1768533"/>
                  <a:pt x="6507433" y="1780584"/>
                </a:cubicBezTo>
                <a:cubicBezTo>
                  <a:pt x="6507433" y="1792635"/>
                  <a:pt x="6497664" y="1802404"/>
                  <a:pt x="6485613" y="1802404"/>
                </a:cubicBezTo>
                <a:cubicBezTo>
                  <a:pt x="6473562" y="1802404"/>
                  <a:pt x="6463793" y="1792635"/>
                  <a:pt x="6463793" y="1780584"/>
                </a:cubicBezTo>
                <a:cubicBezTo>
                  <a:pt x="6463793" y="1768533"/>
                  <a:pt x="6473562" y="1758764"/>
                  <a:pt x="6485613" y="1758764"/>
                </a:cubicBezTo>
                <a:close/>
                <a:moveTo>
                  <a:pt x="6408916" y="1758764"/>
                </a:moveTo>
                <a:cubicBezTo>
                  <a:pt x="6420967" y="1758764"/>
                  <a:pt x="6430736" y="1768533"/>
                  <a:pt x="6430736" y="1780584"/>
                </a:cubicBezTo>
                <a:cubicBezTo>
                  <a:pt x="6430736" y="1792635"/>
                  <a:pt x="6420967" y="1802404"/>
                  <a:pt x="6408916" y="1802404"/>
                </a:cubicBezTo>
                <a:cubicBezTo>
                  <a:pt x="6396865" y="1802404"/>
                  <a:pt x="6387096" y="1792635"/>
                  <a:pt x="6387096" y="1780584"/>
                </a:cubicBezTo>
                <a:cubicBezTo>
                  <a:pt x="6387096" y="1768533"/>
                  <a:pt x="6396865" y="1758764"/>
                  <a:pt x="6408916" y="1758764"/>
                </a:cubicBezTo>
                <a:close/>
                <a:moveTo>
                  <a:pt x="6330896" y="1758764"/>
                </a:moveTo>
                <a:cubicBezTo>
                  <a:pt x="6342947" y="1758764"/>
                  <a:pt x="6352716" y="1768533"/>
                  <a:pt x="6352716" y="1780584"/>
                </a:cubicBezTo>
                <a:cubicBezTo>
                  <a:pt x="6352716" y="1792635"/>
                  <a:pt x="6342947" y="1802404"/>
                  <a:pt x="6330896" y="1802404"/>
                </a:cubicBezTo>
                <a:cubicBezTo>
                  <a:pt x="6318845" y="1802404"/>
                  <a:pt x="6309076" y="1792635"/>
                  <a:pt x="6309076" y="1780584"/>
                </a:cubicBezTo>
                <a:cubicBezTo>
                  <a:pt x="6309076" y="1768533"/>
                  <a:pt x="6318845" y="1758764"/>
                  <a:pt x="6330896" y="1758764"/>
                </a:cubicBezTo>
                <a:close/>
                <a:moveTo>
                  <a:pt x="6252875" y="1758764"/>
                </a:moveTo>
                <a:cubicBezTo>
                  <a:pt x="6264926" y="1758764"/>
                  <a:pt x="6274695" y="1768533"/>
                  <a:pt x="6274695" y="1780584"/>
                </a:cubicBezTo>
                <a:cubicBezTo>
                  <a:pt x="6274695" y="1792635"/>
                  <a:pt x="6264926" y="1802404"/>
                  <a:pt x="6252875" y="1802404"/>
                </a:cubicBezTo>
                <a:cubicBezTo>
                  <a:pt x="6240824" y="1802404"/>
                  <a:pt x="6231055" y="1792635"/>
                  <a:pt x="6231055" y="1780584"/>
                </a:cubicBezTo>
                <a:cubicBezTo>
                  <a:pt x="6231055" y="1768533"/>
                  <a:pt x="6240824" y="1758764"/>
                  <a:pt x="6252875" y="1758764"/>
                </a:cubicBezTo>
                <a:close/>
                <a:moveTo>
                  <a:pt x="6174854" y="1758764"/>
                </a:moveTo>
                <a:cubicBezTo>
                  <a:pt x="6186905" y="1758764"/>
                  <a:pt x="6196674" y="1768533"/>
                  <a:pt x="6196674" y="1780584"/>
                </a:cubicBezTo>
                <a:cubicBezTo>
                  <a:pt x="6196674" y="1792635"/>
                  <a:pt x="6186905" y="1802404"/>
                  <a:pt x="6174854" y="1802404"/>
                </a:cubicBezTo>
                <a:cubicBezTo>
                  <a:pt x="6162803" y="1802404"/>
                  <a:pt x="6153034" y="1792635"/>
                  <a:pt x="6153034" y="1780584"/>
                </a:cubicBezTo>
                <a:cubicBezTo>
                  <a:pt x="6153034" y="1768533"/>
                  <a:pt x="6162803" y="1758764"/>
                  <a:pt x="6174854" y="1758764"/>
                </a:cubicBezTo>
                <a:close/>
                <a:moveTo>
                  <a:pt x="6096834" y="1758764"/>
                </a:moveTo>
                <a:cubicBezTo>
                  <a:pt x="6108885" y="1758764"/>
                  <a:pt x="6118654" y="1768533"/>
                  <a:pt x="6118654" y="1780584"/>
                </a:cubicBezTo>
                <a:cubicBezTo>
                  <a:pt x="6118654" y="1792635"/>
                  <a:pt x="6108885" y="1802404"/>
                  <a:pt x="6096834" y="1802404"/>
                </a:cubicBezTo>
                <a:cubicBezTo>
                  <a:pt x="6084783" y="1802404"/>
                  <a:pt x="6075014" y="1792635"/>
                  <a:pt x="6075014" y="1780584"/>
                </a:cubicBezTo>
                <a:cubicBezTo>
                  <a:pt x="6075014" y="1768533"/>
                  <a:pt x="6084783" y="1758764"/>
                  <a:pt x="6096834" y="1758764"/>
                </a:cubicBezTo>
                <a:close/>
                <a:moveTo>
                  <a:pt x="6018814" y="1758764"/>
                </a:moveTo>
                <a:cubicBezTo>
                  <a:pt x="6030865" y="1758764"/>
                  <a:pt x="6040634" y="1768533"/>
                  <a:pt x="6040634" y="1780584"/>
                </a:cubicBezTo>
                <a:cubicBezTo>
                  <a:pt x="6040634" y="1792635"/>
                  <a:pt x="6030865" y="1802404"/>
                  <a:pt x="6018814" y="1802404"/>
                </a:cubicBezTo>
                <a:cubicBezTo>
                  <a:pt x="6006763" y="1802404"/>
                  <a:pt x="5996994" y="1792635"/>
                  <a:pt x="5996994" y="1780584"/>
                </a:cubicBezTo>
                <a:cubicBezTo>
                  <a:pt x="5996994" y="1768533"/>
                  <a:pt x="6006763" y="1758764"/>
                  <a:pt x="6018814" y="1758764"/>
                </a:cubicBezTo>
                <a:close/>
                <a:moveTo>
                  <a:pt x="5940793" y="1758764"/>
                </a:moveTo>
                <a:cubicBezTo>
                  <a:pt x="5952844" y="1758764"/>
                  <a:pt x="5962613" y="1768533"/>
                  <a:pt x="5962613" y="1780584"/>
                </a:cubicBezTo>
                <a:cubicBezTo>
                  <a:pt x="5962613" y="1792635"/>
                  <a:pt x="5952844" y="1802404"/>
                  <a:pt x="5940793" y="1802404"/>
                </a:cubicBezTo>
                <a:cubicBezTo>
                  <a:pt x="5928742" y="1802404"/>
                  <a:pt x="5918973" y="1792635"/>
                  <a:pt x="5918973" y="1780584"/>
                </a:cubicBezTo>
                <a:cubicBezTo>
                  <a:pt x="5918973" y="1768533"/>
                  <a:pt x="5928742" y="1758764"/>
                  <a:pt x="5940793" y="1758764"/>
                </a:cubicBezTo>
                <a:close/>
                <a:moveTo>
                  <a:pt x="5862773" y="1758764"/>
                </a:moveTo>
                <a:cubicBezTo>
                  <a:pt x="5874824" y="1758764"/>
                  <a:pt x="5884593" y="1768533"/>
                  <a:pt x="5884593" y="1780584"/>
                </a:cubicBezTo>
                <a:cubicBezTo>
                  <a:pt x="5884593" y="1792635"/>
                  <a:pt x="5874824" y="1802404"/>
                  <a:pt x="5862773" y="1802404"/>
                </a:cubicBezTo>
                <a:cubicBezTo>
                  <a:pt x="5850722" y="1802404"/>
                  <a:pt x="5840953" y="1792635"/>
                  <a:pt x="5840953" y="1780584"/>
                </a:cubicBezTo>
                <a:cubicBezTo>
                  <a:pt x="5840953" y="1768533"/>
                  <a:pt x="5850722" y="1758764"/>
                  <a:pt x="5862773" y="1758764"/>
                </a:cubicBezTo>
                <a:close/>
                <a:moveTo>
                  <a:pt x="5785413" y="1758764"/>
                </a:moveTo>
                <a:cubicBezTo>
                  <a:pt x="5797829" y="1758764"/>
                  <a:pt x="5807894" y="1768533"/>
                  <a:pt x="5807894" y="1780584"/>
                </a:cubicBezTo>
                <a:cubicBezTo>
                  <a:pt x="5807894" y="1792635"/>
                  <a:pt x="5797829" y="1802404"/>
                  <a:pt x="5785413" y="1802404"/>
                </a:cubicBezTo>
                <a:cubicBezTo>
                  <a:pt x="5772997" y="1802404"/>
                  <a:pt x="5762932" y="1792635"/>
                  <a:pt x="5762932" y="1780584"/>
                </a:cubicBezTo>
                <a:cubicBezTo>
                  <a:pt x="5762932" y="1768533"/>
                  <a:pt x="5772997" y="1758764"/>
                  <a:pt x="5785413" y="1758764"/>
                </a:cubicBezTo>
                <a:close/>
                <a:moveTo>
                  <a:pt x="5162572" y="1758764"/>
                </a:moveTo>
                <a:cubicBezTo>
                  <a:pt x="5174988" y="1758764"/>
                  <a:pt x="5185053" y="1768533"/>
                  <a:pt x="5185053" y="1780584"/>
                </a:cubicBezTo>
                <a:cubicBezTo>
                  <a:pt x="5185053" y="1792635"/>
                  <a:pt x="5174988" y="1802404"/>
                  <a:pt x="5162572" y="1802404"/>
                </a:cubicBezTo>
                <a:cubicBezTo>
                  <a:pt x="5150156" y="1802404"/>
                  <a:pt x="5140091" y="1792635"/>
                  <a:pt x="5140091" y="1780584"/>
                </a:cubicBezTo>
                <a:cubicBezTo>
                  <a:pt x="5140091" y="1768533"/>
                  <a:pt x="5150156" y="1758764"/>
                  <a:pt x="5162572" y="1758764"/>
                </a:cubicBezTo>
                <a:close/>
                <a:moveTo>
                  <a:pt x="5085212" y="1758764"/>
                </a:moveTo>
                <a:cubicBezTo>
                  <a:pt x="5097263" y="1758764"/>
                  <a:pt x="5107032" y="1768533"/>
                  <a:pt x="5107032" y="1780584"/>
                </a:cubicBezTo>
                <a:cubicBezTo>
                  <a:pt x="5107032" y="1792635"/>
                  <a:pt x="5097263" y="1802404"/>
                  <a:pt x="5085212" y="1802404"/>
                </a:cubicBezTo>
                <a:cubicBezTo>
                  <a:pt x="5073161" y="1802404"/>
                  <a:pt x="5063392" y="1792635"/>
                  <a:pt x="5063392" y="1780584"/>
                </a:cubicBezTo>
                <a:cubicBezTo>
                  <a:pt x="5063392" y="1768533"/>
                  <a:pt x="5073161" y="1758764"/>
                  <a:pt x="5085212" y="1758764"/>
                </a:cubicBezTo>
                <a:close/>
                <a:moveTo>
                  <a:pt x="5007193" y="1758764"/>
                </a:moveTo>
                <a:cubicBezTo>
                  <a:pt x="5019244" y="1758764"/>
                  <a:pt x="5029013" y="1768533"/>
                  <a:pt x="5029013" y="1780584"/>
                </a:cubicBezTo>
                <a:cubicBezTo>
                  <a:pt x="5029013" y="1792635"/>
                  <a:pt x="5019244" y="1802404"/>
                  <a:pt x="5007193" y="1802404"/>
                </a:cubicBezTo>
                <a:cubicBezTo>
                  <a:pt x="4995142" y="1802404"/>
                  <a:pt x="4985373" y="1792635"/>
                  <a:pt x="4985373" y="1780584"/>
                </a:cubicBezTo>
                <a:cubicBezTo>
                  <a:pt x="4985373" y="1768533"/>
                  <a:pt x="4995142" y="1758764"/>
                  <a:pt x="5007193" y="1758764"/>
                </a:cubicBezTo>
                <a:close/>
                <a:moveTo>
                  <a:pt x="4928511" y="1758764"/>
                </a:moveTo>
                <a:cubicBezTo>
                  <a:pt x="4940927" y="1758764"/>
                  <a:pt x="4950992" y="1768533"/>
                  <a:pt x="4950992" y="1780584"/>
                </a:cubicBezTo>
                <a:cubicBezTo>
                  <a:pt x="4950992" y="1792635"/>
                  <a:pt x="4940927" y="1802404"/>
                  <a:pt x="4928511" y="1802404"/>
                </a:cubicBezTo>
                <a:cubicBezTo>
                  <a:pt x="4916095" y="1802404"/>
                  <a:pt x="4906030" y="1792635"/>
                  <a:pt x="4906030" y="1780584"/>
                </a:cubicBezTo>
                <a:cubicBezTo>
                  <a:pt x="4906030" y="1768533"/>
                  <a:pt x="4916095" y="1758764"/>
                  <a:pt x="4928511" y="1758764"/>
                </a:cubicBezTo>
                <a:close/>
                <a:moveTo>
                  <a:pt x="4850490" y="1758764"/>
                </a:moveTo>
                <a:cubicBezTo>
                  <a:pt x="4862906" y="1758764"/>
                  <a:pt x="4872971" y="1768533"/>
                  <a:pt x="4872971" y="1780584"/>
                </a:cubicBezTo>
                <a:cubicBezTo>
                  <a:pt x="4872971" y="1792635"/>
                  <a:pt x="4862906" y="1802404"/>
                  <a:pt x="4850490" y="1802404"/>
                </a:cubicBezTo>
                <a:cubicBezTo>
                  <a:pt x="4838074" y="1802404"/>
                  <a:pt x="4828009" y="1792635"/>
                  <a:pt x="4828009" y="1780584"/>
                </a:cubicBezTo>
                <a:cubicBezTo>
                  <a:pt x="4828009" y="1768533"/>
                  <a:pt x="4838074" y="1758764"/>
                  <a:pt x="4850490" y="1758764"/>
                </a:cubicBezTo>
                <a:close/>
                <a:moveTo>
                  <a:pt x="4773132" y="1758764"/>
                </a:moveTo>
                <a:cubicBezTo>
                  <a:pt x="4785183" y="1758764"/>
                  <a:pt x="4794952" y="1768533"/>
                  <a:pt x="4794952" y="1780584"/>
                </a:cubicBezTo>
                <a:cubicBezTo>
                  <a:pt x="4794952" y="1792635"/>
                  <a:pt x="4785183" y="1802404"/>
                  <a:pt x="4773132" y="1802404"/>
                </a:cubicBezTo>
                <a:cubicBezTo>
                  <a:pt x="4761081" y="1802404"/>
                  <a:pt x="4751312" y="1792635"/>
                  <a:pt x="4751312" y="1780584"/>
                </a:cubicBezTo>
                <a:cubicBezTo>
                  <a:pt x="4751312" y="1768533"/>
                  <a:pt x="4761081" y="1758764"/>
                  <a:pt x="4773132" y="1758764"/>
                </a:cubicBezTo>
                <a:close/>
                <a:moveTo>
                  <a:pt x="4695111" y="1758764"/>
                </a:moveTo>
                <a:cubicBezTo>
                  <a:pt x="4707162" y="1758764"/>
                  <a:pt x="4716931" y="1768533"/>
                  <a:pt x="4716931" y="1780584"/>
                </a:cubicBezTo>
                <a:cubicBezTo>
                  <a:pt x="4716931" y="1792635"/>
                  <a:pt x="4707162" y="1802404"/>
                  <a:pt x="4695111" y="1802404"/>
                </a:cubicBezTo>
                <a:cubicBezTo>
                  <a:pt x="4683060" y="1802404"/>
                  <a:pt x="4673291" y="1792635"/>
                  <a:pt x="4673291" y="1780584"/>
                </a:cubicBezTo>
                <a:cubicBezTo>
                  <a:pt x="4673291" y="1768533"/>
                  <a:pt x="4683060" y="1758764"/>
                  <a:pt x="4695111" y="1758764"/>
                </a:cubicBezTo>
                <a:close/>
                <a:moveTo>
                  <a:pt x="4617091" y="1758764"/>
                </a:moveTo>
                <a:cubicBezTo>
                  <a:pt x="4629142" y="1758764"/>
                  <a:pt x="4638911" y="1768533"/>
                  <a:pt x="4638911" y="1780584"/>
                </a:cubicBezTo>
                <a:cubicBezTo>
                  <a:pt x="4638911" y="1792635"/>
                  <a:pt x="4629142" y="1802404"/>
                  <a:pt x="4617091" y="1802404"/>
                </a:cubicBezTo>
                <a:cubicBezTo>
                  <a:pt x="4605040" y="1802404"/>
                  <a:pt x="4595271" y="1792635"/>
                  <a:pt x="4595271" y="1780584"/>
                </a:cubicBezTo>
                <a:cubicBezTo>
                  <a:pt x="4595271" y="1768533"/>
                  <a:pt x="4605040" y="1758764"/>
                  <a:pt x="4617091" y="1758764"/>
                </a:cubicBezTo>
                <a:close/>
                <a:moveTo>
                  <a:pt x="4539070" y="1758764"/>
                </a:moveTo>
                <a:cubicBezTo>
                  <a:pt x="4551121" y="1758764"/>
                  <a:pt x="4560890" y="1768533"/>
                  <a:pt x="4560890" y="1780584"/>
                </a:cubicBezTo>
                <a:cubicBezTo>
                  <a:pt x="4560890" y="1792635"/>
                  <a:pt x="4551121" y="1802404"/>
                  <a:pt x="4539070" y="1802404"/>
                </a:cubicBezTo>
                <a:cubicBezTo>
                  <a:pt x="4527019" y="1802404"/>
                  <a:pt x="4517250" y="1792635"/>
                  <a:pt x="4517250" y="1780584"/>
                </a:cubicBezTo>
                <a:cubicBezTo>
                  <a:pt x="4517250" y="1768533"/>
                  <a:pt x="4527019" y="1758764"/>
                  <a:pt x="4539070" y="1758764"/>
                </a:cubicBezTo>
                <a:close/>
                <a:moveTo>
                  <a:pt x="4461711" y="1758764"/>
                </a:moveTo>
                <a:cubicBezTo>
                  <a:pt x="4474127" y="1758764"/>
                  <a:pt x="4484192" y="1768533"/>
                  <a:pt x="4484192" y="1780584"/>
                </a:cubicBezTo>
                <a:cubicBezTo>
                  <a:pt x="4484192" y="1792635"/>
                  <a:pt x="4474127" y="1802404"/>
                  <a:pt x="4461711" y="1802404"/>
                </a:cubicBezTo>
                <a:cubicBezTo>
                  <a:pt x="4449295" y="1802404"/>
                  <a:pt x="4439230" y="1792635"/>
                  <a:pt x="4439230" y="1780584"/>
                </a:cubicBezTo>
                <a:cubicBezTo>
                  <a:pt x="4439230" y="1768533"/>
                  <a:pt x="4449295" y="1758764"/>
                  <a:pt x="4461711" y="1758764"/>
                </a:cubicBezTo>
                <a:close/>
                <a:moveTo>
                  <a:pt x="4384351" y="1758764"/>
                </a:moveTo>
                <a:cubicBezTo>
                  <a:pt x="4396402" y="1758764"/>
                  <a:pt x="4406171" y="1768533"/>
                  <a:pt x="4406171" y="1780584"/>
                </a:cubicBezTo>
                <a:cubicBezTo>
                  <a:pt x="4406171" y="1792635"/>
                  <a:pt x="4396402" y="1802404"/>
                  <a:pt x="4384351" y="1802404"/>
                </a:cubicBezTo>
                <a:cubicBezTo>
                  <a:pt x="4372300" y="1802404"/>
                  <a:pt x="4362531" y="1792635"/>
                  <a:pt x="4362531" y="1780584"/>
                </a:cubicBezTo>
                <a:cubicBezTo>
                  <a:pt x="4362531" y="1768533"/>
                  <a:pt x="4372300" y="1758764"/>
                  <a:pt x="4384351" y="1758764"/>
                </a:cubicBezTo>
                <a:close/>
                <a:moveTo>
                  <a:pt x="1968363" y="1758764"/>
                </a:moveTo>
                <a:cubicBezTo>
                  <a:pt x="1980414" y="1758764"/>
                  <a:pt x="1990183" y="1768533"/>
                  <a:pt x="1990183" y="1780584"/>
                </a:cubicBezTo>
                <a:cubicBezTo>
                  <a:pt x="1990183" y="1792635"/>
                  <a:pt x="1980414" y="1802404"/>
                  <a:pt x="1968363" y="1802404"/>
                </a:cubicBezTo>
                <a:cubicBezTo>
                  <a:pt x="1956312" y="1802404"/>
                  <a:pt x="1946543" y="1792635"/>
                  <a:pt x="1946543" y="1780584"/>
                </a:cubicBezTo>
                <a:cubicBezTo>
                  <a:pt x="1946543" y="1768533"/>
                  <a:pt x="1956312" y="1758764"/>
                  <a:pt x="1968363" y="1758764"/>
                </a:cubicBezTo>
                <a:close/>
                <a:moveTo>
                  <a:pt x="1891011" y="1758764"/>
                </a:moveTo>
                <a:cubicBezTo>
                  <a:pt x="1903431" y="1758764"/>
                  <a:pt x="1913495" y="1768533"/>
                  <a:pt x="1913495" y="1780584"/>
                </a:cubicBezTo>
                <a:cubicBezTo>
                  <a:pt x="1913495" y="1792635"/>
                  <a:pt x="1903431" y="1802404"/>
                  <a:pt x="1891011" y="1802404"/>
                </a:cubicBezTo>
                <a:cubicBezTo>
                  <a:pt x="1878594" y="1802404"/>
                  <a:pt x="1868529" y="1792635"/>
                  <a:pt x="1868529" y="1780584"/>
                </a:cubicBezTo>
                <a:cubicBezTo>
                  <a:pt x="1868529" y="1768533"/>
                  <a:pt x="1878594" y="1758764"/>
                  <a:pt x="1891011" y="1758764"/>
                </a:cubicBezTo>
                <a:close/>
                <a:moveTo>
                  <a:pt x="1813657" y="1758764"/>
                </a:moveTo>
                <a:cubicBezTo>
                  <a:pt x="1825704" y="1758764"/>
                  <a:pt x="1835474" y="1768533"/>
                  <a:pt x="1835474" y="1780584"/>
                </a:cubicBezTo>
                <a:cubicBezTo>
                  <a:pt x="1835474" y="1792635"/>
                  <a:pt x="1825704" y="1802404"/>
                  <a:pt x="1813657" y="1802404"/>
                </a:cubicBezTo>
                <a:cubicBezTo>
                  <a:pt x="1801603" y="1802404"/>
                  <a:pt x="1791833" y="1792635"/>
                  <a:pt x="1791833" y="1780584"/>
                </a:cubicBezTo>
                <a:cubicBezTo>
                  <a:pt x="1791833" y="1768533"/>
                  <a:pt x="1801603" y="1758764"/>
                  <a:pt x="1813657" y="1758764"/>
                </a:cubicBezTo>
                <a:close/>
                <a:moveTo>
                  <a:pt x="1735633" y="1758764"/>
                </a:moveTo>
                <a:cubicBezTo>
                  <a:pt x="1747685" y="1758764"/>
                  <a:pt x="1757457" y="1768533"/>
                  <a:pt x="1757457" y="1780584"/>
                </a:cubicBezTo>
                <a:cubicBezTo>
                  <a:pt x="1757457" y="1792635"/>
                  <a:pt x="1747685" y="1802404"/>
                  <a:pt x="1735633" y="1802404"/>
                </a:cubicBezTo>
                <a:cubicBezTo>
                  <a:pt x="1723586" y="1802404"/>
                  <a:pt x="1713819" y="1792635"/>
                  <a:pt x="1713819" y="1780584"/>
                </a:cubicBezTo>
                <a:cubicBezTo>
                  <a:pt x="1713819" y="1768533"/>
                  <a:pt x="1723586" y="1758764"/>
                  <a:pt x="1735633" y="1758764"/>
                </a:cubicBezTo>
                <a:close/>
                <a:moveTo>
                  <a:pt x="1657611" y="1758764"/>
                </a:moveTo>
                <a:cubicBezTo>
                  <a:pt x="1669659" y="1758764"/>
                  <a:pt x="1679436" y="1768533"/>
                  <a:pt x="1679436" y="1780584"/>
                </a:cubicBezTo>
                <a:cubicBezTo>
                  <a:pt x="1679436" y="1792635"/>
                  <a:pt x="1669659" y="1802404"/>
                  <a:pt x="1657611" y="1802404"/>
                </a:cubicBezTo>
                <a:cubicBezTo>
                  <a:pt x="1645568" y="1802404"/>
                  <a:pt x="1635796" y="1792635"/>
                  <a:pt x="1635796" y="1780584"/>
                </a:cubicBezTo>
                <a:cubicBezTo>
                  <a:pt x="1635796" y="1768533"/>
                  <a:pt x="1645568" y="1758764"/>
                  <a:pt x="1657611" y="1758764"/>
                </a:cubicBezTo>
                <a:close/>
                <a:moveTo>
                  <a:pt x="1580257" y="1758764"/>
                </a:moveTo>
                <a:cubicBezTo>
                  <a:pt x="1592669" y="1758764"/>
                  <a:pt x="1602734" y="1768533"/>
                  <a:pt x="1602734" y="1780584"/>
                </a:cubicBezTo>
                <a:cubicBezTo>
                  <a:pt x="1602734" y="1792635"/>
                  <a:pt x="1592669" y="1802404"/>
                  <a:pt x="1580257" y="1802404"/>
                </a:cubicBezTo>
                <a:cubicBezTo>
                  <a:pt x="1567839" y="1802404"/>
                  <a:pt x="1557771" y="1792635"/>
                  <a:pt x="1557771" y="1780584"/>
                </a:cubicBezTo>
                <a:cubicBezTo>
                  <a:pt x="1557771" y="1768533"/>
                  <a:pt x="1567839" y="1758764"/>
                  <a:pt x="1580257" y="1758764"/>
                </a:cubicBezTo>
                <a:close/>
                <a:moveTo>
                  <a:pt x="1502899" y="1758764"/>
                </a:moveTo>
                <a:cubicBezTo>
                  <a:pt x="1514943" y="1758764"/>
                  <a:pt x="1524717" y="1768533"/>
                  <a:pt x="1524717" y="1780584"/>
                </a:cubicBezTo>
                <a:cubicBezTo>
                  <a:pt x="1524717" y="1792635"/>
                  <a:pt x="1514943" y="1802404"/>
                  <a:pt x="1502899" y="1802404"/>
                </a:cubicBezTo>
                <a:cubicBezTo>
                  <a:pt x="1490842" y="1802404"/>
                  <a:pt x="1481077" y="1792635"/>
                  <a:pt x="1481077" y="1780584"/>
                </a:cubicBezTo>
                <a:cubicBezTo>
                  <a:pt x="1481077" y="1768533"/>
                  <a:pt x="1490842" y="1758764"/>
                  <a:pt x="1502899" y="1758764"/>
                </a:cubicBezTo>
                <a:close/>
                <a:moveTo>
                  <a:pt x="1424212" y="1758764"/>
                </a:moveTo>
                <a:cubicBezTo>
                  <a:pt x="1436628" y="1758764"/>
                  <a:pt x="1446695" y="1768533"/>
                  <a:pt x="1446695" y="1780584"/>
                </a:cubicBezTo>
                <a:cubicBezTo>
                  <a:pt x="1446695" y="1792635"/>
                  <a:pt x="1436628" y="1802404"/>
                  <a:pt x="1424212" y="1802404"/>
                </a:cubicBezTo>
                <a:cubicBezTo>
                  <a:pt x="1411799" y="1802404"/>
                  <a:pt x="1401732" y="1792635"/>
                  <a:pt x="1401732" y="1780584"/>
                </a:cubicBezTo>
                <a:cubicBezTo>
                  <a:pt x="1401732" y="1768533"/>
                  <a:pt x="1411799" y="1758764"/>
                  <a:pt x="1424212" y="1758764"/>
                </a:cubicBezTo>
                <a:close/>
                <a:moveTo>
                  <a:pt x="1345530" y="1758764"/>
                </a:moveTo>
                <a:cubicBezTo>
                  <a:pt x="1357582" y="1758764"/>
                  <a:pt x="1367350" y="1768533"/>
                  <a:pt x="1367350" y="1780584"/>
                </a:cubicBezTo>
                <a:cubicBezTo>
                  <a:pt x="1367350" y="1792635"/>
                  <a:pt x="1357582" y="1802404"/>
                  <a:pt x="1345530" y="1802404"/>
                </a:cubicBezTo>
                <a:cubicBezTo>
                  <a:pt x="1333479" y="1802404"/>
                  <a:pt x="1323709" y="1792635"/>
                  <a:pt x="1323709" y="1780584"/>
                </a:cubicBezTo>
                <a:cubicBezTo>
                  <a:pt x="1323709" y="1768533"/>
                  <a:pt x="1333479" y="1758764"/>
                  <a:pt x="1345530" y="1758764"/>
                </a:cubicBezTo>
                <a:close/>
                <a:moveTo>
                  <a:pt x="1268169" y="1758764"/>
                </a:moveTo>
                <a:cubicBezTo>
                  <a:pt x="1280590" y="1758764"/>
                  <a:pt x="1290660" y="1768533"/>
                  <a:pt x="1290660" y="1780584"/>
                </a:cubicBezTo>
                <a:cubicBezTo>
                  <a:pt x="1290660" y="1792635"/>
                  <a:pt x="1280590" y="1802404"/>
                  <a:pt x="1268169" y="1802404"/>
                </a:cubicBezTo>
                <a:cubicBezTo>
                  <a:pt x="1255755" y="1802404"/>
                  <a:pt x="1245691" y="1792635"/>
                  <a:pt x="1245691" y="1780584"/>
                </a:cubicBezTo>
                <a:cubicBezTo>
                  <a:pt x="1245691" y="1768533"/>
                  <a:pt x="1255755" y="1758764"/>
                  <a:pt x="1268169" y="1758764"/>
                </a:cubicBezTo>
                <a:close/>
                <a:moveTo>
                  <a:pt x="1190817" y="1758764"/>
                </a:moveTo>
                <a:cubicBezTo>
                  <a:pt x="1202861" y="1758764"/>
                  <a:pt x="1212636" y="1768533"/>
                  <a:pt x="1212636" y="1780584"/>
                </a:cubicBezTo>
                <a:cubicBezTo>
                  <a:pt x="1212636" y="1792635"/>
                  <a:pt x="1202861" y="1802404"/>
                  <a:pt x="1190817" y="1802404"/>
                </a:cubicBezTo>
                <a:cubicBezTo>
                  <a:pt x="1178762" y="1802404"/>
                  <a:pt x="1168996" y="1792635"/>
                  <a:pt x="1168996" y="1780584"/>
                </a:cubicBezTo>
                <a:cubicBezTo>
                  <a:pt x="1168996" y="1768533"/>
                  <a:pt x="1178762" y="1758764"/>
                  <a:pt x="1190817" y="1758764"/>
                </a:cubicBezTo>
                <a:close/>
                <a:moveTo>
                  <a:pt x="1112792" y="1758764"/>
                </a:moveTo>
                <a:cubicBezTo>
                  <a:pt x="1124843" y="1758764"/>
                  <a:pt x="1134606" y="1768533"/>
                  <a:pt x="1134606" y="1780584"/>
                </a:cubicBezTo>
                <a:cubicBezTo>
                  <a:pt x="1134606" y="1792635"/>
                  <a:pt x="1124843" y="1802404"/>
                  <a:pt x="1112792" y="1802404"/>
                </a:cubicBezTo>
                <a:cubicBezTo>
                  <a:pt x="1100740" y="1802404"/>
                  <a:pt x="1090972" y="1792635"/>
                  <a:pt x="1090972" y="1780584"/>
                </a:cubicBezTo>
                <a:cubicBezTo>
                  <a:pt x="1090972" y="1768533"/>
                  <a:pt x="1100740" y="1758764"/>
                  <a:pt x="1112792" y="1758764"/>
                </a:cubicBezTo>
                <a:close/>
                <a:moveTo>
                  <a:pt x="1034765" y="1758764"/>
                </a:moveTo>
                <a:cubicBezTo>
                  <a:pt x="1046824" y="1758764"/>
                  <a:pt x="1056586" y="1768533"/>
                  <a:pt x="1056586" y="1780584"/>
                </a:cubicBezTo>
                <a:cubicBezTo>
                  <a:pt x="1056586" y="1792635"/>
                  <a:pt x="1046824" y="1802404"/>
                  <a:pt x="1034765" y="1802404"/>
                </a:cubicBezTo>
                <a:cubicBezTo>
                  <a:pt x="1022720" y="1802404"/>
                  <a:pt x="1012949" y="1792635"/>
                  <a:pt x="1012949" y="1780584"/>
                </a:cubicBezTo>
                <a:cubicBezTo>
                  <a:pt x="1012949" y="1768533"/>
                  <a:pt x="1022720" y="1758764"/>
                  <a:pt x="1034765" y="1758764"/>
                </a:cubicBezTo>
                <a:close/>
                <a:moveTo>
                  <a:pt x="8511500" y="1680744"/>
                </a:moveTo>
                <a:cubicBezTo>
                  <a:pt x="8523551" y="1680744"/>
                  <a:pt x="8533320" y="1690809"/>
                  <a:pt x="8533320" y="1703225"/>
                </a:cubicBezTo>
                <a:cubicBezTo>
                  <a:pt x="8533320" y="1715641"/>
                  <a:pt x="8523551" y="1725706"/>
                  <a:pt x="8511500" y="1725706"/>
                </a:cubicBezTo>
                <a:cubicBezTo>
                  <a:pt x="8499449" y="1725706"/>
                  <a:pt x="8489680" y="1715641"/>
                  <a:pt x="8489680" y="1703225"/>
                </a:cubicBezTo>
                <a:cubicBezTo>
                  <a:pt x="8489680" y="1690809"/>
                  <a:pt x="8499449" y="1680744"/>
                  <a:pt x="8511500" y="1680744"/>
                </a:cubicBezTo>
                <a:close/>
                <a:moveTo>
                  <a:pt x="8121398" y="1680744"/>
                </a:moveTo>
                <a:cubicBezTo>
                  <a:pt x="8133449" y="1680744"/>
                  <a:pt x="8143218" y="1690809"/>
                  <a:pt x="8143218" y="1703225"/>
                </a:cubicBezTo>
                <a:cubicBezTo>
                  <a:pt x="8143218" y="1715641"/>
                  <a:pt x="8133449" y="1725706"/>
                  <a:pt x="8121398" y="1725706"/>
                </a:cubicBezTo>
                <a:cubicBezTo>
                  <a:pt x="8109347" y="1725706"/>
                  <a:pt x="8099578" y="1715641"/>
                  <a:pt x="8099578" y="1703225"/>
                </a:cubicBezTo>
                <a:cubicBezTo>
                  <a:pt x="8099578" y="1690809"/>
                  <a:pt x="8109347" y="1680744"/>
                  <a:pt x="8121398" y="1680744"/>
                </a:cubicBezTo>
                <a:close/>
                <a:moveTo>
                  <a:pt x="8044700" y="1680744"/>
                </a:moveTo>
                <a:cubicBezTo>
                  <a:pt x="8056751" y="1680744"/>
                  <a:pt x="8066520" y="1690809"/>
                  <a:pt x="8066520" y="1703225"/>
                </a:cubicBezTo>
                <a:cubicBezTo>
                  <a:pt x="8066520" y="1715641"/>
                  <a:pt x="8056751" y="1725706"/>
                  <a:pt x="8044700" y="1725706"/>
                </a:cubicBezTo>
                <a:cubicBezTo>
                  <a:pt x="8032649" y="1725706"/>
                  <a:pt x="8022880" y="1715641"/>
                  <a:pt x="8022880" y="1703225"/>
                </a:cubicBezTo>
                <a:cubicBezTo>
                  <a:pt x="8022880" y="1690809"/>
                  <a:pt x="8032649" y="1680744"/>
                  <a:pt x="8044700" y="1680744"/>
                </a:cubicBezTo>
                <a:close/>
                <a:moveTo>
                  <a:pt x="7966679" y="1680744"/>
                </a:moveTo>
                <a:cubicBezTo>
                  <a:pt x="7978730" y="1680744"/>
                  <a:pt x="7988499" y="1690809"/>
                  <a:pt x="7988499" y="1703225"/>
                </a:cubicBezTo>
                <a:cubicBezTo>
                  <a:pt x="7988499" y="1715641"/>
                  <a:pt x="7978730" y="1725706"/>
                  <a:pt x="7966679" y="1725706"/>
                </a:cubicBezTo>
                <a:cubicBezTo>
                  <a:pt x="7954628" y="1725706"/>
                  <a:pt x="7944859" y="1715641"/>
                  <a:pt x="7944859" y="1703225"/>
                </a:cubicBezTo>
                <a:cubicBezTo>
                  <a:pt x="7944859" y="1690809"/>
                  <a:pt x="7954628" y="1680744"/>
                  <a:pt x="7966679" y="1680744"/>
                </a:cubicBezTo>
                <a:close/>
                <a:moveTo>
                  <a:pt x="7888658" y="1680744"/>
                </a:moveTo>
                <a:cubicBezTo>
                  <a:pt x="7900709" y="1680744"/>
                  <a:pt x="7910478" y="1690809"/>
                  <a:pt x="7910478" y="1703225"/>
                </a:cubicBezTo>
                <a:cubicBezTo>
                  <a:pt x="7910478" y="1715641"/>
                  <a:pt x="7900709" y="1725706"/>
                  <a:pt x="7888658" y="1725706"/>
                </a:cubicBezTo>
                <a:cubicBezTo>
                  <a:pt x="7876607" y="1725706"/>
                  <a:pt x="7866838" y="1715641"/>
                  <a:pt x="7866838" y="1703225"/>
                </a:cubicBezTo>
                <a:cubicBezTo>
                  <a:pt x="7866838" y="1690809"/>
                  <a:pt x="7876607" y="1680744"/>
                  <a:pt x="7888658" y="1680744"/>
                </a:cubicBezTo>
                <a:close/>
                <a:moveTo>
                  <a:pt x="7809316" y="1680744"/>
                </a:moveTo>
                <a:cubicBezTo>
                  <a:pt x="7821367" y="1680744"/>
                  <a:pt x="7831136" y="1690809"/>
                  <a:pt x="7831136" y="1703225"/>
                </a:cubicBezTo>
                <a:cubicBezTo>
                  <a:pt x="7831136" y="1715641"/>
                  <a:pt x="7821367" y="1725706"/>
                  <a:pt x="7809316" y="1725706"/>
                </a:cubicBezTo>
                <a:cubicBezTo>
                  <a:pt x="7797265" y="1725706"/>
                  <a:pt x="7787496" y="1715641"/>
                  <a:pt x="7787496" y="1703225"/>
                </a:cubicBezTo>
                <a:cubicBezTo>
                  <a:pt x="7787496" y="1690809"/>
                  <a:pt x="7797265" y="1680744"/>
                  <a:pt x="7809316" y="1680744"/>
                </a:cubicBezTo>
                <a:close/>
                <a:moveTo>
                  <a:pt x="7731957" y="1680744"/>
                </a:moveTo>
                <a:cubicBezTo>
                  <a:pt x="7744373" y="1680744"/>
                  <a:pt x="7754438" y="1690809"/>
                  <a:pt x="7754438" y="1703225"/>
                </a:cubicBezTo>
                <a:cubicBezTo>
                  <a:pt x="7754438" y="1715641"/>
                  <a:pt x="7744373" y="1725706"/>
                  <a:pt x="7731957" y="1725706"/>
                </a:cubicBezTo>
                <a:cubicBezTo>
                  <a:pt x="7719541" y="1725706"/>
                  <a:pt x="7709476" y="1715641"/>
                  <a:pt x="7709476" y="1703225"/>
                </a:cubicBezTo>
                <a:cubicBezTo>
                  <a:pt x="7709476" y="1690809"/>
                  <a:pt x="7719541" y="1680744"/>
                  <a:pt x="7731957" y="1680744"/>
                </a:cubicBezTo>
                <a:close/>
                <a:moveTo>
                  <a:pt x="7654597" y="1680744"/>
                </a:moveTo>
                <a:cubicBezTo>
                  <a:pt x="7666648" y="1680744"/>
                  <a:pt x="7676417" y="1690809"/>
                  <a:pt x="7676417" y="1703225"/>
                </a:cubicBezTo>
                <a:cubicBezTo>
                  <a:pt x="7676417" y="1715641"/>
                  <a:pt x="7666648" y="1725706"/>
                  <a:pt x="7654597" y="1725706"/>
                </a:cubicBezTo>
                <a:cubicBezTo>
                  <a:pt x="7642546" y="1725706"/>
                  <a:pt x="7632777" y="1715641"/>
                  <a:pt x="7632777" y="1703225"/>
                </a:cubicBezTo>
                <a:cubicBezTo>
                  <a:pt x="7632777" y="1690809"/>
                  <a:pt x="7642546" y="1680744"/>
                  <a:pt x="7654597" y="1680744"/>
                </a:cubicBezTo>
                <a:close/>
                <a:moveTo>
                  <a:pt x="7576577" y="1680744"/>
                </a:moveTo>
                <a:cubicBezTo>
                  <a:pt x="7588628" y="1680744"/>
                  <a:pt x="7598397" y="1690809"/>
                  <a:pt x="7598397" y="1703225"/>
                </a:cubicBezTo>
                <a:cubicBezTo>
                  <a:pt x="7598397" y="1715641"/>
                  <a:pt x="7588628" y="1725706"/>
                  <a:pt x="7576577" y="1725706"/>
                </a:cubicBezTo>
                <a:cubicBezTo>
                  <a:pt x="7564526" y="1725706"/>
                  <a:pt x="7554757" y="1715641"/>
                  <a:pt x="7554757" y="1703225"/>
                </a:cubicBezTo>
                <a:cubicBezTo>
                  <a:pt x="7554757" y="1690809"/>
                  <a:pt x="7564526" y="1680744"/>
                  <a:pt x="7576577" y="1680744"/>
                </a:cubicBezTo>
                <a:close/>
                <a:moveTo>
                  <a:pt x="7498556" y="1680744"/>
                </a:moveTo>
                <a:cubicBezTo>
                  <a:pt x="7510607" y="1680744"/>
                  <a:pt x="7520376" y="1690809"/>
                  <a:pt x="7520376" y="1703225"/>
                </a:cubicBezTo>
                <a:cubicBezTo>
                  <a:pt x="7520376" y="1715641"/>
                  <a:pt x="7510607" y="1725706"/>
                  <a:pt x="7498556" y="1725706"/>
                </a:cubicBezTo>
                <a:cubicBezTo>
                  <a:pt x="7486505" y="1725706"/>
                  <a:pt x="7476736" y="1715641"/>
                  <a:pt x="7476736" y="1703225"/>
                </a:cubicBezTo>
                <a:cubicBezTo>
                  <a:pt x="7476736" y="1690809"/>
                  <a:pt x="7486505" y="1680744"/>
                  <a:pt x="7498556" y="1680744"/>
                </a:cubicBezTo>
                <a:close/>
                <a:moveTo>
                  <a:pt x="7421198" y="1680744"/>
                </a:moveTo>
                <a:cubicBezTo>
                  <a:pt x="7433614" y="1680744"/>
                  <a:pt x="7443679" y="1690809"/>
                  <a:pt x="7443679" y="1703225"/>
                </a:cubicBezTo>
                <a:cubicBezTo>
                  <a:pt x="7443679" y="1715641"/>
                  <a:pt x="7433614" y="1725706"/>
                  <a:pt x="7421198" y="1725706"/>
                </a:cubicBezTo>
                <a:cubicBezTo>
                  <a:pt x="7408782" y="1725706"/>
                  <a:pt x="7398717" y="1715641"/>
                  <a:pt x="7398717" y="1703225"/>
                </a:cubicBezTo>
                <a:cubicBezTo>
                  <a:pt x="7398717" y="1690809"/>
                  <a:pt x="7408782" y="1680744"/>
                  <a:pt x="7421198" y="1680744"/>
                </a:cubicBezTo>
                <a:close/>
                <a:moveTo>
                  <a:pt x="7343838" y="1680744"/>
                </a:moveTo>
                <a:cubicBezTo>
                  <a:pt x="7355889" y="1680744"/>
                  <a:pt x="7365658" y="1690809"/>
                  <a:pt x="7365658" y="1703225"/>
                </a:cubicBezTo>
                <a:cubicBezTo>
                  <a:pt x="7365658" y="1715641"/>
                  <a:pt x="7355889" y="1725706"/>
                  <a:pt x="7343838" y="1725706"/>
                </a:cubicBezTo>
                <a:cubicBezTo>
                  <a:pt x="7331787" y="1725706"/>
                  <a:pt x="7322018" y="1715641"/>
                  <a:pt x="7322018" y="1703225"/>
                </a:cubicBezTo>
                <a:cubicBezTo>
                  <a:pt x="7322018" y="1690809"/>
                  <a:pt x="7331787" y="1680744"/>
                  <a:pt x="7343838" y="1680744"/>
                </a:cubicBezTo>
                <a:close/>
                <a:moveTo>
                  <a:pt x="7264495" y="1680744"/>
                </a:moveTo>
                <a:cubicBezTo>
                  <a:pt x="7276546" y="1680744"/>
                  <a:pt x="7286315" y="1690809"/>
                  <a:pt x="7286315" y="1703225"/>
                </a:cubicBezTo>
                <a:cubicBezTo>
                  <a:pt x="7286315" y="1715641"/>
                  <a:pt x="7276546" y="1725706"/>
                  <a:pt x="7264495" y="1725706"/>
                </a:cubicBezTo>
                <a:cubicBezTo>
                  <a:pt x="7252444" y="1725706"/>
                  <a:pt x="7242675" y="1715641"/>
                  <a:pt x="7242675" y="1703225"/>
                </a:cubicBezTo>
                <a:cubicBezTo>
                  <a:pt x="7242675" y="1690809"/>
                  <a:pt x="7252444" y="1680744"/>
                  <a:pt x="7264495" y="1680744"/>
                </a:cubicBezTo>
                <a:close/>
                <a:moveTo>
                  <a:pt x="7186475" y="1680744"/>
                </a:moveTo>
                <a:cubicBezTo>
                  <a:pt x="7198526" y="1680744"/>
                  <a:pt x="7208295" y="1690809"/>
                  <a:pt x="7208295" y="1703225"/>
                </a:cubicBezTo>
                <a:cubicBezTo>
                  <a:pt x="7208295" y="1715641"/>
                  <a:pt x="7198526" y="1725706"/>
                  <a:pt x="7186475" y="1725706"/>
                </a:cubicBezTo>
                <a:cubicBezTo>
                  <a:pt x="7174424" y="1725706"/>
                  <a:pt x="7164655" y="1715641"/>
                  <a:pt x="7164655" y="1703225"/>
                </a:cubicBezTo>
                <a:cubicBezTo>
                  <a:pt x="7164655" y="1690809"/>
                  <a:pt x="7174424" y="1680744"/>
                  <a:pt x="7186475" y="1680744"/>
                </a:cubicBezTo>
                <a:close/>
                <a:moveTo>
                  <a:pt x="7109116" y="1680744"/>
                </a:moveTo>
                <a:cubicBezTo>
                  <a:pt x="7121532" y="1680744"/>
                  <a:pt x="7131597" y="1690809"/>
                  <a:pt x="7131597" y="1703225"/>
                </a:cubicBezTo>
                <a:cubicBezTo>
                  <a:pt x="7131597" y="1715641"/>
                  <a:pt x="7121532" y="1725706"/>
                  <a:pt x="7109116" y="1725706"/>
                </a:cubicBezTo>
                <a:cubicBezTo>
                  <a:pt x="7096700" y="1725706"/>
                  <a:pt x="7086635" y="1715641"/>
                  <a:pt x="7086635" y="1703225"/>
                </a:cubicBezTo>
                <a:cubicBezTo>
                  <a:pt x="7086635" y="1690809"/>
                  <a:pt x="7096700" y="1680744"/>
                  <a:pt x="7109116" y="1680744"/>
                </a:cubicBezTo>
                <a:close/>
                <a:moveTo>
                  <a:pt x="7031757" y="1680744"/>
                </a:moveTo>
                <a:cubicBezTo>
                  <a:pt x="7043808" y="1680744"/>
                  <a:pt x="7053577" y="1690809"/>
                  <a:pt x="7053577" y="1703225"/>
                </a:cubicBezTo>
                <a:cubicBezTo>
                  <a:pt x="7053577" y="1715641"/>
                  <a:pt x="7043808" y="1725706"/>
                  <a:pt x="7031757" y="1725706"/>
                </a:cubicBezTo>
                <a:cubicBezTo>
                  <a:pt x="7019706" y="1725706"/>
                  <a:pt x="7009937" y="1715641"/>
                  <a:pt x="7009937" y="1703225"/>
                </a:cubicBezTo>
                <a:cubicBezTo>
                  <a:pt x="7009937" y="1690809"/>
                  <a:pt x="7019706" y="1680744"/>
                  <a:pt x="7031757" y="1680744"/>
                </a:cubicBezTo>
                <a:close/>
                <a:moveTo>
                  <a:pt x="6953736" y="1680744"/>
                </a:moveTo>
                <a:cubicBezTo>
                  <a:pt x="6965787" y="1680744"/>
                  <a:pt x="6975556" y="1690809"/>
                  <a:pt x="6975556" y="1703225"/>
                </a:cubicBezTo>
                <a:cubicBezTo>
                  <a:pt x="6975556" y="1715641"/>
                  <a:pt x="6965787" y="1725706"/>
                  <a:pt x="6953736" y="1725706"/>
                </a:cubicBezTo>
                <a:cubicBezTo>
                  <a:pt x="6941685" y="1725706"/>
                  <a:pt x="6931916" y="1715641"/>
                  <a:pt x="6931916" y="1703225"/>
                </a:cubicBezTo>
                <a:cubicBezTo>
                  <a:pt x="6931916" y="1690809"/>
                  <a:pt x="6941685" y="1680744"/>
                  <a:pt x="6953736" y="1680744"/>
                </a:cubicBezTo>
                <a:close/>
                <a:moveTo>
                  <a:pt x="6875716" y="1680744"/>
                </a:moveTo>
                <a:cubicBezTo>
                  <a:pt x="6887767" y="1680744"/>
                  <a:pt x="6897536" y="1690809"/>
                  <a:pt x="6897536" y="1703225"/>
                </a:cubicBezTo>
                <a:cubicBezTo>
                  <a:pt x="6897536" y="1715641"/>
                  <a:pt x="6887767" y="1725706"/>
                  <a:pt x="6875716" y="1725706"/>
                </a:cubicBezTo>
                <a:cubicBezTo>
                  <a:pt x="6863665" y="1725706"/>
                  <a:pt x="6853896" y="1715641"/>
                  <a:pt x="6853896" y="1703225"/>
                </a:cubicBezTo>
                <a:cubicBezTo>
                  <a:pt x="6853896" y="1690809"/>
                  <a:pt x="6863665" y="1680744"/>
                  <a:pt x="6875716" y="1680744"/>
                </a:cubicBezTo>
                <a:close/>
                <a:moveTo>
                  <a:pt x="6798356" y="1680744"/>
                </a:moveTo>
                <a:cubicBezTo>
                  <a:pt x="6810772" y="1680744"/>
                  <a:pt x="6820837" y="1690809"/>
                  <a:pt x="6820837" y="1703225"/>
                </a:cubicBezTo>
                <a:cubicBezTo>
                  <a:pt x="6820837" y="1715641"/>
                  <a:pt x="6810772" y="1725706"/>
                  <a:pt x="6798356" y="1725706"/>
                </a:cubicBezTo>
                <a:cubicBezTo>
                  <a:pt x="6785940" y="1725706"/>
                  <a:pt x="6775875" y="1715641"/>
                  <a:pt x="6775875" y="1703225"/>
                </a:cubicBezTo>
                <a:cubicBezTo>
                  <a:pt x="6775875" y="1690809"/>
                  <a:pt x="6785940" y="1680744"/>
                  <a:pt x="6798356" y="1680744"/>
                </a:cubicBezTo>
                <a:close/>
                <a:moveTo>
                  <a:pt x="6719675" y="1680744"/>
                </a:moveTo>
                <a:cubicBezTo>
                  <a:pt x="6731726" y="1680744"/>
                  <a:pt x="6741495" y="1690809"/>
                  <a:pt x="6741495" y="1703225"/>
                </a:cubicBezTo>
                <a:cubicBezTo>
                  <a:pt x="6741495" y="1715641"/>
                  <a:pt x="6731726" y="1725706"/>
                  <a:pt x="6719675" y="1725706"/>
                </a:cubicBezTo>
                <a:cubicBezTo>
                  <a:pt x="6707624" y="1725706"/>
                  <a:pt x="6697855" y="1715641"/>
                  <a:pt x="6697855" y="1703225"/>
                </a:cubicBezTo>
                <a:cubicBezTo>
                  <a:pt x="6697855" y="1690809"/>
                  <a:pt x="6707624" y="1680744"/>
                  <a:pt x="6719675" y="1680744"/>
                </a:cubicBezTo>
                <a:close/>
                <a:moveTo>
                  <a:pt x="6641655" y="1680744"/>
                </a:moveTo>
                <a:cubicBezTo>
                  <a:pt x="6653706" y="1680744"/>
                  <a:pt x="6663475" y="1690809"/>
                  <a:pt x="6663475" y="1703225"/>
                </a:cubicBezTo>
                <a:cubicBezTo>
                  <a:pt x="6663475" y="1715641"/>
                  <a:pt x="6653706" y="1725706"/>
                  <a:pt x="6641655" y="1725706"/>
                </a:cubicBezTo>
                <a:cubicBezTo>
                  <a:pt x="6629604" y="1725706"/>
                  <a:pt x="6619835" y="1715641"/>
                  <a:pt x="6619835" y="1703225"/>
                </a:cubicBezTo>
                <a:cubicBezTo>
                  <a:pt x="6619835" y="1690809"/>
                  <a:pt x="6629604" y="1680744"/>
                  <a:pt x="6641655" y="1680744"/>
                </a:cubicBezTo>
                <a:close/>
                <a:moveTo>
                  <a:pt x="6563634" y="1680744"/>
                </a:moveTo>
                <a:cubicBezTo>
                  <a:pt x="6575685" y="1680744"/>
                  <a:pt x="6585454" y="1690809"/>
                  <a:pt x="6585454" y="1703225"/>
                </a:cubicBezTo>
                <a:cubicBezTo>
                  <a:pt x="6585454" y="1715641"/>
                  <a:pt x="6575685" y="1725706"/>
                  <a:pt x="6563634" y="1725706"/>
                </a:cubicBezTo>
                <a:cubicBezTo>
                  <a:pt x="6551583" y="1725706"/>
                  <a:pt x="6541814" y="1715641"/>
                  <a:pt x="6541814" y="1703225"/>
                </a:cubicBezTo>
                <a:cubicBezTo>
                  <a:pt x="6541814" y="1690809"/>
                  <a:pt x="6551583" y="1680744"/>
                  <a:pt x="6563634" y="1680744"/>
                </a:cubicBezTo>
                <a:close/>
                <a:moveTo>
                  <a:pt x="6485613" y="1680744"/>
                </a:moveTo>
                <a:cubicBezTo>
                  <a:pt x="6497664" y="1680744"/>
                  <a:pt x="6507433" y="1690809"/>
                  <a:pt x="6507433" y="1703225"/>
                </a:cubicBezTo>
                <a:cubicBezTo>
                  <a:pt x="6507433" y="1715641"/>
                  <a:pt x="6497664" y="1725706"/>
                  <a:pt x="6485613" y="1725706"/>
                </a:cubicBezTo>
                <a:cubicBezTo>
                  <a:pt x="6473562" y="1725706"/>
                  <a:pt x="6463793" y="1715641"/>
                  <a:pt x="6463793" y="1703225"/>
                </a:cubicBezTo>
                <a:cubicBezTo>
                  <a:pt x="6463793" y="1690809"/>
                  <a:pt x="6473562" y="1680744"/>
                  <a:pt x="6485613" y="1680744"/>
                </a:cubicBezTo>
                <a:close/>
                <a:moveTo>
                  <a:pt x="6408916" y="1680744"/>
                </a:moveTo>
                <a:cubicBezTo>
                  <a:pt x="6420967" y="1680744"/>
                  <a:pt x="6430736" y="1690809"/>
                  <a:pt x="6430736" y="1703225"/>
                </a:cubicBezTo>
                <a:cubicBezTo>
                  <a:pt x="6430736" y="1715641"/>
                  <a:pt x="6420967" y="1725706"/>
                  <a:pt x="6408916" y="1725706"/>
                </a:cubicBezTo>
                <a:cubicBezTo>
                  <a:pt x="6396865" y="1725706"/>
                  <a:pt x="6387096" y="1715641"/>
                  <a:pt x="6387096" y="1703225"/>
                </a:cubicBezTo>
                <a:cubicBezTo>
                  <a:pt x="6387096" y="1690809"/>
                  <a:pt x="6396865" y="1680744"/>
                  <a:pt x="6408916" y="1680744"/>
                </a:cubicBezTo>
                <a:close/>
                <a:moveTo>
                  <a:pt x="6330896" y="1680744"/>
                </a:moveTo>
                <a:cubicBezTo>
                  <a:pt x="6342947" y="1680744"/>
                  <a:pt x="6352716" y="1690809"/>
                  <a:pt x="6352716" y="1703225"/>
                </a:cubicBezTo>
                <a:cubicBezTo>
                  <a:pt x="6352716" y="1715641"/>
                  <a:pt x="6342947" y="1725706"/>
                  <a:pt x="6330896" y="1725706"/>
                </a:cubicBezTo>
                <a:cubicBezTo>
                  <a:pt x="6318845" y="1725706"/>
                  <a:pt x="6309076" y="1715641"/>
                  <a:pt x="6309076" y="1703225"/>
                </a:cubicBezTo>
                <a:cubicBezTo>
                  <a:pt x="6309076" y="1690809"/>
                  <a:pt x="6318845" y="1680744"/>
                  <a:pt x="6330896" y="1680744"/>
                </a:cubicBezTo>
                <a:close/>
                <a:moveTo>
                  <a:pt x="6252875" y="1680744"/>
                </a:moveTo>
                <a:cubicBezTo>
                  <a:pt x="6264926" y="1680744"/>
                  <a:pt x="6274695" y="1690809"/>
                  <a:pt x="6274695" y="1703225"/>
                </a:cubicBezTo>
                <a:cubicBezTo>
                  <a:pt x="6274695" y="1715641"/>
                  <a:pt x="6264926" y="1725706"/>
                  <a:pt x="6252875" y="1725706"/>
                </a:cubicBezTo>
                <a:cubicBezTo>
                  <a:pt x="6240824" y="1725706"/>
                  <a:pt x="6231055" y="1715641"/>
                  <a:pt x="6231055" y="1703225"/>
                </a:cubicBezTo>
                <a:cubicBezTo>
                  <a:pt x="6231055" y="1690809"/>
                  <a:pt x="6240824" y="1680744"/>
                  <a:pt x="6252875" y="1680744"/>
                </a:cubicBezTo>
                <a:close/>
                <a:moveTo>
                  <a:pt x="6174854" y="1680744"/>
                </a:moveTo>
                <a:cubicBezTo>
                  <a:pt x="6186905" y="1680744"/>
                  <a:pt x="6196674" y="1690809"/>
                  <a:pt x="6196674" y="1703225"/>
                </a:cubicBezTo>
                <a:cubicBezTo>
                  <a:pt x="6196674" y="1715641"/>
                  <a:pt x="6186905" y="1725706"/>
                  <a:pt x="6174854" y="1725706"/>
                </a:cubicBezTo>
                <a:cubicBezTo>
                  <a:pt x="6162803" y="1725706"/>
                  <a:pt x="6153034" y="1715641"/>
                  <a:pt x="6153034" y="1703225"/>
                </a:cubicBezTo>
                <a:cubicBezTo>
                  <a:pt x="6153034" y="1690809"/>
                  <a:pt x="6162803" y="1680744"/>
                  <a:pt x="6174854" y="1680744"/>
                </a:cubicBezTo>
                <a:close/>
                <a:moveTo>
                  <a:pt x="6096834" y="1680744"/>
                </a:moveTo>
                <a:cubicBezTo>
                  <a:pt x="6108885" y="1680744"/>
                  <a:pt x="6118654" y="1690809"/>
                  <a:pt x="6118654" y="1703225"/>
                </a:cubicBezTo>
                <a:cubicBezTo>
                  <a:pt x="6118654" y="1715641"/>
                  <a:pt x="6108885" y="1725706"/>
                  <a:pt x="6096834" y="1725706"/>
                </a:cubicBezTo>
                <a:cubicBezTo>
                  <a:pt x="6084783" y="1725706"/>
                  <a:pt x="6075014" y="1715641"/>
                  <a:pt x="6075014" y="1703225"/>
                </a:cubicBezTo>
                <a:cubicBezTo>
                  <a:pt x="6075014" y="1690809"/>
                  <a:pt x="6084783" y="1680744"/>
                  <a:pt x="6096834" y="1680744"/>
                </a:cubicBezTo>
                <a:close/>
                <a:moveTo>
                  <a:pt x="6018814" y="1680744"/>
                </a:moveTo>
                <a:cubicBezTo>
                  <a:pt x="6030865" y="1680744"/>
                  <a:pt x="6040634" y="1690809"/>
                  <a:pt x="6040634" y="1703225"/>
                </a:cubicBezTo>
                <a:cubicBezTo>
                  <a:pt x="6040634" y="1715641"/>
                  <a:pt x="6030865" y="1725706"/>
                  <a:pt x="6018814" y="1725706"/>
                </a:cubicBezTo>
                <a:cubicBezTo>
                  <a:pt x="6006763" y="1725706"/>
                  <a:pt x="5996994" y="1715641"/>
                  <a:pt x="5996994" y="1703225"/>
                </a:cubicBezTo>
                <a:cubicBezTo>
                  <a:pt x="5996994" y="1690809"/>
                  <a:pt x="6006763" y="1680744"/>
                  <a:pt x="6018814" y="1680744"/>
                </a:cubicBezTo>
                <a:close/>
                <a:moveTo>
                  <a:pt x="5940793" y="1680744"/>
                </a:moveTo>
                <a:cubicBezTo>
                  <a:pt x="5952844" y="1680744"/>
                  <a:pt x="5962613" y="1690809"/>
                  <a:pt x="5962613" y="1703225"/>
                </a:cubicBezTo>
                <a:cubicBezTo>
                  <a:pt x="5962613" y="1715641"/>
                  <a:pt x="5952844" y="1725706"/>
                  <a:pt x="5940793" y="1725706"/>
                </a:cubicBezTo>
                <a:cubicBezTo>
                  <a:pt x="5928742" y="1725706"/>
                  <a:pt x="5918973" y="1715641"/>
                  <a:pt x="5918973" y="1703225"/>
                </a:cubicBezTo>
                <a:cubicBezTo>
                  <a:pt x="5918973" y="1690809"/>
                  <a:pt x="5928742" y="1680744"/>
                  <a:pt x="5940793" y="1680744"/>
                </a:cubicBezTo>
                <a:close/>
                <a:moveTo>
                  <a:pt x="5862773" y="1680744"/>
                </a:moveTo>
                <a:cubicBezTo>
                  <a:pt x="5874824" y="1680744"/>
                  <a:pt x="5884593" y="1690809"/>
                  <a:pt x="5884593" y="1703225"/>
                </a:cubicBezTo>
                <a:cubicBezTo>
                  <a:pt x="5884593" y="1715641"/>
                  <a:pt x="5874824" y="1725706"/>
                  <a:pt x="5862773" y="1725706"/>
                </a:cubicBezTo>
                <a:cubicBezTo>
                  <a:pt x="5850722" y="1725706"/>
                  <a:pt x="5840953" y="1715641"/>
                  <a:pt x="5840953" y="1703225"/>
                </a:cubicBezTo>
                <a:cubicBezTo>
                  <a:pt x="5840953" y="1690809"/>
                  <a:pt x="5850722" y="1680744"/>
                  <a:pt x="5862773" y="1680744"/>
                </a:cubicBezTo>
                <a:close/>
                <a:moveTo>
                  <a:pt x="5785413" y="1680744"/>
                </a:moveTo>
                <a:cubicBezTo>
                  <a:pt x="5797829" y="1680744"/>
                  <a:pt x="5807894" y="1690809"/>
                  <a:pt x="5807894" y="1703225"/>
                </a:cubicBezTo>
                <a:cubicBezTo>
                  <a:pt x="5807894" y="1715641"/>
                  <a:pt x="5797829" y="1725706"/>
                  <a:pt x="5785413" y="1725706"/>
                </a:cubicBezTo>
                <a:cubicBezTo>
                  <a:pt x="5772997" y="1725706"/>
                  <a:pt x="5762932" y="1715641"/>
                  <a:pt x="5762932" y="1703225"/>
                </a:cubicBezTo>
                <a:cubicBezTo>
                  <a:pt x="5762932" y="1690809"/>
                  <a:pt x="5772997" y="1680744"/>
                  <a:pt x="5785413" y="1680744"/>
                </a:cubicBezTo>
                <a:close/>
                <a:moveTo>
                  <a:pt x="5708054" y="1680744"/>
                </a:moveTo>
                <a:cubicBezTo>
                  <a:pt x="5720105" y="1680744"/>
                  <a:pt x="5729874" y="1690809"/>
                  <a:pt x="5729874" y="1703225"/>
                </a:cubicBezTo>
                <a:cubicBezTo>
                  <a:pt x="5729874" y="1715641"/>
                  <a:pt x="5720105" y="1725706"/>
                  <a:pt x="5708054" y="1725706"/>
                </a:cubicBezTo>
                <a:cubicBezTo>
                  <a:pt x="5696003" y="1725706"/>
                  <a:pt x="5686234" y="1715641"/>
                  <a:pt x="5686234" y="1703225"/>
                </a:cubicBezTo>
                <a:cubicBezTo>
                  <a:pt x="5686234" y="1690809"/>
                  <a:pt x="5696003" y="1680744"/>
                  <a:pt x="5708054" y="1680744"/>
                </a:cubicBezTo>
                <a:close/>
                <a:moveTo>
                  <a:pt x="5630034" y="1680744"/>
                </a:moveTo>
                <a:cubicBezTo>
                  <a:pt x="5642085" y="1680744"/>
                  <a:pt x="5651854" y="1690809"/>
                  <a:pt x="5651854" y="1703225"/>
                </a:cubicBezTo>
                <a:cubicBezTo>
                  <a:pt x="5651854" y="1715641"/>
                  <a:pt x="5642085" y="1725706"/>
                  <a:pt x="5630034" y="1725706"/>
                </a:cubicBezTo>
                <a:cubicBezTo>
                  <a:pt x="5617983" y="1725706"/>
                  <a:pt x="5608214" y="1715641"/>
                  <a:pt x="5608214" y="1703225"/>
                </a:cubicBezTo>
                <a:cubicBezTo>
                  <a:pt x="5608214" y="1690809"/>
                  <a:pt x="5617983" y="1680744"/>
                  <a:pt x="5630034" y="1680744"/>
                </a:cubicBezTo>
                <a:close/>
                <a:moveTo>
                  <a:pt x="5552013" y="1680744"/>
                </a:moveTo>
                <a:cubicBezTo>
                  <a:pt x="5564064" y="1680744"/>
                  <a:pt x="5573833" y="1690809"/>
                  <a:pt x="5573833" y="1703225"/>
                </a:cubicBezTo>
                <a:cubicBezTo>
                  <a:pt x="5573833" y="1715641"/>
                  <a:pt x="5564064" y="1725706"/>
                  <a:pt x="5552013" y="1725706"/>
                </a:cubicBezTo>
                <a:cubicBezTo>
                  <a:pt x="5539962" y="1725706"/>
                  <a:pt x="5530193" y="1715641"/>
                  <a:pt x="5530193" y="1703225"/>
                </a:cubicBezTo>
                <a:cubicBezTo>
                  <a:pt x="5530193" y="1690809"/>
                  <a:pt x="5539962" y="1680744"/>
                  <a:pt x="5552013" y="1680744"/>
                </a:cubicBezTo>
                <a:close/>
                <a:moveTo>
                  <a:pt x="5473331" y="1680744"/>
                </a:moveTo>
                <a:cubicBezTo>
                  <a:pt x="5485747" y="1680744"/>
                  <a:pt x="5495812" y="1690809"/>
                  <a:pt x="5495812" y="1703225"/>
                </a:cubicBezTo>
                <a:cubicBezTo>
                  <a:pt x="5495812" y="1715641"/>
                  <a:pt x="5485747" y="1725706"/>
                  <a:pt x="5473331" y="1725706"/>
                </a:cubicBezTo>
                <a:cubicBezTo>
                  <a:pt x="5460915" y="1725706"/>
                  <a:pt x="5450850" y="1715641"/>
                  <a:pt x="5450850" y="1703225"/>
                </a:cubicBezTo>
                <a:cubicBezTo>
                  <a:pt x="5450850" y="1690809"/>
                  <a:pt x="5460915" y="1680744"/>
                  <a:pt x="5473331" y="1680744"/>
                </a:cubicBezTo>
                <a:close/>
                <a:moveTo>
                  <a:pt x="5395972" y="1680744"/>
                </a:moveTo>
                <a:cubicBezTo>
                  <a:pt x="5408023" y="1680744"/>
                  <a:pt x="5417792" y="1690809"/>
                  <a:pt x="5417792" y="1703225"/>
                </a:cubicBezTo>
                <a:cubicBezTo>
                  <a:pt x="5417792" y="1715641"/>
                  <a:pt x="5408023" y="1725706"/>
                  <a:pt x="5395972" y="1725706"/>
                </a:cubicBezTo>
                <a:cubicBezTo>
                  <a:pt x="5383921" y="1725706"/>
                  <a:pt x="5374152" y="1715641"/>
                  <a:pt x="5374152" y="1703225"/>
                </a:cubicBezTo>
                <a:cubicBezTo>
                  <a:pt x="5374152" y="1690809"/>
                  <a:pt x="5383921" y="1680744"/>
                  <a:pt x="5395972" y="1680744"/>
                </a:cubicBezTo>
                <a:close/>
                <a:moveTo>
                  <a:pt x="5317953" y="1680744"/>
                </a:moveTo>
                <a:cubicBezTo>
                  <a:pt x="5330004" y="1680744"/>
                  <a:pt x="5339773" y="1690809"/>
                  <a:pt x="5339773" y="1703225"/>
                </a:cubicBezTo>
                <a:cubicBezTo>
                  <a:pt x="5339773" y="1715641"/>
                  <a:pt x="5330004" y="1725706"/>
                  <a:pt x="5317953" y="1725706"/>
                </a:cubicBezTo>
                <a:cubicBezTo>
                  <a:pt x="5305902" y="1725706"/>
                  <a:pt x="5296133" y="1715641"/>
                  <a:pt x="5296133" y="1703225"/>
                </a:cubicBezTo>
                <a:cubicBezTo>
                  <a:pt x="5296133" y="1690809"/>
                  <a:pt x="5305902" y="1680744"/>
                  <a:pt x="5317953" y="1680744"/>
                </a:cubicBezTo>
                <a:close/>
                <a:moveTo>
                  <a:pt x="5239932" y="1680744"/>
                </a:moveTo>
                <a:cubicBezTo>
                  <a:pt x="5251983" y="1680744"/>
                  <a:pt x="5261752" y="1690809"/>
                  <a:pt x="5261752" y="1703225"/>
                </a:cubicBezTo>
                <a:cubicBezTo>
                  <a:pt x="5261752" y="1715641"/>
                  <a:pt x="5251983" y="1725706"/>
                  <a:pt x="5239932" y="1725706"/>
                </a:cubicBezTo>
                <a:cubicBezTo>
                  <a:pt x="5227881" y="1725706"/>
                  <a:pt x="5218112" y="1715641"/>
                  <a:pt x="5218112" y="1703225"/>
                </a:cubicBezTo>
                <a:cubicBezTo>
                  <a:pt x="5218112" y="1690809"/>
                  <a:pt x="5227881" y="1680744"/>
                  <a:pt x="5239932" y="1680744"/>
                </a:cubicBezTo>
                <a:close/>
                <a:moveTo>
                  <a:pt x="5162572" y="1680744"/>
                </a:moveTo>
                <a:cubicBezTo>
                  <a:pt x="5174988" y="1680744"/>
                  <a:pt x="5185053" y="1690809"/>
                  <a:pt x="5185053" y="1703225"/>
                </a:cubicBezTo>
                <a:cubicBezTo>
                  <a:pt x="5185053" y="1715641"/>
                  <a:pt x="5174988" y="1725706"/>
                  <a:pt x="5162572" y="1725706"/>
                </a:cubicBezTo>
                <a:cubicBezTo>
                  <a:pt x="5150156" y="1725706"/>
                  <a:pt x="5140091" y="1715641"/>
                  <a:pt x="5140091" y="1703225"/>
                </a:cubicBezTo>
                <a:cubicBezTo>
                  <a:pt x="5140091" y="1690809"/>
                  <a:pt x="5150156" y="1680744"/>
                  <a:pt x="5162572" y="1680744"/>
                </a:cubicBezTo>
                <a:close/>
                <a:moveTo>
                  <a:pt x="5085212" y="1680744"/>
                </a:moveTo>
                <a:cubicBezTo>
                  <a:pt x="5097263" y="1680744"/>
                  <a:pt x="5107032" y="1690809"/>
                  <a:pt x="5107032" y="1703225"/>
                </a:cubicBezTo>
                <a:cubicBezTo>
                  <a:pt x="5107032" y="1715641"/>
                  <a:pt x="5097263" y="1725706"/>
                  <a:pt x="5085212" y="1725706"/>
                </a:cubicBezTo>
                <a:cubicBezTo>
                  <a:pt x="5073161" y="1725706"/>
                  <a:pt x="5063392" y="1715641"/>
                  <a:pt x="5063392" y="1703225"/>
                </a:cubicBezTo>
                <a:cubicBezTo>
                  <a:pt x="5063392" y="1690809"/>
                  <a:pt x="5073161" y="1680744"/>
                  <a:pt x="5085212" y="1680744"/>
                </a:cubicBezTo>
                <a:close/>
                <a:moveTo>
                  <a:pt x="5007193" y="1680744"/>
                </a:moveTo>
                <a:cubicBezTo>
                  <a:pt x="5019244" y="1680744"/>
                  <a:pt x="5029013" y="1690809"/>
                  <a:pt x="5029013" y="1703225"/>
                </a:cubicBezTo>
                <a:cubicBezTo>
                  <a:pt x="5029013" y="1715641"/>
                  <a:pt x="5019244" y="1725706"/>
                  <a:pt x="5007193" y="1725706"/>
                </a:cubicBezTo>
                <a:cubicBezTo>
                  <a:pt x="4995142" y="1725706"/>
                  <a:pt x="4985373" y="1715641"/>
                  <a:pt x="4985373" y="1703225"/>
                </a:cubicBezTo>
                <a:cubicBezTo>
                  <a:pt x="4985373" y="1690809"/>
                  <a:pt x="4995142" y="1680744"/>
                  <a:pt x="5007193" y="1680744"/>
                </a:cubicBezTo>
                <a:close/>
                <a:moveTo>
                  <a:pt x="4928511" y="1680744"/>
                </a:moveTo>
                <a:cubicBezTo>
                  <a:pt x="4940927" y="1680744"/>
                  <a:pt x="4950992" y="1690809"/>
                  <a:pt x="4950992" y="1703225"/>
                </a:cubicBezTo>
                <a:cubicBezTo>
                  <a:pt x="4950992" y="1715641"/>
                  <a:pt x="4940927" y="1725706"/>
                  <a:pt x="4928511" y="1725706"/>
                </a:cubicBezTo>
                <a:cubicBezTo>
                  <a:pt x="4916095" y="1725706"/>
                  <a:pt x="4906030" y="1715641"/>
                  <a:pt x="4906030" y="1703225"/>
                </a:cubicBezTo>
                <a:cubicBezTo>
                  <a:pt x="4906030" y="1690809"/>
                  <a:pt x="4916095" y="1680744"/>
                  <a:pt x="4928511" y="1680744"/>
                </a:cubicBezTo>
                <a:close/>
                <a:moveTo>
                  <a:pt x="4850490" y="1680744"/>
                </a:moveTo>
                <a:cubicBezTo>
                  <a:pt x="4862906" y="1680744"/>
                  <a:pt x="4872971" y="1690809"/>
                  <a:pt x="4872971" y="1703225"/>
                </a:cubicBezTo>
                <a:cubicBezTo>
                  <a:pt x="4872971" y="1715641"/>
                  <a:pt x="4862906" y="1725706"/>
                  <a:pt x="4850490" y="1725706"/>
                </a:cubicBezTo>
                <a:cubicBezTo>
                  <a:pt x="4838074" y="1725706"/>
                  <a:pt x="4828009" y="1715641"/>
                  <a:pt x="4828009" y="1703225"/>
                </a:cubicBezTo>
                <a:cubicBezTo>
                  <a:pt x="4828009" y="1690809"/>
                  <a:pt x="4838074" y="1680744"/>
                  <a:pt x="4850490" y="1680744"/>
                </a:cubicBezTo>
                <a:close/>
                <a:moveTo>
                  <a:pt x="4773132" y="1680744"/>
                </a:moveTo>
                <a:cubicBezTo>
                  <a:pt x="4785183" y="1680744"/>
                  <a:pt x="4794952" y="1690809"/>
                  <a:pt x="4794952" y="1703225"/>
                </a:cubicBezTo>
                <a:cubicBezTo>
                  <a:pt x="4794952" y="1715641"/>
                  <a:pt x="4785183" y="1725706"/>
                  <a:pt x="4773132" y="1725706"/>
                </a:cubicBezTo>
                <a:cubicBezTo>
                  <a:pt x="4761081" y="1725706"/>
                  <a:pt x="4751312" y="1715641"/>
                  <a:pt x="4751312" y="1703225"/>
                </a:cubicBezTo>
                <a:cubicBezTo>
                  <a:pt x="4751312" y="1690809"/>
                  <a:pt x="4761081" y="1680744"/>
                  <a:pt x="4773132" y="1680744"/>
                </a:cubicBezTo>
                <a:close/>
                <a:moveTo>
                  <a:pt x="4695111" y="1680744"/>
                </a:moveTo>
                <a:cubicBezTo>
                  <a:pt x="4707162" y="1680744"/>
                  <a:pt x="4716931" y="1690809"/>
                  <a:pt x="4716931" y="1703225"/>
                </a:cubicBezTo>
                <a:cubicBezTo>
                  <a:pt x="4716931" y="1715641"/>
                  <a:pt x="4707162" y="1725706"/>
                  <a:pt x="4695111" y="1725706"/>
                </a:cubicBezTo>
                <a:cubicBezTo>
                  <a:pt x="4683060" y="1725706"/>
                  <a:pt x="4673291" y="1715641"/>
                  <a:pt x="4673291" y="1703225"/>
                </a:cubicBezTo>
                <a:cubicBezTo>
                  <a:pt x="4673291" y="1690809"/>
                  <a:pt x="4683060" y="1680744"/>
                  <a:pt x="4695111" y="1680744"/>
                </a:cubicBezTo>
                <a:close/>
                <a:moveTo>
                  <a:pt x="4617091" y="1680744"/>
                </a:moveTo>
                <a:cubicBezTo>
                  <a:pt x="4629142" y="1680744"/>
                  <a:pt x="4638911" y="1690809"/>
                  <a:pt x="4638911" y="1703225"/>
                </a:cubicBezTo>
                <a:cubicBezTo>
                  <a:pt x="4638911" y="1715641"/>
                  <a:pt x="4629142" y="1725706"/>
                  <a:pt x="4617091" y="1725706"/>
                </a:cubicBezTo>
                <a:cubicBezTo>
                  <a:pt x="4605040" y="1725706"/>
                  <a:pt x="4595271" y="1715641"/>
                  <a:pt x="4595271" y="1703225"/>
                </a:cubicBezTo>
                <a:cubicBezTo>
                  <a:pt x="4595271" y="1690809"/>
                  <a:pt x="4605040" y="1680744"/>
                  <a:pt x="4617091" y="1680744"/>
                </a:cubicBezTo>
                <a:close/>
                <a:moveTo>
                  <a:pt x="4539070" y="1680744"/>
                </a:moveTo>
                <a:cubicBezTo>
                  <a:pt x="4551121" y="1680744"/>
                  <a:pt x="4560890" y="1690809"/>
                  <a:pt x="4560890" y="1703225"/>
                </a:cubicBezTo>
                <a:cubicBezTo>
                  <a:pt x="4560890" y="1715641"/>
                  <a:pt x="4551121" y="1725706"/>
                  <a:pt x="4539070" y="1725706"/>
                </a:cubicBezTo>
                <a:cubicBezTo>
                  <a:pt x="4527019" y="1725706"/>
                  <a:pt x="4517250" y="1715641"/>
                  <a:pt x="4517250" y="1703225"/>
                </a:cubicBezTo>
                <a:cubicBezTo>
                  <a:pt x="4517250" y="1690809"/>
                  <a:pt x="4527019" y="1680744"/>
                  <a:pt x="4539070" y="1680744"/>
                </a:cubicBezTo>
                <a:close/>
                <a:moveTo>
                  <a:pt x="2903286" y="1680744"/>
                </a:moveTo>
                <a:cubicBezTo>
                  <a:pt x="2915337" y="1680744"/>
                  <a:pt x="2925106" y="1690809"/>
                  <a:pt x="2925106" y="1703225"/>
                </a:cubicBezTo>
                <a:cubicBezTo>
                  <a:pt x="2925106" y="1715641"/>
                  <a:pt x="2915337" y="1725706"/>
                  <a:pt x="2903286" y="1725706"/>
                </a:cubicBezTo>
                <a:cubicBezTo>
                  <a:pt x="2891235" y="1725706"/>
                  <a:pt x="2881466" y="1715641"/>
                  <a:pt x="2881466" y="1703225"/>
                </a:cubicBezTo>
                <a:cubicBezTo>
                  <a:pt x="2881466" y="1690809"/>
                  <a:pt x="2891235" y="1680744"/>
                  <a:pt x="2903286" y="1680744"/>
                </a:cubicBezTo>
                <a:close/>
                <a:moveTo>
                  <a:pt x="2826588" y="1680744"/>
                </a:moveTo>
                <a:cubicBezTo>
                  <a:pt x="2838639" y="1680744"/>
                  <a:pt x="2848408" y="1690809"/>
                  <a:pt x="2848408" y="1703225"/>
                </a:cubicBezTo>
                <a:cubicBezTo>
                  <a:pt x="2848408" y="1715641"/>
                  <a:pt x="2838639" y="1725706"/>
                  <a:pt x="2826588" y="1725706"/>
                </a:cubicBezTo>
                <a:cubicBezTo>
                  <a:pt x="2814537" y="1725706"/>
                  <a:pt x="2804768" y="1715641"/>
                  <a:pt x="2804768" y="1703225"/>
                </a:cubicBezTo>
                <a:cubicBezTo>
                  <a:pt x="2804768" y="1690809"/>
                  <a:pt x="2814537" y="1680744"/>
                  <a:pt x="2826588" y="1680744"/>
                </a:cubicBezTo>
                <a:close/>
                <a:moveTo>
                  <a:pt x="2748567" y="1680744"/>
                </a:moveTo>
                <a:cubicBezTo>
                  <a:pt x="2760618" y="1680744"/>
                  <a:pt x="2770387" y="1690809"/>
                  <a:pt x="2770387" y="1703225"/>
                </a:cubicBezTo>
                <a:cubicBezTo>
                  <a:pt x="2770387" y="1715641"/>
                  <a:pt x="2760618" y="1725706"/>
                  <a:pt x="2748567" y="1725706"/>
                </a:cubicBezTo>
                <a:cubicBezTo>
                  <a:pt x="2736516" y="1725706"/>
                  <a:pt x="2726747" y="1715641"/>
                  <a:pt x="2726747" y="1703225"/>
                </a:cubicBezTo>
                <a:cubicBezTo>
                  <a:pt x="2726747" y="1690809"/>
                  <a:pt x="2736516" y="1680744"/>
                  <a:pt x="2748567" y="1680744"/>
                </a:cubicBezTo>
                <a:close/>
                <a:moveTo>
                  <a:pt x="2670547" y="1680744"/>
                </a:moveTo>
                <a:cubicBezTo>
                  <a:pt x="2682598" y="1680744"/>
                  <a:pt x="2692367" y="1690809"/>
                  <a:pt x="2692367" y="1703225"/>
                </a:cubicBezTo>
                <a:cubicBezTo>
                  <a:pt x="2692367" y="1715641"/>
                  <a:pt x="2682598" y="1725706"/>
                  <a:pt x="2670547" y="1725706"/>
                </a:cubicBezTo>
                <a:cubicBezTo>
                  <a:pt x="2658496" y="1725706"/>
                  <a:pt x="2648727" y="1715641"/>
                  <a:pt x="2648727" y="1703225"/>
                </a:cubicBezTo>
                <a:cubicBezTo>
                  <a:pt x="2648727" y="1690809"/>
                  <a:pt x="2658496" y="1680744"/>
                  <a:pt x="2670547" y="1680744"/>
                </a:cubicBezTo>
                <a:close/>
                <a:moveTo>
                  <a:pt x="2592527" y="1680744"/>
                </a:moveTo>
                <a:cubicBezTo>
                  <a:pt x="2604578" y="1680744"/>
                  <a:pt x="2614347" y="1690809"/>
                  <a:pt x="2614347" y="1703225"/>
                </a:cubicBezTo>
                <a:cubicBezTo>
                  <a:pt x="2614347" y="1715641"/>
                  <a:pt x="2604578" y="1725706"/>
                  <a:pt x="2592527" y="1725706"/>
                </a:cubicBezTo>
                <a:cubicBezTo>
                  <a:pt x="2580476" y="1725706"/>
                  <a:pt x="2570707" y="1715641"/>
                  <a:pt x="2570707" y="1703225"/>
                </a:cubicBezTo>
                <a:cubicBezTo>
                  <a:pt x="2570707" y="1690809"/>
                  <a:pt x="2580476" y="1680744"/>
                  <a:pt x="2592527" y="1680744"/>
                </a:cubicBezTo>
                <a:close/>
                <a:moveTo>
                  <a:pt x="2513845" y="1680744"/>
                </a:moveTo>
                <a:cubicBezTo>
                  <a:pt x="2526261" y="1680744"/>
                  <a:pt x="2536326" y="1690809"/>
                  <a:pt x="2536326" y="1703225"/>
                </a:cubicBezTo>
                <a:cubicBezTo>
                  <a:pt x="2536326" y="1715641"/>
                  <a:pt x="2526261" y="1725706"/>
                  <a:pt x="2513845" y="1725706"/>
                </a:cubicBezTo>
                <a:cubicBezTo>
                  <a:pt x="2501429" y="1725706"/>
                  <a:pt x="2491364" y="1715641"/>
                  <a:pt x="2491364" y="1703225"/>
                </a:cubicBezTo>
                <a:cubicBezTo>
                  <a:pt x="2491364" y="1690809"/>
                  <a:pt x="2501429" y="1680744"/>
                  <a:pt x="2513845" y="1680744"/>
                </a:cubicBezTo>
                <a:close/>
                <a:moveTo>
                  <a:pt x="2436486" y="1680744"/>
                </a:moveTo>
                <a:cubicBezTo>
                  <a:pt x="2448537" y="1680744"/>
                  <a:pt x="2458306" y="1690809"/>
                  <a:pt x="2458306" y="1703225"/>
                </a:cubicBezTo>
                <a:cubicBezTo>
                  <a:pt x="2458306" y="1715641"/>
                  <a:pt x="2448537" y="1725706"/>
                  <a:pt x="2436486" y="1725706"/>
                </a:cubicBezTo>
                <a:cubicBezTo>
                  <a:pt x="2424435" y="1725706"/>
                  <a:pt x="2414666" y="1715641"/>
                  <a:pt x="2414666" y="1703225"/>
                </a:cubicBezTo>
                <a:cubicBezTo>
                  <a:pt x="2414666" y="1690809"/>
                  <a:pt x="2424435" y="1680744"/>
                  <a:pt x="2436486" y="1680744"/>
                </a:cubicBezTo>
                <a:close/>
                <a:moveTo>
                  <a:pt x="2358465" y="1680744"/>
                </a:moveTo>
                <a:cubicBezTo>
                  <a:pt x="2370516" y="1680744"/>
                  <a:pt x="2380285" y="1690809"/>
                  <a:pt x="2380285" y="1703225"/>
                </a:cubicBezTo>
                <a:cubicBezTo>
                  <a:pt x="2380285" y="1715641"/>
                  <a:pt x="2370516" y="1725706"/>
                  <a:pt x="2358465" y="1725706"/>
                </a:cubicBezTo>
                <a:cubicBezTo>
                  <a:pt x="2346414" y="1725706"/>
                  <a:pt x="2336645" y="1715641"/>
                  <a:pt x="2336645" y="1703225"/>
                </a:cubicBezTo>
                <a:cubicBezTo>
                  <a:pt x="2336645" y="1690809"/>
                  <a:pt x="2346414" y="1680744"/>
                  <a:pt x="2358465" y="1680744"/>
                </a:cubicBezTo>
                <a:close/>
                <a:moveTo>
                  <a:pt x="2203086" y="1680744"/>
                </a:moveTo>
                <a:cubicBezTo>
                  <a:pt x="2215502" y="1680744"/>
                  <a:pt x="2225567" y="1690809"/>
                  <a:pt x="2225567" y="1703225"/>
                </a:cubicBezTo>
                <a:cubicBezTo>
                  <a:pt x="2225567" y="1715641"/>
                  <a:pt x="2215502" y="1725706"/>
                  <a:pt x="2203086" y="1725706"/>
                </a:cubicBezTo>
                <a:cubicBezTo>
                  <a:pt x="2190670" y="1725706"/>
                  <a:pt x="2180605" y="1715641"/>
                  <a:pt x="2180605" y="1703225"/>
                </a:cubicBezTo>
                <a:cubicBezTo>
                  <a:pt x="2180605" y="1690809"/>
                  <a:pt x="2190670" y="1680744"/>
                  <a:pt x="2203086" y="1680744"/>
                </a:cubicBezTo>
                <a:close/>
                <a:moveTo>
                  <a:pt x="2125727" y="1680744"/>
                </a:moveTo>
                <a:cubicBezTo>
                  <a:pt x="2137778" y="1680744"/>
                  <a:pt x="2147547" y="1690809"/>
                  <a:pt x="2147547" y="1703225"/>
                </a:cubicBezTo>
                <a:cubicBezTo>
                  <a:pt x="2147547" y="1715641"/>
                  <a:pt x="2137778" y="1725706"/>
                  <a:pt x="2125727" y="1725706"/>
                </a:cubicBezTo>
                <a:cubicBezTo>
                  <a:pt x="2113676" y="1725706"/>
                  <a:pt x="2103907" y="1715641"/>
                  <a:pt x="2103907" y="1703225"/>
                </a:cubicBezTo>
                <a:cubicBezTo>
                  <a:pt x="2103907" y="1690809"/>
                  <a:pt x="2113676" y="1680744"/>
                  <a:pt x="2125727" y="1680744"/>
                </a:cubicBezTo>
                <a:close/>
                <a:moveTo>
                  <a:pt x="2047706" y="1680744"/>
                </a:moveTo>
                <a:cubicBezTo>
                  <a:pt x="2059757" y="1680744"/>
                  <a:pt x="2069526" y="1690809"/>
                  <a:pt x="2069526" y="1703225"/>
                </a:cubicBezTo>
                <a:cubicBezTo>
                  <a:pt x="2069526" y="1715641"/>
                  <a:pt x="2059757" y="1725706"/>
                  <a:pt x="2047706" y="1725706"/>
                </a:cubicBezTo>
                <a:cubicBezTo>
                  <a:pt x="2035655" y="1725706"/>
                  <a:pt x="2025886" y="1715641"/>
                  <a:pt x="2025886" y="1703225"/>
                </a:cubicBezTo>
                <a:cubicBezTo>
                  <a:pt x="2025886" y="1690809"/>
                  <a:pt x="2035655" y="1680744"/>
                  <a:pt x="2047706" y="1680744"/>
                </a:cubicBezTo>
                <a:close/>
                <a:moveTo>
                  <a:pt x="1968363" y="1680743"/>
                </a:moveTo>
                <a:cubicBezTo>
                  <a:pt x="1980414" y="1680743"/>
                  <a:pt x="1990183" y="1690808"/>
                  <a:pt x="1990183" y="1703224"/>
                </a:cubicBezTo>
                <a:cubicBezTo>
                  <a:pt x="1990183" y="1715640"/>
                  <a:pt x="1980414" y="1725705"/>
                  <a:pt x="1968363" y="1725705"/>
                </a:cubicBezTo>
                <a:cubicBezTo>
                  <a:pt x="1956312" y="1725705"/>
                  <a:pt x="1946543" y="1715640"/>
                  <a:pt x="1946543" y="1703224"/>
                </a:cubicBezTo>
                <a:cubicBezTo>
                  <a:pt x="1946543" y="1690808"/>
                  <a:pt x="1956312" y="1680743"/>
                  <a:pt x="1968363" y="1680743"/>
                </a:cubicBezTo>
                <a:close/>
                <a:moveTo>
                  <a:pt x="1891011" y="1680743"/>
                </a:moveTo>
                <a:cubicBezTo>
                  <a:pt x="1903431" y="1680743"/>
                  <a:pt x="1913495" y="1690808"/>
                  <a:pt x="1913495" y="1703224"/>
                </a:cubicBezTo>
                <a:cubicBezTo>
                  <a:pt x="1913495" y="1715640"/>
                  <a:pt x="1903431" y="1725705"/>
                  <a:pt x="1891011" y="1725705"/>
                </a:cubicBezTo>
                <a:cubicBezTo>
                  <a:pt x="1878594" y="1725705"/>
                  <a:pt x="1868529" y="1715640"/>
                  <a:pt x="1868529" y="1703224"/>
                </a:cubicBezTo>
                <a:cubicBezTo>
                  <a:pt x="1868529" y="1690808"/>
                  <a:pt x="1878594" y="1680743"/>
                  <a:pt x="1891011" y="1680743"/>
                </a:cubicBezTo>
                <a:close/>
                <a:moveTo>
                  <a:pt x="1813657" y="1680743"/>
                </a:moveTo>
                <a:cubicBezTo>
                  <a:pt x="1825704" y="1680743"/>
                  <a:pt x="1835474" y="1690808"/>
                  <a:pt x="1835474" y="1703224"/>
                </a:cubicBezTo>
                <a:cubicBezTo>
                  <a:pt x="1835474" y="1715640"/>
                  <a:pt x="1825704" y="1725705"/>
                  <a:pt x="1813657" y="1725705"/>
                </a:cubicBezTo>
                <a:cubicBezTo>
                  <a:pt x="1801603" y="1725705"/>
                  <a:pt x="1791833" y="1715640"/>
                  <a:pt x="1791833" y="1703224"/>
                </a:cubicBezTo>
                <a:cubicBezTo>
                  <a:pt x="1791833" y="1690808"/>
                  <a:pt x="1801603" y="1680743"/>
                  <a:pt x="1813657" y="1680743"/>
                </a:cubicBezTo>
                <a:close/>
                <a:moveTo>
                  <a:pt x="1735633" y="1680743"/>
                </a:moveTo>
                <a:cubicBezTo>
                  <a:pt x="1747685" y="1680743"/>
                  <a:pt x="1757457" y="1690808"/>
                  <a:pt x="1757457" y="1703224"/>
                </a:cubicBezTo>
                <a:cubicBezTo>
                  <a:pt x="1757457" y="1715640"/>
                  <a:pt x="1747685" y="1725705"/>
                  <a:pt x="1735633" y="1725705"/>
                </a:cubicBezTo>
                <a:cubicBezTo>
                  <a:pt x="1723586" y="1725705"/>
                  <a:pt x="1713819" y="1715640"/>
                  <a:pt x="1713819" y="1703224"/>
                </a:cubicBezTo>
                <a:cubicBezTo>
                  <a:pt x="1713819" y="1690808"/>
                  <a:pt x="1723586" y="1680743"/>
                  <a:pt x="1735633" y="1680743"/>
                </a:cubicBezTo>
                <a:close/>
                <a:moveTo>
                  <a:pt x="1657611" y="1680743"/>
                </a:moveTo>
                <a:cubicBezTo>
                  <a:pt x="1669659" y="1680743"/>
                  <a:pt x="1679436" y="1690808"/>
                  <a:pt x="1679436" y="1703224"/>
                </a:cubicBezTo>
                <a:cubicBezTo>
                  <a:pt x="1679436" y="1715640"/>
                  <a:pt x="1669659" y="1725705"/>
                  <a:pt x="1657611" y="1725705"/>
                </a:cubicBezTo>
                <a:cubicBezTo>
                  <a:pt x="1645568" y="1725705"/>
                  <a:pt x="1635796" y="1715640"/>
                  <a:pt x="1635796" y="1703224"/>
                </a:cubicBezTo>
                <a:cubicBezTo>
                  <a:pt x="1635796" y="1690808"/>
                  <a:pt x="1645568" y="1680743"/>
                  <a:pt x="1657611" y="1680743"/>
                </a:cubicBezTo>
                <a:close/>
                <a:moveTo>
                  <a:pt x="1580257" y="1680743"/>
                </a:moveTo>
                <a:cubicBezTo>
                  <a:pt x="1592669" y="1680743"/>
                  <a:pt x="1602734" y="1690808"/>
                  <a:pt x="1602734" y="1703224"/>
                </a:cubicBezTo>
                <a:cubicBezTo>
                  <a:pt x="1602734" y="1715640"/>
                  <a:pt x="1592669" y="1725705"/>
                  <a:pt x="1580257" y="1725705"/>
                </a:cubicBezTo>
                <a:cubicBezTo>
                  <a:pt x="1567839" y="1725705"/>
                  <a:pt x="1557771" y="1715640"/>
                  <a:pt x="1557771" y="1703224"/>
                </a:cubicBezTo>
                <a:cubicBezTo>
                  <a:pt x="1557771" y="1690808"/>
                  <a:pt x="1567839" y="1680743"/>
                  <a:pt x="1580257" y="1680743"/>
                </a:cubicBezTo>
                <a:close/>
                <a:moveTo>
                  <a:pt x="1502899" y="1680743"/>
                </a:moveTo>
                <a:cubicBezTo>
                  <a:pt x="1514943" y="1680743"/>
                  <a:pt x="1524717" y="1690808"/>
                  <a:pt x="1524717" y="1703224"/>
                </a:cubicBezTo>
                <a:cubicBezTo>
                  <a:pt x="1524717" y="1715640"/>
                  <a:pt x="1514943" y="1725705"/>
                  <a:pt x="1502899" y="1725705"/>
                </a:cubicBezTo>
                <a:cubicBezTo>
                  <a:pt x="1490842" y="1725705"/>
                  <a:pt x="1481077" y="1715640"/>
                  <a:pt x="1481077" y="1703224"/>
                </a:cubicBezTo>
                <a:cubicBezTo>
                  <a:pt x="1481077" y="1690808"/>
                  <a:pt x="1490842" y="1680743"/>
                  <a:pt x="1502899" y="1680743"/>
                </a:cubicBezTo>
                <a:close/>
                <a:moveTo>
                  <a:pt x="1424212" y="1680743"/>
                </a:moveTo>
                <a:cubicBezTo>
                  <a:pt x="1436628" y="1680743"/>
                  <a:pt x="1446695" y="1690808"/>
                  <a:pt x="1446695" y="1703224"/>
                </a:cubicBezTo>
                <a:cubicBezTo>
                  <a:pt x="1446695" y="1715640"/>
                  <a:pt x="1436628" y="1725705"/>
                  <a:pt x="1424212" y="1725705"/>
                </a:cubicBezTo>
                <a:cubicBezTo>
                  <a:pt x="1411799" y="1725705"/>
                  <a:pt x="1401732" y="1715640"/>
                  <a:pt x="1401732" y="1703224"/>
                </a:cubicBezTo>
                <a:cubicBezTo>
                  <a:pt x="1401732" y="1690808"/>
                  <a:pt x="1411799" y="1680743"/>
                  <a:pt x="1424212" y="1680743"/>
                </a:cubicBezTo>
                <a:close/>
                <a:moveTo>
                  <a:pt x="1345530" y="1680743"/>
                </a:moveTo>
                <a:cubicBezTo>
                  <a:pt x="1357582" y="1680743"/>
                  <a:pt x="1367350" y="1690808"/>
                  <a:pt x="1367350" y="1703224"/>
                </a:cubicBezTo>
                <a:cubicBezTo>
                  <a:pt x="1367350" y="1715640"/>
                  <a:pt x="1357582" y="1725705"/>
                  <a:pt x="1345530" y="1725705"/>
                </a:cubicBezTo>
                <a:cubicBezTo>
                  <a:pt x="1333479" y="1725705"/>
                  <a:pt x="1323709" y="1715640"/>
                  <a:pt x="1323709" y="1703224"/>
                </a:cubicBezTo>
                <a:cubicBezTo>
                  <a:pt x="1323709" y="1690808"/>
                  <a:pt x="1333479" y="1680743"/>
                  <a:pt x="1345530" y="1680743"/>
                </a:cubicBezTo>
                <a:close/>
                <a:moveTo>
                  <a:pt x="1268169" y="1680743"/>
                </a:moveTo>
                <a:cubicBezTo>
                  <a:pt x="1280590" y="1680743"/>
                  <a:pt x="1290660" y="1690808"/>
                  <a:pt x="1290660" y="1703224"/>
                </a:cubicBezTo>
                <a:cubicBezTo>
                  <a:pt x="1290660" y="1715640"/>
                  <a:pt x="1280590" y="1725705"/>
                  <a:pt x="1268169" y="1725705"/>
                </a:cubicBezTo>
                <a:cubicBezTo>
                  <a:pt x="1255755" y="1725705"/>
                  <a:pt x="1245691" y="1715640"/>
                  <a:pt x="1245691" y="1703224"/>
                </a:cubicBezTo>
                <a:cubicBezTo>
                  <a:pt x="1245691" y="1690808"/>
                  <a:pt x="1255755" y="1680743"/>
                  <a:pt x="1268169" y="1680743"/>
                </a:cubicBezTo>
                <a:close/>
                <a:moveTo>
                  <a:pt x="1190817" y="1680743"/>
                </a:moveTo>
                <a:cubicBezTo>
                  <a:pt x="1202861" y="1680743"/>
                  <a:pt x="1212636" y="1690808"/>
                  <a:pt x="1212636" y="1703224"/>
                </a:cubicBezTo>
                <a:cubicBezTo>
                  <a:pt x="1212636" y="1715640"/>
                  <a:pt x="1202861" y="1725705"/>
                  <a:pt x="1190817" y="1725705"/>
                </a:cubicBezTo>
                <a:cubicBezTo>
                  <a:pt x="1178762" y="1725705"/>
                  <a:pt x="1168996" y="1715640"/>
                  <a:pt x="1168996" y="1703224"/>
                </a:cubicBezTo>
                <a:cubicBezTo>
                  <a:pt x="1168996" y="1690808"/>
                  <a:pt x="1178762" y="1680743"/>
                  <a:pt x="1190817" y="1680743"/>
                </a:cubicBezTo>
                <a:close/>
                <a:moveTo>
                  <a:pt x="1112792" y="1680743"/>
                </a:moveTo>
                <a:cubicBezTo>
                  <a:pt x="1124843" y="1680743"/>
                  <a:pt x="1134608" y="1690808"/>
                  <a:pt x="1134608" y="1703224"/>
                </a:cubicBezTo>
                <a:cubicBezTo>
                  <a:pt x="1134608" y="1715640"/>
                  <a:pt x="1124843" y="1725705"/>
                  <a:pt x="1112792" y="1725705"/>
                </a:cubicBezTo>
                <a:cubicBezTo>
                  <a:pt x="1100740" y="1725705"/>
                  <a:pt x="1090972" y="1715640"/>
                  <a:pt x="1090972" y="1703224"/>
                </a:cubicBezTo>
                <a:cubicBezTo>
                  <a:pt x="1090972" y="1690808"/>
                  <a:pt x="1100740" y="1680743"/>
                  <a:pt x="1112792" y="1680743"/>
                </a:cubicBezTo>
                <a:close/>
                <a:moveTo>
                  <a:pt x="1034765" y="1680743"/>
                </a:moveTo>
                <a:cubicBezTo>
                  <a:pt x="1046824" y="1680743"/>
                  <a:pt x="1056586" y="1690808"/>
                  <a:pt x="1056586" y="1703224"/>
                </a:cubicBezTo>
                <a:cubicBezTo>
                  <a:pt x="1056586" y="1715640"/>
                  <a:pt x="1046824" y="1725705"/>
                  <a:pt x="1034765" y="1725705"/>
                </a:cubicBezTo>
                <a:cubicBezTo>
                  <a:pt x="1022720" y="1725705"/>
                  <a:pt x="1012950" y="1715640"/>
                  <a:pt x="1012950" y="1703224"/>
                </a:cubicBezTo>
                <a:cubicBezTo>
                  <a:pt x="1012950" y="1690808"/>
                  <a:pt x="1022720" y="1680743"/>
                  <a:pt x="1034765" y="1680743"/>
                </a:cubicBezTo>
                <a:close/>
                <a:moveTo>
                  <a:pt x="21820" y="1680743"/>
                </a:moveTo>
                <a:cubicBezTo>
                  <a:pt x="33871" y="1680743"/>
                  <a:pt x="43640" y="1690808"/>
                  <a:pt x="43640" y="1703224"/>
                </a:cubicBezTo>
                <a:cubicBezTo>
                  <a:pt x="43640" y="1715640"/>
                  <a:pt x="33871" y="1725705"/>
                  <a:pt x="21820" y="1725705"/>
                </a:cubicBezTo>
                <a:cubicBezTo>
                  <a:pt x="9769" y="1725705"/>
                  <a:pt x="0" y="1715640"/>
                  <a:pt x="0" y="1703224"/>
                </a:cubicBezTo>
                <a:cubicBezTo>
                  <a:pt x="0" y="1690808"/>
                  <a:pt x="9769" y="1680743"/>
                  <a:pt x="21820" y="1680743"/>
                </a:cubicBezTo>
                <a:close/>
                <a:moveTo>
                  <a:pt x="8589520" y="1602723"/>
                </a:moveTo>
                <a:cubicBezTo>
                  <a:pt x="8601571" y="1602723"/>
                  <a:pt x="8611340" y="1612492"/>
                  <a:pt x="8611340" y="1624543"/>
                </a:cubicBezTo>
                <a:cubicBezTo>
                  <a:pt x="8611340" y="1636594"/>
                  <a:pt x="8601571" y="1646363"/>
                  <a:pt x="8589520" y="1646363"/>
                </a:cubicBezTo>
                <a:cubicBezTo>
                  <a:pt x="8577469" y="1646363"/>
                  <a:pt x="8567700" y="1636594"/>
                  <a:pt x="8567700" y="1624543"/>
                </a:cubicBezTo>
                <a:cubicBezTo>
                  <a:pt x="8567700" y="1612492"/>
                  <a:pt x="8577469" y="1602723"/>
                  <a:pt x="8589520" y="1602723"/>
                </a:cubicBezTo>
                <a:close/>
                <a:moveTo>
                  <a:pt x="8511500" y="1602723"/>
                </a:moveTo>
                <a:cubicBezTo>
                  <a:pt x="8523551" y="1602723"/>
                  <a:pt x="8533320" y="1612492"/>
                  <a:pt x="8533320" y="1624543"/>
                </a:cubicBezTo>
                <a:cubicBezTo>
                  <a:pt x="8533320" y="1636594"/>
                  <a:pt x="8523551" y="1646363"/>
                  <a:pt x="8511500" y="1646363"/>
                </a:cubicBezTo>
                <a:cubicBezTo>
                  <a:pt x="8499449" y="1646363"/>
                  <a:pt x="8489680" y="1636594"/>
                  <a:pt x="8489680" y="1624543"/>
                </a:cubicBezTo>
                <a:cubicBezTo>
                  <a:pt x="8489680" y="1612492"/>
                  <a:pt x="8499449" y="1602723"/>
                  <a:pt x="8511500" y="1602723"/>
                </a:cubicBezTo>
                <a:close/>
                <a:moveTo>
                  <a:pt x="8432818" y="1602723"/>
                </a:moveTo>
                <a:cubicBezTo>
                  <a:pt x="8445234" y="1602723"/>
                  <a:pt x="8455299" y="1612492"/>
                  <a:pt x="8455299" y="1624543"/>
                </a:cubicBezTo>
                <a:cubicBezTo>
                  <a:pt x="8455299" y="1636594"/>
                  <a:pt x="8445234" y="1646363"/>
                  <a:pt x="8432818" y="1646363"/>
                </a:cubicBezTo>
                <a:cubicBezTo>
                  <a:pt x="8420402" y="1646363"/>
                  <a:pt x="8410337" y="1636594"/>
                  <a:pt x="8410337" y="1624543"/>
                </a:cubicBezTo>
                <a:cubicBezTo>
                  <a:pt x="8410337" y="1612492"/>
                  <a:pt x="8420402" y="1602723"/>
                  <a:pt x="8432818" y="1602723"/>
                </a:cubicBezTo>
                <a:close/>
                <a:moveTo>
                  <a:pt x="8044700" y="1602723"/>
                </a:moveTo>
                <a:cubicBezTo>
                  <a:pt x="8056751" y="1602723"/>
                  <a:pt x="8066520" y="1612492"/>
                  <a:pt x="8066520" y="1624543"/>
                </a:cubicBezTo>
                <a:cubicBezTo>
                  <a:pt x="8066520" y="1636594"/>
                  <a:pt x="8056751" y="1646363"/>
                  <a:pt x="8044700" y="1646363"/>
                </a:cubicBezTo>
                <a:cubicBezTo>
                  <a:pt x="8032649" y="1646363"/>
                  <a:pt x="8022880" y="1636594"/>
                  <a:pt x="8022880" y="1624543"/>
                </a:cubicBezTo>
                <a:cubicBezTo>
                  <a:pt x="8022880" y="1612492"/>
                  <a:pt x="8032649" y="1602723"/>
                  <a:pt x="8044700" y="1602723"/>
                </a:cubicBezTo>
                <a:close/>
                <a:moveTo>
                  <a:pt x="7966679" y="1602723"/>
                </a:moveTo>
                <a:cubicBezTo>
                  <a:pt x="7978730" y="1602723"/>
                  <a:pt x="7988499" y="1612492"/>
                  <a:pt x="7988499" y="1624543"/>
                </a:cubicBezTo>
                <a:cubicBezTo>
                  <a:pt x="7988499" y="1636594"/>
                  <a:pt x="7978730" y="1646363"/>
                  <a:pt x="7966679" y="1646363"/>
                </a:cubicBezTo>
                <a:cubicBezTo>
                  <a:pt x="7954628" y="1646363"/>
                  <a:pt x="7944859" y="1636594"/>
                  <a:pt x="7944859" y="1624543"/>
                </a:cubicBezTo>
                <a:cubicBezTo>
                  <a:pt x="7944859" y="1612492"/>
                  <a:pt x="7954628" y="1602723"/>
                  <a:pt x="7966679" y="1602723"/>
                </a:cubicBezTo>
                <a:close/>
                <a:moveTo>
                  <a:pt x="7888658" y="1602723"/>
                </a:moveTo>
                <a:cubicBezTo>
                  <a:pt x="7900709" y="1602723"/>
                  <a:pt x="7910478" y="1612492"/>
                  <a:pt x="7910478" y="1624543"/>
                </a:cubicBezTo>
                <a:cubicBezTo>
                  <a:pt x="7910478" y="1636594"/>
                  <a:pt x="7900709" y="1646363"/>
                  <a:pt x="7888658" y="1646363"/>
                </a:cubicBezTo>
                <a:cubicBezTo>
                  <a:pt x="7876607" y="1646363"/>
                  <a:pt x="7866838" y="1636594"/>
                  <a:pt x="7866838" y="1624543"/>
                </a:cubicBezTo>
                <a:cubicBezTo>
                  <a:pt x="7866838" y="1612492"/>
                  <a:pt x="7876607" y="1602723"/>
                  <a:pt x="7888658" y="1602723"/>
                </a:cubicBezTo>
                <a:close/>
                <a:moveTo>
                  <a:pt x="7809316" y="1602723"/>
                </a:moveTo>
                <a:cubicBezTo>
                  <a:pt x="7821367" y="1602723"/>
                  <a:pt x="7831136" y="1612492"/>
                  <a:pt x="7831136" y="1624543"/>
                </a:cubicBezTo>
                <a:cubicBezTo>
                  <a:pt x="7831136" y="1636594"/>
                  <a:pt x="7821367" y="1646363"/>
                  <a:pt x="7809316" y="1646363"/>
                </a:cubicBezTo>
                <a:cubicBezTo>
                  <a:pt x="7797265" y="1646363"/>
                  <a:pt x="7787496" y="1636594"/>
                  <a:pt x="7787496" y="1624543"/>
                </a:cubicBezTo>
                <a:cubicBezTo>
                  <a:pt x="7787496" y="1612492"/>
                  <a:pt x="7797265" y="1602723"/>
                  <a:pt x="7809316" y="1602723"/>
                </a:cubicBezTo>
                <a:close/>
                <a:moveTo>
                  <a:pt x="7731957" y="1602723"/>
                </a:moveTo>
                <a:cubicBezTo>
                  <a:pt x="7744373" y="1602723"/>
                  <a:pt x="7754438" y="1612492"/>
                  <a:pt x="7754438" y="1624543"/>
                </a:cubicBezTo>
                <a:cubicBezTo>
                  <a:pt x="7754438" y="1636594"/>
                  <a:pt x="7744373" y="1646363"/>
                  <a:pt x="7731957" y="1646363"/>
                </a:cubicBezTo>
                <a:cubicBezTo>
                  <a:pt x="7719541" y="1646363"/>
                  <a:pt x="7709476" y="1636594"/>
                  <a:pt x="7709476" y="1624543"/>
                </a:cubicBezTo>
                <a:cubicBezTo>
                  <a:pt x="7709476" y="1612492"/>
                  <a:pt x="7719541" y="1602723"/>
                  <a:pt x="7731957" y="1602723"/>
                </a:cubicBezTo>
                <a:close/>
                <a:moveTo>
                  <a:pt x="7654597" y="1602723"/>
                </a:moveTo>
                <a:cubicBezTo>
                  <a:pt x="7666648" y="1602723"/>
                  <a:pt x="7676417" y="1612492"/>
                  <a:pt x="7676417" y="1624543"/>
                </a:cubicBezTo>
                <a:cubicBezTo>
                  <a:pt x="7676417" y="1636594"/>
                  <a:pt x="7666648" y="1646363"/>
                  <a:pt x="7654597" y="1646363"/>
                </a:cubicBezTo>
                <a:cubicBezTo>
                  <a:pt x="7642546" y="1646363"/>
                  <a:pt x="7632777" y="1636594"/>
                  <a:pt x="7632777" y="1624543"/>
                </a:cubicBezTo>
                <a:cubicBezTo>
                  <a:pt x="7632777" y="1612492"/>
                  <a:pt x="7642546" y="1602723"/>
                  <a:pt x="7654597" y="1602723"/>
                </a:cubicBezTo>
                <a:close/>
                <a:moveTo>
                  <a:pt x="7576577" y="1602723"/>
                </a:moveTo>
                <a:cubicBezTo>
                  <a:pt x="7588628" y="1602723"/>
                  <a:pt x="7598397" y="1612492"/>
                  <a:pt x="7598397" y="1624543"/>
                </a:cubicBezTo>
                <a:cubicBezTo>
                  <a:pt x="7598397" y="1636594"/>
                  <a:pt x="7588628" y="1646363"/>
                  <a:pt x="7576577" y="1646363"/>
                </a:cubicBezTo>
                <a:cubicBezTo>
                  <a:pt x="7564526" y="1646363"/>
                  <a:pt x="7554757" y="1636594"/>
                  <a:pt x="7554757" y="1624543"/>
                </a:cubicBezTo>
                <a:cubicBezTo>
                  <a:pt x="7554757" y="1612492"/>
                  <a:pt x="7564526" y="1602723"/>
                  <a:pt x="7576577" y="1602723"/>
                </a:cubicBezTo>
                <a:close/>
                <a:moveTo>
                  <a:pt x="7498556" y="1602723"/>
                </a:moveTo>
                <a:cubicBezTo>
                  <a:pt x="7510607" y="1602723"/>
                  <a:pt x="7520376" y="1612492"/>
                  <a:pt x="7520376" y="1624543"/>
                </a:cubicBezTo>
                <a:cubicBezTo>
                  <a:pt x="7520376" y="1636594"/>
                  <a:pt x="7510607" y="1646363"/>
                  <a:pt x="7498556" y="1646363"/>
                </a:cubicBezTo>
                <a:cubicBezTo>
                  <a:pt x="7486505" y="1646363"/>
                  <a:pt x="7476736" y="1636594"/>
                  <a:pt x="7476736" y="1624543"/>
                </a:cubicBezTo>
                <a:cubicBezTo>
                  <a:pt x="7476736" y="1612492"/>
                  <a:pt x="7486505" y="1602723"/>
                  <a:pt x="7498556" y="1602723"/>
                </a:cubicBezTo>
                <a:close/>
                <a:moveTo>
                  <a:pt x="7421198" y="1602723"/>
                </a:moveTo>
                <a:cubicBezTo>
                  <a:pt x="7433614" y="1602723"/>
                  <a:pt x="7443679" y="1612492"/>
                  <a:pt x="7443679" y="1624543"/>
                </a:cubicBezTo>
                <a:cubicBezTo>
                  <a:pt x="7443679" y="1636594"/>
                  <a:pt x="7433614" y="1646363"/>
                  <a:pt x="7421198" y="1646363"/>
                </a:cubicBezTo>
                <a:cubicBezTo>
                  <a:pt x="7408782" y="1646363"/>
                  <a:pt x="7398717" y="1636594"/>
                  <a:pt x="7398717" y="1624543"/>
                </a:cubicBezTo>
                <a:cubicBezTo>
                  <a:pt x="7398717" y="1612492"/>
                  <a:pt x="7408782" y="1602723"/>
                  <a:pt x="7421198" y="1602723"/>
                </a:cubicBezTo>
                <a:close/>
                <a:moveTo>
                  <a:pt x="7343838" y="1602723"/>
                </a:moveTo>
                <a:cubicBezTo>
                  <a:pt x="7355889" y="1602723"/>
                  <a:pt x="7365658" y="1612492"/>
                  <a:pt x="7365658" y="1624543"/>
                </a:cubicBezTo>
                <a:cubicBezTo>
                  <a:pt x="7365658" y="1636594"/>
                  <a:pt x="7355889" y="1646363"/>
                  <a:pt x="7343838" y="1646363"/>
                </a:cubicBezTo>
                <a:cubicBezTo>
                  <a:pt x="7331787" y="1646363"/>
                  <a:pt x="7322018" y="1636594"/>
                  <a:pt x="7322018" y="1624543"/>
                </a:cubicBezTo>
                <a:cubicBezTo>
                  <a:pt x="7322018" y="1612492"/>
                  <a:pt x="7331787" y="1602723"/>
                  <a:pt x="7343838" y="1602723"/>
                </a:cubicBezTo>
                <a:close/>
                <a:moveTo>
                  <a:pt x="7264495" y="1602723"/>
                </a:moveTo>
                <a:cubicBezTo>
                  <a:pt x="7276546" y="1602723"/>
                  <a:pt x="7286315" y="1612492"/>
                  <a:pt x="7286315" y="1624543"/>
                </a:cubicBezTo>
                <a:cubicBezTo>
                  <a:pt x="7286315" y="1636594"/>
                  <a:pt x="7276546" y="1646363"/>
                  <a:pt x="7264495" y="1646363"/>
                </a:cubicBezTo>
                <a:cubicBezTo>
                  <a:pt x="7252444" y="1646363"/>
                  <a:pt x="7242675" y="1636594"/>
                  <a:pt x="7242675" y="1624543"/>
                </a:cubicBezTo>
                <a:cubicBezTo>
                  <a:pt x="7242675" y="1612492"/>
                  <a:pt x="7252444" y="1602723"/>
                  <a:pt x="7264495" y="1602723"/>
                </a:cubicBezTo>
                <a:close/>
                <a:moveTo>
                  <a:pt x="7186475" y="1602723"/>
                </a:moveTo>
                <a:cubicBezTo>
                  <a:pt x="7198526" y="1602723"/>
                  <a:pt x="7208295" y="1612492"/>
                  <a:pt x="7208295" y="1624543"/>
                </a:cubicBezTo>
                <a:cubicBezTo>
                  <a:pt x="7208295" y="1636594"/>
                  <a:pt x="7198526" y="1646363"/>
                  <a:pt x="7186475" y="1646363"/>
                </a:cubicBezTo>
                <a:cubicBezTo>
                  <a:pt x="7174424" y="1646363"/>
                  <a:pt x="7164655" y="1636594"/>
                  <a:pt x="7164655" y="1624543"/>
                </a:cubicBezTo>
                <a:cubicBezTo>
                  <a:pt x="7164655" y="1612492"/>
                  <a:pt x="7174424" y="1602723"/>
                  <a:pt x="7186475" y="1602723"/>
                </a:cubicBezTo>
                <a:close/>
                <a:moveTo>
                  <a:pt x="7109116" y="1602723"/>
                </a:moveTo>
                <a:cubicBezTo>
                  <a:pt x="7121532" y="1602723"/>
                  <a:pt x="7131597" y="1612492"/>
                  <a:pt x="7131597" y="1624543"/>
                </a:cubicBezTo>
                <a:cubicBezTo>
                  <a:pt x="7131597" y="1636594"/>
                  <a:pt x="7121532" y="1646363"/>
                  <a:pt x="7109116" y="1646363"/>
                </a:cubicBezTo>
                <a:cubicBezTo>
                  <a:pt x="7096700" y="1646363"/>
                  <a:pt x="7086635" y="1636594"/>
                  <a:pt x="7086635" y="1624543"/>
                </a:cubicBezTo>
                <a:cubicBezTo>
                  <a:pt x="7086635" y="1612492"/>
                  <a:pt x="7096700" y="1602723"/>
                  <a:pt x="7109116" y="1602723"/>
                </a:cubicBezTo>
                <a:close/>
                <a:moveTo>
                  <a:pt x="7031757" y="1602723"/>
                </a:moveTo>
                <a:cubicBezTo>
                  <a:pt x="7043808" y="1602723"/>
                  <a:pt x="7053577" y="1612492"/>
                  <a:pt x="7053577" y="1624543"/>
                </a:cubicBezTo>
                <a:cubicBezTo>
                  <a:pt x="7053577" y="1636594"/>
                  <a:pt x="7043808" y="1646363"/>
                  <a:pt x="7031757" y="1646363"/>
                </a:cubicBezTo>
                <a:cubicBezTo>
                  <a:pt x="7019706" y="1646363"/>
                  <a:pt x="7009937" y="1636594"/>
                  <a:pt x="7009937" y="1624543"/>
                </a:cubicBezTo>
                <a:cubicBezTo>
                  <a:pt x="7009937" y="1612492"/>
                  <a:pt x="7019706" y="1602723"/>
                  <a:pt x="7031757" y="1602723"/>
                </a:cubicBezTo>
                <a:close/>
                <a:moveTo>
                  <a:pt x="6953736" y="1602723"/>
                </a:moveTo>
                <a:cubicBezTo>
                  <a:pt x="6965787" y="1602723"/>
                  <a:pt x="6975556" y="1612492"/>
                  <a:pt x="6975556" y="1624543"/>
                </a:cubicBezTo>
                <a:cubicBezTo>
                  <a:pt x="6975556" y="1636594"/>
                  <a:pt x="6965787" y="1646363"/>
                  <a:pt x="6953736" y="1646363"/>
                </a:cubicBezTo>
                <a:cubicBezTo>
                  <a:pt x="6941685" y="1646363"/>
                  <a:pt x="6931916" y="1636594"/>
                  <a:pt x="6931916" y="1624543"/>
                </a:cubicBezTo>
                <a:cubicBezTo>
                  <a:pt x="6931916" y="1612492"/>
                  <a:pt x="6941685" y="1602723"/>
                  <a:pt x="6953736" y="1602723"/>
                </a:cubicBezTo>
                <a:close/>
                <a:moveTo>
                  <a:pt x="6875716" y="1602723"/>
                </a:moveTo>
                <a:cubicBezTo>
                  <a:pt x="6887767" y="1602723"/>
                  <a:pt x="6897536" y="1612492"/>
                  <a:pt x="6897536" y="1624543"/>
                </a:cubicBezTo>
                <a:cubicBezTo>
                  <a:pt x="6897536" y="1636594"/>
                  <a:pt x="6887767" y="1646363"/>
                  <a:pt x="6875716" y="1646363"/>
                </a:cubicBezTo>
                <a:cubicBezTo>
                  <a:pt x="6863665" y="1646363"/>
                  <a:pt x="6853896" y="1636594"/>
                  <a:pt x="6853896" y="1624543"/>
                </a:cubicBezTo>
                <a:cubicBezTo>
                  <a:pt x="6853896" y="1612492"/>
                  <a:pt x="6863665" y="1602723"/>
                  <a:pt x="6875716" y="1602723"/>
                </a:cubicBezTo>
                <a:close/>
                <a:moveTo>
                  <a:pt x="6798356" y="1602723"/>
                </a:moveTo>
                <a:cubicBezTo>
                  <a:pt x="6810772" y="1602723"/>
                  <a:pt x="6820837" y="1612492"/>
                  <a:pt x="6820837" y="1624543"/>
                </a:cubicBezTo>
                <a:cubicBezTo>
                  <a:pt x="6820837" y="1636594"/>
                  <a:pt x="6810772" y="1646363"/>
                  <a:pt x="6798356" y="1646363"/>
                </a:cubicBezTo>
                <a:cubicBezTo>
                  <a:pt x="6785940" y="1646363"/>
                  <a:pt x="6775875" y="1636594"/>
                  <a:pt x="6775875" y="1624543"/>
                </a:cubicBezTo>
                <a:cubicBezTo>
                  <a:pt x="6775875" y="1612492"/>
                  <a:pt x="6785940" y="1602723"/>
                  <a:pt x="6798356" y="1602723"/>
                </a:cubicBezTo>
                <a:close/>
                <a:moveTo>
                  <a:pt x="6719675" y="1602723"/>
                </a:moveTo>
                <a:cubicBezTo>
                  <a:pt x="6731726" y="1602723"/>
                  <a:pt x="6741495" y="1612492"/>
                  <a:pt x="6741495" y="1624543"/>
                </a:cubicBezTo>
                <a:cubicBezTo>
                  <a:pt x="6741495" y="1636594"/>
                  <a:pt x="6731726" y="1646363"/>
                  <a:pt x="6719675" y="1646363"/>
                </a:cubicBezTo>
                <a:cubicBezTo>
                  <a:pt x="6707624" y="1646363"/>
                  <a:pt x="6697855" y="1636594"/>
                  <a:pt x="6697855" y="1624543"/>
                </a:cubicBezTo>
                <a:cubicBezTo>
                  <a:pt x="6697855" y="1612492"/>
                  <a:pt x="6707624" y="1602723"/>
                  <a:pt x="6719675" y="1602723"/>
                </a:cubicBezTo>
                <a:close/>
                <a:moveTo>
                  <a:pt x="6641655" y="1602723"/>
                </a:moveTo>
                <a:cubicBezTo>
                  <a:pt x="6653706" y="1602723"/>
                  <a:pt x="6663475" y="1612492"/>
                  <a:pt x="6663475" y="1624543"/>
                </a:cubicBezTo>
                <a:cubicBezTo>
                  <a:pt x="6663475" y="1636594"/>
                  <a:pt x="6653706" y="1646363"/>
                  <a:pt x="6641655" y="1646363"/>
                </a:cubicBezTo>
                <a:cubicBezTo>
                  <a:pt x="6629604" y="1646363"/>
                  <a:pt x="6619835" y="1636594"/>
                  <a:pt x="6619835" y="1624543"/>
                </a:cubicBezTo>
                <a:cubicBezTo>
                  <a:pt x="6619835" y="1612492"/>
                  <a:pt x="6629604" y="1602723"/>
                  <a:pt x="6641655" y="1602723"/>
                </a:cubicBezTo>
                <a:close/>
                <a:moveTo>
                  <a:pt x="6563634" y="1602723"/>
                </a:moveTo>
                <a:cubicBezTo>
                  <a:pt x="6575685" y="1602723"/>
                  <a:pt x="6585454" y="1612492"/>
                  <a:pt x="6585454" y="1624543"/>
                </a:cubicBezTo>
                <a:cubicBezTo>
                  <a:pt x="6585454" y="1636594"/>
                  <a:pt x="6575685" y="1646363"/>
                  <a:pt x="6563634" y="1646363"/>
                </a:cubicBezTo>
                <a:cubicBezTo>
                  <a:pt x="6551583" y="1646363"/>
                  <a:pt x="6541814" y="1636594"/>
                  <a:pt x="6541814" y="1624543"/>
                </a:cubicBezTo>
                <a:cubicBezTo>
                  <a:pt x="6541814" y="1612492"/>
                  <a:pt x="6551583" y="1602723"/>
                  <a:pt x="6563634" y="1602723"/>
                </a:cubicBezTo>
                <a:close/>
                <a:moveTo>
                  <a:pt x="6485613" y="1602723"/>
                </a:moveTo>
                <a:cubicBezTo>
                  <a:pt x="6497664" y="1602723"/>
                  <a:pt x="6507433" y="1612492"/>
                  <a:pt x="6507433" y="1624543"/>
                </a:cubicBezTo>
                <a:cubicBezTo>
                  <a:pt x="6507433" y="1636594"/>
                  <a:pt x="6497664" y="1646363"/>
                  <a:pt x="6485613" y="1646363"/>
                </a:cubicBezTo>
                <a:cubicBezTo>
                  <a:pt x="6473562" y="1646363"/>
                  <a:pt x="6463793" y="1636594"/>
                  <a:pt x="6463793" y="1624543"/>
                </a:cubicBezTo>
                <a:cubicBezTo>
                  <a:pt x="6463793" y="1612492"/>
                  <a:pt x="6473562" y="1602723"/>
                  <a:pt x="6485613" y="1602723"/>
                </a:cubicBezTo>
                <a:close/>
                <a:moveTo>
                  <a:pt x="6408916" y="1602723"/>
                </a:moveTo>
                <a:cubicBezTo>
                  <a:pt x="6420967" y="1602723"/>
                  <a:pt x="6430736" y="1612492"/>
                  <a:pt x="6430736" y="1624543"/>
                </a:cubicBezTo>
                <a:cubicBezTo>
                  <a:pt x="6430736" y="1636594"/>
                  <a:pt x="6420967" y="1646363"/>
                  <a:pt x="6408916" y="1646363"/>
                </a:cubicBezTo>
                <a:cubicBezTo>
                  <a:pt x="6396865" y="1646363"/>
                  <a:pt x="6387096" y="1636594"/>
                  <a:pt x="6387096" y="1624543"/>
                </a:cubicBezTo>
                <a:cubicBezTo>
                  <a:pt x="6387096" y="1612492"/>
                  <a:pt x="6396865" y="1602723"/>
                  <a:pt x="6408916" y="1602723"/>
                </a:cubicBezTo>
                <a:close/>
                <a:moveTo>
                  <a:pt x="6330896" y="1602723"/>
                </a:moveTo>
                <a:cubicBezTo>
                  <a:pt x="6342947" y="1602723"/>
                  <a:pt x="6352716" y="1612492"/>
                  <a:pt x="6352716" y="1624543"/>
                </a:cubicBezTo>
                <a:cubicBezTo>
                  <a:pt x="6352716" y="1636594"/>
                  <a:pt x="6342947" y="1646363"/>
                  <a:pt x="6330896" y="1646363"/>
                </a:cubicBezTo>
                <a:cubicBezTo>
                  <a:pt x="6318845" y="1646363"/>
                  <a:pt x="6309076" y="1636594"/>
                  <a:pt x="6309076" y="1624543"/>
                </a:cubicBezTo>
                <a:cubicBezTo>
                  <a:pt x="6309076" y="1612492"/>
                  <a:pt x="6318845" y="1602723"/>
                  <a:pt x="6330896" y="1602723"/>
                </a:cubicBezTo>
                <a:close/>
                <a:moveTo>
                  <a:pt x="6252875" y="1602723"/>
                </a:moveTo>
                <a:cubicBezTo>
                  <a:pt x="6264926" y="1602723"/>
                  <a:pt x="6274695" y="1612492"/>
                  <a:pt x="6274695" y="1624543"/>
                </a:cubicBezTo>
                <a:cubicBezTo>
                  <a:pt x="6274695" y="1636594"/>
                  <a:pt x="6264926" y="1646363"/>
                  <a:pt x="6252875" y="1646363"/>
                </a:cubicBezTo>
                <a:cubicBezTo>
                  <a:pt x="6240824" y="1646363"/>
                  <a:pt x="6231055" y="1636594"/>
                  <a:pt x="6231055" y="1624543"/>
                </a:cubicBezTo>
                <a:cubicBezTo>
                  <a:pt x="6231055" y="1612492"/>
                  <a:pt x="6240824" y="1602723"/>
                  <a:pt x="6252875" y="1602723"/>
                </a:cubicBezTo>
                <a:close/>
                <a:moveTo>
                  <a:pt x="6174854" y="1602723"/>
                </a:moveTo>
                <a:cubicBezTo>
                  <a:pt x="6186905" y="1602723"/>
                  <a:pt x="6196674" y="1612492"/>
                  <a:pt x="6196674" y="1624543"/>
                </a:cubicBezTo>
                <a:cubicBezTo>
                  <a:pt x="6196674" y="1636594"/>
                  <a:pt x="6186905" y="1646363"/>
                  <a:pt x="6174854" y="1646363"/>
                </a:cubicBezTo>
                <a:cubicBezTo>
                  <a:pt x="6162803" y="1646363"/>
                  <a:pt x="6153034" y="1636594"/>
                  <a:pt x="6153034" y="1624543"/>
                </a:cubicBezTo>
                <a:cubicBezTo>
                  <a:pt x="6153034" y="1612492"/>
                  <a:pt x="6162803" y="1602723"/>
                  <a:pt x="6174854" y="1602723"/>
                </a:cubicBezTo>
                <a:close/>
                <a:moveTo>
                  <a:pt x="6096834" y="1602723"/>
                </a:moveTo>
                <a:cubicBezTo>
                  <a:pt x="6108885" y="1602723"/>
                  <a:pt x="6118654" y="1612492"/>
                  <a:pt x="6118654" y="1624543"/>
                </a:cubicBezTo>
                <a:cubicBezTo>
                  <a:pt x="6118654" y="1636594"/>
                  <a:pt x="6108885" y="1646363"/>
                  <a:pt x="6096834" y="1646363"/>
                </a:cubicBezTo>
                <a:cubicBezTo>
                  <a:pt x="6084783" y="1646363"/>
                  <a:pt x="6075014" y="1636594"/>
                  <a:pt x="6075014" y="1624543"/>
                </a:cubicBezTo>
                <a:cubicBezTo>
                  <a:pt x="6075014" y="1612492"/>
                  <a:pt x="6084783" y="1602723"/>
                  <a:pt x="6096834" y="1602723"/>
                </a:cubicBezTo>
                <a:close/>
                <a:moveTo>
                  <a:pt x="6018814" y="1602723"/>
                </a:moveTo>
                <a:cubicBezTo>
                  <a:pt x="6030865" y="1602723"/>
                  <a:pt x="6040634" y="1612492"/>
                  <a:pt x="6040634" y="1624543"/>
                </a:cubicBezTo>
                <a:cubicBezTo>
                  <a:pt x="6040634" y="1636594"/>
                  <a:pt x="6030865" y="1646363"/>
                  <a:pt x="6018814" y="1646363"/>
                </a:cubicBezTo>
                <a:cubicBezTo>
                  <a:pt x="6006763" y="1646363"/>
                  <a:pt x="5996994" y="1636594"/>
                  <a:pt x="5996994" y="1624543"/>
                </a:cubicBezTo>
                <a:cubicBezTo>
                  <a:pt x="5996994" y="1612492"/>
                  <a:pt x="6006763" y="1602723"/>
                  <a:pt x="6018814" y="1602723"/>
                </a:cubicBezTo>
                <a:close/>
                <a:moveTo>
                  <a:pt x="5940793" y="1602723"/>
                </a:moveTo>
                <a:cubicBezTo>
                  <a:pt x="5952844" y="1602723"/>
                  <a:pt x="5962613" y="1612492"/>
                  <a:pt x="5962613" y="1624543"/>
                </a:cubicBezTo>
                <a:cubicBezTo>
                  <a:pt x="5962613" y="1636594"/>
                  <a:pt x="5952844" y="1646363"/>
                  <a:pt x="5940793" y="1646363"/>
                </a:cubicBezTo>
                <a:cubicBezTo>
                  <a:pt x="5928742" y="1646363"/>
                  <a:pt x="5918973" y="1636594"/>
                  <a:pt x="5918973" y="1624543"/>
                </a:cubicBezTo>
                <a:cubicBezTo>
                  <a:pt x="5918973" y="1612492"/>
                  <a:pt x="5928742" y="1602723"/>
                  <a:pt x="5940793" y="1602723"/>
                </a:cubicBezTo>
                <a:close/>
                <a:moveTo>
                  <a:pt x="5862773" y="1602723"/>
                </a:moveTo>
                <a:cubicBezTo>
                  <a:pt x="5874824" y="1602723"/>
                  <a:pt x="5884593" y="1612492"/>
                  <a:pt x="5884593" y="1624543"/>
                </a:cubicBezTo>
                <a:cubicBezTo>
                  <a:pt x="5884593" y="1636594"/>
                  <a:pt x="5874824" y="1646363"/>
                  <a:pt x="5862773" y="1646363"/>
                </a:cubicBezTo>
                <a:cubicBezTo>
                  <a:pt x="5850722" y="1646363"/>
                  <a:pt x="5840953" y="1636594"/>
                  <a:pt x="5840953" y="1624543"/>
                </a:cubicBezTo>
                <a:cubicBezTo>
                  <a:pt x="5840953" y="1612492"/>
                  <a:pt x="5850722" y="1602723"/>
                  <a:pt x="5862773" y="1602723"/>
                </a:cubicBezTo>
                <a:close/>
                <a:moveTo>
                  <a:pt x="5785413" y="1602723"/>
                </a:moveTo>
                <a:cubicBezTo>
                  <a:pt x="5797829" y="1602723"/>
                  <a:pt x="5807894" y="1612492"/>
                  <a:pt x="5807894" y="1624543"/>
                </a:cubicBezTo>
                <a:cubicBezTo>
                  <a:pt x="5807894" y="1636594"/>
                  <a:pt x="5797829" y="1646363"/>
                  <a:pt x="5785413" y="1646363"/>
                </a:cubicBezTo>
                <a:cubicBezTo>
                  <a:pt x="5772997" y="1646363"/>
                  <a:pt x="5762932" y="1636594"/>
                  <a:pt x="5762932" y="1624543"/>
                </a:cubicBezTo>
                <a:cubicBezTo>
                  <a:pt x="5762932" y="1612492"/>
                  <a:pt x="5772997" y="1602723"/>
                  <a:pt x="5785413" y="1602723"/>
                </a:cubicBezTo>
                <a:close/>
                <a:moveTo>
                  <a:pt x="5708054" y="1602723"/>
                </a:moveTo>
                <a:cubicBezTo>
                  <a:pt x="5720105" y="1602723"/>
                  <a:pt x="5729874" y="1612492"/>
                  <a:pt x="5729874" y="1624543"/>
                </a:cubicBezTo>
                <a:cubicBezTo>
                  <a:pt x="5729874" y="1636594"/>
                  <a:pt x="5720105" y="1646363"/>
                  <a:pt x="5708054" y="1646363"/>
                </a:cubicBezTo>
                <a:cubicBezTo>
                  <a:pt x="5696003" y="1646363"/>
                  <a:pt x="5686234" y="1636594"/>
                  <a:pt x="5686234" y="1624543"/>
                </a:cubicBezTo>
                <a:cubicBezTo>
                  <a:pt x="5686234" y="1612492"/>
                  <a:pt x="5696003" y="1602723"/>
                  <a:pt x="5708054" y="1602723"/>
                </a:cubicBezTo>
                <a:close/>
                <a:moveTo>
                  <a:pt x="5630034" y="1602723"/>
                </a:moveTo>
                <a:cubicBezTo>
                  <a:pt x="5642085" y="1602723"/>
                  <a:pt x="5651854" y="1612492"/>
                  <a:pt x="5651854" y="1624543"/>
                </a:cubicBezTo>
                <a:cubicBezTo>
                  <a:pt x="5651854" y="1636594"/>
                  <a:pt x="5642085" y="1646363"/>
                  <a:pt x="5630034" y="1646363"/>
                </a:cubicBezTo>
                <a:cubicBezTo>
                  <a:pt x="5617983" y="1646363"/>
                  <a:pt x="5608214" y="1636594"/>
                  <a:pt x="5608214" y="1624543"/>
                </a:cubicBezTo>
                <a:cubicBezTo>
                  <a:pt x="5608214" y="1612492"/>
                  <a:pt x="5617983" y="1602723"/>
                  <a:pt x="5630034" y="1602723"/>
                </a:cubicBezTo>
                <a:close/>
                <a:moveTo>
                  <a:pt x="5552013" y="1602723"/>
                </a:moveTo>
                <a:cubicBezTo>
                  <a:pt x="5564064" y="1602723"/>
                  <a:pt x="5573833" y="1612492"/>
                  <a:pt x="5573833" y="1624543"/>
                </a:cubicBezTo>
                <a:cubicBezTo>
                  <a:pt x="5573833" y="1636594"/>
                  <a:pt x="5564064" y="1646363"/>
                  <a:pt x="5552013" y="1646363"/>
                </a:cubicBezTo>
                <a:cubicBezTo>
                  <a:pt x="5539962" y="1646363"/>
                  <a:pt x="5530193" y="1636594"/>
                  <a:pt x="5530193" y="1624543"/>
                </a:cubicBezTo>
                <a:cubicBezTo>
                  <a:pt x="5530193" y="1612492"/>
                  <a:pt x="5539962" y="1602723"/>
                  <a:pt x="5552013" y="1602723"/>
                </a:cubicBezTo>
                <a:close/>
                <a:moveTo>
                  <a:pt x="5473331" y="1602723"/>
                </a:moveTo>
                <a:cubicBezTo>
                  <a:pt x="5485747" y="1602723"/>
                  <a:pt x="5495812" y="1612492"/>
                  <a:pt x="5495812" y="1624543"/>
                </a:cubicBezTo>
                <a:cubicBezTo>
                  <a:pt x="5495812" y="1636594"/>
                  <a:pt x="5485747" y="1646363"/>
                  <a:pt x="5473331" y="1646363"/>
                </a:cubicBezTo>
                <a:cubicBezTo>
                  <a:pt x="5460915" y="1646363"/>
                  <a:pt x="5450850" y="1636594"/>
                  <a:pt x="5450850" y="1624543"/>
                </a:cubicBezTo>
                <a:cubicBezTo>
                  <a:pt x="5450850" y="1612492"/>
                  <a:pt x="5460915" y="1602723"/>
                  <a:pt x="5473331" y="1602723"/>
                </a:cubicBezTo>
                <a:close/>
                <a:moveTo>
                  <a:pt x="5395972" y="1602723"/>
                </a:moveTo>
                <a:cubicBezTo>
                  <a:pt x="5408023" y="1602723"/>
                  <a:pt x="5417792" y="1612492"/>
                  <a:pt x="5417792" y="1624543"/>
                </a:cubicBezTo>
                <a:cubicBezTo>
                  <a:pt x="5417792" y="1636594"/>
                  <a:pt x="5408023" y="1646363"/>
                  <a:pt x="5395972" y="1646363"/>
                </a:cubicBezTo>
                <a:cubicBezTo>
                  <a:pt x="5383921" y="1646363"/>
                  <a:pt x="5374152" y="1636594"/>
                  <a:pt x="5374152" y="1624543"/>
                </a:cubicBezTo>
                <a:cubicBezTo>
                  <a:pt x="5374152" y="1612492"/>
                  <a:pt x="5383921" y="1602723"/>
                  <a:pt x="5395972" y="1602723"/>
                </a:cubicBezTo>
                <a:close/>
                <a:moveTo>
                  <a:pt x="5317953" y="1602723"/>
                </a:moveTo>
                <a:cubicBezTo>
                  <a:pt x="5330004" y="1602723"/>
                  <a:pt x="5339773" y="1612492"/>
                  <a:pt x="5339773" y="1624543"/>
                </a:cubicBezTo>
                <a:cubicBezTo>
                  <a:pt x="5339773" y="1636594"/>
                  <a:pt x="5330004" y="1646363"/>
                  <a:pt x="5317953" y="1646363"/>
                </a:cubicBezTo>
                <a:cubicBezTo>
                  <a:pt x="5305902" y="1646363"/>
                  <a:pt x="5296133" y="1636594"/>
                  <a:pt x="5296133" y="1624543"/>
                </a:cubicBezTo>
                <a:cubicBezTo>
                  <a:pt x="5296133" y="1612492"/>
                  <a:pt x="5305902" y="1602723"/>
                  <a:pt x="5317953" y="1602723"/>
                </a:cubicBezTo>
                <a:close/>
                <a:moveTo>
                  <a:pt x="5239932" y="1602723"/>
                </a:moveTo>
                <a:cubicBezTo>
                  <a:pt x="5251983" y="1602723"/>
                  <a:pt x="5261752" y="1612492"/>
                  <a:pt x="5261752" y="1624543"/>
                </a:cubicBezTo>
                <a:cubicBezTo>
                  <a:pt x="5261752" y="1636594"/>
                  <a:pt x="5251983" y="1646363"/>
                  <a:pt x="5239932" y="1646363"/>
                </a:cubicBezTo>
                <a:cubicBezTo>
                  <a:pt x="5227881" y="1646363"/>
                  <a:pt x="5218112" y="1636594"/>
                  <a:pt x="5218112" y="1624543"/>
                </a:cubicBezTo>
                <a:cubicBezTo>
                  <a:pt x="5218112" y="1612492"/>
                  <a:pt x="5227881" y="1602723"/>
                  <a:pt x="5239932" y="1602723"/>
                </a:cubicBezTo>
                <a:close/>
                <a:moveTo>
                  <a:pt x="5162572" y="1602723"/>
                </a:moveTo>
                <a:cubicBezTo>
                  <a:pt x="5174988" y="1602723"/>
                  <a:pt x="5185053" y="1612492"/>
                  <a:pt x="5185053" y="1624543"/>
                </a:cubicBezTo>
                <a:cubicBezTo>
                  <a:pt x="5185053" y="1636594"/>
                  <a:pt x="5174988" y="1646363"/>
                  <a:pt x="5162572" y="1646363"/>
                </a:cubicBezTo>
                <a:cubicBezTo>
                  <a:pt x="5150156" y="1646363"/>
                  <a:pt x="5140091" y="1636594"/>
                  <a:pt x="5140091" y="1624543"/>
                </a:cubicBezTo>
                <a:cubicBezTo>
                  <a:pt x="5140091" y="1612492"/>
                  <a:pt x="5150156" y="1602723"/>
                  <a:pt x="5162572" y="1602723"/>
                </a:cubicBezTo>
                <a:close/>
                <a:moveTo>
                  <a:pt x="5085212" y="1602723"/>
                </a:moveTo>
                <a:cubicBezTo>
                  <a:pt x="5097263" y="1602723"/>
                  <a:pt x="5107032" y="1612492"/>
                  <a:pt x="5107032" y="1624543"/>
                </a:cubicBezTo>
                <a:cubicBezTo>
                  <a:pt x="5107032" y="1636594"/>
                  <a:pt x="5097263" y="1646363"/>
                  <a:pt x="5085212" y="1646363"/>
                </a:cubicBezTo>
                <a:cubicBezTo>
                  <a:pt x="5073161" y="1646363"/>
                  <a:pt x="5063392" y="1636594"/>
                  <a:pt x="5063392" y="1624543"/>
                </a:cubicBezTo>
                <a:cubicBezTo>
                  <a:pt x="5063392" y="1612492"/>
                  <a:pt x="5073161" y="1602723"/>
                  <a:pt x="5085212" y="1602723"/>
                </a:cubicBezTo>
                <a:close/>
                <a:moveTo>
                  <a:pt x="5007193" y="1602723"/>
                </a:moveTo>
                <a:cubicBezTo>
                  <a:pt x="5019244" y="1602723"/>
                  <a:pt x="5029013" y="1612492"/>
                  <a:pt x="5029013" y="1624543"/>
                </a:cubicBezTo>
                <a:cubicBezTo>
                  <a:pt x="5029013" y="1636594"/>
                  <a:pt x="5019244" y="1646363"/>
                  <a:pt x="5007193" y="1646363"/>
                </a:cubicBezTo>
                <a:cubicBezTo>
                  <a:pt x="4995142" y="1646363"/>
                  <a:pt x="4985373" y="1636594"/>
                  <a:pt x="4985373" y="1624543"/>
                </a:cubicBezTo>
                <a:cubicBezTo>
                  <a:pt x="4985373" y="1612492"/>
                  <a:pt x="4995142" y="1602723"/>
                  <a:pt x="5007193" y="1602723"/>
                </a:cubicBezTo>
                <a:close/>
                <a:moveTo>
                  <a:pt x="4928511" y="1602723"/>
                </a:moveTo>
                <a:cubicBezTo>
                  <a:pt x="4940927" y="1602723"/>
                  <a:pt x="4950992" y="1612492"/>
                  <a:pt x="4950992" y="1624543"/>
                </a:cubicBezTo>
                <a:cubicBezTo>
                  <a:pt x="4950992" y="1636594"/>
                  <a:pt x="4940927" y="1646363"/>
                  <a:pt x="4928511" y="1646363"/>
                </a:cubicBezTo>
                <a:cubicBezTo>
                  <a:pt x="4916095" y="1646363"/>
                  <a:pt x="4906030" y="1636594"/>
                  <a:pt x="4906030" y="1624543"/>
                </a:cubicBezTo>
                <a:cubicBezTo>
                  <a:pt x="4906030" y="1612492"/>
                  <a:pt x="4916095" y="1602723"/>
                  <a:pt x="4928511" y="1602723"/>
                </a:cubicBezTo>
                <a:close/>
                <a:moveTo>
                  <a:pt x="4850490" y="1602723"/>
                </a:moveTo>
                <a:cubicBezTo>
                  <a:pt x="4862906" y="1602723"/>
                  <a:pt x="4872971" y="1612492"/>
                  <a:pt x="4872971" y="1624543"/>
                </a:cubicBezTo>
                <a:cubicBezTo>
                  <a:pt x="4872971" y="1636594"/>
                  <a:pt x="4862906" y="1646363"/>
                  <a:pt x="4850490" y="1646363"/>
                </a:cubicBezTo>
                <a:cubicBezTo>
                  <a:pt x="4838074" y="1646363"/>
                  <a:pt x="4828009" y="1636594"/>
                  <a:pt x="4828009" y="1624543"/>
                </a:cubicBezTo>
                <a:cubicBezTo>
                  <a:pt x="4828009" y="1612492"/>
                  <a:pt x="4838074" y="1602723"/>
                  <a:pt x="4850490" y="1602723"/>
                </a:cubicBezTo>
                <a:close/>
                <a:moveTo>
                  <a:pt x="4773132" y="1602723"/>
                </a:moveTo>
                <a:cubicBezTo>
                  <a:pt x="4785183" y="1602723"/>
                  <a:pt x="4794952" y="1612492"/>
                  <a:pt x="4794952" y="1624543"/>
                </a:cubicBezTo>
                <a:cubicBezTo>
                  <a:pt x="4794952" y="1636594"/>
                  <a:pt x="4785183" y="1646363"/>
                  <a:pt x="4773132" y="1646363"/>
                </a:cubicBezTo>
                <a:cubicBezTo>
                  <a:pt x="4761081" y="1646363"/>
                  <a:pt x="4751312" y="1636594"/>
                  <a:pt x="4751312" y="1624543"/>
                </a:cubicBezTo>
                <a:cubicBezTo>
                  <a:pt x="4751312" y="1612492"/>
                  <a:pt x="4761081" y="1602723"/>
                  <a:pt x="4773132" y="1602723"/>
                </a:cubicBezTo>
                <a:close/>
                <a:moveTo>
                  <a:pt x="4695111" y="1602723"/>
                </a:moveTo>
                <a:cubicBezTo>
                  <a:pt x="4707162" y="1602723"/>
                  <a:pt x="4716931" y="1612492"/>
                  <a:pt x="4716931" y="1624543"/>
                </a:cubicBezTo>
                <a:cubicBezTo>
                  <a:pt x="4716931" y="1636594"/>
                  <a:pt x="4707162" y="1646363"/>
                  <a:pt x="4695111" y="1646363"/>
                </a:cubicBezTo>
                <a:cubicBezTo>
                  <a:pt x="4683060" y="1646363"/>
                  <a:pt x="4673291" y="1636594"/>
                  <a:pt x="4673291" y="1624543"/>
                </a:cubicBezTo>
                <a:cubicBezTo>
                  <a:pt x="4673291" y="1612492"/>
                  <a:pt x="4683060" y="1602723"/>
                  <a:pt x="4695111" y="1602723"/>
                </a:cubicBezTo>
                <a:close/>
                <a:moveTo>
                  <a:pt x="4617091" y="1602723"/>
                </a:moveTo>
                <a:cubicBezTo>
                  <a:pt x="4629142" y="1602723"/>
                  <a:pt x="4638911" y="1612492"/>
                  <a:pt x="4638911" y="1624543"/>
                </a:cubicBezTo>
                <a:cubicBezTo>
                  <a:pt x="4638911" y="1636594"/>
                  <a:pt x="4629142" y="1646363"/>
                  <a:pt x="4617091" y="1646363"/>
                </a:cubicBezTo>
                <a:cubicBezTo>
                  <a:pt x="4605040" y="1646363"/>
                  <a:pt x="4595271" y="1636594"/>
                  <a:pt x="4595271" y="1624543"/>
                </a:cubicBezTo>
                <a:cubicBezTo>
                  <a:pt x="4595271" y="1612492"/>
                  <a:pt x="4605040" y="1602723"/>
                  <a:pt x="4617091" y="1602723"/>
                </a:cubicBezTo>
                <a:close/>
                <a:moveTo>
                  <a:pt x="2826588" y="1602723"/>
                </a:moveTo>
                <a:cubicBezTo>
                  <a:pt x="2838639" y="1602723"/>
                  <a:pt x="2848408" y="1612492"/>
                  <a:pt x="2848408" y="1624543"/>
                </a:cubicBezTo>
                <a:cubicBezTo>
                  <a:pt x="2848408" y="1636594"/>
                  <a:pt x="2838639" y="1646363"/>
                  <a:pt x="2826588" y="1646363"/>
                </a:cubicBezTo>
                <a:cubicBezTo>
                  <a:pt x="2814537" y="1646363"/>
                  <a:pt x="2804768" y="1636594"/>
                  <a:pt x="2804768" y="1624543"/>
                </a:cubicBezTo>
                <a:cubicBezTo>
                  <a:pt x="2804768" y="1612492"/>
                  <a:pt x="2814537" y="1602723"/>
                  <a:pt x="2826588" y="1602723"/>
                </a:cubicBezTo>
                <a:close/>
                <a:moveTo>
                  <a:pt x="2748567" y="1602723"/>
                </a:moveTo>
                <a:cubicBezTo>
                  <a:pt x="2760618" y="1602723"/>
                  <a:pt x="2770387" y="1612492"/>
                  <a:pt x="2770387" y="1624543"/>
                </a:cubicBezTo>
                <a:cubicBezTo>
                  <a:pt x="2770387" y="1636594"/>
                  <a:pt x="2760618" y="1646363"/>
                  <a:pt x="2748567" y="1646363"/>
                </a:cubicBezTo>
                <a:cubicBezTo>
                  <a:pt x="2736516" y="1646363"/>
                  <a:pt x="2726747" y="1636594"/>
                  <a:pt x="2726747" y="1624543"/>
                </a:cubicBezTo>
                <a:cubicBezTo>
                  <a:pt x="2726747" y="1612492"/>
                  <a:pt x="2736516" y="1602723"/>
                  <a:pt x="2748567" y="1602723"/>
                </a:cubicBezTo>
                <a:close/>
                <a:moveTo>
                  <a:pt x="2670547" y="1602723"/>
                </a:moveTo>
                <a:cubicBezTo>
                  <a:pt x="2682598" y="1602723"/>
                  <a:pt x="2692367" y="1612492"/>
                  <a:pt x="2692367" y="1624543"/>
                </a:cubicBezTo>
                <a:cubicBezTo>
                  <a:pt x="2692367" y="1636594"/>
                  <a:pt x="2682598" y="1646363"/>
                  <a:pt x="2670547" y="1646363"/>
                </a:cubicBezTo>
                <a:cubicBezTo>
                  <a:pt x="2658496" y="1646363"/>
                  <a:pt x="2648727" y="1636594"/>
                  <a:pt x="2648727" y="1624543"/>
                </a:cubicBezTo>
                <a:cubicBezTo>
                  <a:pt x="2648727" y="1612492"/>
                  <a:pt x="2658496" y="1602723"/>
                  <a:pt x="2670547" y="1602723"/>
                </a:cubicBezTo>
                <a:close/>
                <a:moveTo>
                  <a:pt x="2592527" y="1602723"/>
                </a:moveTo>
                <a:cubicBezTo>
                  <a:pt x="2604578" y="1602723"/>
                  <a:pt x="2614347" y="1612492"/>
                  <a:pt x="2614347" y="1624543"/>
                </a:cubicBezTo>
                <a:cubicBezTo>
                  <a:pt x="2614347" y="1636594"/>
                  <a:pt x="2604578" y="1646363"/>
                  <a:pt x="2592527" y="1646363"/>
                </a:cubicBezTo>
                <a:cubicBezTo>
                  <a:pt x="2580476" y="1646363"/>
                  <a:pt x="2570707" y="1636594"/>
                  <a:pt x="2570707" y="1624543"/>
                </a:cubicBezTo>
                <a:cubicBezTo>
                  <a:pt x="2570707" y="1612492"/>
                  <a:pt x="2580476" y="1602723"/>
                  <a:pt x="2592527" y="1602723"/>
                </a:cubicBezTo>
                <a:close/>
                <a:moveTo>
                  <a:pt x="2513845" y="1602723"/>
                </a:moveTo>
                <a:cubicBezTo>
                  <a:pt x="2526261" y="1602723"/>
                  <a:pt x="2536326" y="1612492"/>
                  <a:pt x="2536326" y="1624543"/>
                </a:cubicBezTo>
                <a:cubicBezTo>
                  <a:pt x="2536326" y="1636594"/>
                  <a:pt x="2526261" y="1646363"/>
                  <a:pt x="2513845" y="1646363"/>
                </a:cubicBezTo>
                <a:cubicBezTo>
                  <a:pt x="2501429" y="1646363"/>
                  <a:pt x="2491364" y="1636594"/>
                  <a:pt x="2491364" y="1624543"/>
                </a:cubicBezTo>
                <a:cubicBezTo>
                  <a:pt x="2491364" y="1612492"/>
                  <a:pt x="2501429" y="1602723"/>
                  <a:pt x="2513845" y="1602723"/>
                </a:cubicBezTo>
                <a:close/>
                <a:moveTo>
                  <a:pt x="2436486" y="1602723"/>
                </a:moveTo>
                <a:cubicBezTo>
                  <a:pt x="2448537" y="1602723"/>
                  <a:pt x="2458306" y="1612492"/>
                  <a:pt x="2458306" y="1624543"/>
                </a:cubicBezTo>
                <a:cubicBezTo>
                  <a:pt x="2458306" y="1636594"/>
                  <a:pt x="2448537" y="1646363"/>
                  <a:pt x="2436486" y="1646363"/>
                </a:cubicBezTo>
                <a:cubicBezTo>
                  <a:pt x="2424435" y="1646363"/>
                  <a:pt x="2414666" y="1636594"/>
                  <a:pt x="2414666" y="1624543"/>
                </a:cubicBezTo>
                <a:cubicBezTo>
                  <a:pt x="2414666" y="1612492"/>
                  <a:pt x="2424435" y="1602723"/>
                  <a:pt x="2436486" y="1602723"/>
                </a:cubicBezTo>
                <a:close/>
                <a:moveTo>
                  <a:pt x="2358465" y="1602723"/>
                </a:moveTo>
                <a:cubicBezTo>
                  <a:pt x="2370516" y="1602723"/>
                  <a:pt x="2380285" y="1612492"/>
                  <a:pt x="2380285" y="1624543"/>
                </a:cubicBezTo>
                <a:cubicBezTo>
                  <a:pt x="2380285" y="1636594"/>
                  <a:pt x="2370516" y="1646363"/>
                  <a:pt x="2358465" y="1646363"/>
                </a:cubicBezTo>
                <a:cubicBezTo>
                  <a:pt x="2346414" y="1646363"/>
                  <a:pt x="2336645" y="1636594"/>
                  <a:pt x="2336645" y="1624543"/>
                </a:cubicBezTo>
                <a:cubicBezTo>
                  <a:pt x="2336645" y="1612492"/>
                  <a:pt x="2346414" y="1602723"/>
                  <a:pt x="2358465" y="1602723"/>
                </a:cubicBezTo>
                <a:close/>
                <a:moveTo>
                  <a:pt x="2203086" y="1602723"/>
                </a:moveTo>
                <a:cubicBezTo>
                  <a:pt x="2215502" y="1602723"/>
                  <a:pt x="2225567" y="1612492"/>
                  <a:pt x="2225567" y="1624543"/>
                </a:cubicBezTo>
                <a:cubicBezTo>
                  <a:pt x="2225567" y="1636594"/>
                  <a:pt x="2215502" y="1646363"/>
                  <a:pt x="2203086" y="1646363"/>
                </a:cubicBezTo>
                <a:cubicBezTo>
                  <a:pt x="2190670" y="1646363"/>
                  <a:pt x="2180605" y="1636594"/>
                  <a:pt x="2180605" y="1624543"/>
                </a:cubicBezTo>
                <a:cubicBezTo>
                  <a:pt x="2180605" y="1612492"/>
                  <a:pt x="2190670" y="1602723"/>
                  <a:pt x="2203086" y="1602723"/>
                </a:cubicBezTo>
                <a:close/>
                <a:moveTo>
                  <a:pt x="2125727" y="1602723"/>
                </a:moveTo>
                <a:cubicBezTo>
                  <a:pt x="2137778" y="1602723"/>
                  <a:pt x="2147547" y="1612492"/>
                  <a:pt x="2147547" y="1624543"/>
                </a:cubicBezTo>
                <a:cubicBezTo>
                  <a:pt x="2147547" y="1636594"/>
                  <a:pt x="2137778" y="1646363"/>
                  <a:pt x="2125727" y="1646363"/>
                </a:cubicBezTo>
                <a:cubicBezTo>
                  <a:pt x="2113676" y="1646363"/>
                  <a:pt x="2103907" y="1636594"/>
                  <a:pt x="2103907" y="1624543"/>
                </a:cubicBezTo>
                <a:cubicBezTo>
                  <a:pt x="2103907" y="1612492"/>
                  <a:pt x="2113676" y="1602723"/>
                  <a:pt x="2125727" y="1602723"/>
                </a:cubicBezTo>
                <a:close/>
                <a:moveTo>
                  <a:pt x="2047706" y="1602723"/>
                </a:moveTo>
                <a:cubicBezTo>
                  <a:pt x="2059757" y="1602723"/>
                  <a:pt x="2069526" y="1612492"/>
                  <a:pt x="2069526" y="1624543"/>
                </a:cubicBezTo>
                <a:cubicBezTo>
                  <a:pt x="2069526" y="1636594"/>
                  <a:pt x="2059757" y="1646363"/>
                  <a:pt x="2047706" y="1646363"/>
                </a:cubicBezTo>
                <a:cubicBezTo>
                  <a:pt x="2035655" y="1646363"/>
                  <a:pt x="2025886" y="1636594"/>
                  <a:pt x="2025886" y="1624543"/>
                </a:cubicBezTo>
                <a:cubicBezTo>
                  <a:pt x="2025886" y="1612492"/>
                  <a:pt x="2035655" y="1602723"/>
                  <a:pt x="2047706" y="1602723"/>
                </a:cubicBezTo>
                <a:close/>
                <a:moveTo>
                  <a:pt x="1968363" y="1602723"/>
                </a:moveTo>
                <a:cubicBezTo>
                  <a:pt x="1980414" y="1602723"/>
                  <a:pt x="1990183" y="1612492"/>
                  <a:pt x="1990183" y="1624543"/>
                </a:cubicBezTo>
                <a:cubicBezTo>
                  <a:pt x="1990183" y="1636594"/>
                  <a:pt x="1980414" y="1646363"/>
                  <a:pt x="1968363" y="1646363"/>
                </a:cubicBezTo>
                <a:cubicBezTo>
                  <a:pt x="1956312" y="1646363"/>
                  <a:pt x="1946543" y="1636594"/>
                  <a:pt x="1946543" y="1624543"/>
                </a:cubicBezTo>
                <a:cubicBezTo>
                  <a:pt x="1946543" y="1612492"/>
                  <a:pt x="1956312" y="1602723"/>
                  <a:pt x="1968363" y="1602723"/>
                </a:cubicBezTo>
                <a:close/>
                <a:moveTo>
                  <a:pt x="1891011" y="1602723"/>
                </a:moveTo>
                <a:cubicBezTo>
                  <a:pt x="1903431" y="1602723"/>
                  <a:pt x="1913495" y="1612492"/>
                  <a:pt x="1913495" y="1624543"/>
                </a:cubicBezTo>
                <a:cubicBezTo>
                  <a:pt x="1913495" y="1636594"/>
                  <a:pt x="1903431" y="1646363"/>
                  <a:pt x="1891011" y="1646363"/>
                </a:cubicBezTo>
                <a:cubicBezTo>
                  <a:pt x="1878594" y="1646363"/>
                  <a:pt x="1868529" y="1636594"/>
                  <a:pt x="1868529" y="1624543"/>
                </a:cubicBezTo>
                <a:cubicBezTo>
                  <a:pt x="1868529" y="1612492"/>
                  <a:pt x="1878594" y="1602723"/>
                  <a:pt x="1891011" y="1602723"/>
                </a:cubicBezTo>
                <a:close/>
                <a:moveTo>
                  <a:pt x="1813657" y="1602723"/>
                </a:moveTo>
                <a:cubicBezTo>
                  <a:pt x="1825704" y="1602723"/>
                  <a:pt x="1835474" y="1612492"/>
                  <a:pt x="1835474" y="1624543"/>
                </a:cubicBezTo>
                <a:cubicBezTo>
                  <a:pt x="1835474" y="1636594"/>
                  <a:pt x="1825704" y="1646363"/>
                  <a:pt x="1813657" y="1646363"/>
                </a:cubicBezTo>
                <a:cubicBezTo>
                  <a:pt x="1801603" y="1646363"/>
                  <a:pt x="1791833" y="1636594"/>
                  <a:pt x="1791833" y="1624543"/>
                </a:cubicBezTo>
                <a:cubicBezTo>
                  <a:pt x="1791833" y="1612492"/>
                  <a:pt x="1801603" y="1602723"/>
                  <a:pt x="1813657" y="1602723"/>
                </a:cubicBezTo>
                <a:close/>
                <a:moveTo>
                  <a:pt x="1735633" y="1602723"/>
                </a:moveTo>
                <a:cubicBezTo>
                  <a:pt x="1747685" y="1602723"/>
                  <a:pt x="1757457" y="1612492"/>
                  <a:pt x="1757457" y="1624543"/>
                </a:cubicBezTo>
                <a:cubicBezTo>
                  <a:pt x="1757457" y="1636594"/>
                  <a:pt x="1747685" y="1646363"/>
                  <a:pt x="1735633" y="1646363"/>
                </a:cubicBezTo>
                <a:cubicBezTo>
                  <a:pt x="1723586" y="1646363"/>
                  <a:pt x="1713819" y="1636594"/>
                  <a:pt x="1713819" y="1624543"/>
                </a:cubicBezTo>
                <a:cubicBezTo>
                  <a:pt x="1713819" y="1612492"/>
                  <a:pt x="1723586" y="1602723"/>
                  <a:pt x="1735633" y="1602723"/>
                </a:cubicBezTo>
                <a:close/>
                <a:moveTo>
                  <a:pt x="1657611" y="1602723"/>
                </a:moveTo>
                <a:cubicBezTo>
                  <a:pt x="1669659" y="1602723"/>
                  <a:pt x="1679436" y="1612492"/>
                  <a:pt x="1679436" y="1624543"/>
                </a:cubicBezTo>
                <a:cubicBezTo>
                  <a:pt x="1679436" y="1636594"/>
                  <a:pt x="1669659" y="1646363"/>
                  <a:pt x="1657611" y="1646363"/>
                </a:cubicBezTo>
                <a:cubicBezTo>
                  <a:pt x="1645568" y="1646363"/>
                  <a:pt x="1635796" y="1636594"/>
                  <a:pt x="1635796" y="1624543"/>
                </a:cubicBezTo>
                <a:cubicBezTo>
                  <a:pt x="1635796" y="1612492"/>
                  <a:pt x="1645568" y="1602723"/>
                  <a:pt x="1657611" y="1602723"/>
                </a:cubicBezTo>
                <a:close/>
                <a:moveTo>
                  <a:pt x="1580257" y="1602723"/>
                </a:moveTo>
                <a:cubicBezTo>
                  <a:pt x="1592669" y="1602723"/>
                  <a:pt x="1602734" y="1612492"/>
                  <a:pt x="1602734" y="1624543"/>
                </a:cubicBezTo>
                <a:cubicBezTo>
                  <a:pt x="1602734" y="1636594"/>
                  <a:pt x="1592669" y="1646363"/>
                  <a:pt x="1580257" y="1646363"/>
                </a:cubicBezTo>
                <a:cubicBezTo>
                  <a:pt x="1567839" y="1646363"/>
                  <a:pt x="1557771" y="1636594"/>
                  <a:pt x="1557771" y="1624543"/>
                </a:cubicBezTo>
                <a:cubicBezTo>
                  <a:pt x="1557771" y="1612492"/>
                  <a:pt x="1567839" y="1602723"/>
                  <a:pt x="1580257" y="1602723"/>
                </a:cubicBezTo>
                <a:close/>
                <a:moveTo>
                  <a:pt x="1502899" y="1602723"/>
                </a:moveTo>
                <a:cubicBezTo>
                  <a:pt x="1514943" y="1602723"/>
                  <a:pt x="1524717" y="1612492"/>
                  <a:pt x="1524717" y="1624543"/>
                </a:cubicBezTo>
                <a:cubicBezTo>
                  <a:pt x="1524717" y="1636594"/>
                  <a:pt x="1514943" y="1646363"/>
                  <a:pt x="1502899" y="1646363"/>
                </a:cubicBezTo>
                <a:cubicBezTo>
                  <a:pt x="1490842" y="1646363"/>
                  <a:pt x="1481077" y="1636594"/>
                  <a:pt x="1481077" y="1624543"/>
                </a:cubicBezTo>
                <a:cubicBezTo>
                  <a:pt x="1481077" y="1612492"/>
                  <a:pt x="1490842" y="1602723"/>
                  <a:pt x="1502899" y="1602723"/>
                </a:cubicBezTo>
                <a:close/>
                <a:moveTo>
                  <a:pt x="1424212" y="1602723"/>
                </a:moveTo>
                <a:cubicBezTo>
                  <a:pt x="1436628" y="1602723"/>
                  <a:pt x="1446695" y="1612492"/>
                  <a:pt x="1446695" y="1624543"/>
                </a:cubicBezTo>
                <a:cubicBezTo>
                  <a:pt x="1446695" y="1636594"/>
                  <a:pt x="1436628" y="1646363"/>
                  <a:pt x="1424212" y="1646363"/>
                </a:cubicBezTo>
                <a:cubicBezTo>
                  <a:pt x="1411799" y="1646363"/>
                  <a:pt x="1401732" y="1636594"/>
                  <a:pt x="1401732" y="1624543"/>
                </a:cubicBezTo>
                <a:cubicBezTo>
                  <a:pt x="1401732" y="1612492"/>
                  <a:pt x="1411799" y="1602723"/>
                  <a:pt x="1424212" y="1602723"/>
                </a:cubicBezTo>
                <a:close/>
                <a:moveTo>
                  <a:pt x="1345530" y="1602723"/>
                </a:moveTo>
                <a:cubicBezTo>
                  <a:pt x="1357582" y="1602723"/>
                  <a:pt x="1367350" y="1612492"/>
                  <a:pt x="1367350" y="1624543"/>
                </a:cubicBezTo>
                <a:cubicBezTo>
                  <a:pt x="1367350" y="1636594"/>
                  <a:pt x="1357582" y="1646363"/>
                  <a:pt x="1345530" y="1646363"/>
                </a:cubicBezTo>
                <a:cubicBezTo>
                  <a:pt x="1333479" y="1646363"/>
                  <a:pt x="1323709" y="1636594"/>
                  <a:pt x="1323709" y="1624543"/>
                </a:cubicBezTo>
                <a:cubicBezTo>
                  <a:pt x="1323709" y="1612492"/>
                  <a:pt x="1333479" y="1602723"/>
                  <a:pt x="1345530" y="1602723"/>
                </a:cubicBezTo>
                <a:close/>
                <a:moveTo>
                  <a:pt x="1268169" y="1602723"/>
                </a:moveTo>
                <a:cubicBezTo>
                  <a:pt x="1280590" y="1602723"/>
                  <a:pt x="1290660" y="1612492"/>
                  <a:pt x="1290660" y="1624543"/>
                </a:cubicBezTo>
                <a:cubicBezTo>
                  <a:pt x="1290660" y="1636594"/>
                  <a:pt x="1280590" y="1646363"/>
                  <a:pt x="1268169" y="1646363"/>
                </a:cubicBezTo>
                <a:cubicBezTo>
                  <a:pt x="1255755" y="1646363"/>
                  <a:pt x="1245691" y="1636594"/>
                  <a:pt x="1245691" y="1624543"/>
                </a:cubicBezTo>
                <a:cubicBezTo>
                  <a:pt x="1245691" y="1612492"/>
                  <a:pt x="1255755" y="1602723"/>
                  <a:pt x="1268169" y="1602723"/>
                </a:cubicBezTo>
                <a:close/>
                <a:moveTo>
                  <a:pt x="1190817" y="1602723"/>
                </a:moveTo>
                <a:cubicBezTo>
                  <a:pt x="1202861" y="1602723"/>
                  <a:pt x="1212636" y="1612492"/>
                  <a:pt x="1212636" y="1624543"/>
                </a:cubicBezTo>
                <a:cubicBezTo>
                  <a:pt x="1212636" y="1636594"/>
                  <a:pt x="1202861" y="1646363"/>
                  <a:pt x="1190817" y="1646363"/>
                </a:cubicBezTo>
                <a:cubicBezTo>
                  <a:pt x="1178762" y="1646363"/>
                  <a:pt x="1168996" y="1636594"/>
                  <a:pt x="1168996" y="1624543"/>
                </a:cubicBezTo>
                <a:cubicBezTo>
                  <a:pt x="1168996" y="1612492"/>
                  <a:pt x="1178762" y="1602723"/>
                  <a:pt x="1190817" y="1602723"/>
                </a:cubicBezTo>
                <a:close/>
                <a:moveTo>
                  <a:pt x="1112792" y="1602723"/>
                </a:moveTo>
                <a:cubicBezTo>
                  <a:pt x="1124847" y="1602723"/>
                  <a:pt x="1134608" y="1612492"/>
                  <a:pt x="1134608" y="1624543"/>
                </a:cubicBezTo>
                <a:cubicBezTo>
                  <a:pt x="1134608" y="1636594"/>
                  <a:pt x="1124847" y="1646363"/>
                  <a:pt x="1112792" y="1646363"/>
                </a:cubicBezTo>
                <a:cubicBezTo>
                  <a:pt x="1100740" y="1646363"/>
                  <a:pt x="1090972" y="1636594"/>
                  <a:pt x="1090972" y="1624543"/>
                </a:cubicBezTo>
                <a:cubicBezTo>
                  <a:pt x="1090972" y="1612492"/>
                  <a:pt x="1100740" y="1602723"/>
                  <a:pt x="1112792" y="1602723"/>
                </a:cubicBezTo>
                <a:close/>
                <a:moveTo>
                  <a:pt x="1034768" y="1602723"/>
                </a:moveTo>
                <a:cubicBezTo>
                  <a:pt x="1046824" y="1602723"/>
                  <a:pt x="1056586" y="1612492"/>
                  <a:pt x="1056586" y="1624543"/>
                </a:cubicBezTo>
                <a:cubicBezTo>
                  <a:pt x="1056586" y="1636594"/>
                  <a:pt x="1046824" y="1646363"/>
                  <a:pt x="1034768" y="1646363"/>
                </a:cubicBezTo>
                <a:cubicBezTo>
                  <a:pt x="1022720" y="1646363"/>
                  <a:pt x="1012952" y="1636594"/>
                  <a:pt x="1012952" y="1624543"/>
                </a:cubicBezTo>
                <a:cubicBezTo>
                  <a:pt x="1012952" y="1612492"/>
                  <a:pt x="1022720" y="1602723"/>
                  <a:pt x="1034768" y="1602723"/>
                </a:cubicBezTo>
                <a:close/>
                <a:moveTo>
                  <a:pt x="956746" y="1602723"/>
                </a:moveTo>
                <a:cubicBezTo>
                  <a:pt x="968801" y="1602723"/>
                  <a:pt x="978570" y="1612492"/>
                  <a:pt x="978570" y="1624543"/>
                </a:cubicBezTo>
                <a:cubicBezTo>
                  <a:pt x="978570" y="1636594"/>
                  <a:pt x="968801" y="1646363"/>
                  <a:pt x="956746" y="1646363"/>
                </a:cubicBezTo>
                <a:cubicBezTo>
                  <a:pt x="944696" y="1646363"/>
                  <a:pt x="934926" y="1636594"/>
                  <a:pt x="934926" y="1624543"/>
                </a:cubicBezTo>
                <a:cubicBezTo>
                  <a:pt x="934926" y="1612492"/>
                  <a:pt x="944696" y="1602723"/>
                  <a:pt x="956746" y="1602723"/>
                </a:cubicBezTo>
                <a:close/>
                <a:moveTo>
                  <a:pt x="880048" y="1602723"/>
                </a:moveTo>
                <a:cubicBezTo>
                  <a:pt x="892100" y="1602723"/>
                  <a:pt x="901869" y="1612492"/>
                  <a:pt x="901869" y="1624543"/>
                </a:cubicBezTo>
                <a:cubicBezTo>
                  <a:pt x="901869" y="1636594"/>
                  <a:pt x="892100" y="1646363"/>
                  <a:pt x="880048" y="1646363"/>
                </a:cubicBezTo>
                <a:cubicBezTo>
                  <a:pt x="867998" y="1646363"/>
                  <a:pt x="858229" y="1636594"/>
                  <a:pt x="858229" y="1624543"/>
                </a:cubicBezTo>
                <a:cubicBezTo>
                  <a:pt x="858229" y="1612492"/>
                  <a:pt x="867998" y="1602723"/>
                  <a:pt x="880048" y="1602723"/>
                </a:cubicBezTo>
                <a:close/>
                <a:moveTo>
                  <a:pt x="177862" y="1602723"/>
                </a:moveTo>
                <a:cubicBezTo>
                  <a:pt x="189913" y="1602723"/>
                  <a:pt x="199682" y="1612492"/>
                  <a:pt x="199682" y="1624543"/>
                </a:cubicBezTo>
                <a:cubicBezTo>
                  <a:pt x="199682" y="1636594"/>
                  <a:pt x="189913" y="1646363"/>
                  <a:pt x="177862" y="1646363"/>
                </a:cubicBezTo>
                <a:cubicBezTo>
                  <a:pt x="165812" y="1646363"/>
                  <a:pt x="156042" y="1636594"/>
                  <a:pt x="156042" y="1624543"/>
                </a:cubicBezTo>
                <a:cubicBezTo>
                  <a:pt x="156042" y="1612492"/>
                  <a:pt x="165812" y="1602723"/>
                  <a:pt x="177862" y="1602723"/>
                </a:cubicBezTo>
                <a:close/>
                <a:moveTo>
                  <a:pt x="99841" y="1602723"/>
                </a:moveTo>
                <a:cubicBezTo>
                  <a:pt x="111893" y="1602723"/>
                  <a:pt x="121661" y="1612492"/>
                  <a:pt x="121661" y="1624543"/>
                </a:cubicBezTo>
                <a:cubicBezTo>
                  <a:pt x="121661" y="1636594"/>
                  <a:pt x="111893" y="1646363"/>
                  <a:pt x="99841" y="1646363"/>
                </a:cubicBezTo>
                <a:cubicBezTo>
                  <a:pt x="87790" y="1646363"/>
                  <a:pt x="78021" y="1636594"/>
                  <a:pt x="78021" y="1624543"/>
                </a:cubicBezTo>
                <a:cubicBezTo>
                  <a:pt x="78021" y="1612492"/>
                  <a:pt x="87790" y="1602723"/>
                  <a:pt x="99841" y="1602723"/>
                </a:cubicBezTo>
                <a:close/>
                <a:moveTo>
                  <a:pt x="21820" y="1602723"/>
                </a:moveTo>
                <a:cubicBezTo>
                  <a:pt x="33871" y="1602723"/>
                  <a:pt x="43640" y="1612492"/>
                  <a:pt x="43640" y="1624543"/>
                </a:cubicBezTo>
                <a:cubicBezTo>
                  <a:pt x="43640" y="1636594"/>
                  <a:pt x="33871" y="1646363"/>
                  <a:pt x="21820" y="1646363"/>
                </a:cubicBezTo>
                <a:cubicBezTo>
                  <a:pt x="9769" y="1646363"/>
                  <a:pt x="0" y="1636594"/>
                  <a:pt x="0" y="1624543"/>
                </a:cubicBezTo>
                <a:cubicBezTo>
                  <a:pt x="0" y="1612492"/>
                  <a:pt x="9769" y="1602723"/>
                  <a:pt x="21820" y="1602723"/>
                </a:cubicBezTo>
                <a:close/>
                <a:moveTo>
                  <a:pt x="6953736" y="1524703"/>
                </a:moveTo>
                <a:cubicBezTo>
                  <a:pt x="6965787" y="1524703"/>
                  <a:pt x="6975556" y="1534472"/>
                  <a:pt x="6975556" y="1546523"/>
                </a:cubicBezTo>
                <a:cubicBezTo>
                  <a:pt x="6975556" y="1558574"/>
                  <a:pt x="6965787" y="1568343"/>
                  <a:pt x="6953736" y="1568343"/>
                </a:cubicBezTo>
                <a:cubicBezTo>
                  <a:pt x="6941685" y="1568343"/>
                  <a:pt x="6931916" y="1558574"/>
                  <a:pt x="6931916" y="1546523"/>
                </a:cubicBezTo>
                <a:cubicBezTo>
                  <a:pt x="6931916" y="1534472"/>
                  <a:pt x="6941685" y="1524703"/>
                  <a:pt x="6953736" y="1524703"/>
                </a:cubicBezTo>
                <a:close/>
                <a:moveTo>
                  <a:pt x="6875716" y="1524703"/>
                </a:moveTo>
                <a:cubicBezTo>
                  <a:pt x="6887767" y="1524703"/>
                  <a:pt x="6897536" y="1534472"/>
                  <a:pt x="6897536" y="1546523"/>
                </a:cubicBezTo>
                <a:cubicBezTo>
                  <a:pt x="6897536" y="1558574"/>
                  <a:pt x="6887767" y="1568343"/>
                  <a:pt x="6875716" y="1568343"/>
                </a:cubicBezTo>
                <a:cubicBezTo>
                  <a:pt x="6863665" y="1568343"/>
                  <a:pt x="6853896" y="1558574"/>
                  <a:pt x="6853896" y="1546523"/>
                </a:cubicBezTo>
                <a:cubicBezTo>
                  <a:pt x="6853896" y="1534472"/>
                  <a:pt x="6863665" y="1524703"/>
                  <a:pt x="6875716" y="1524703"/>
                </a:cubicBezTo>
                <a:close/>
                <a:moveTo>
                  <a:pt x="6798356" y="1524703"/>
                </a:moveTo>
                <a:cubicBezTo>
                  <a:pt x="6810772" y="1524703"/>
                  <a:pt x="6820837" y="1534472"/>
                  <a:pt x="6820837" y="1546523"/>
                </a:cubicBezTo>
                <a:cubicBezTo>
                  <a:pt x="6820837" y="1558574"/>
                  <a:pt x="6810772" y="1568343"/>
                  <a:pt x="6798356" y="1568343"/>
                </a:cubicBezTo>
                <a:cubicBezTo>
                  <a:pt x="6785940" y="1568343"/>
                  <a:pt x="6775875" y="1558574"/>
                  <a:pt x="6775875" y="1546523"/>
                </a:cubicBezTo>
                <a:cubicBezTo>
                  <a:pt x="6775875" y="1534472"/>
                  <a:pt x="6785940" y="1524703"/>
                  <a:pt x="6798356" y="1524703"/>
                </a:cubicBezTo>
                <a:close/>
                <a:moveTo>
                  <a:pt x="6719675" y="1524703"/>
                </a:moveTo>
                <a:cubicBezTo>
                  <a:pt x="6731726" y="1524703"/>
                  <a:pt x="6741495" y="1534472"/>
                  <a:pt x="6741495" y="1546523"/>
                </a:cubicBezTo>
                <a:cubicBezTo>
                  <a:pt x="6741495" y="1558574"/>
                  <a:pt x="6731726" y="1568343"/>
                  <a:pt x="6719675" y="1568343"/>
                </a:cubicBezTo>
                <a:cubicBezTo>
                  <a:pt x="6707624" y="1568343"/>
                  <a:pt x="6697855" y="1558574"/>
                  <a:pt x="6697855" y="1546523"/>
                </a:cubicBezTo>
                <a:cubicBezTo>
                  <a:pt x="6697855" y="1534472"/>
                  <a:pt x="6707624" y="1524703"/>
                  <a:pt x="6719675" y="1524703"/>
                </a:cubicBezTo>
                <a:close/>
                <a:moveTo>
                  <a:pt x="6641655" y="1524703"/>
                </a:moveTo>
                <a:cubicBezTo>
                  <a:pt x="6653706" y="1524703"/>
                  <a:pt x="6663475" y="1534472"/>
                  <a:pt x="6663475" y="1546523"/>
                </a:cubicBezTo>
                <a:cubicBezTo>
                  <a:pt x="6663475" y="1558574"/>
                  <a:pt x="6653706" y="1568343"/>
                  <a:pt x="6641655" y="1568343"/>
                </a:cubicBezTo>
                <a:cubicBezTo>
                  <a:pt x="6629604" y="1568343"/>
                  <a:pt x="6619835" y="1558574"/>
                  <a:pt x="6619835" y="1546523"/>
                </a:cubicBezTo>
                <a:cubicBezTo>
                  <a:pt x="6619835" y="1534472"/>
                  <a:pt x="6629604" y="1524703"/>
                  <a:pt x="6641655" y="1524703"/>
                </a:cubicBezTo>
                <a:close/>
                <a:moveTo>
                  <a:pt x="6563634" y="1524703"/>
                </a:moveTo>
                <a:cubicBezTo>
                  <a:pt x="6575685" y="1524703"/>
                  <a:pt x="6585454" y="1534472"/>
                  <a:pt x="6585454" y="1546523"/>
                </a:cubicBezTo>
                <a:cubicBezTo>
                  <a:pt x="6585454" y="1558574"/>
                  <a:pt x="6575685" y="1568343"/>
                  <a:pt x="6563634" y="1568343"/>
                </a:cubicBezTo>
                <a:cubicBezTo>
                  <a:pt x="6551583" y="1568343"/>
                  <a:pt x="6541814" y="1558574"/>
                  <a:pt x="6541814" y="1546523"/>
                </a:cubicBezTo>
                <a:cubicBezTo>
                  <a:pt x="6541814" y="1534472"/>
                  <a:pt x="6551583" y="1524703"/>
                  <a:pt x="6563634" y="1524703"/>
                </a:cubicBezTo>
                <a:close/>
                <a:moveTo>
                  <a:pt x="6485613" y="1524703"/>
                </a:moveTo>
                <a:cubicBezTo>
                  <a:pt x="6497664" y="1524703"/>
                  <a:pt x="6507433" y="1534472"/>
                  <a:pt x="6507433" y="1546523"/>
                </a:cubicBezTo>
                <a:cubicBezTo>
                  <a:pt x="6507433" y="1558574"/>
                  <a:pt x="6497664" y="1568343"/>
                  <a:pt x="6485613" y="1568343"/>
                </a:cubicBezTo>
                <a:cubicBezTo>
                  <a:pt x="6473562" y="1568343"/>
                  <a:pt x="6463793" y="1558574"/>
                  <a:pt x="6463793" y="1546523"/>
                </a:cubicBezTo>
                <a:cubicBezTo>
                  <a:pt x="6463793" y="1534472"/>
                  <a:pt x="6473562" y="1524703"/>
                  <a:pt x="6485613" y="1524703"/>
                </a:cubicBezTo>
                <a:close/>
                <a:moveTo>
                  <a:pt x="5708054" y="1524703"/>
                </a:moveTo>
                <a:cubicBezTo>
                  <a:pt x="5720105" y="1524703"/>
                  <a:pt x="5729874" y="1534472"/>
                  <a:pt x="5729874" y="1546523"/>
                </a:cubicBezTo>
                <a:cubicBezTo>
                  <a:pt x="5729874" y="1558574"/>
                  <a:pt x="5720105" y="1568343"/>
                  <a:pt x="5708054" y="1568343"/>
                </a:cubicBezTo>
                <a:cubicBezTo>
                  <a:pt x="5696003" y="1568343"/>
                  <a:pt x="5686234" y="1558574"/>
                  <a:pt x="5686234" y="1546523"/>
                </a:cubicBezTo>
                <a:cubicBezTo>
                  <a:pt x="5686234" y="1534472"/>
                  <a:pt x="5696003" y="1524703"/>
                  <a:pt x="5708054" y="1524703"/>
                </a:cubicBezTo>
                <a:close/>
                <a:moveTo>
                  <a:pt x="5630034" y="1524703"/>
                </a:moveTo>
                <a:cubicBezTo>
                  <a:pt x="5642085" y="1524703"/>
                  <a:pt x="5651854" y="1534472"/>
                  <a:pt x="5651854" y="1546523"/>
                </a:cubicBezTo>
                <a:cubicBezTo>
                  <a:pt x="5651854" y="1558574"/>
                  <a:pt x="5642085" y="1568343"/>
                  <a:pt x="5630034" y="1568343"/>
                </a:cubicBezTo>
                <a:cubicBezTo>
                  <a:pt x="5617983" y="1568343"/>
                  <a:pt x="5608214" y="1558574"/>
                  <a:pt x="5608214" y="1546523"/>
                </a:cubicBezTo>
                <a:cubicBezTo>
                  <a:pt x="5608214" y="1534472"/>
                  <a:pt x="5617983" y="1524703"/>
                  <a:pt x="5630034" y="1524703"/>
                </a:cubicBezTo>
                <a:close/>
                <a:moveTo>
                  <a:pt x="5552013" y="1524703"/>
                </a:moveTo>
                <a:cubicBezTo>
                  <a:pt x="5564064" y="1524703"/>
                  <a:pt x="5573833" y="1534472"/>
                  <a:pt x="5573833" y="1546523"/>
                </a:cubicBezTo>
                <a:cubicBezTo>
                  <a:pt x="5573833" y="1558574"/>
                  <a:pt x="5564064" y="1568343"/>
                  <a:pt x="5552013" y="1568343"/>
                </a:cubicBezTo>
                <a:cubicBezTo>
                  <a:pt x="5539962" y="1568343"/>
                  <a:pt x="5530193" y="1558574"/>
                  <a:pt x="5530193" y="1546523"/>
                </a:cubicBezTo>
                <a:cubicBezTo>
                  <a:pt x="5530193" y="1534472"/>
                  <a:pt x="5539962" y="1524703"/>
                  <a:pt x="5552013" y="1524703"/>
                </a:cubicBezTo>
                <a:close/>
                <a:moveTo>
                  <a:pt x="5473331" y="1524703"/>
                </a:moveTo>
                <a:cubicBezTo>
                  <a:pt x="5485747" y="1524703"/>
                  <a:pt x="5495812" y="1534472"/>
                  <a:pt x="5495812" y="1546523"/>
                </a:cubicBezTo>
                <a:cubicBezTo>
                  <a:pt x="5495812" y="1558574"/>
                  <a:pt x="5485747" y="1568343"/>
                  <a:pt x="5473331" y="1568343"/>
                </a:cubicBezTo>
                <a:cubicBezTo>
                  <a:pt x="5460915" y="1568343"/>
                  <a:pt x="5450850" y="1558574"/>
                  <a:pt x="5450850" y="1546523"/>
                </a:cubicBezTo>
                <a:cubicBezTo>
                  <a:pt x="5450850" y="1534472"/>
                  <a:pt x="5460915" y="1524703"/>
                  <a:pt x="5473331" y="1524703"/>
                </a:cubicBezTo>
                <a:close/>
                <a:moveTo>
                  <a:pt x="5395972" y="1524703"/>
                </a:moveTo>
                <a:cubicBezTo>
                  <a:pt x="5408023" y="1524703"/>
                  <a:pt x="5417792" y="1534472"/>
                  <a:pt x="5417792" y="1546523"/>
                </a:cubicBezTo>
                <a:cubicBezTo>
                  <a:pt x="5417792" y="1558574"/>
                  <a:pt x="5408023" y="1568343"/>
                  <a:pt x="5395972" y="1568343"/>
                </a:cubicBezTo>
                <a:cubicBezTo>
                  <a:pt x="5383921" y="1568343"/>
                  <a:pt x="5374152" y="1558574"/>
                  <a:pt x="5374152" y="1546523"/>
                </a:cubicBezTo>
                <a:cubicBezTo>
                  <a:pt x="5374152" y="1534472"/>
                  <a:pt x="5383921" y="1524703"/>
                  <a:pt x="5395972" y="1524703"/>
                </a:cubicBezTo>
                <a:close/>
                <a:moveTo>
                  <a:pt x="5317953" y="1524703"/>
                </a:moveTo>
                <a:cubicBezTo>
                  <a:pt x="5330004" y="1524703"/>
                  <a:pt x="5339773" y="1534472"/>
                  <a:pt x="5339773" y="1546523"/>
                </a:cubicBezTo>
                <a:cubicBezTo>
                  <a:pt x="5339773" y="1558574"/>
                  <a:pt x="5330004" y="1568343"/>
                  <a:pt x="5317953" y="1568343"/>
                </a:cubicBezTo>
                <a:cubicBezTo>
                  <a:pt x="5305902" y="1568343"/>
                  <a:pt x="5296133" y="1558574"/>
                  <a:pt x="5296133" y="1546523"/>
                </a:cubicBezTo>
                <a:cubicBezTo>
                  <a:pt x="5296133" y="1534472"/>
                  <a:pt x="5305902" y="1524703"/>
                  <a:pt x="5317953" y="1524703"/>
                </a:cubicBezTo>
                <a:close/>
                <a:moveTo>
                  <a:pt x="5239932" y="1524703"/>
                </a:moveTo>
                <a:cubicBezTo>
                  <a:pt x="5251983" y="1524703"/>
                  <a:pt x="5261752" y="1534472"/>
                  <a:pt x="5261752" y="1546523"/>
                </a:cubicBezTo>
                <a:cubicBezTo>
                  <a:pt x="5261752" y="1558574"/>
                  <a:pt x="5251983" y="1568343"/>
                  <a:pt x="5239932" y="1568343"/>
                </a:cubicBezTo>
                <a:cubicBezTo>
                  <a:pt x="5227881" y="1568343"/>
                  <a:pt x="5218112" y="1558574"/>
                  <a:pt x="5218112" y="1546523"/>
                </a:cubicBezTo>
                <a:cubicBezTo>
                  <a:pt x="5218112" y="1534472"/>
                  <a:pt x="5227881" y="1524703"/>
                  <a:pt x="5239932" y="1524703"/>
                </a:cubicBezTo>
                <a:close/>
                <a:moveTo>
                  <a:pt x="4773132" y="1524703"/>
                </a:moveTo>
                <a:cubicBezTo>
                  <a:pt x="4785183" y="1524703"/>
                  <a:pt x="4794952" y="1534472"/>
                  <a:pt x="4794952" y="1546523"/>
                </a:cubicBezTo>
                <a:cubicBezTo>
                  <a:pt x="4794952" y="1558574"/>
                  <a:pt x="4785183" y="1568343"/>
                  <a:pt x="4773132" y="1568343"/>
                </a:cubicBezTo>
                <a:cubicBezTo>
                  <a:pt x="4761081" y="1568343"/>
                  <a:pt x="4751312" y="1558574"/>
                  <a:pt x="4751312" y="1546523"/>
                </a:cubicBezTo>
                <a:cubicBezTo>
                  <a:pt x="4751312" y="1534472"/>
                  <a:pt x="4761081" y="1524703"/>
                  <a:pt x="4773132" y="1524703"/>
                </a:cubicBezTo>
                <a:close/>
                <a:moveTo>
                  <a:pt x="4617091" y="1524703"/>
                </a:moveTo>
                <a:cubicBezTo>
                  <a:pt x="4629142" y="1524703"/>
                  <a:pt x="4638911" y="1534472"/>
                  <a:pt x="4638911" y="1546523"/>
                </a:cubicBezTo>
                <a:cubicBezTo>
                  <a:pt x="4638911" y="1558574"/>
                  <a:pt x="4629142" y="1568343"/>
                  <a:pt x="4617091" y="1568343"/>
                </a:cubicBezTo>
                <a:cubicBezTo>
                  <a:pt x="4605040" y="1568343"/>
                  <a:pt x="4595271" y="1558574"/>
                  <a:pt x="4595271" y="1546523"/>
                </a:cubicBezTo>
                <a:cubicBezTo>
                  <a:pt x="4595271" y="1534472"/>
                  <a:pt x="4605040" y="1524703"/>
                  <a:pt x="4617091" y="1524703"/>
                </a:cubicBezTo>
                <a:close/>
                <a:moveTo>
                  <a:pt x="2748567" y="1524703"/>
                </a:moveTo>
                <a:cubicBezTo>
                  <a:pt x="2760618" y="1524703"/>
                  <a:pt x="2770387" y="1534472"/>
                  <a:pt x="2770387" y="1546523"/>
                </a:cubicBezTo>
                <a:cubicBezTo>
                  <a:pt x="2770387" y="1558574"/>
                  <a:pt x="2760618" y="1568343"/>
                  <a:pt x="2748567" y="1568343"/>
                </a:cubicBezTo>
                <a:cubicBezTo>
                  <a:pt x="2736516" y="1568343"/>
                  <a:pt x="2726747" y="1558574"/>
                  <a:pt x="2726747" y="1546523"/>
                </a:cubicBezTo>
                <a:cubicBezTo>
                  <a:pt x="2726747" y="1534472"/>
                  <a:pt x="2736516" y="1524703"/>
                  <a:pt x="2748567" y="1524703"/>
                </a:cubicBezTo>
                <a:close/>
                <a:moveTo>
                  <a:pt x="2670547" y="1524703"/>
                </a:moveTo>
                <a:cubicBezTo>
                  <a:pt x="2682598" y="1524703"/>
                  <a:pt x="2692367" y="1534472"/>
                  <a:pt x="2692367" y="1546523"/>
                </a:cubicBezTo>
                <a:cubicBezTo>
                  <a:pt x="2692367" y="1558574"/>
                  <a:pt x="2682598" y="1568343"/>
                  <a:pt x="2670547" y="1568343"/>
                </a:cubicBezTo>
                <a:cubicBezTo>
                  <a:pt x="2658496" y="1568343"/>
                  <a:pt x="2648727" y="1558574"/>
                  <a:pt x="2648727" y="1546523"/>
                </a:cubicBezTo>
                <a:cubicBezTo>
                  <a:pt x="2648727" y="1534472"/>
                  <a:pt x="2658496" y="1524703"/>
                  <a:pt x="2670547" y="1524703"/>
                </a:cubicBezTo>
                <a:close/>
                <a:moveTo>
                  <a:pt x="2592527" y="1524703"/>
                </a:moveTo>
                <a:cubicBezTo>
                  <a:pt x="2604578" y="1524703"/>
                  <a:pt x="2614347" y="1534472"/>
                  <a:pt x="2614347" y="1546523"/>
                </a:cubicBezTo>
                <a:cubicBezTo>
                  <a:pt x="2614347" y="1558574"/>
                  <a:pt x="2604578" y="1568343"/>
                  <a:pt x="2592527" y="1568343"/>
                </a:cubicBezTo>
                <a:cubicBezTo>
                  <a:pt x="2580476" y="1568343"/>
                  <a:pt x="2570707" y="1558574"/>
                  <a:pt x="2570707" y="1546523"/>
                </a:cubicBezTo>
                <a:cubicBezTo>
                  <a:pt x="2570707" y="1534472"/>
                  <a:pt x="2580476" y="1524703"/>
                  <a:pt x="2592527" y="1524703"/>
                </a:cubicBezTo>
                <a:close/>
                <a:moveTo>
                  <a:pt x="2513845" y="1524703"/>
                </a:moveTo>
                <a:cubicBezTo>
                  <a:pt x="2526261" y="1524703"/>
                  <a:pt x="2536326" y="1534472"/>
                  <a:pt x="2536326" y="1546523"/>
                </a:cubicBezTo>
                <a:cubicBezTo>
                  <a:pt x="2536326" y="1558574"/>
                  <a:pt x="2526261" y="1568343"/>
                  <a:pt x="2513845" y="1568343"/>
                </a:cubicBezTo>
                <a:cubicBezTo>
                  <a:pt x="2501429" y="1568343"/>
                  <a:pt x="2491364" y="1558574"/>
                  <a:pt x="2491364" y="1546523"/>
                </a:cubicBezTo>
                <a:cubicBezTo>
                  <a:pt x="2491364" y="1534472"/>
                  <a:pt x="2501429" y="1524703"/>
                  <a:pt x="2513845" y="1524703"/>
                </a:cubicBezTo>
                <a:close/>
                <a:moveTo>
                  <a:pt x="2436486" y="1524703"/>
                </a:moveTo>
                <a:cubicBezTo>
                  <a:pt x="2448537" y="1524703"/>
                  <a:pt x="2458306" y="1534472"/>
                  <a:pt x="2458306" y="1546523"/>
                </a:cubicBezTo>
                <a:cubicBezTo>
                  <a:pt x="2458306" y="1558574"/>
                  <a:pt x="2448537" y="1568343"/>
                  <a:pt x="2436486" y="1568343"/>
                </a:cubicBezTo>
                <a:cubicBezTo>
                  <a:pt x="2424435" y="1568343"/>
                  <a:pt x="2414666" y="1558574"/>
                  <a:pt x="2414666" y="1546523"/>
                </a:cubicBezTo>
                <a:cubicBezTo>
                  <a:pt x="2414666" y="1534472"/>
                  <a:pt x="2424435" y="1524703"/>
                  <a:pt x="2436486" y="1524703"/>
                </a:cubicBezTo>
                <a:close/>
                <a:moveTo>
                  <a:pt x="2047706" y="1524703"/>
                </a:moveTo>
                <a:cubicBezTo>
                  <a:pt x="2059757" y="1524703"/>
                  <a:pt x="2069526" y="1534472"/>
                  <a:pt x="2069526" y="1546523"/>
                </a:cubicBezTo>
                <a:cubicBezTo>
                  <a:pt x="2069526" y="1558574"/>
                  <a:pt x="2059757" y="1568343"/>
                  <a:pt x="2047706" y="1568343"/>
                </a:cubicBezTo>
                <a:cubicBezTo>
                  <a:pt x="2035655" y="1568343"/>
                  <a:pt x="2025886" y="1558574"/>
                  <a:pt x="2025886" y="1546523"/>
                </a:cubicBezTo>
                <a:cubicBezTo>
                  <a:pt x="2025886" y="1534472"/>
                  <a:pt x="2035655" y="1524703"/>
                  <a:pt x="2047706" y="1524703"/>
                </a:cubicBezTo>
                <a:close/>
                <a:moveTo>
                  <a:pt x="8589520" y="1524702"/>
                </a:moveTo>
                <a:cubicBezTo>
                  <a:pt x="8601571" y="1524702"/>
                  <a:pt x="8611340" y="1534471"/>
                  <a:pt x="8611340" y="1546522"/>
                </a:cubicBezTo>
                <a:cubicBezTo>
                  <a:pt x="8611340" y="1558573"/>
                  <a:pt x="8601571" y="1568342"/>
                  <a:pt x="8589520" y="1568342"/>
                </a:cubicBezTo>
                <a:cubicBezTo>
                  <a:pt x="8577469" y="1568342"/>
                  <a:pt x="8567700" y="1558573"/>
                  <a:pt x="8567700" y="1546522"/>
                </a:cubicBezTo>
                <a:cubicBezTo>
                  <a:pt x="8567700" y="1534471"/>
                  <a:pt x="8577469" y="1524702"/>
                  <a:pt x="8589520" y="1524702"/>
                </a:cubicBezTo>
                <a:close/>
                <a:moveTo>
                  <a:pt x="8511500" y="1524702"/>
                </a:moveTo>
                <a:cubicBezTo>
                  <a:pt x="8523551" y="1524702"/>
                  <a:pt x="8533320" y="1534471"/>
                  <a:pt x="8533320" y="1546522"/>
                </a:cubicBezTo>
                <a:cubicBezTo>
                  <a:pt x="8533320" y="1558573"/>
                  <a:pt x="8523551" y="1568342"/>
                  <a:pt x="8511500" y="1568342"/>
                </a:cubicBezTo>
                <a:cubicBezTo>
                  <a:pt x="8499449" y="1568342"/>
                  <a:pt x="8489680" y="1558573"/>
                  <a:pt x="8489680" y="1546522"/>
                </a:cubicBezTo>
                <a:cubicBezTo>
                  <a:pt x="8489680" y="1534471"/>
                  <a:pt x="8499449" y="1524702"/>
                  <a:pt x="8511500" y="1524702"/>
                </a:cubicBezTo>
                <a:close/>
                <a:moveTo>
                  <a:pt x="7966679" y="1524702"/>
                </a:moveTo>
                <a:cubicBezTo>
                  <a:pt x="7978730" y="1524702"/>
                  <a:pt x="7988499" y="1534471"/>
                  <a:pt x="7988499" y="1546522"/>
                </a:cubicBezTo>
                <a:cubicBezTo>
                  <a:pt x="7988499" y="1558573"/>
                  <a:pt x="7978730" y="1568342"/>
                  <a:pt x="7966679" y="1568342"/>
                </a:cubicBezTo>
                <a:cubicBezTo>
                  <a:pt x="7954628" y="1568342"/>
                  <a:pt x="7944859" y="1558573"/>
                  <a:pt x="7944859" y="1546522"/>
                </a:cubicBezTo>
                <a:cubicBezTo>
                  <a:pt x="7944859" y="1534471"/>
                  <a:pt x="7954628" y="1524702"/>
                  <a:pt x="7966679" y="1524702"/>
                </a:cubicBezTo>
                <a:close/>
                <a:moveTo>
                  <a:pt x="7888658" y="1524702"/>
                </a:moveTo>
                <a:cubicBezTo>
                  <a:pt x="7900709" y="1524702"/>
                  <a:pt x="7910478" y="1534471"/>
                  <a:pt x="7910478" y="1546522"/>
                </a:cubicBezTo>
                <a:cubicBezTo>
                  <a:pt x="7910478" y="1558573"/>
                  <a:pt x="7900709" y="1568342"/>
                  <a:pt x="7888658" y="1568342"/>
                </a:cubicBezTo>
                <a:cubicBezTo>
                  <a:pt x="7876607" y="1568342"/>
                  <a:pt x="7866838" y="1558573"/>
                  <a:pt x="7866838" y="1546522"/>
                </a:cubicBezTo>
                <a:cubicBezTo>
                  <a:pt x="7866838" y="1534471"/>
                  <a:pt x="7876607" y="1524702"/>
                  <a:pt x="7888658" y="1524702"/>
                </a:cubicBezTo>
                <a:close/>
                <a:moveTo>
                  <a:pt x="7809316" y="1524702"/>
                </a:moveTo>
                <a:cubicBezTo>
                  <a:pt x="7821367" y="1524702"/>
                  <a:pt x="7831136" y="1534471"/>
                  <a:pt x="7831136" y="1546522"/>
                </a:cubicBezTo>
                <a:cubicBezTo>
                  <a:pt x="7831136" y="1558573"/>
                  <a:pt x="7821367" y="1568342"/>
                  <a:pt x="7809316" y="1568342"/>
                </a:cubicBezTo>
                <a:cubicBezTo>
                  <a:pt x="7797265" y="1568342"/>
                  <a:pt x="7787496" y="1558573"/>
                  <a:pt x="7787496" y="1546522"/>
                </a:cubicBezTo>
                <a:cubicBezTo>
                  <a:pt x="7787496" y="1534471"/>
                  <a:pt x="7797265" y="1524702"/>
                  <a:pt x="7809316" y="1524702"/>
                </a:cubicBezTo>
                <a:close/>
                <a:moveTo>
                  <a:pt x="7731957" y="1524702"/>
                </a:moveTo>
                <a:cubicBezTo>
                  <a:pt x="7744373" y="1524702"/>
                  <a:pt x="7754438" y="1534471"/>
                  <a:pt x="7754438" y="1546522"/>
                </a:cubicBezTo>
                <a:cubicBezTo>
                  <a:pt x="7754438" y="1558573"/>
                  <a:pt x="7744373" y="1568342"/>
                  <a:pt x="7731957" y="1568342"/>
                </a:cubicBezTo>
                <a:cubicBezTo>
                  <a:pt x="7719541" y="1568342"/>
                  <a:pt x="7709476" y="1558573"/>
                  <a:pt x="7709476" y="1546522"/>
                </a:cubicBezTo>
                <a:cubicBezTo>
                  <a:pt x="7709476" y="1534471"/>
                  <a:pt x="7719541" y="1524702"/>
                  <a:pt x="7731957" y="1524702"/>
                </a:cubicBezTo>
                <a:close/>
                <a:moveTo>
                  <a:pt x="7654597" y="1524702"/>
                </a:moveTo>
                <a:cubicBezTo>
                  <a:pt x="7666648" y="1524702"/>
                  <a:pt x="7676417" y="1534471"/>
                  <a:pt x="7676417" y="1546522"/>
                </a:cubicBezTo>
                <a:cubicBezTo>
                  <a:pt x="7676417" y="1558573"/>
                  <a:pt x="7666648" y="1568342"/>
                  <a:pt x="7654597" y="1568342"/>
                </a:cubicBezTo>
                <a:cubicBezTo>
                  <a:pt x="7642546" y="1568342"/>
                  <a:pt x="7632777" y="1558573"/>
                  <a:pt x="7632777" y="1546522"/>
                </a:cubicBezTo>
                <a:cubicBezTo>
                  <a:pt x="7632777" y="1534471"/>
                  <a:pt x="7642546" y="1524702"/>
                  <a:pt x="7654597" y="1524702"/>
                </a:cubicBezTo>
                <a:close/>
                <a:moveTo>
                  <a:pt x="7576577" y="1524702"/>
                </a:moveTo>
                <a:cubicBezTo>
                  <a:pt x="7588628" y="1524702"/>
                  <a:pt x="7598397" y="1534471"/>
                  <a:pt x="7598397" y="1546522"/>
                </a:cubicBezTo>
                <a:cubicBezTo>
                  <a:pt x="7598397" y="1558573"/>
                  <a:pt x="7588628" y="1568342"/>
                  <a:pt x="7576577" y="1568342"/>
                </a:cubicBezTo>
                <a:cubicBezTo>
                  <a:pt x="7564526" y="1568342"/>
                  <a:pt x="7554757" y="1558573"/>
                  <a:pt x="7554757" y="1546522"/>
                </a:cubicBezTo>
                <a:cubicBezTo>
                  <a:pt x="7554757" y="1534471"/>
                  <a:pt x="7564526" y="1524702"/>
                  <a:pt x="7576577" y="1524702"/>
                </a:cubicBezTo>
                <a:close/>
                <a:moveTo>
                  <a:pt x="7498556" y="1524702"/>
                </a:moveTo>
                <a:cubicBezTo>
                  <a:pt x="7510607" y="1524702"/>
                  <a:pt x="7520376" y="1534471"/>
                  <a:pt x="7520376" y="1546522"/>
                </a:cubicBezTo>
                <a:cubicBezTo>
                  <a:pt x="7520376" y="1558573"/>
                  <a:pt x="7510607" y="1568342"/>
                  <a:pt x="7498556" y="1568342"/>
                </a:cubicBezTo>
                <a:cubicBezTo>
                  <a:pt x="7486505" y="1568342"/>
                  <a:pt x="7476736" y="1558573"/>
                  <a:pt x="7476736" y="1546522"/>
                </a:cubicBezTo>
                <a:cubicBezTo>
                  <a:pt x="7476736" y="1534471"/>
                  <a:pt x="7486505" y="1524702"/>
                  <a:pt x="7498556" y="1524702"/>
                </a:cubicBezTo>
                <a:close/>
                <a:moveTo>
                  <a:pt x="7421198" y="1524702"/>
                </a:moveTo>
                <a:cubicBezTo>
                  <a:pt x="7433614" y="1524702"/>
                  <a:pt x="7443679" y="1534471"/>
                  <a:pt x="7443679" y="1546522"/>
                </a:cubicBezTo>
                <a:cubicBezTo>
                  <a:pt x="7443679" y="1558573"/>
                  <a:pt x="7433614" y="1568342"/>
                  <a:pt x="7421198" y="1568342"/>
                </a:cubicBezTo>
                <a:cubicBezTo>
                  <a:pt x="7408782" y="1568342"/>
                  <a:pt x="7398717" y="1558573"/>
                  <a:pt x="7398717" y="1546522"/>
                </a:cubicBezTo>
                <a:cubicBezTo>
                  <a:pt x="7398717" y="1534471"/>
                  <a:pt x="7408782" y="1524702"/>
                  <a:pt x="7421198" y="1524702"/>
                </a:cubicBezTo>
                <a:close/>
                <a:moveTo>
                  <a:pt x="7343838" y="1524702"/>
                </a:moveTo>
                <a:cubicBezTo>
                  <a:pt x="7355889" y="1524702"/>
                  <a:pt x="7365658" y="1534471"/>
                  <a:pt x="7365658" y="1546522"/>
                </a:cubicBezTo>
                <a:cubicBezTo>
                  <a:pt x="7365658" y="1558573"/>
                  <a:pt x="7355889" y="1568342"/>
                  <a:pt x="7343838" y="1568342"/>
                </a:cubicBezTo>
                <a:cubicBezTo>
                  <a:pt x="7331787" y="1568342"/>
                  <a:pt x="7322018" y="1558573"/>
                  <a:pt x="7322018" y="1546522"/>
                </a:cubicBezTo>
                <a:cubicBezTo>
                  <a:pt x="7322018" y="1534471"/>
                  <a:pt x="7331787" y="1524702"/>
                  <a:pt x="7343838" y="1524702"/>
                </a:cubicBezTo>
                <a:close/>
                <a:moveTo>
                  <a:pt x="7264495" y="1524702"/>
                </a:moveTo>
                <a:cubicBezTo>
                  <a:pt x="7276546" y="1524702"/>
                  <a:pt x="7286315" y="1534471"/>
                  <a:pt x="7286315" y="1546522"/>
                </a:cubicBezTo>
                <a:cubicBezTo>
                  <a:pt x="7286315" y="1558573"/>
                  <a:pt x="7276546" y="1568342"/>
                  <a:pt x="7264495" y="1568342"/>
                </a:cubicBezTo>
                <a:cubicBezTo>
                  <a:pt x="7252444" y="1568342"/>
                  <a:pt x="7242675" y="1558573"/>
                  <a:pt x="7242675" y="1546522"/>
                </a:cubicBezTo>
                <a:cubicBezTo>
                  <a:pt x="7242675" y="1534471"/>
                  <a:pt x="7252444" y="1524702"/>
                  <a:pt x="7264495" y="1524702"/>
                </a:cubicBezTo>
                <a:close/>
                <a:moveTo>
                  <a:pt x="7186475" y="1524702"/>
                </a:moveTo>
                <a:cubicBezTo>
                  <a:pt x="7198526" y="1524702"/>
                  <a:pt x="7208295" y="1534471"/>
                  <a:pt x="7208295" y="1546522"/>
                </a:cubicBezTo>
                <a:cubicBezTo>
                  <a:pt x="7208295" y="1558573"/>
                  <a:pt x="7198526" y="1568342"/>
                  <a:pt x="7186475" y="1568342"/>
                </a:cubicBezTo>
                <a:cubicBezTo>
                  <a:pt x="7174424" y="1568342"/>
                  <a:pt x="7164655" y="1558573"/>
                  <a:pt x="7164655" y="1546522"/>
                </a:cubicBezTo>
                <a:cubicBezTo>
                  <a:pt x="7164655" y="1534471"/>
                  <a:pt x="7174424" y="1524702"/>
                  <a:pt x="7186475" y="1524702"/>
                </a:cubicBezTo>
                <a:close/>
                <a:moveTo>
                  <a:pt x="7109116" y="1524702"/>
                </a:moveTo>
                <a:cubicBezTo>
                  <a:pt x="7121532" y="1524702"/>
                  <a:pt x="7131597" y="1534471"/>
                  <a:pt x="7131597" y="1546522"/>
                </a:cubicBezTo>
                <a:cubicBezTo>
                  <a:pt x="7131597" y="1558573"/>
                  <a:pt x="7121532" y="1568342"/>
                  <a:pt x="7109116" y="1568342"/>
                </a:cubicBezTo>
                <a:cubicBezTo>
                  <a:pt x="7096700" y="1568342"/>
                  <a:pt x="7086635" y="1558573"/>
                  <a:pt x="7086635" y="1546522"/>
                </a:cubicBezTo>
                <a:cubicBezTo>
                  <a:pt x="7086635" y="1534471"/>
                  <a:pt x="7096700" y="1524702"/>
                  <a:pt x="7109116" y="1524702"/>
                </a:cubicBezTo>
                <a:close/>
                <a:moveTo>
                  <a:pt x="7031757" y="1524702"/>
                </a:moveTo>
                <a:cubicBezTo>
                  <a:pt x="7043808" y="1524702"/>
                  <a:pt x="7053577" y="1534471"/>
                  <a:pt x="7053577" y="1546522"/>
                </a:cubicBezTo>
                <a:cubicBezTo>
                  <a:pt x="7053577" y="1558573"/>
                  <a:pt x="7043808" y="1568342"/>
                  <a:pt x="7031757" y="1568342"/>
                </a:cubicBezTo>
                <a:cubicBezTo>
                  <a:pt x="7019706" y="1568342"/>
                  <a:pt x="7009937" y="1558573"/>
                  <a:pt x="7009937" y="1546522"/>
                </a:cubicBezTo>
                <a:cubicBezTo>
                  <a:pt x="7009937" y="1534471"/>
                  <a:pt x="7019706" y="1524702"/>
                  <a:pt x="7031757" y="1524702"/>
                </a:cubicBezTo>
                <a:close/>
                <a:moveTo>
                  <a:pt x="6408916" y="1524702"/>
                </a:moveTo>
                <a:cubicBezTo>
                  <a:pt x="6420967" y="1524702"/>
                  <a:pt x="6430736" y="1534471"/>
                  <a:pt x="6430736" y="1546522"/>
                </a:cubicBezTo>
                <a:cubicBezTo>
                  <a:pt x="6430736" y="1558573"/>
                  <a:pt x="6420967" y="1568342"/>
                  <a:pt x="6408916" y="1568342"/>
                </a:cubicBezTo>
                <a:cubicBezTo>
                  <a:pt x="6396865" y="1568342"/>
                  <a:pt x="6387096" y="1558573"/>
                  <a:pt x="6387096" y="1546522"/>
                </a:cubicBezTo>
                <a:cubicBezTo>
                  <a:pt x="6387096" y="1534471"/>
                  <a:pt x="6396865" y="1524702"/>
                  <a:pt x="6408916" y="1524702"/>
                </a:cubicBezTo>
                <a:close/>
                <a:moveTo>
                  <a:pt x="6330896" y="1524702"/>
                </a:moveTo>
                <a:cubicBezTo>
                  <a:pt x="6342947" y="1524702"/>
                  <a:pt x="6352716" y="1534471"/>
                  <a:pt x="6352716" y="1546522"/>
                </a:cubicBezTo>
                <a:cubicBezTo>
                  <a:pt x="6352716" y="1558573"/>
                  <a:pt x="6342947" y="1568342"/>
                  <a:pt x="6330896" y="1568342"/>
                </a:cubicBezTo>
                <a:cubicBezTo>
                  <a:pt x="6318845" y="1568342"/>
                  <a:pt x="6309076" y="1558573"/>
                  <a:pt x="6309076" y="1546522"/>
                </a:cubicBezTo>
                <a:cubicBezTo>
                  <a:pt x="6309076" y="1534471"/>
                  <a:pt x="6318845" y="1524702"/>
                  <a:pt x="6330896" y="1524702"/>
                </a:cubicBezTo>
                <a:close/>
                <a:moveTo>
                  <a:pt x="6252875" y="1524702"/>
                </a:moveTo>
                <a:cubicBezTo>
                  <a:pt x="6264926" y="1524702"/>
                  <a:pt x="6274695" y="1534471"/>
                  <a:pt x="6274695" y="1546522"/>
                </a:cubicBezTo>
                <a:cubicBezTo>
                  <a:pt x="6274695" y="1558573"/>
                  <a:pt x="6264926" y="1568342"/>
                  <a:pt x="6252875" y="1568342"/>
                </a:cubicBezTo>
                <a:cubicBezTo>
                  <a:pt x="6240824" y="1568342"/>
                  <a:pt x="6231055" y="1558573"/>
                  <a:pt x="6231055" y="1546522"/>
                </a:cubicBezTo>
                <a:cubicBezTo>
                  <a:pt x="6231055" y="1534471"/>
                  <a:pt x="6240824" y="1524702"/>
                  <a:pt x="6252875" y="1524702"/>
                </a:cubicBezTo>
                <a:close/>
                <a:moveTo>
                  <a:pt x="6174854" y="1524702"/>
                </a:moveTo>
                <a:cubicBezTo>
                  <a:pt x="6186905" y="1524702"/>
                  <a:pt x="6196674" y="1534471"/>
                  <a:pt x="6196674" y="1546522"/>
                </a:cubicBezTo>
                <a:cubicBezTo>
                  <a:pt x="6196674" y="1558573"/>
                  <a:pt x="6186905" y="1568342"/>
                  <a:pt x="6174854" y="1568342"/>
                </a:cubicBezTo>
                <a:cubicBezTo>
                  <a:pt x="6162803" y="1568342"/>
                  <a:pt x="6153034" y="1558573"/>
                  <a:pt x="6153034" y="1546522"/>
                </a:cubicBezTo>
                <a:cubicBezTo>
                  <a:pt x="6153034" y="1534471"/>
                  <a:pt x="6162803" y="1524702"/>
                  <a:pt x="6174854" y="1524702"/>
                </a:cubicBezTo>
                <a:close/>
                <a:moveTo>
                  <a:pt x="6096834" y="1524702"/>
                </a:moveTo>
                <a:cubicBezTo>
                  <a:pt x="6108885" y="1524702"/>
                  <a:pt x="6118654" y="1534471"/>
                  <a:pt x="6118654" y="1546522"/>
                </a:cubicBezTo>
                <a:cubicBezTo>
                  <a:pt x="6118654" y="1558573"/>
                  <a:pt x="6108885" y="1568342"/>
                  <a:pt x="6096834" y="1568342"/>
                </a:cubicBezTo>
                <a:cubicBezTo>
                  <a:pt x="6084783" y="1568342"/>
                  <a:pt x="6075014" y="1558573"/>
                  <a:pt x="6075014" y="1546522"/>
                </a:cubicBezTo>
                <a:cubicBezTo>
                  <a:pt x="6075014" y="1534471"/>
                  <a:pt x="6084783" y="1524702"/>
                  <a:pt x="6096834" y="1524702"/>
                </a:cubicBezTo>
                <a:close/>
                <a:moveTo>
                  <a:pt x="6018814" y="1524702"/>
                </a:moveTo>
                <a:cubicBezTo>
                  <a:pt x="6030865" y="1524702"/>
                  <a:pt x="6040634" y="1534471"/>
                  <a:pt x="6040634" y="1546522"/>
                </a:cubicBezTo>
                <a:cubicBezTo>
                  <a:pt x="6040634" y="1558573"/>
                  <a:pt x="6030865" y="1568342"/>
                  <a:pt x="6018814" y="1568342"/>
                </a:cubicBezTo>
                <a:cubicBezTo>
                  <a:pt x="6006763" y="1568342"/>
                  <a:pt x="5996994" y="1558573"/>
                  <a:pt x="5996994" y="1546522"/>
                </a:cubicBezTo>
                <a:cubicBezTo>
                  <a:pt x="5996994" y="1534471"/>
                  <a:pt x="6006763" y="1524702"/>
                  <a:pt x="6018814" y="1524702"/>
                </a:cubicBezTo>
                <a:close/>
                <a:moveTo>
                  <a:pt x="5940793" y="1524702"/>
                </a:moveTo>
                <a:cubicBezTo>
                  <a:pt x="5952844" y="1524702"/>
                  <a:pt x="5962613" y="1534471"/>
                  <a:pt x="5962613" y="1546522"/>
                </a:cubicBezTo>
                <a:cubicBezTo>
                  <a:pt x="5962613" y="1558573"/>
                  <a:pt x="5952844" y="1568342"/>
                  <a:pt x="5940793" y="1568342"/>
                </a:cubicBezTo>
                <a:cubicBezTo>
                  <a:pt x="5928742" y="1568342"/>
                  <a:pt x="5918973" y="1558573"/>
                  <a:pt x="5918973" y="1546522"/>
                </a:cubicBezTo>
                <a:cubicBezTo>
                  <a:pt x="5918973" y="1534471"/>
                  <a:pt x="5928742" y="1524702"/>
                  <a:pt x="5940793" y="1524702"/>
                </a:cubicBezTo>
                <a:close/>
                <a:moveTo>
                  <a:pt x="5862773" y="1524702"/>
                </a:moveTo>
                <a:cubicBezTo>
                  <a:pt x="5874824" y="1524702"/>
                  <a:pt x="5884593" y="1534471"/>
                  <a:pt x="5884593" y="1546522"/>
                </a:cubicBezTo>
                <a:cubicBezTo>
                  <a:pt x="5884593" y="1558573"/>
                  <a:pt x="5874824" y="1568342"/>
                  <a:pt x="5862773" y="1568342"/>
                </a:cubicBezTo>
                <a:cubicBezTo>
                  <a:pt x="5850722" y="1568342"/>
                  <a:pt x="5840953" y="1558573"/>
                  <a:pt x="5840953" y="1546522"/>
                </a:cubicBezTo>
                <a:cubicBezTo>
                  <a:pt x="5840953" y="1534471"/>
                  <a:pt x="5850722" y="1524702"/>
                  <a:pt x="5862773" y="1524702"/>
                </a:cubicBezTo>
                <a:close/>
                <a:moveTo>
                  <a:pt x="5785413" y="1524702"/>
                </a:moveTo>
                <a:cubicBezTo>
                  <a:pt x="5797829" y="1524702"/>
                  <a:pt x="5807894" y="1534471"/>
                  <a:pt x="5807894" y="1546522"/>
                </a:cubicBezTo>
                <a:cubicBezTo>
                  <a:pt x="5807894" y="1558573"/>
                  <a:pt x="5797829" y="1568342"/>
                  <a:pt x="5785413" y="1568342"/>
                </a:cubicBezTo>
                <a:cubicBezTo>
                  <a:pt x="5772997" y="1568342"/>
                  <a:pt x="5762932" y="1558573"/>
                  <a:pt x="5762932" y="1546522"/>
                </a:cubicBezTo>
                <a:cubicBezTo>
                  <a:pt x="5762932" y="1534471"/>
                  <a:pt x="5772997" y="1524702"/>
                  <a:pt x="5785413" y="1524702"/>
                </a:cubicBezTo>
                <a:close/>
                <a:moveTo>
                  <a:pt x="5162572" y="1524702"/>
                </a:moveTo>
                <a:cubicBezTo>
                  <a:pt x="5174988" y="1524702"/>
                  <a:pt x="5185053" y="1534471"/>
                  <a:pt x="5185053" y="1546522"/>
                </a:cubicBezTo>
                <a:cubicBezTo>
                  <a:pt x="5185053" y="1558573"/>
                  <a:pt x="5174988" y="1568342"/>
                  <a:pt x="5162572" y="1568342"/>
                </a:cubicBezTo>
                <a:cubicBezTo>
                  <a:pt x="5150156" y="1568342"/>
                  <a:pt x="5140091" y="1558573"/>
                  <a:pt x="5140091" y="1546522"/>
                </a:cubicBezTo>
                <a:cubicBezTo>
                  <a:pt x="5140091" y="1534471"/>
                  <a:pt x="5150156" y="1524702"/>
                  <a:pt x="5162572" y="1524702"/>
                </a:cubicBezTo>
                <a:close/>
                <a:moveTo>
                  <a:pt x="5085212" y="1524702"/>
                </a:moveTo>
                <a:cubicBezTo>
                  <a:pt x="5097263" y="1524702"/>
                  <a:pt x="5107032" y="1534471"/>
                  <a:pt x="5107032" y="1546522"/>
                </a:cubicBezTo>
                <a:cubicBezTo>
                  <a:pt x="5107032" y="1558573"/>
                  <a:pt x="5097263" y="1568342"/>
                  <a:pt x="5085212" y="1568342"/>
                </a:cubicBezTo>
                <a:cubicBezTo>
                  <a:pt x="5073161" y="1568342"/>
                  <a:pt x="5063392" y="1558573"/>
                  <a:pt x="5063392" y="1546522"/>
                </a:cubicBezTo>
                <a:cubicBezTo>
                  <a:pt x="5063392" y="1534471"/>
                  <a:pt x="5073161" y="1524702"/>
                  <a:pt x="5085212" y="1524702"/>
                </a:cubicBezTo>
                <a:close/>
                <a:moveTo>
                  <a:pt x="5007193" y="1524702"/>
                </a:moveTo>
                <a:cubicBezTo>
                  <a:pt x="5019244" y="1524702"/>
                  <a:pt x="5029013" y="1534471"/>
                  <a:pt x="5029013" y="1546522"/>
                </a:cubicBezTo>
                <a:cubicBezTo>
                  <a:pt x="5029013" y="1558573"/>
                  <a:pt x="5019244" y="1568342"/>
                  <a:pt x="5007193" y="1568342"/>
                </a:cubicBezTo>
                <a:cubicBezTo>
                  <a:pt x="4995142" y="1568342"/>
                  <a:pt x="4985373" y="1558573"/>
                  <a:pt x="4985373" y="1546522"/>
                </a:cubicBezTo>
                <a:cubicBezTo>
                  <a:pt x="4985373" y="1534471"/>
                  <a:pt x="4995142" y="1524702"/>
                  <a:pt x="5007193" y="1524702"/>
                </a:cubicBezTo>
                <a:close/>
                <a:moveTo>
                  <a:pt x="4928511" y="1524702"/>
                </a:moveTo>
                <a:cubicBezTo>
                  <a:pt x="4940927" y="1524702"/>
                  <a:pt x="4950992" y="1534471"/>
                  <a:pt x="4950992" y="1546522"/>
                </a:cubicBezTo>
                <a:cubicBezTo>
                  <a:pt x="4950992" y="1558573"/>
                  <a:pt x="4940927" y="1568342"/>
                  <a:pt x="4928511" y="1568342"/>
                </a:cubicBezTo>
                <a:cubicBezTo>
                  <a:pt x="4916095" y="1568342"/>
                  <a:pt x="4906030" y="1558573"/>
                  <a:pt x="4906030" y="1546522"/>
                </a:cubicBezTo>
                <a:cubicBezTo>
                  <a:pt x="4906030" y="1534471"/>
                  <a:pt x="4916095" y="1524702"/>
                  <a:pt x="4928511" y="1524702"/>
                </a:cubicBezTo>
                <a:close/>
                <a:moveTo>
                  <a:pt x="1968363" y="1524702"/>
                </a:moveTo>
                <a:cubicBezTo>
                  <a:pt x="1980414" y="1524702"/>
                  <a:pt x="1990183" y="1534471"/>
                  <a:pt x="1990183" y="1546522"/>
                </a:cubicBezTo>
                <a:cubicBezTo>
                  <a:pt x="1990183" y="1558573"/>
                  <a:pt x="1980414" y="1568342"/>
                  <a:pt x="1968363" y="1568342"/>
                </a:cubicBezTo>
                <a:cubicBezTo>
                  <a:pt x="1956312" y="1568342"/>
                  <a:pt x="1946543" y="1558573"/>
                  <a:pt x="1946543" y="1546522"/>
                </a:cubicBezTo>
                <a:cubicBezTo>
                  <a:pt x="1946543" y="1534471"/>
                  <a:pt x="1956312" y="1524702"/>
                  <a:pt x="1968363" y="1524702"/>
                </a:cubicBezTo>
                <a:close/>
                <a:moveTo>
                  <a:pt x="1891011" y="1524702"/>
                </a:moveTo>
                <a:cubicBezTo>
                  <a:pt x="1903431" y="1524702"/>
                  <a:pt x="1913495" y="1534471"/>
                  <a:pt x="1913495" y="1546522"/>
                </a:cubicBezTo>
                <a:cubicBezTo>
                  <a:pt x="1913495" y="1558573"/>
                  <a:pt x="1903431" y="1568342"/>
                  <a:pt x="1891011" y="1568342"/>
                </a:cubicBezTo>
                <a:cubicBezTo>
                  <a:pt x="1878594" y="1568342"/>
                  <a:pt x="1868529" y="1558573"/>
                  <a:pt x="1868529" y="1546522"/>
                </a:cubicBezTo>
                <a:cubicBezTo>
                  <a:pt x="1868529" y="1534471"/>
                  <a:pt x="1878594" y="1524702"/>
                  <a:pt x="1891011" y="1524702"/>
                </a:cubicBezTo>
                <a:close/>
                <a:moveTo>
                  <a:pt x="1813657" y="1524702"/>
                </a:moveTo>
                <a:cubicBezTo>
                  <a:pt x="1825704" y="1524702"/>
                  <a:pt x="1835474" y="1534471"/>
                  <a:pt x="1835474" y="1546522"/>
                </a:cubicBezTo>
                <a:cubicBezTo>
                  <a:pt x="1835474" y="1558573"/>
                  <a:pt x="1825704" y="1568342"/>
                  <a:pt x="1813657" y="1568342"/>
                </a:cubicBezTo>
                <a:cubicBezTo>
                  <a:pt x="1801603" y="1568342"/>
                  <a:pt x="1791833" y="1558573"/>
                  <a:pt x="1791833" y="1546522"/>
                </a:cubicBezTo>
                <a:cubicBezTo>
                  <a:pt x="1791833" y="1534471"/>
                  <a:pt x="1801603" y="1524702"/>
                  <a:pt x="1813657" y="1524702"/>
                </a:cubicBezTo>
                <a:close/>
                <a:moveTo>
                  <a:pt x="1735633" y="1524702"/>
                </a:moveTo>
                <a:cubicBezTo>
                  <a:pt x="1747685" y="1524702"/>
                  <a:pt x="1757457" y="1534471"/>
                  <a:pt x="1757457" y="1546522"/>
                </a:cubicBezTo>
                <a:cubicBezTo>
                  <a:pt x="1757457" y="1558573"/>
                  <a:pt x="1747685" y="1568342"/>
                  <a:pt x="1735633" y="1568342"/>
                </a:cubicBezTo>
                <a:cubicBezTo>
                  <a:pt x="1723586" y="1568342"/>
                  <a:pt x="1713819" y="1558573"/>
                  <a:pt x="1713819" y="1546522"/>
                </a:cubicBezTo>
                <a:cubicBezTo>
                  <a:pt x="1713819" y="1534471"/>
                  <a:pt x="1723586" y="1524702"/>
                  <a:pt x="1735633" y="1524702"/>
                </a:cubicBezTo>
                <a:close/>
                <a:moveTo>
                  <a:pt x="1657611" y="1524702"/>
                </a:moveTo>
                <a:cubicBezTo>
                  <a:pt x="1669659" y="1524702"/>
                  <a:pt x="1679436" y="1534471"/>
                  <a:pt x="1679436" y="1546522"/>
                </a:cubicBezTo>
                <a:cubicBezTo>
                  <a:pt x="1679436" y="1558573"/>
                  <a:pt x="1669659" y="1568342"/>
                  <a:pt x="1657611" y="1568342"/>
                </a:cubicBezTo>
                <a:cubicBezTo>
                  <a:pt x="1645568" y="1568342"/>
                  <a:pt x="1635796" y="1558573"/>
                  <a:pt x="1635796" y="1546522"/>
                </a:cubicBezTo>
                <a:cubicBezTo>
                  <a:pt x="1635796" y="1534471"/>
                  <a:pt x="1645568" y="1524702"/>
                  <a:pt x="1657611" y="1524702"/>
                </a:cubicBezTo>
                <a:close/>
                <a:moveTo>
                  <a:pt x="1580257" y="1524702"/>
                </a:moveTo>
                <a:cubicBezTo>
                  <a:pt x="1592669" y="1524702"/>
                  <a:pt x="1602734" y="1534471"/>
                  <a:pt x="1602734" y="1546522"/>
                </a:cubicBezTo>
                <a:cubicBezTo>
                  <a:pt x="1602734" y="1558573"/>
                  <a:pt x="1592669" y="1568342"/>
                  <a:pt x="1580257" y="1568342"/>
                </a:cubicBezTo>
                <a:cubicBezTo>
                  <a:pt x="1567839" y="1568342"/>
                  <a:pt x="1557771" y="1558573"/>
                  <a:pt x="1557771" y="1546522"/>
                </a:cubicBezTo>
                <a:cubicBezTo>
                  <a:pt x="1557771" y="1534471"/>
                  <a:pt x="1567839" y="1524702"/>
                  <a:pt x="1580257" y="1524702"/>
                </a:cubicBezTo>
                <a:close/>
                <a:moveTo>
                  <a:pt x="1502899" y="1524702"/>
                </a:moveTo>
                <a:cubicBezTo>
                  <a:pt x="1514943" y="1524702"/>
                  <a:pt x="1524717" y="1534471"/>
                  <a:pt x="1524717" y="1546522"/>
                </a:cubicBezTo>
                <a:cubicBezTo>
                  <a:pt x="1524717" y="1558573"/>
                  <a:pt x="1514943" y="1568342"/>
                  <a:pt x="1502899" y="1568342"/>
                </a:cubicBezTo>
                <a:cubicBezTo>
                  <a:pt x="1490842" y="1568342"/>
                  <a:pt x="1481077" y="1558573"/>
                  <a:pt x="1481077" y="1546522"/>
                </a:cubicBezTo>
                <a:cubicBezTo>
                  <a:pt x="1481077" y="1534471"/>
                  <a:pt x="1490842" y="1524702"/>
                  <a:pt x="1502899" y="1524702"/>
                </a:cubicBezTo>
                <a:close/>
                <a:moveTo>
                  <a:pt x="1424212" y="1524702"/>
                </a:moveTo>
                <a:cubicBezTo>
                  <a:pt x="1436628" y="1524702"/>
                  <a:pt x="1446695" y="1534471"/>
                  <a:pt x="1446695" y="1546522"/>
                </a:cubicBezTo>
                <a:cubicBezTo>
                  <a:pt x="1446695" y="1558573"/>
                  <a:pt x="1436628" y="1568342"/>
                  <a:pt x="1424212" y="1568342"/>
                </a:cubicBezTo>
                <a:cubicBezTo>
                  <a:pt x="1411799" y="1568342"/>
                  <a:pt x="1401732" y="1558573"/>
                  <a:pt x="1401732" y="1546522"/>
                </a:cubicBezTo>
                <a:cubicBezTo>
                  <a:pt x="1401732" y="1534471"/>
                  <a:pt x="1411799" y="1524702"/>
                  <a:pt x="1424212" y="1524702"/>
                </a:cubicBezTo>
                <a:close/>
                <a:moveTo>
                  <a:pt x="1345530" y="1524702"/>
                </a:moveTo>
                <a:cubicBezTo>
                  <a:pt x="1357582" y="1524702"/>
                  <a:pt x="1367350" y="1534471"/>
                  <a:pt x="1367350" y="1546522"/>
                </a:cubicBezTo>
                <a:cubicBezTo>
                  <a:pt x="1367350" y="1558573"/>
                  <a:pt x="1357582" y="1568342"/>
                  <a:pt x="1345530" y="1568342"/>
                </a:cubicBezTo>
                <a:cubicBezTo>
                  <a:pt x="1333479" y="1568342"/>
                  <a:pt x="1323709" y="1558573"/>
                  <a:pt x="1323709" y="1546522"/>
                </a:cubicBezTo>
                <a:cubicBezTo>
                  <a:pt x="1323709" y="1534471"/>
                  <a:pt x="1333479" y="1524702"/>
                  <a:pt x="1345530" y="1524702"/>
                </a:cubicBezTo>
                <a:close/>
                <a:moveTo>
                  <a:pt x="1268169" y="1524702"/>
                </a:moveTo>
                <a:cubicBezTo>
                  <a:pt x="1280590" y="1524702"/>
                  <a:pt x="1290660" y="1534471"/>
                  <a:pt x="1290660" y="1546522"/>
                </a:cubicBezTo>
                <a:cubicBezTo>
                  <a:pt x="1290660" y="1558573"/>
                  <a:pt x="1280590" y="1568342"/>
                  <a:pt x="1268169" y="1568342"/>
                </a:cubicBezTo>
                <a:cubicBezTo>
                  <a:pt x="1255755" y="1568342"/>
                  <a:pt x="1245691" y="1558573"/>
                  <a:pt x="1245691" y="1546522"/>
                </a:cubicBezTo>
                <a:cubicBezTo>
                  <a:pt x="1245691" y="1534471"/>
                  <a:pt x="1255755" y="1524702"/>
                  <a:pt x="1268169" y="1524702"/>
                </a:cubicBezTo>
                <a:close/>
                <a:moveTo>
                  <a:pt x="1190817" y="1524702"/>
                </a:moveTo>
                <a:cubicBezTo>
                  <a:pt x="1202861" y="1524702"/>
                  <a:pt x="1212636" y="1534471"/>
                  <a:pt x="1212636" y="1546522"/>
                </a:cubicBezTo>
                <a:cubicBezTo>
                  <a:pt x="1212636" y="1558573"/>
                  <a:pt x="1202861" y="1568342"/>
                  <a:pt x="1190817" y="1568342"/>
                </a:cubicBezTo>
                <a:cubicBezTo>
                  <a:pt x="1178762" y="1568342"/>
                  <a:pt x="1168996" y="1558573"/>
                  <a:pt x="1168996" y="1546522"/>
                </a:cubicBezTo>
                <a:cubicBezTo>
                  <a:pt x="1168996" y="1534471"/>
                  <a:pt x="1178762" y="1524702"/>
                  <a:pt x="1190817" y="1524702"/>
                </a:cubicBezTo>
                <a:close/>
                <a:moveTo>
                  <a:pt x="1112792" y="1524702"/>
                </a:moveTo>
                <a:cubicBezTo>
                  <a:pt x="1124847" y="1524702"/>
                  <a:pt x="1134608" y="1534471"/>
                  <a:pt x="1134608" y="1546522"/>
                </a:cubicBezTo>
                <a:cubicBezTo>
                  <a:pt x="1134608" y="1558573"/>
                  <a:pt x="1124847" y="1568342"/>
                  <a:pt x="1112792" y="1568342"/>
                </a:cubicBezTo>
                <a:cubicBezTo>
                  <a:pt x="1100740" y="1568342"/>
                  <a:pt x="1090972" y="1558573"/>
                  <a:pt x="1090972" y="1546522"/>
                </a:cubicBezTo>
                <a:cubicBezTo>
                  <a:pt x="1090972" y="1534471"/>
                  <a:pt x="1100740" y="1524702"/>
                  <a:pt x="1112792" y="1524702"/>
                </a:cubicBezTo>
                <a:close/>
                <a:moveTo>
                  <a:pt x="1034768" y="1524702"/>
                </a:moveTo>
                <a:cubicBezTo>
                  <a:pt x="1046824" y="1524702"/>
                  <a:pt x="1056586" y="1534471"/>
                  <a:pt x="1056586" y="1546522"/>
                </a:cubicBezTo>
                <a:cubicBezTo>
                  <a:pt x="1056586" y="1558573"/>
                  <a:pt x="1046824" y="1568342"/>
                  <a:pt x="1034768" y="1568342"/>
                </a:cubicBezTo>
                <a:cubicBezTo>
                  <a:pt x="1022720" y="1568342"/>
                  <a:pt x="1012952" y="1558573"/>
                  <a:pt x="1012952" y="1546522"/>
                </a:cubicBezTo>
                <a:cubicBezTo>
                  <a:pt x="1012952" y="1534471"/>
                  <a:pt x="1022720" y="1524702"/>
                  <a:pt x="1034768" y="1524702"/>
                </a:cubicBezTo>
                <a:close/>
                <a:moveTo>
                  <a:pt x="956746" y="1524702"/>
                </a:moveTo>
                <a:cubicBezTo>
                  <a:pt x="968801" y="1524702"/>
                  <a:pt x="978570" y="1534471"/>
                  <a:pt x="978570" y="1546522"/>
                </a:cubicBezTo>
                <a:cubicBezTo>
                  <a:pt x="978570" y="1558573"/>
                  <a:pt x="968801" y="1568342"/>
                  <a:pt x="956746" y="1568342"/>
                </a:cubicBezTo>
                <a:cubicBezTo>
                  <a:pt x="944696" y="1568342"/>
                  <a:pt x="934926" y="1558573"/>
                  <a:pt x="934926" y="1546522"/>
                </a:cubicBezTo>
                <a:cubicBezTo>
                  <a:pt x="934926" y="1534471"/>
                  <a:pt x="944696" y="1524702"/>
                  <a:pt x="956746" y="1524702"/>
                </a:cubicBezTo>
                <a:close/>
                <a:moveTo>
                  <a:pt x="880048" y="1524702"/>
                </a:moveTo>
                <a:cubicBezTo>
                  <a:pt x="892100" y="1524702"/>
                  <a:pt x="901869" y="1534471"/>
                  <a:pt x="901869" y="1546522"/>
                </a:cubicBezTo>
                <a:cubicBezTo>
                  <a:pt x="901869" y="1558573"/>
                  <a:pt x="892100" y="1568342"/>
                  <a:pt x="880048" y="1568342"/>
                </a:cubicBezTo>
                <a:cubicBezTo>
                  <a:pt x="867998" y="1568342"/>
                  <a:pt x="858229" y="1558573"/>
                  <a:pt x="858229" y="1546522"/>
                </a:cubicBezTo>
                <a:cubicBezTo>
                  <a:pt x="858229" y="1534471"/>
                  <a:pt x="867998" y="1524702"/>
                  <a:pt x="880048" y="1524702"/>
                </a:cubicBezTo>
                <a:close/>
                <a:moveTo>
                  <a:pt x="333903" y="1524702"/>
                </a:moveTo>
                <a:cubicBezTo>
                  <a:pt x="345953" y="1524702"/>
                  <a:pt x="355723" y="1534471"/>
                  <a:pt x="355723" y="1546522"/>
                </a:cubicBezTo>
                <a:cubicBezTo>
                  <a:pt x="355723" y="1558573"/>
                  <a:pt x="345953" y="1568342"/>
                  <a:pt x="333903" y="1568342"/>
                </a:cubicBezTo>
                <a:cubicBezTo>
                  <a:pt x="321852" y="1568342"/>
                  <a:pt x="312083" y="1558573"/>
                  <a:pt x="312083" y="1546522"/>
                </a:cubicBezTo>
                <a:cubicBezTo>
                  <a:pt x="312083" y="1534471"/>
                  <a:pt x="321852" y="1524702"/>
                  <a:pt x="333903" y="1524702"/>
                </a:cubicBezTo>
                <a:close/>
                <a:moveTo>
                  <a:pt x="255882" y="1524702"/>
                </a:moveTo>
                <a:cubicBezTo>
                  <a:pt x="267933" y="1524702"/>
                  <a:pt x="277701" y="1534471"/>
                  <a:pt x="277701" y="1546522"/>
                </a:cubicBezTo>
                <a:cubicBezTo>
                  <a:pt x="277701" y="1558573"/>
                  <a:pt x="267933" y="1568342"/>
                  <a:pt x="255882" y="1568342"/>
                </a:cubicBezTo>
                <a:cubicBezTo>
                  <a:pt x="243831" y="1568342"/>
                  <a:pt x="234062" y="1558573"/>
                  <a:pt x="234062" y="1546522"/>
                </a:cubicBezTo>
                <a:cubicBezTo>
                  <a:pt x="234062" y="1534471"/>
                  <a:pt x="243831" y="1524702"/>
                  <a:pt x="255882" y="1524702"/>
                </a:cubicBezTo>
                <a:close/>
                <a:moveTo>
                  <a:pt x="177862" y="1524702"/>
                </a:moveTo>
                <a:cubicBezTo>
                  <a:pt x="189913" y="1524702"/>
                  <a:pt x="199682" y="1534471"/>
                  <a:pt x="199682" y="1546522"/>
                </a:cubicBezTo>
                <a:cubicBezTo>
                  <a:pt x="199682" y="1558573"/>
                  <a:pt x="189913" y="1568342"/>
                  <a:pt x="177862" y="1568342"/>
                </a:cubicBezTo>
                <a:cubicBezTo>
                  <a:pt x="165812" y="1568342"/>
                  <a:pt x="156042" y="1558573"/>
                  <a:pt x="156042" y="1546522"/>
                </a:cubicBezTo>
                <a:cubicBezTo>
                  <a:pt x="156042" y="1534471"/>
                  <a:pt x="165812" y="1524702"/>
                  <a:pt x="177862" y="1524702"/>
                </a:cubicBezTo>
                <a:close/>
                <a:moveTo>
                  <a:pt x="8589520" y="1446683"/>
                </a:moveTo>
                <a:cubicBezTo>
                  <a:pt x="8601571" y="1446683"/>
                  <a:pt x="8611340" y="1456452"/>
                  <a:pt x="8611340" y="1468503"/>
                </a:cubicBezTo>
                <a:cubicBezTo>
                  <a:pt x="8611340" y="1480554"/>
                  <a:pt x="8601571" y="1490323"/>
                  <a:pt x="8589520" y="1490323"/>
                </a:cubicBezTo>
                <a:cubicBezTo>
                  <a:pt x="8577469" y="1490323"/>
                  <a:pt x="8567700" y="1480554"/>
                  <a:pt x="8567700" y="1468503"/>
                </a:cubicBezTo>
                <a:cubicBezTo>
                  <a:pt x="8567700" y="1456452"/>
                  <a:pt x="8577469" y="1446683"/>
                  <a:pt x="8589520" y="1446683"/>
                </a:cubicBezTo>
                <a:close/>
                <a:moveTo>
                  <a:pt x="8511500" y="1446683"/>
                </a:moveTo>
                <a:cubicBezTo>
                  <a:pt x="8523551" y="1446683"/>
                  <a:pt x="8533320" y="1456452"/>
                  <a:pt x="8533320" y="1468503"/>
                </a:cubicBezTo>
                <a:cubicBezTo>
                  <a:pt x="8533320" y="1480554"/>
                  <a:pt x="8523551" y="1490323"/>
                  <a:pt x="8511500" y="1490323"/>
                </a:cubicBezTo>
                <a:cubicBezTo>
                  <a:pt x="8499449" y="1490323"/>
                  <a:pt x="8489680" y="1480554"/>
                  <a:pt x="8489680" y="1468503"/>
                </a:cubicBezTo>
                <a:cubicBezTo>
                  <a:pt x="8489680" y="1456452"/>
                  <a:pt x="8499449" y="1446683"/>
                  <a:pt x="8511500" y="1446683"/>
                </a:cubicBezTo>
                <a:close/>
                <a:moveTo>
                  <a:pt x="8044700" y="1446683"/>
                </a:moveTo>
                <a:cubicBezTo>
                  <a:pt x="8056751" y="1446683"/>
                  <a:pt x="8066520" y="1456452"/>
                  <a:pt x="8066520" y="1468503"/>
                </a:cubicBezTo>
                <a:cubicBezTo>
                  <a:pt x="8066520" y="1480554"/>
                  <a:pt x="8056751" y="1490323"/>
                  <a:pt x="8044700" y="1490323"/>
                </a:cubicBezTo>
                <a:cubicBezTo>
                  <a:pt x="8032649" y="1490323"/>
                  <a:pt x="8022880" y="1480554"/>
                  <a:pt x="8022880" y="1468503"/>
                </a:cubicBezTo>
                <a:cubicBezTo>
                  <a:pt x="8022880" y="1456452"/>
                  <a:pt x="8032649" y="1446683"/>
                  <a:pt x="8044700" y="1446683"/>
                </a:cubicBezTo>
                <a:close/>
                <a:moveTo>
                  <a:pt x="7966679" y="1446683"/>
                </a:moveTo>
                <a:cubicBezTo>
                  <a:pt x="7978730" y="1446683"/>
                  <a:pt x="7988499" y="1456452"/>
                  <a:pt x="7988499" y="1468503"/>
                </a:cubicBezTo>
                <a:cubicBezTo>
                  <a:pt x="7988499" y="1480554"/>
                  <a:pt x="7978730" y="1490323"/>
                  <a:pt x="7966679" y="1490323"/>
                </a:cubicBezTo>
                <a:cubicBezTo>
                  <a:pt x="7954628" y="1490323"/>
                  <a:pt x="7944859" y="1480554"/>
                  <a:pt x="7944859" y="1468503"/>
                </a:cubicBezTo>
                <a:cubicBezTo>
                  <a:pt x="7944859" y="1456452"/>
                  <a:pt x="7954628" y="1446683"/>
                  <a:pt x="7966679" y="1446683"/>
                </a:cubicBezTo>
                <a:close/>
                <a:moveTo>
                  <a:pt x="7888658" y="1446683"/>
                </a:moveTo>
                <a:cubicBezTo>
                  <a:pt x="7900709" y="1446683"/>
                  <a:pt x="7910478" y="1456452"/>
                  <a:pt x="7910478" y="1468503"/>
                </a:cubicBezTo>
                <a:cubicBezTo>
                  <a:pt x="7910478" y="1480554"/>
                  <a:pt x="7900709" y="1490323"/>
                  <a:pt x="7888658" y="1490323"/>
                </a:cubicBezTo>
                <a:cubicBezTo>
                  <a:pt x="7876607" y="1490323"/>
                  <a:pt x="7866838" y="1480554"/>
                  <a:pt x="7866838" y="1468503"/>
                </a:cubicBezTo>
                <a:cubicBezTo>
                  <a:pt x="7866838" y="1456452"/>
                  <a:pt x="7876607" y="1446683"/>
                  <a:pt x="7888658" y="1446683"/>
                </a:cubicBezTo>
                <a:close/>
                <a:moveTo>
                  <a:pt x="7809316" y="1446683"/>
                </a:moveTo>
                <a:cubicBezTo>
                  <a:pt x="7821367" y="1446683"/>
                  <a:pt x="7831136" y="1456452"/>
                  <a:pt x="7831136" y="1468503"/>
                </a:cubicBezTo>
                <a:cubicBezTo>
                  <a:pt x="7831136" y="1480554"/>
                  <a:pt x="7821367" y="1490323"/>
                  <a:pt x="7809316" y="1490323"/>
                </a:cubicBezTo>
                <a:cubicBezTo>
                  <a:pt x="7797265" y="1490323"/>
                  <a:pt x="7787496" y="1480554"/>
                  <a:pt x="7787496" y="1468503"/>
                </a:cubicBezTo>
                <a:cubicBezTo>
                  <a:pt x="7787496" y="1456452"/>
                  <a:pt x="7797265" y="1446683"/>
                  <a:pt x="7809316" y="1446683"/>
                </a:cubicBezTo>
                <a:close/>
                <a:moveTo>
                  <a:pt x="7731957" y="1446683"/>
                </a:moveTo>
                <a:cubicBezTo>
                  <a:pt x="7744373" y="1446683"/>
                  <a:pt x="7754438" y="1456452"/>
                  <a:pt x="7754438" y="1468503"/>
                </a:cubicBezTo>
                <a:cubicBezTo>
                  <a:pt x="7754438" y="1480554"/>
                  <a:pt x="7744373" y="1490323"/>
                  <a:pt x="7731957" y="1490323"/>
                </a:cubicBezTo>
                <a:cubicBezTo>
                  <a:pt x="7719541" y="1490323"/>
                  <a:pt x="7709476" y="1480554"/>
                  <a:pt x="7709476" y="1468503"/>
                </a:cubicBezTo>
                <a:cubicBezTo>
                  <a:pt x="7709476" y="1456452"/>
                  <a:pt x="7719541" y="1446683"/>
                  <a:pt x="7731957" y="1446683"/>
                </a:cubicBezTo>
                <a:close/>
                <a:moveTo>
                  <a:pt x="7654597" y="1446683"/>
                </a:moveTo>
                <a:cubicBezTo>
                  <a:pt x="7666648" y="1446683"/>
                  <a:pt x="7676417" y="1456452"/>
                  <a:pt x="7676417" y="1468503"/>
                </a:cubicBezTo>
                <a:cubicBezTo>
                  <a:pt x="7676417" y="1480554"/>
                  <a:pt x="7666648" y="1490323"/>
                  <a:pt x="7654597" y="1490323"/>
                </a:cubicBezTo>
                <a:cubicBezTo>
                  <a:pt x="7642546" y="1490323"/>
                  <a:pt x="7632777" y="1480554"/>
                  <a:pt x="7632777" y="1468503"/>
                </a:cubicBezTo>
                <a:cubicBezTo>
                  <a:pt x="7632777" y="1456452"/>
                  <a:pt x="7642546" y="1446683"/>
                  <a:pt x="7654597" y="1446683"/>
                </a:cubicBezTo>
                <a:close/>
                <a:moveTo>
                  <a:pt x="7576577" y="1446683"/>
                </a:moveTo>
                <a:cubicBezTo>
                  <a:pt x="7588628" y="1446683"/>
                  <a:pt x="7598397" y="1456452"/>
                  <a:pt x="7598397" y="1468503"/>
                </a:cubicBezTo>
                <a:cubicBezTo>
                  <a:pt x="7598397" y="1480554"/>
                  <a:pt x="7588628" y="1490323"/>
                  <a:pt x="7576577" y="1490323"/>
                </a:cubicBezTo>
                <a:cubicBezTo>
                  <a:pt x="7564526" y="1490323"/>
                  <a:pt x="7554757" y="1480554"/>
                  <a:pt x="7554757" y="1468503"/>
                </a:cubicBezTo>
                <a:cubicBezTo>
                  <a:pt x="7554757" y="1456452"/>
                  <a:pt x="7564526" y="1446683"/>
                  <a:pt x="7576577" y="1446683"/>
                </a:cubicBezTo>
                <a:close/>
                <a:moveTo>
                  <a:pt x="7498556" y="1446683"/>
                </a:moveTo>
                <a:cubicBezTo>
                  <a:pt x="7510607" y="1446683"/>
                  <a:pt x="7520376" y="1456452"/>
                  <a:pt x="7520376" y="1468503"/>
                </a:cubicBezTo>
                <a:cubicBezTo>
                  <a:pt x="7520376" y="1480554"/>
                  <a:pt x="7510607" y="1490323"/>
                  <a:pt x="7498556" y="1490323"/>
                </a:cubicBezTo>
                <a:cubicBezTo>
                  <a:pt x="7486505" y="1490323"/>
                  <a:pt x="7476736" y="1480554"/>
                  <a:pt x="7476736" y="1468503"/>
                </a:cubicBezTo>
                <a:cubicBezTo>
                  <a:pt x="7476736" y="1456452"/>
                  <a:pt x="7486505" y="1446683"/>
                  <a:pt x="7498556" y="1446683"/>
                </a:cubicBezTo>
                <a:close/>
                <a:moveTo>
                  <a:pt x="7421198" y="1446683"/>
                </a:moveTo>
                <a:cubicBezTo>
                  <a:pt x="7433614" y="1446683"/>
                  <a:pt x="7443679" y="1456452"/>
                  <a:pt x="7443679" y="1468503"/>
                </a:cubicBezTo>
                <a:cubicBezTo>
                  <a:pt x="7443679" y="1480554"/>
                  <a:pt x="7433614" y="1490323"/>
                  <a:pt x="7421198" y="1490323"/>
                </a:cubicBezTo>
                <a:cubicBezTo>
                  <a:pt x="7408782" y="1490323"/>
                  <a:pt x="7398717" y="1480554"/>
                  <a:pt x="7398717" y="1468503"/>
                </a:cubicBezTo>
                <a:cubicBezTo>
                  <a:pt x="7398717" y="1456452"/>
                  <a:pt x="7408782" y="1446683"/>
                  <a:pt x="7421198" y="1446683"/>
                </a:cubicBezTo>
                <a:close/>
                <a:moveTo>
                  <a:pt x="7343838" y="1446683"/>
                </a:moveTo>
                <a:cubicBezTo>
                  <a:pt x="7355889" y="1446683"/>
                  <a:pt x="7365658" y="1456452"/>
                  <a:pt x="7365658" y="1468503"/>
                </a:cubicBezTo>
                <a:cubicBezTo>
                  <a:pt x="7365658" y="1480554"/>
                  <a:pt x="7355889" y="1490323"/>
                  <a:pt x="7343838" y="1490323"/>
                </a:cubicBezTo>
                <a:cubicBezTo>
                  <a:pt x="7331787" y="1490323"/>
                  <a:pt x="7322018" y="1480554"/>
                  <a:pt x="7322018" y="1468503"/>
                </a:cubicBezTo>
                <a:cubicBezTo>
                  <a:pt x="7322018" y="1456452"/>
                  <a:pt x="7331787" y="1446683"/>
                  <a:pt x="7343838" y="1446683"/>
                </a:cubicBezTo>
                <a:close/>
                <a:moveTo>
                  <a:pt x="7264495" y="1446683"/>
                </a:moveTo>
                <a:cubicBezTo>
                  <a:pt x="7276546" y="1446683"/>
                  <a:pt x="7286315" y="1456452"/>
                  <a:pt x="7286315" y="1468503"/>
                </a:cubicBezTo>
                <a:cubicBezTo>
                  <a:pt x="7286315" y="1480554"/>
                  <a:pt x="7276546" y="1490323"/>
                  <a:pt x="7264495" y="1490323"/>
                </a:cubicBezTo>
                <a:cubicBezTo>
                  <a:pt x="7252444" y="1490323"/>
                  <a:pt x="7242675" y="1480554"/>
                  <a:pt x="7242675" y="1468503"/>
                </a:cubicBezTo>
                <a:cubicBezTo>
                  <a:pt x="7242675" y="1456452"/>
                  <a:pt x="7252444" y="1446683"/>
                  <a:pt x="7264495" y="1446683"/>
                </a:cubicBezTo>
                <a:close/>
                <a:moveTo>
                  <a:pt x="7186475" y="1446683"/>
                </a:moveTo>
                <a:cubicBezTo>
                  <a:pt x="7198526" y="1446683"/>
                  <a:pt x="7208295" y="1456452"/>
                  <a:pt x="7208295" y="1468503"/>
                </a:cubicBezTo>
                <a:cubicBezTo>
                  <a:pt x="7208295" y="1480554"/>
                  <a:pt x="7198526" y="1490323"/>
                  <a:pt x="7186475" y="1490323"/>
                </a:cubicBezTo>
                <a:cubicBezTo>
                  <a:pt x="7174424" y="1490323"/>
                  <a:pt x="7164655" y="1480554"/>
                  <a:pt x="7164655" y="1468503"/>
                </a:cubicBezTo>
                <a:cubicBezTo>
                  <a:pt x="7164655" y="1456452"/>
                  <a:pt x="7174424" y="1446683"/>
                  <a:pt x="7186475" y="1446683"/>
                </a:cubicBezTo>
                <a:close/>
                <a:moveTo>
                  <a:pt x="7109116" y="1446683"/>
                </a:moveTo>
                <a:cubicBezTo>
                  <a:pt x="7121532" y="1446683"/>
                  <a:pt x="7131597" y="1456452"/>
                  <a:pt x="7131597" y="1468503"/>
                </a:cubicBezTo>
                <a:cubicBezTo>
                  <a:pt x="7131597" y="1480554"/>
                  <a:pt x="7121532" y="1490323"/>
                  <a:pt x="7109116" y="1490323"/>
                </a:cubicBezTo>
                <a:cubicBezTo>
                  <a:pt x="7096700" y="1490323"/>
                  <a:pt x="7086635" y="1480554"/>
                  <a:pt x="7086635" y="1468503"/>
                </a:cubicBezTo>
                <a:cubicBezTo>
                  <a:pt x="7086635" y="1456452"/>
                  <a:pt x="7096700" y="1446683"/>
                  <a:pt x="7109116" y="1446683"/>
                </a:cubicBezTo>
                <a:close/>
                <a:moveTo>
                  <a:pt x="7031757" y="1446683"/>
                </a:moveTo>
                <a:cubicBezTo>
                  <a:pt x="7043808" y="1446683"/>
                  <a:pt x="7053577" y="1456452"/>
                  <a:pt x="7053577" y="1468503"/>
                </a:cubicBezTo>
                <a:cubicBezTo>
                  <a:pt x="7053577" y="1480554"/>
                  <a:pt x="7043808" y="1490323"/>
                  <a:pt x="7031757" y="1490323"/>
                </a:cubicBezTo>
                <a:cubicBezTo>
                  <a:pt x="7019706" y="1490323"/>
                  <a:pt x="7009937" y="1480554"/>
                  <a:pt x="7009937" y="1468503"/>
                </a:cubicBezTo>
                <a:cubicBezTo>
                  <a:pt x="7009937" y="1456452"/>
                  <a:pt x="7019706" y="1446683"/>
                  <a:pt x="7031757" y="1446683"/>
                </a:cubicBezTo>
                <a:close/>
                <a:moveTo>
                  <a:pt x="6953736" y="1446683"/>
                </a:moveTo>
                <a:cubicBezTo>
                  <a:pt x="6965787" y="1446683"/>
                  <a:pt x="6975556" y="1456452"/>
                  <a:pt x="6975556" y="1468503"/>
                </a:cubicBezTo>
                <a:cubicBezTo>
                  <a:pt x="6975556" y="1480554"/>
                  <a:pt x="6965787" y="1490323"/>
                  <a:pt x="6953736" y="1490323"/>
                </a:cubicBezTo>
                <a:cubicBezTo>
                  <a:pt x="6941685" y="1490323"/>
                  <a:pt x="6931916" y="1480554"/>
                  <a:pt x="6931916" y="1468503"/>
                </a:cubicBezTo>
                <a:cubicBezTo>
                  <a:pt x="6931916" y="1456452"/>
                  <a:pt x="6941685" y="1446683"/>
                  <a:pt x="6953736" y="1446683"/>
                </a:cubicBezTo>
                <a:close/>
                <a:moveTo>
                  <a:pt x="6875716" y="1446683"/>
                </a:moveTo>
                <a:cubicBezTo>
                  <a:pt x="6887767" y="1446683"/>
                  <a:pt x="6897536" y="1456452"/>
                  <a:pt x="6897536" y="1468503"/>
                </a:cubicBezTo>
                <a:cubicBezTo>
                  <a:pt x="6897536" y="1480554"/>
                  <a:pt x="6887767" y="1490323"/>
                  <a:pt x="6875716" y="1490323"/>
                </a:cubicBezTo>
                <a:cubicBezTo>
                  <a:pt x="6863665" y="1490323"/>
                  <a:pt x="6853896" y="1480554"/>
                  <a:pt x="6853896" y="1468503"/>
                </a:cubicBezTo>
                <a:cubicBezTo>
                  <a:pt x="6853896" y="1456452"/>
                  <a:pt x="6863665" y="1446683"/>
                  <a:pt x="6875716" y="1446683"/>
                </a:cubicBezTo>
                <a:close/>
                <a:moveTo>
                  <a:pt x="6798356" y="1446683"/>
                </a:moveTo>
                <a:cubicBezTo>
                  <a:pt x="6810772" y="1446683"/>
                  <a:pt x="6820837" y="1456452"/>
                  <a:pt x="6820837" y="1468503"/>
                </a:cubicBezTo>
                <a:cubicBezTo>
                  <a:pt x="6820837" y="1480554"/>
                  <a:pt x="6810772" y="1490323"/>
                  <a:pt x="6798356" y="1490323"/>
                </a:cubicBezTo>
                <a:cubicBezTo>
                  <a:pt x="6785940" y="1490323"/>
                  <a:pt x="6775875" y="1480554"/>
                  <a:pt x="6775875" y="1468503"/>
                </a:cubicBezTo>
                <a:cubicBezTo>
                  <a:pt x="6775875" y="1456452"/>
                  <a:pt x="6785940" y="1446683"/>
                  <a:pt x="6798356" y="1446683"/>
                </a:cubicBezTo>
                <a:close/>
                <a:moveTo>
                  <a:pt x="6719675" y="1446683"/>
                </a:moveTo>
                <a:cubicBezTo>
                  <a:pt x="6731726" y="1446683"/>
                  <a:pt x="6741495" y="1456452"/>
                  <a:pt x="6741495" y="1468503"/>
                </a:cubicBezTo>
                <a:cubicBezTo>
                  <a:pt x="6741495" y="1480554"/>
                  <a:pt x="6731726" y="1490323"/>
                  <a:pt x="6719675" y="1490323"/>
                </a:cubicBezTo>
                <a:cubicBezTo>
                  <a:pt x="6707624" y="1490323"/>
                  <a:pt x="6697855" y="1480554"/>
                  <a:pt x="6697855" y="1468503"/>
                </a:cubicBezTo>
                <a:cubicBezTo>
                  <a:pt x="6697855" y="1456452"/>
                  <a:pt x="6707624" y="1446683"/>
                  <a:pt x="6719675" y="1446683"/>
                </a:cubicBezTo>
                <a:close/>
                <a:moveTo>
                  <a:pt x="6641655" y="1446683"/>
                </a:moveTo>
                <a:cubicBezTo>
                  <a:pt x="6653706" y="1446683"/>
                  <a:pt x="6663475" y="1456452"/>
                  <a:pt x="6663475" y="1468503"/>
                </a:cubicBezTo>
                <a:cubicBezTo>
                  <a:pt x="6663475" y="1480554"/>
                  <a:pt x="6653706" y="1490323"/>
                  <a:pt x="6641655" y="1490323"/>
                </a:cubicBezTo>
                <a:cubicBezTo>
                  <a:pt x="6629604" y="1490323"/>
                  <a:pt x="6619835" y="1480554"/>
                  <a:pt x="6619835" y="1468503"/>
                </a:cubicBezTo>
                <a:cubicBezTo>
                  <a:pt x="6619835" y="1456452"/>
                  <a:pt x="6629604" y="1446683"/>
                  <a:pt x="6641655" y="1446683"/>
                </a:cubicBezTo>
                <a:close/>
                <a:moveTo>
                  <a:pt x="6563634" y="1446683"/>
                </a:moveTo>
                <a:cubicBezTo>
                  <a:pt x="6575685" y="1446683"/>
                  <a:pt x="6585454" y="1456452"/>
                  <a:pt x="6585454" y="1468503"/>
                </a:cubicBezTo>
                <a:cubicBezTo>
                  <a:pt x="6585454" y="1480554"/>
                  <a:pt x="6575685" y="1490323"/>
                  <a:pt x="6563634" y="1490323"/>
                </a:cubicBezTo>
                <a:cubicBezTo>
                  <a:pt x="6551583" y="1490323"/>
                  <a:pt x="6541814" y="1480554"/>
                  <a:pt x="6541814" y="1468503"/>
                </a:cubicBezTo>
                <a:cubicBezTo>
                  <a:pt x="6541814" y="1456452"/>
                  <a:pt x="6551583" y="1446683"/>
                  <a:pt x="6563634" y="1446683"/>
                </a:cubicBezTo>
                <a:close/>
                <a:moveTo>
                  <a:pt x="6485613" y="1446683"/>
                </a:moveTo>
                <a:cubicBezTo>
                  <a:pt x="6497664" y="1446683"/>
                  <a:pt x="6507433" y="1456452"/>
                  <a:pt x="6507433" y="1468503"/>
                </a:cubicBezTo>
                <a:cubicBezTo>
                  <a:pt x="6507433" y="1480554"/>
                  <a:pt x="6497664" y="1490323"/>
                  <a:pt x="6485613" y="1490323"/>
                </a:cubicBezTo>
                <a:cubicBezTo>
                  <a:pt x="6473562" y="1490323"/>
                  <a:pt x="6463793" y="1480554"/>
                  <a:pt x="6463793" y="1468503"/>
                </a:cubicBezTo>
                <a:cubicBezTo>
                  <a:pt x="6463793" y="1456452"/>
                  <a:pt x="6473562" y="1446683"/>
                  <a:pt x="6485613" y="1446683"/>
                </a:cubicBezTo>
                <a:close/>
                <a:moveTo>
                  <a:pt x="6408916" y="1446683"/>
                </a:moveTo>
                <a:cubicBezTo>
                  <a:pt x="6420967" y="1446683"/>
                  <a:pt x="6430736" y="1456452"/>
                  <a:pt x="6430736" y="1468503"/>
                </a:cubicBezTo>
                <a:cubicBezTo>
                  <a:pt x="6430736" y="1480554"/>
                  <a:pt x="6420967" y="1490323"/>
                  <a:pt x="6408916" y="1490323"/>
                </a:cubicBezTo>
                <a:cubicBezTo>
                  <a:pt x="6396865" y="1490323"/>
                  <a:pt x="6387096" y="1480554"/>
                  <a:pt x="6387096" y="1468503"/>
                </a:cubicBezTo>
                <a:cubicBezTo>
                  <a:pt x="6387096" y="1456452"/>
                  <a:pt x="6396865" y="1446683"/>
                  <a:pt x="6408916" y="1446683"/>
                </a:cubicBezTo>
                <a:close/>
                <a:moveTo>
                  <a:pt x="6330896" y="1446683"/>
                </a:moveTo>
                <a:cubicBezTo>
                  <a:pt x="6342947" y="1446683"/>
                  <a:pt x="6352716" y="1456452"/>
                  <a:pt x="6352716" y="1468503"/>
                </a:cubicBezTo>
                <a:cubicBezTo>
                  <a:pt x="6352716" y="1480554"/>
                  <a:pt x="6342947" y="1490323"/>
                  <a:pt x="6330896" y="1490323"/>
                </a:cubicBezTo>
                <a:cubicBezTo>
                  <a:pt x="6318845" y="1490323"/>
                  <a:pt x="6309076" y="1480554"/>
                  <a:pt x="6309076" y="1468503"/>
                </a:cubicBezTo>
                <a:cubicBezTo>
                  <a:pt x="6309076" y="1456452"/>
                  <a:pt x="6318845" y="1446683"/>
                  <a:pt x="6330896" y="1446683"/>
                </a:cubicBezTo>
                <a:close/>
                <a:moveTo>
                  <a:pt x="6252875" y="1446683"/>
                </a:moveTo>
                <a:cubicBezTo>
                  <a:pt x="6264926" y="1446683"/>
                  <a:pt x="6274695" y="1456452"/>
                  <a:pt x="6274695" y="1468503"/>
                </a:cubicBezTo>
                <a:cubicBezTo>
                  <a:pt x="6274695" y="1480554"/>
                  <a:pt x="6264926" y="1490323"/>
                  <a:pt x="6252875" y="1490323"/>
                </a:cubicBezTo>
                <a:cubicBezTo>
                  <a:pt x="6240824" y="1490323"/>
                  <a:pt x="6231055" y="1480554"/>
                  <a:pt x="6231055" y="1468503"/>
                </a:cubicBezTo>
                <a:cubicBezTo>
                  <a:pt x="6231055" y="1456452"/>
                  <a:pt x="6240824" y="1446683"/>
                  <a:pt x="6252875" y="1446683"/>
                </a:cubicBezTo>
                <a:close/>
                <a:moveTo>
                  <a:pt x="6174854" y="1446683"/>
                </a:moveTo>
                <a:cubicBezTo>
                  <a:pt x="6186905" y="1446683"/>
                  <a:pt x="6196674" y="1456452"/>
                  <a:pt x="6196674" y="1468503"/>
                </a:cubicBezTo>
                <a:cubicBezTo>
                  <a:pt x="6196674" y="1480554"/>
                  <a:pt x="6186905" y="1490323"/>
                  <a:pt x="6174854" y="1490323"/>
                </a:cubicBezTo>
                <a:cubicBezTo>
                  <a:pt x="6162803" y="1490323"/>
                  <a:pt x="6153034" y="1480554"/>
                  <a:pt x="6153034" y="1468503"/>
                </a:cubicBezTo>
                <a:cubicBezTo>
                  <a:pt x="6153034" y="1456452"/>
                  <a:pt x="6162803" y="1446683"/>
                  <a:pt x="6174854" y="1446683"/>
                </a:cubicBezTo>
                <a:close/>
                <a:moveTo>
                  <a:pt x="6096834" y="1446683"/>
                </a:moveTo>
                <a:cubicBezTo>
                  <a:pt x="6108885" y="1446683"/>
                  <a:pt x="6118654" y="1456452"/>
                  <a:pt x="6118654" y="1468503"/>
                </a:cubicBezTo>
                <a:cubicBezTo>
                  <a:pt x="6118654" y="1480554"/>
                  <a:pt x="6108885" y="1490323"/>
                  <a:pt x="6096834" y="1490323"/>
                </a:cubicBezTo>
                <a:cubicBezTo>
                  <a:pt x="6084783" y="1490323"/>
                  <a:pt x="6075014" y="1480554"/>
                  <a:pt x="6075014" y="1468503"/>
                </a:cubicBezTo>
                <a:cubicBezTo>
                  <a:pt x="6075014" y="1456452"/>
                  <a:pt x="6084783" y="1446683"/>
                  <a:pt x="6096834" y="1446683"/>
                </a:cubicBezTo>
                <a:close/>
                <a:moveTo>
                  <a:pt x="6018814" y="1446683"/>
                </a:moveTo>
                <a:cubicBezTo>
                  <a:pt x="6030865" y="1446683"/>
                  <a:pt x="6040634" y="1456452"/>
                  <a:pt x="6040634" y="1468503"/>
                </a:cubicBezTo>
                <a:cubicBezTo>
                  <a:pt x="6040634" y="1480554"/>
                  <a:pt x="6030865" y="1490323"/>
                  <a:pt x="6018814" y="1490323"/>
                </a:cubicBezTo>
                <a:cubicBezTo>
                  <a:pt x="6006763" y="1490323"/>
                  <a:pt x="5996994" y="1480554"/>
                  <a:pt x="5996994" y="1468503"/>
                </a:cubicBezTo>
                <a:cubicBezTo>
                  <a:pt x="5996994" y="1456452"/>
                  <a:pt x="6006763" y="1446683"/>
                  <a:pt x="6018814" y="1446683"/>
                </a:cubicBezTo>
                <a:close/>
                <a:moveTo>
                  <a:pt x="5940793" y="1446683"/>
                </a:moveTo>
                <a:cubicBezTo>
                  <a:pt x="5952844" y="1446683"/>
                  <a:pt x="5962613" y="1456452"/>
                  <a:pt x="5962613" y="1468503"/>
                </a:cubicBezTo>
                <a:cubicBezTo>
                  <a:pt x="5962613" y="1480554"/>
                  <a:pt x="5952844" y="1490323"/>
                  <a:pt x="5940793" y="1490323"/>
                </a:cubicBezTo>
                <a:cubicBezTo>
                  <a:pt x="5928742" y="1490323"/>
                  <a:pt x="5918973" y="1480554"/>
                  <a:pt x="5918973" y="1468503"/>
                </a:cubicBezTo>
                <a:cubicBezTo>
                  <a:pt x="5918973" y="1456452"/>
                  <a:pt x="5928742" y="1446683"/>
                  <a:pt x="5940793" y="1446683"/>
                </a:cubicBezTo>
                <a:close/>
                <a:moveTo>
                  <a:pt x="5862773" y="1446683"/>
                </a:moveTo>
                <a:cubicBezTo>
                  <a:pt x="5874824" y="1446683"/>
                  <a:pt x="5884593" y="1456452"/>
                  <a:pt x="5884593" y="1468503"/>
                </a:cubicBezTo>
                <a:cubicBezTo>
                  <a:pt x="5884593" y="1480554"/>
                  <a:pt x="5874824" y="1490323"/>
                  <a:pt x="5862773" y="1490323"/>
                </a:cubicBezTo>
                <a:cubicBezTo>
                  <a:pt x="5850722" y="1490323"/>
                  <a:pt x="5840953" y="1480554"/>
                  <a:pt x="5840953" y="1468503"/>
                </a:cubicBezTo>
                <a:cubicBezTo>
                  <a:pt x="5840953" y="1456452"/>
                  <a:pt x="5850722" y="1446683"/>
                  <a:pt x="5862773" y="1446683"/>
                </a:cubicBezTo>
                <a:close/>
                <a:moveTo>
                  <a:pt x="5785413" y="1446683"/>
                </a:moveTo>
                <a:cubicBezTo>
                  <a:pt x="5797829" y="1446683"/>
                  <a:pt x="5807894" y="1456452"/>
                  <a:pt x="5807894" y="1468503"/>
                </a:cubicBezTo>
                <a:cubicBezTo>
                  <a:pt x="5807894" y="1480554"/>
                  <a:pt x="5797829" y="1490323"/>
                  <a:pt x="5785413" y="1490323"/>
                </a:cubicBezTo>
                <a:cubicBezTo>
                  <a:pt x="5772997" y="1490323"/>
                  <a:pt x="5762932" y="1480554"/>
                  <a:pt x="5762932" y="1468503"/>
                </a:cubicBezTo>
                <a:cubicBezTo>
                  <a:pt x="5762932" y="1456452"/>
                  <a:pt x="5772997" y="1446683"/>
                  <a:pt x="5785413" y="1446683"/>
                </a:cubicBezTo>
                <a:close/>
                <a:moveTo>
                  <a:pt x="5708054" y="1446683"/>
                </a:moveTo>
                <a:cubicBezTo>
                  <a:pt x="5720105" y="1446683"/>
                  <a:pt x="5729874" y="1456452"/>
                  <a:pt x="5729874" y="1468503"/>
                </a:cubicBezTo>
                <a:cubicBezTo>
                  <a:pt x="5729874" y="1480554"/>
                  <a:pt x="5720105" y="1490323"/>
                  <a:pt x="5708054" y="1490323"/>
                </a:cubicBezTo>
                <a:cubicBezTo>
                  <a:pt x="5696003" y="1490323"/>
                  <a:pt x="5686234" y="1480554"/>
                  <a:pt x="5686234" y="1468503"/>
                </a:cubicBezTo>
                <a:cubicBezTo>
                  <a:pt x="5686234" y="1456452"/>
                  <a:pt x="5696003" y="1446683"/>
                  <a:pt x="5708054" y="1446683"/>
                </a:cubicBezTo>
                <a:close/>
                <a:moveTo>
                  <a:pt x="5630034" y="1446683"/>
                </a:moveTo>
                <a:cubicBezTo>
                  <a:pt x="5642085" y="1446683"/>
                  <a:pt x="5651854" y="1456452"/>
                  <a:pt x="5651854" y="1468503"/>
                </a:cubicBezTo>
                <a:cubicBezTo>
                  <a:pt x="5651854" y="1480554"/>
                  <a:pt x="5642085" y="1490323"/>
                  <a:pt x="5630034" y="1490323"/>
                </a:cubicBezTo>
                <a:cubicBezTo>
                  <a:pt x="5617983" y="1490323"/>
                  <a:pt x="5608214" y="1480554"/>
                  <a:pt x="5608214" y="1468503"/>
                </a:cubicBezTo>
                <a:cubicBezTo>
                  <a:pt x="5608214" y="1456452"/>
                  <a:pt x="5617983" y="1446683"/>
                  <a:pt x="5630034" y="1446683"/>
                </a:cubicBezTo>
                <a:close/>
                <a:moveTo>
                  <a:pt x="5552013" y="1446683"/>
                </a:moveTo>
                <a:cubicBezTo>
                  <a:pt x="5564064" y="1446683"/>
                  <a:pt x="5573833" y="1456452"/>
                  <a:pt x="5573833" y="1468503"/>
                </a:cubicBezTo>
                <a:cubicBezTo>
                  <a:pt x="5573833" y="1480554"/>
                  <a:pt x="5564064" y="1490323"/>
                  <a:pt x="5552013" y="1490323"/>
                </a:cubicBezTo>
                <a:cubicBezTo>
                  <a:pt x="5539962" y="1490323"/>
                  <a:pt x="5530193" y="1480554"/>
                  <a:pt x="5530193" y="1468503"/>
                </a:cubicBezTo>
                <a:cubicBezTo>
                  <a:pt x="5530193" y="1456452"/>
                  <a:pt x="5539962" y="1446683"/>
                  <a:pt x="5552013" y="1446683"/>
                </a:cubicBezTo>
                <a:close/>
                <a:moveTo>
                  <a:pt x="5473331" y="1446683"/>
                </a:moveTo>
                <a:cubicBezTo>
                  <a:pt x="5485747" y="1446683"/>
                  <a:pt x="5495812" y="1456452"/>
                  <a:pt x="5495812" y="1468503"/>
                </a:cubicBezTo>
                <a:cubicBezTo>
                  <a:pt x="5495812" y="1480554"/>
                  <a:pt x="5485747" y="1490323"/>
                  <a:pt x="5473331" y="1490323"/>
                </a:cubicBezTo>
                <a:cubicBezTo>
                  <a:pt x="5460915" y="1490323"/>
                  <a:pt x="5450850" y="1480554"/>
                  <a:pt x="5450850" y="1468503"/>
                </a:cubicBezTo>
                <a:cubicBezTo>
                  <a:pt x="5450850" y="1456452"/>
                  <a:pt x="5460915" y="1446683"/>
                  <a:pt x="5473331" y="1446683"/>
                </a:cubicBezTo>
                <a:close/>
                <a:moveTo>
                  <a:pt x="5395972" y="1446683"/>
                </a:moveTo>
                <a:cubicBezTo>
                  <a:pt x="5408023" y="1446683"/>
                  <a:pt x="5417792" y="1456452"/>
                  <a:pt x="5417792" y="1468503"/>
                </a:cubicBezTo>
                <a:cubicBezTo>
                  <a:pt x="5417792" y="1480554"/>
                  <a:pt x="5408023" y="1490323"/>
                  <a:pt x="5395972" y="1490323"/>
                </a:cubicBezTo>
                <a:cubicBezTo>
                  <a:pt x="5383921" y="1490323"/>
                  <a:pt x="5374152" y="1480554"/>
                  <a:pt x="5374152" y="1468503"/>
                </a:cubicBezTo>
                <a:cubicBezTo>
                  <a:pt x="5374152" y="1456452"/>
                  <a:pt x="5383921" y="1446683"/>
                  <a:pt x="5395972" y="1446683"/>
                </a:cubicBezTo>
                <a:close/>
                <a:moveTo>
                  <a:pt x="5317953" y="1446683"/>
                </a:moveTo>
                <a:cubicBezTo>
                  <a:pt x="5330004" y="1446683"/>
                  <a:pt x="5339773" y="1456452"/>
                  <a:pt x="5339773" y="1468503"/>
                </a:cubicBezTo>
                <a:cubicBezTo>
                  <a:pt x="5339773" y="1480554"/>
                  <a:pt x="5330004" y="1490323"/>
                  <a:pt x="5317953" y="1490323"/>
                </a:cubicBezTo>
                <a:cubicBezTo>
                  <a:pt x="5305902" y="1490323"/>
                  <a:pt x="5296133" y="1480554"/>
                  <a:pt x="5296133" y="1468503"/>
                </a:cubicBezTo>
                <a:cubicBezTo>
                  <a:pt x="5296133" y="1456452"/>
                  <a:pt x="5305902" y="1446683"/>
                  <a:pt x="5317953" y="1446683"/>
                </a:cubicBezTo>
                <a:close/>
                <a:moveTo>
                  <a:pt x="5239932" y="1446683"/>
                </a:moveTo>
                <a:cubicBezTo>
                  <a:pt x="5251983" y="1446683"/>
                  <a:pt x="5261752" y="1456452"/>
                  <a:pt x="5261752" y="1468503"/>
                </a:cubicBezTo>
                <a:cubicBezTo>
                  <a:pt x="5261752" y="1480554"/>
                  <a:pt x="5251983" y="1490323"/>
                  <a:pt x="5239932" y="1490323"/>
                </a:cubicBezTo>
                <a:cubicBezTo>
                  <a:pt x="5227881" y="1490323"/>
                  <a:pt x="5218112" y="1480554"/>
                  <a:pt x="5218112" y="1468503"/>
                </a:cubicBezTo>
                <a:cubicBezTo>
                  <a:pt x="5218112" y="1456452"/>
                  <a:pt x="5227881" y="1446683"/>
                  <a:pt x="5239932" y="1446683"/>
                </a:cubicBezTo>
                <a:close/>
                <a:moveTo>
                  <a:pt x="5162572" y="1446683"/>
                </a:moveTo>
                <a:cubicBezTo>
                  <a:pt x="5174988" y="1446683"/>
                  <a:pt x="5185053" y="1456452"/>
                  <a:pt x="5185053" y="1468503"/>
                </a:cubicBezTo>
                <a:cubicBezTo>
                  <a:pt x="5185053" y="1480554"/>
                  <a:pt x="5174988" y="1490323"/>
                  <a:pt x="5162572" y="1490323"/>
                </a:cubicBezTo>
                <a:cubicBezTo>
                  <a:pt x="5150156" y="1490323"/>
                  <a:pt x="5140091" y="1480554"/>
                  <a:pt x="5140091" y="1468503"/>
                </a:cubicBezTo>
                <a:cubicBezTo>
                  <a:pt x="5140091" y="1456452"/>
                  <a:pt x="5150156" y="1446683"/>
                  <a:pt x="5162572" y="1446683"/>
                </a:cubicBezTo>
                <a:close/>
                <a:moveTo>
                  <a:pt x="5085212" y="1446683"/>
                </a:moveTo>
                <a:cubicBezTo>
                  <a:pt x="5097263" y="1446683"/>
                  <a:pt x="5107032" y="1456452"/>
                  <a:pt x="5107032" y="1468503"/>
                </a:cubicBezTo>
                <a:cubicBezTo>
                  <a:pt x="5107032" y="1480554"/>
                  <a:pt x="5097263" y="1490323"/>
                  <a:pt x="5085212" y="1490323"/>
                </a:cubicBezTo>
                <a:cubicBezTo>
                  <a:pt x="5073161" y="1490323"/>
                  <a:pt x="5063392" y="1480554"/>
                  <a:pt x="5063392" y="1468503"/>
                </a:cubicBezTo>
                <a:cubicBezTo>
                  <a:pt x="5063392" y="1456452"/>
                  <a:pt x="5073161" y="1446683"/>
                  <a:pt x="5085212" y="1446683"/>
                </a:cubicBezTo>
                <a:close/>
                <a:moveTo>
                  <a:pt x="5007193" y="1446683"/>
                </a:moveTo>
                <a:cubicBezTo>
                  <a:pt x="5019244" y="1446683"/>
                  <a:pt x="5029013" y="1456452"/>
                  <a:pt x="5029013" y="1468503"/>
                </a:cubicBezTo>
                <a:cubicBezTo>
                  <a:pt x="5029013" y="1480554"/>
                  <a:pt x="5019244" y="1490323"/>
                  <a:pt x="5007193" y="1490323"/>
                </a:cubicBezTo>
                <a:cubicBezTo>
                  <a:pt x="4995142" y="1490323"/>
                  <a:pt x="4985373" y="1480554"/>
                  <a:pt x="4985373" y="1468503"/>
                </a:cubicBezTo>
                <a:cubicBezTo>
                  <a:pt x="4985373" y="1456452"/>
                  <a:pt x="4995142" y="1446683"/>
                  <a:pt x="5007193" y="1446683"/>
                </a:cubicBezTo>
                <a:close/>
                <a:moveTo>
                  <a:pt x="4773132" y="1446683"/>
                </a:moveTo>
                <a:cubicBezTo>
                  <a:pt x="4785183" y="1446683"/>
                  <a:pt x="4794952" y="1456452"/>
                  <a:pt x="4794952" y="1468503"/>
                </a:cubicBezTo>
                <a:cubicBezTo>
                  <a:pt x="4794952" y="1480554"/>
                  <a:pt x="4785183" y="1490323"/>
                  <a:pt x="4773132" y="1490323"/>
                </a:cubicBezTo>
                <a:cubicBezTo>
                  <a:pt x="4761081" y="1490323"/>
                  <a:pt x="4751312" y="1480554"/>
                  <a:pt x="4751312" y="1468503"/>
                </a:cubicBezTo>
                <a:cubicBezTo>
                  <a:pt x="4751312" y="1456452"/>
                  <a:pt x="4761081" y="1446683"/>
                  <a:pt x="4773132" y="1446683"/>
                </a:cubicBezTo>
                <a:close/>
                <a:moveTo>
                  <a:pt x="4695111" y="1446683"/>
                </a:moveTo>
                <a:cubicBezTo>
                  <a:pt x="4707162" y="1446683"/>
                  <a:pt x="4716931" y="1456452"/>
                  <a:pt x="4716931" y="1468503"/>
                </a:cubicBezTo>
                <a:cubicBezTo>
                  <a:pt x="4716931" y="1480554"/>
                  <a:pt x="4707162" y="1490323"/>
                  <a:pt x="4695111" y="1490323"/>
                </a:cubicBezTo>
                <a:cubicBezTo>
                  <a:pt x="4683060" y="1490323"/>
                  <a:pt x="4673291" y="1480554"/>
                  <a:pt x="4673291" y="1468503"/>
                </a:cubicBezTo>
                <a:cubicBezTo>
                  <a:pt x="4673291" y="1456452"/>
                  <a:pt x="4683060" y="1446683"/>
                  <a:pt x="4695111" y="1446683"/>
                </a:cubicBezTo>
                <a:close/>
                <a:moveTo>
                  <a:pt x="4617091" y="1446683"/>
                </a:moveTo>
                <a:cubicBezTo>
                  <a:pt x="4629142" y="1446683"/>
                  <a:pt x="4638911" y="1456452"/>
                  <a:pt x="4638911" y="1468503"/>
                </a:cubicBezTo>
                <a:cubicBezTo>
                  <a:pt x="4638911" y="1480554"/>
                  <a:pt x="4629142" y="1490323"/>
                  <a:pt x="4617091" y="1490323"/>
                </a:cubicBezTo>
                <a:cubicBezTo>
                  <a:pt x="4605040" y="1490323"/>
                  <a:pt x="4595271" y="1480554"/>
                  <a:pt x="4595271" y="1468503"/>
                </a:cubicBezTo>
                <a:cubicBezTo>
                  <a:pt x="4595271" y="1456452"/>
                  <a:pt x="4605040" y="1446683"/>
                  <a:pt x="4617091" y="1446683"/>
                </a:cubicBezTo>
                <a:close/>
                <a:moveTo>
                  <a:pt x="4539070" y="1446683"/>
                </a:moveTo>
                <a:cubicBezTo>
                  <a:pt x="4551121" y="1446683"/>
                  <a:pt x="4560890" y="1456452"/>
                  <a:pt x="4560890" y="1468503"/>
                </a:cubicBezTo>
                <a:cubicBezTo>
                  <a:pt x="4560890" y="1480554"/>
                  <a:pt x="4551121" y="1490323"/>
                  <a:pt x="4539070" y="1490323"/>
                </a:cubicBezTo>
                <a:cubicBezTo>
                  <a:pt x="4527019" y="1490323"/>
                  <a:pt x="4517250" y="1480554"/>
                  <a:pt x="4517250" y="1468503"/>
                </a:cubicBezTo>
                <a:cubicBezTo>
                  <a:pt x="4517250" y="1456452"/>
                  <a:pt x="4527019" y="1446683"/>
                  <a:pt x="4539070" y="1446683"/>
                </a:cubicBezTo>
                <a:close/>
                <a:moveTo>
                  <a:pt x="2670547" y="1446683"/>
                </a:moveTo>
                <a:cubicBezTo>
                  <a:pt x="2682598" y="1446683"/>
                  <a:pt x="2692367" y="1456452"/>
                  <a:pt x="2692367" y="1468503"/>
                </a:cubicBezTo>
                <a:cubicBezTo>
                  <a:pt x="2692367" y="1480554"/>
                  <a:pt x="2682598" y="1490323"/>
                  <a:pt x="2670547" y="1490323"/>
                </a:cubicBezTo>
                <a:cubicBezTo>
                  <a:pt x="2658496" y="1490323"/>
                  <a:pt x="2648727" y="1480554"/>
                  <a:pt x="2648727" y="1468503"/>
                </a:cubicBezTo>
                <a:cubicBezTo>
                  <a:pt x="2648727" y="1456452"/>
                  <a:pt x="2658496" y="1446683"/>
                  <a:pt x="2670547" y="1446683"/>
                </a:cubicBezTo>
                <a:close/>
                <a:moveTo>
                  <a:pt x="2592527" y="1446683"/>
                </a:moveTo>
                <a:cubicBezTo>
                  <a:pt x="2604578" y="1446683"/>
                  <a:pt x="2614347" y="1456452"/>
                  <a:pt x="2614347" y="1468503"/>
                </a:cubicBezTo>
                <a:cubicBezTo>
                  <a:pt x="2614347" y="1480554"/>
                  <a:pt x="2604578" y="1490323"/>
                  <a:pt x="2592527" y="1490323"/>
                </a:cubicBezTo>
                <a:cubicBezTo>
                  <a:pt x="2580476" y="1490323"/>
                  <a:pt x="2570707" y="1480554"/>
                  <a:pt x="2570707" y="1468503"/>
                </a:cubicBezTo>
                <a:cubicBezTo>
                  <a:pt x="2570707" y="1456452"/>
                  <a:pt x="2580476" y="1446683"/>
                  <a:pt x="2592527" y="1446683"/>
                </a:cubicBezTo>
                <a:close/>
                <a:moveTo>
                  <a:pt x="2513845" y="1446683"/>
                </a:moveTo>
                <a:cubicBezTo>
                  <a:pt x="2526261" y="1446683"/>
                  <a:pt x="2536326" y="1456452"/>
                  <a:pt x="2536326" y="1468503"/>
                </a:cubicBezTo>
                <a:cubicBezTo>
                  <a:pt x="2536326" y="1480554"/>
                  <a:pt x="2526261" y="1490323"/>
                  <a:pt x="2513845" y="1490323"/>
                </a:cubicBezTo>
                <a:cubicBezTo>
                  <a:pt x="2501429" y="1490323"/>
                  <a:pt x="2491364" y="1480554"/>
                  <a:pt x="2491364" y="1468503"/>
                </a:cubicBezTo>
                <a:cubicBezTo>
                  <a:pt x="2491364" y="1456452"/>
                  <a:pt x="2501429" y="1446683"/>
                  <a:pt x="2513845" y="1446683"/>
                </a:cubicBezTo>
                <a:close/>
                <a:moveTo>
                  <a:pt x="2436486" y="1446683"/>
                </a:moveTo>
                <a:cubicBezTo>
                  <a:pt x="2448537" y="1446683"/>
                  <a:pt x="2458306" y="1456452"/>
                  <a:pt x="2458306" y="1468503"/>
                </a:cubicBezTo>
                <a:cubicBezTo>
                  <a:pt x="2458306" y="1480554"/>
                  <a:pt x="2448537" y="1490323"/>
                  <a:pt x="2436486" y="1490323"/>
                </a:cubicBezTo>
                <a:cubicBezTo>
                  <a:pt x="2424435" y="1490323"/>
                  <a:pt x="2414666" y="1480554"/>
                  <a:pt x="2414666" y="1468503"/>
                </a:cubicBezTo>
                <a:cubicBezTo>
                  <a:pt x="2414666" y="1456452"/>
                  <a:pt x="2424435" y="1446683"/>
                  <a:pt x="2436486" y="1446683"/>
                </a:cubicBezTo>
                <a:close/>
                <a:moveTo>
                  <a:pt x="2358465" y="1446683"/>
                </a:moveTo>
                <a:cubicBezTo>
                  <a:pt x="2370516" y="1446683"/>
                  <a:pt x="2380285" y="1456452"/>
                  <a:pt x="2380285" y="1468503"/>
                </a:cubicBezTo>
                <a:cubicBezTo>
                  <a:pt x="2380285" y="1480554"/>
                  <a:pt x="2370516" y="1490323"/>
                  <a:pt x="2358465" y="1490323"/>
                </a:cubicBezTo>
                <a:cubicBezTo>
                  <a:pt x="2346414" y="1490323"/>
                  <a:pt x="2336645" y="1480554"/>
                  <a:pt x="2336645" y="1468503"/>
                </a:cubicBezTo>
                <a:cubicBezTo>
                  <a:pt x="2336645" y="1456452"/>
                  <a:pt x="2346414" y="1446683"/>
                  <a:pt x="2358465" y="1446683"/>
                </a:cubicBezTo>
                <a:close/>
                <a:moveTo>
                  <a:pt x="1345530" y="1446683"/>
                </a:moveTo>
                <a:cubicBezTo>
                  <a:pt x="1357582" y="1446683"/>
                  <a:pt x="1367350" y="1456452"/>
                  <a:pt x="1367350" y="1468503"/>
                </a:cubicBezTo>
                <a:cubicBezTo>
                  <a:pt x="1367350" y="1480554"/>
                  <a:pt x="1357582" y="1490323"/>
                  <a:pt x="1345530" y="1490323"/>
                </a:cubicBezTo>
                <a:cubicBezTo>
                  <a:pt x="1333479" y="1490323"/>
                  <a:pt x="1323709" y="1480554"/>
                  <a:pt x="1323709" y="1468503"/>
                </a:cubicBezTo>
                <a:cubicBezTo>
                  <a:pt x="1323709" y="1456452"/>
                  <a:pt x="1333479" y="1446683"/>
                  <a:pt x="1345530" y="1446683"/>
                </a:cubicBezTo>
                <a:close/>
                <a:moveTo>
                  <a:pt x="1268169" y="1446683"/>
                </a:moveTo>
                <a:cubicBezTo>
                  <a:pt x="1280590" y="1446683"/>
                  <a:pt x="1290660" y="1456452"/>
                  <a:pt x="1290660" y="1468503"/>
                </a:cubicBezTo>
                <a:cubicBezTo>
                  <a:pt x="1290660" y="1480554"/>
                  <a:pt x="1280590" y="1490323"/>
                  <a:pt x="1268169" y="1490323"/>
                </a:cubicBezTo>
                <a:cubicBezTo>
                  <a:pt x="1255755" y="1490323"/>
                  <a:pt x="1245691" y="1480554"/>
                  <a:pt x="1245691" y="1468503"/>
                </a:cubicBezTo>
                <a:cubicBezTo>
                  <a:pt x="1245691" y="1456452"/>
                  <a:pt x="1255755" y="1446683"/>
                  <a:pt x="1268169" y="1446683"/>
                </a:cubicBezTo>
                <a:close/>
                <a:moveTo>
                  <a:pt x="1190817" y="1446683"/>
                </a:moveTo>
                <a:cubicBezTo>
                  <a:pt x="1202861" y="1446683"/>
                  <a:pt x="1212636" y="1456452"/>
                  <a:pt x="1212636" y="1468503"/>
                </a:cubicBezTo>
                <a:cubicBezTo>
                  <a:pt x="1212636" y="1480554"/>
                  <a:pt x="1202861" y="1490323"/>
                  <a:pt x="1190817" y="1490323"/>
                </a:cubicBezTo>
                <a:cubicBezTo>
                  <a:pt x="1178762" y="1490323"/>
                  <a:pt x="1168996" y="1480554"/>
                  <a:pt x="1168996" y="1468503"/>
                </a:cubicBezTo>
                <a:cubicBezTo>
                  <a:pt x="1168996" y="1456452"/>
                  <a:pt x="1178762" y="1446683"/>
                  <a:pt x="1190817" y="1446683"/>
                </a:cubicBezTo>
                <a:close/>
                <a:moveTo>
                  <a:pt x="1112792" y="1446683"/>
                </a:moveTo>
                <a:cubicBezTo>
                  <a:pt x="1124847" y="1446683"/>
                  <a:pt x="1134608" y="1456452"/>
                  <a:pt x="1134608" y="1468503"/>
                </a:cubicBezTo>
                <a:cubicBezTo>
                  <a:pt x="1134608" y="1480554"/>
                  <a:pt x="1124847" y="1490323"/>
                  <a:pt x="1112792" y="1490323"/>
                </a:cubicBezTo>
                <a:cubicBezTo>
                  <a:pt x="1100740" y="1490323"/>
                  <a:pt x="1090972" y="1480554"/>
                  <a:pt x="1090972" y="1468503"/>
                </a:cubicBezTo>
                <a:cubicBezTo>
                  <a:pt x="1090972" y="1456452"/>
                  <a:pt x="1100740" y="1446683"/>
                  <a:pt x="1112792" y="1446683"/>
                </a:cubicBezTo>
                <a:close/>
                <a:moveTo>
                  <a:pt x="1034768" y="1446683"/>
                </a:moveTo>
                <a:cubicBezTo>
                  <a:pt x="1046824" y="1446683"/>
                  <a:pt x="1056586" y="1456452"/>
                  <a:pt x="1056586" y="1468503"/>
                </a:cubicBezTo>
                <a:cubicBezTo>
                  <a:pt x="1056586" y="1480554"/>
                  <a:pt x="1046824" y="1490323"/>
                  <a:pt x="1034768" y="1490323"/>
                </a:cubicBezTo>
                <a:cubicBezTo>
                  <a:pt x="1022720" y="1490323"/>
                  <a:pt x="1012952" y="1480554"/>
                  <a:pt x="1012952" y="1468503"/>
                </a:cubicBezTo>
                <a:cubicBezTo>
                  <a:pt x="1012952" y="1456452"/>
                  <a:pt x="1022720" y="1446683"/>
                  <a:pt x="1034768" y="1446683"/>
                </a:cubicBezTo>
                <a:close/>
                <a:moveTo>
                  <a:pt x="956746" y="1446683"/>
                </a:moveTo>
                <a:cubicBezTo>
                  <a:pt x="968802" y="1446683"/>
                  <a:pt x="978570" y="1456452"/>
                  <a:pt x="978570" y="1468503"/>
                </a:cubicBezTo>
                <a:cubicBezTo>
                  <a:pt x="978570" y="1480554"/>
                  <a:pt x="968802" y="1490323"/>
                  <a:pt x="956746" y="1490323"/>
                </a:cubicBezTo>
                <a:cubicBezTo>
                  <a:pt x="944696" y="1490323"/>
                  <a:pt x="934926" y="1480554"/>
                  <a:pt x="934926" y="1468503"/>
                </a:cubicBezTo>
                <a:cubicBezTo>
                  <a:pt x="934926" y="1456452"/>
                  <a:pt x="944696" y="1446683"/>
                  <a:pt x="956746" y="1446683"/>
                </a:cubicBezTo>
                <a:close/>
                <a:moveTo>
                  <a:pt x="880048" y="1446683"/>
                </a:moveTo>
                <a:cubicBezTo>
                  <a:pt x="892100" y="1446683"/>
                  <a:pt x="901869" y="1456452"/>
                  <a:pt x="901869" y="1468503"/>
                </a:cubicBezTo>
                <a:cubicBezTo>
                  <a:pt x="901869" y="1480554"/>
                  <a:pt x="892100" y="1490323"/>
                  <a:pt x="880048" y="1490323"/>
                </a:cubicBezTo>
                <a:cubicBezTo>
                  <a:pt x="867998" y="1490323"/>
                  <a:pt x="858229" y="1480554"/>
                  <a:pt x="858229" y="1468503"/>
                </a:cubicBezTo>
                <a:cubicBezTo>
                  <a:pt x="858229" y="1456452"/>
                  <a:pt x="867998" y="1446683"/>
                  <a:pt x="880048" y="1446683"/>
                </a:cubicBezTo>
                <a:close/>
                <a:moveTo>
                  <a:pt x="800708" y="1446683"/>
                </a:moveTo>
                <a:cubicBezTo>
                  <a:pt x="812759" y="1446683"/>
                  <a:pt x="822526" y="1456452"/>
                  <a:pt x="822526" y="1468503"/>
                </a:cubicBezTo>
                <a:cubicBezTo>
                  <a:pt x="822526" y="1480554"/>
                  <a:pt x="812759" y="1490323"/>
                  <a:pt x="800708" y="1490323"/>
                </a:cubicBezTo>
                <a:cubicBezTo>
                  <a:pt x="788656" y="1490323"/>
                  <a:pt x="778885" y="1480554"/>
                  <a:pt x="778885" y="1468503"/>
                </a:cubicBezTo>
                <a:cubicBezTo>
                  <a:pt x="778885" y="1456452"/>
                  <a:pt x="788656" y="1446683"/>
                  <a:pt x="800708" y="1446683"/>
                </a:cubicBezTo>
                <a:close/>
                <a:moveTo>
                  <a:pt x="411924" y="1446683"/>
                </a:moveTo>
                <a:cubicBezTo>
                  <a:pt x="423974" y="1446683"/>
                  <a:pt x="433742" y="1456452"/>
                  <a:pt x="433742" y="1468503"/>
                </a:cubicBezTo>
                <a:cubicBezTo>
                  <a:pt x="433742" y="1480554"/>
                  <a:pt x="423974" y="1490323"/>
                  <a:pt x="411924" y="1490323"/>
                </a:cubicBezTo>
                <a:cubicBezTo>
                  <a:pt x="399875" y="1490323"/>
                  <a:pt x="390105" y="1480554"/>
                  <a:pt x="390105" y="1468503"/>
                </a:cubicBezTo>
                <a:cubicBezTo>
                  <a:pt x="390105" y="1456452"/>
                  <a:pt x="399875" y="1446683"/>
                  <a:pt x="411924" y="1446683"/>
                </a:cubicBezTo>
                <a:close/>
                <a:moveTo>
                  <a:pt x="333903" y="1446683"/>
                </a:moveTo>
                <a:cubicBezTo>
                  <a:pt x="345953" y="1446683"/>
                  <a:pt x="355723" y="1456452"/>
                  <a:pt x="355723" y="1468503"/>
                </a:cubicBezTo>
                <a:cubicBezTo>
                  <a:pt x="355723" y="1480554"/>
                  <a:pt x="345953" y="1490323"/>
                  <a:pt x="333903" y="1490323"/>
                </a:cubicBezTo>
                <a:cubicBezTo>
                  <a:pt x="321852" y="1490323"/>
                  <a:pt x="312083" y="1480554"/>
                  <a:pt x="312083" y="1468503"/>
                </a:cubicBezTo>
                <a:cubicBezTo>
                  <a:pt x="312083" y="1456452"/>
                  <a:pt x="321852" y="1446683"/>
                  <a:pt x="333903" y="1446683"/>
                </a:cubicBezTo>
                <a:close/>
                <a:moveTo>
                  <a:pt x="255882" y="1446683"/>
                </a:moveTo>
                <a:cubicBezTo>
                  <a:pt x="267933" y="1446683"/>
                  <a:pt x="277701" y="1456452"/>
                  <a:pt x="277701" y="1468503"/>
                </a:cubicBezTo>
                <a:cubicBezTo>
                  <a:pt x="277701" y="1480554"/>
                  <a:pt x="267933" y="1490323"/>
                  <a:pt x="255882" y="1490323"/>
                </a:cubicBezTo>
                <a:cubicBezTo>
                  <a:pt x="243831" y="1490323"/>
                  <a:pt x="234062" y="1480554"/>
                  <a:pt x="234062" y="1468503"/>
                </a:cubicBezTo>
                <a:cubicBezTo>
                  <a:pt x="234062" y="1456452"/>
                  <a:pt x="243831" y="1446683"/>
                  <a:pt x="255882" y="1446683"/>
                </a:cubicBezTo>
                <a:close/>
                <a:moveTo>
                  <a:pt x="177862" y="1446683"/>
                </a:moveTo>
                <a:cubicBezTo>
                  <a:pt x="189913" y="1446683"/>
                  <a:pt x="199683" y="1456452"/>
                  <a:pt x="199683" y="1468503"/>
                </a:cubicBezTo>
                <a:cubicBezTo>
                  <a:pt x="199683" y="1480554"/>
                  <a:pt x="189913" y="1490323"/>
                  <a:pt x="177862" y="1490323"/>
                </a:cubicBezTo>
                <a:cubicBezTo>
                  <a:pt x="165812" y="1490323"/>
                  <a:pt x="156042" y="1480554"/>
                  <a:pt x="156042" y="1468503"/>
                </a:cubicBezTo>
                <a:cubicBezTo>
                  <a:pt x="156042" y="1456452"/>
                  <a:pt x="165812" y="1446683"/>
                  <a:pt x="177862" y="1446683"/>
                </a:cubicBezTo>
                <a:close/>
                <a:moveTo>
                  <a:pt x="1968363" y="1446682"/>
                </a:moveTo>
                <a:cubicBezTo>
                  <a:pt x="1980414" y="1446682"/>
                  <a:pt x="1990183" y="1456451"/>
                  <a:pt x="1990183" y="1468502"/>
                </a:cubicBezTo>
                <a:cubicBezTo>
                  <a:pt x="1990183" y="1480553"/>
                  <a:pt x="1980414" y="1490322"/>
                  <a:pt x="1968363" y="1490322"/>
                </a:cubicBezTo>
                <a:cubicBezTo>
                  <a:pt x="1956312" y="1490322"/>
                  <a:pt x="1946543" y="1480553"/>
                  <a:pt x="1946543" y="1468502"/>
                </a:cubicBezTo>
                <a:cubicBezTo>
                  <a:pt x="1946543" y="1456451"/>
                  <a:pt x="1956312" y="1446682"/>
                  <a:pt x="1968363" y="1446682"/>
                </a:cubicBezTo>
                <a:close/>
                <a:moveTo>
                  <a:pt x="1891011" y="1446682"/>
                </a:moveTo>
                <a:cubicBezTo>
                  <a:pt x="1903431" y="1446682"/>
                  <a:pt x="1913495" y="1456451"/>
                  <a:pt x="1913495" y="1468502"/>
                </a:cubicBezTo>
                <a:cubicBezTo>
                  <a:pt x="1913495" y="1480553"/>
                  <a:pt x="1903431" y="1490322"/>
                  <a:pt x="1891011" y="1490322"/>
                </a:cubicBezTo>
                <a:cubicBezTo>
                  <a:pt x="1878594" y="1490322"/>
                  <a:pt x="1868529" y="1480553"/>
                  <a:pt x="1868529" y="1468502"/>
                </a:cubicBezTo>
                <a:cubicBezTo>
                  <a:pt x="1868529" y="1456451"/>
                  <a:pt x="1878594" y="1446682"/>
                  <a:pt x="1891011" y="1446682"/>
                </a:cubicBezTo>
                <a:close/>
                <a:moveTo>
                  <a:pt x="1813657" y="1446682"/>
                </a:moveTo>
                <a:cubicBezTo>
                  <a:pt x="1825704" y="1446682"/>
                  <a:pt x="1835474" y="1456451"/>
                  <a:pt x="1835474" y="1468502"/>
                </a:cubicBezTo>
                <a:cubicBezTo>
                  <a:pt x="1835474" y="1480553"/>
                  <a:pt x="1825704" y="1490322"/>
                  <a:pt x="1813657" y="1490322"/>
                </a:cubicBezTo>
                <a:cubicBezTo>
                  <a:pt x="1801603" y="1490322"/>
                  <a:pt x="1791833" y="1480553"/>
                  <a:pt x="1791833" y="1468502"/>
                </a:cubicBezTo>
                <a:cubicBezTo>
                  <a:pt x="1791833" y="1456451"/>
                  <a:pt x="1801603" y="1446682"/>
                  <a:pt x="1813657" y="1446682"/>
                </a:cubicBezTo>
                <a:close/>
                <a:moveTo>
                  <a:pt x="1735633" y="1446682"/>
                </a:moveTo>
                <a:cubicBezTo>
                  <a:pt x="1747685" y="1446682"/>
                  <a:pt x="1757457" y="1456451"/>
                  <a:pt x="1757457" y="1468502"/>
                </a:cubicBezTo>
                <a:cubicBezTo>
                  <a:pt x="1757457" y="1480553"/>
                  <a:pt x="1747685" y="1490322"/>
                  <a:pt x="1735633" y="1490322"/>
                </a:cubicBezTo>
                <a:cubicBezTo>
                  <a:pt x="1723586" y="1490322"/>
                  <a:pt x="1713819" y="1480553"/>
                  <a:pt x="1713819" y="1468502"/>
                </a:cubicBezTo>
                <a:cubicBezTo>
                  <a:pt x="1713819" y="1456451"/>
                  <a:pt x="1723586" y="1446682"/>
                  <a:pt x="1735633" y="1446682"/>
                </a:cubicBezTo>
                <a:close/>
                <a:moveTo>
                  <a:pt x="1657611" y="1446682"/>
                </a:moveTo>
                <a:cubicBezTo>
                  <a:pt x="1669659" y="1446682"/>
                  <a:pt x="1679436" y="1456451"/>
                  <a:pt x="1679436" y="1468502"/>
                </a:cubicBezTo>
                <a:cubicBezTo>
                  <a:pt x="1679436" y="1480553"/>
                  <a:pt x="1669659" y="1490322"/>
                  <a:pt x="1657611" y="1490322"/>
                </a:cubicBezTo>
                <a:cubicBezTo>
                  <a:pt x="1645568" y="1490322"/>
                  <a:pt x="1635796" y="1480553"/>
                  <a:pt x="1635796" y="1468502"/>
                </a:cubicBezTo>
                <a:cubicBezTo>
                  <a:pt x="1635796" y="1456451"/>
                  <a:pt x="1645568" y="1446682"/>
                  <a:pt x="1657611" y="1446682"/>
                </a:cubicBezTo>
                <a:close/>
                <a:moveTo>
                  <a:pt x="1580257" y="1446682"/>
                </a:moveTo>
                <a:cubicBezTo>
                  <a:pt x="1592669" y="1446682"/>
                  <a:pt x="1602734" y="1456451"/>
                  <a:pt x="1602734" y="1468502"/>
                </a:cubicBezTo>
                <a:cubicBezTo>
                  <a:pt x="1602734" y="1480553"/>
                  <a:pt x="1592669" y="1490322"/>
                  <a:pt x="1580257" y="1490322"/>
                </a:cubicBezTo>
                <a:cubicBezTo>
                  <a:pt x="1567839" y="1490322"/>
                  <a:pt x="1557771" y="1480553"/>
                  <a:pt x="1557771" y="1468502"/>
                </a:cubicBezTo>
                <a:cubicBezTo>
                  <a:pt x="1557771" y="1456451"/>
                  <a:pt x="1567839" y="1446682"/>
                  <a:pt x="1580257" y="1446682"/>
                </a:cubicBezTo>
                <a:close/>
                <a:moveTo>
                  <a:pt x="1502899" y="1446682"/>
                </a:moveTo>
                <a:cubicBezTo>
                  <a:pt x="1514943" y="1446682"/>
                  <a:pt x="1524717" y="1456451"/>
                  <a:pt x="1524717" y="1468502"/>
                </a:cubicBezTo>
                <a:cubicBezTo>
                  <a:pt x="1524717" y="1480553"/>
                  <a:pt x="1514943" y="1490322"/>
                  <a:pt x="1502899" y="1490322"/>
                </a:cubicBezTo>
                <a:cubicBezTo>
                  <a:pt x="1490842" y="1490322"/>
                  <a:pt x="1481077" y="1480553"/>
                  <a:pt x="1481077" y="1468502"/>
                </a:cubicBezTo>
                <a:cubicBezTo>
                  <a:pt x="1481077" y="1456451"/>
                  <a:pt x="1490842" y="1446682"/>
                  <a:pt x="1502899" y="1446682"/>
                </a:cubicBezTo>
                <a:close/>
                <a:moveTo>
                  <a:pt x="1424212" y="1446682"/>
                </a:moveTo>
                <a:cubicBezTo>
                  <a:pt x="1436628" y="1446682"/>
                  <a:pt x="1446695" y="1456451"/>
                  <a:pt x="1446695" y="1468502"/>
                </a:cubicBezTo>
                <a:cubicBezTo>
                  <a:pt x="1446695" y="1480553"/>
                  <a:pt x="1436628" y="1490322"/>
                  <a:pt x="1424212" y="1490322"/>
                </a:cubicBezTo>
                <a:cubicBezTo>
                  <a:pt x="1411799" y="1490322"/>
                  <a:pt x="1401732" y="1480553"/>
                  <a:pt x="1401732" y="1468502"/>
                </a:cubicBezTo>
                <a:cubicBezTo>
                  <a:pt x="1401732" y="1456451"/>
                  <a:pt x="1411799" y="1446682"/>
                  <a:pt x="1424212" y="1446682"/>
                </a:cubicBezTo>
                <a:close/>
                <a:moveTo>
                  <a:pt x="8822259" y="1368662"/>
                </a:moveTo>
                <a:cubicBezTo>
                  <a:pt x="8834310" y="1368662"/>
                  <a:pt x="8844079" y="1378727"/>
                  <a:pt x="8844079" y="1391143"/>
                </a:cubicBezTo>
                <a:cubicBezTo>
                  <a:pt x="8844079" y="1403559"/>
                  <a:pt x="8834310" y="1413624"/>
                  <a:pt x="8822259" y="1413624"/>
                </a:cubicBezTo>
                <a:cubicBezTo>
                  <a:pt x="8810208" y="1413624"/>
                  <a:pt x="8800439" y="1403559"/>
                  <a:pt x="8800439" y="1391143"/>
                </a:cubicBezTo>
                <a:cubicBezTo>
                  <a:pt x="8800439" y="1378727"/>
                  <a:pt x="8810208" y="1368662"/>
                  <a:pt x="8822259" y="1368662"/>
                </a:cubicBezTo>
                <a:close/>
                <a:moveTo>
                  <a:pt x="8744900" y="1368662"/>
                </a:moveTo>
                <a:cubicBezTo>
                  <a:pt x="8757316" y="1368662"/>
                  <a:pt x="8767381" y="1378727"/>
                  <a:pt x="8767381" y="1391143"/>
                </a:cubicBezTo>
                <a:cubicBezTo>
                  <a:pt x="8767381" y="1403559"/>
                  <a:pt x="8757316" y="1413624"/>
                  <a:pt x="8744900" y="1413624"/>
                </a:cubicBezTo>
                <a:cubicBezTo>
                  <a:pt x="8732484" y="1413624"/>
                  <a:pt x="8722419" y="1403559"/>
                  <a:pt x="8722419" y="1391143"/>
                </a:cubicBezTo>
                <a:cubicBezTo>
                  <a:pt x="8722419" y="1378727"/>
                  <a:pt x="8732484" y="1368662"/>
                  <a:pt x="8744900" y="1368662"/>
                </a:cubicBezTo>
                <a:close/>
                <a:moveTo>
                  <a:pt x="8667540" y="1368662"/>
                </a:moveTo>
                <a:cubicBezTo>
                  <a:pt x="8679591" y="1368662"/>
                  <a:pt x="8689360" y="1378727"/>
                  <a:pt x="8689360" y="1391143"/>
                </a:cubicBezTo>
                <a:cubicBezTo>
                  <a:pt x="8689360" y="1403559"/>
                  <a:pt x="8679591" y="1413624"/>
                  <a:pt x="8667540" y="1413624"/>
                </a:cubicBezTo>
                <a:cubicBezTo>
                  <a:pt x="8655489" y="1413624"/>
                  <a:pt x="8645720" y="1403559"/>
                  <a:pt x="8645720" y="1391143"/>
                </a:cubicBezTo>
                <a:cubicBezTo>
                  <a:pt x="8645720" y="1378727"/>
                  <a:pt x="8655489" y="1368662"/>
                  <a:pt x="8667540" y="1368662"/>
                </a:cubicBezTo>
                <a:close/>
                <a:moveTo>
                  <a:pt x="8589520" y="1368662"/>
                </a:moveTo>
                <a:cubicBezTo>
                  <a:pt x="8601571" y="1368662"/>
                  <a:pt x="8611340" y="1378727"/>
                  <a:pt x="8611340" y="1391143"/>
                </a:cubicBezTo>
                <a:cubicBezTo>
                  <a:pt x="8611340" y="1403559"/>
                  <a:pt x="8601571" y="1413624"/>
                  <a:pt x="8589520" y="1413624"/>
                </a:cubicBezTo>
                <a:cubicBezTo>
                  <a:pt x="8577469" y="1413624"/>
                  <a:pt x="8567700" y="1403559"/>
                  <a:pt x="8567700" y="1391143"/>
                </a:cubicBezTo>
                <a:cubicBezTo>
                  <a:pt x="8567700" y="1378727"/>
                  <a:pt x="8577469" y="1368662"/>
                  <a:pt x="8589520" y="1368662"/>
                </a:cubicBezTo>
                <a:close/>
                <a:moveTo>
                  <a:pt x="8432818" y="1368662"/>
                </a:moveTo>
                <a:cubicBezTo>
                  <a:pt x="8445234" y="1368662"/>
                  <a:pt x="8455299" y="1378727"/>
                  <a:pt x="8455299" y="1391143"/>
                </a:cubicBezTo>
                <a:cubicBezTo>
                  <a:pt x="8455299" y="1403559"/>
                  <a:pt x="8445234" y="1413624"/>
                  <a:pt x="8432818" y="1413624"/>
                </a:cubicBezTo>
                <a:cubicBezTo>
                  <a:pt x="8420402" y="1413624"/>
                  <a:pt x="8410337" y="1403559"/>
                  <a:pt x="8410337" y="1391143"/>
                </a:cubicBezTo>
                <a:cubicBezTo>
                  <a:pt x="8410337" y="1378727"/>
                  <a:pt x="8420402" y="1368662"/>
                  <a:pt x="8432818" y="1368662"/>
                </a:cubicBezTo>
                <a:close/>
                <a:moveTo>
                  <a:pt x="8355459" y="1368662"/>
                </a:moveTo>
                <a:cubicBezTo>
                  <a:pt x="8367510" y="1368662"/>
                  <a:pt x="8377279" y="1378727"/>
                  <a:pt x="8377279" y="1391143"/>
                </a:cubicBezTo>
                <a:cubicBezTo>
                  <a:pt x="8377279" y="1403559"/>
                  <a:pt x="8367510" y="1413624"/>
                  <a:pt x="8355459" y="1413624"/>
                </a:cubicBezTo>
                <a:cubicBezTo>
                  <a:pt x="8343408" y="1413624"/>
                  <a:pt x="8333639" y="1403559"/>
                  <a:pt x="8333639" y="1391143"/>
                </a:cubicBezTo>
                <a:cubicBezTo>
                  <a:pt x="8333639" y="1378727"/>
                  <a:pt x="8343408" y="1368662"/>
                  <a:pt x="8355459" y="1368662"/>
                </a:cubicBezTo>
                <a:close/>
                <a:moveTo>
                  <a:pt x="8277438" y="1368662"/>
                </a:moveTo>
                <a:cubicBezTo>
                  <a:pt x="8289489" y="1368662"/>
                  <a:pt x="8299258" y="1378727"/>
                  <a:pt x="8299258" y="1391143"/>
                </a:cubicBezTo>
                <a:cubicBezTo>
                  <a:pt x="8299258" y="1403559"/>
                  <a:pt x="8289489" y="1413624"/>
                  <a:pt x="8277438" y="1413624"/>
                </a:cubicBezTo>
                <a:cubicBezTo>
                  <a:pt x="8265387" y="1413624"/>
                  <a:pt x="8255618" y="1403559"/>
                  <a:pt x="8255618" y="1391143"/>
                </a:cubicBezTo>
                <a:cubicBezTo>
                  <a:pt x="8255618" y="1378727"/>
                  <a:pt x="8265387" y="1368662"/>
                  <a:pt x="8277438" y="1368662"/>
                </a:cubicBezTo>
                <a:close/>
                <a:moveTo>
                  <a:pt x="8199418" y="1368662"/>
                </a:moveTo>
                <a:cubicBezTo>
                  <a:pt x="8211469" y="1368662"/>
                  <a:pt x="8221238" y="1378727"/>
                  <a:pt x="8221238" y="1391143"/>
                </a:cubicBezTo>
                <a:cubicBezTo>
                  <a:pt x="8221238" y="1403559"/>
                  <a:pt x="8211469" y="1413624"/>
                  <a:pt x="8199418" y="1413624"/>
                </a:cubicBezTo>
                <a:cubicBezTo>
                  <a:pt x="8187367" y="1413624"/>
                  <a:pt x="8177598" y="1403559"/>
                  <a:pt x="8177598" y="1391143"/>
                </a:cubicBezTo>
                <a:cubicBezTo>
                  <a:pt x="8177598" y="1378727"/>
                  <a:pt x="8187367" y="1368662"/>
                  <a:pt x="8199418" y="1368662"/>
                </a:cubicBezTo>
                <a:close/>
                <a:moveTo>
                  <a:pt x="8121398" y="1368662"/>
                </a:moveTo>
                <a:cubicBezTo>
                  <a:pt x="8133449" y="1368662"/>
                  <a:pt x="8143218" y="1378727"/>
                  <a:pt x="8143218" y="1391143"/>
                </a:cubicBezTo>
                <a:cubicBezTo>
                  <a:pt x="8143218" y="1403559"/>
                  <a:pt x="8133449" y="1413624"/>
                  <a:pt x="8121398" y="1413624"/>
                </a:cubicBezTo>
                <a:cubicBezTo>
                  <a:pt x="8109347" y="1413624"/>
                  <a:pt x="8099578" y="1403559"/>
                  <a:pt x="8099578" y="1391143"/>
                </a:cubicBezTo>
                <a:cubicBezTo>
                  <a:pt x="8099578" y="1378727"/>
                  <a:pt x="8109347" y="1368662"/>
                  <a:pt x="8121398" y="1368662"/>
                </a:cubicBezTo>
                <a:close/>
                <a:moveTo>
                  <a:pt x="8044700" y="1368662"/>
                </a:moveTo>
                <a:cubicBezTo>
                  <a:pt x="8056751" y="1368662"/>
                  <a:pt x="8066520" y="1378727"/>
                  <a:pt x="8066520" y="1391143"/>
                </a:cubicBezTo>
                <a:cubicBezTo>
                  <a:pt x="8066520" y="1403559"/>
                  <a:pt x="8056751" y="1413624"/>
                  <a:pt x="8044700" y="1413624"/>
                </a:cubicBezTo>
                <a:cubicBezTo>
                  <a:pt x="8032649" y="1413624"/>
                  <a:pt x="8022880" y="1403559"/>
                  <a:pt x="8022880" y="1391143"/>
                </a:cubicBezTo>
                <a:cubicBezTo>
                  <a:pt x="8022880" y="1378727"/>
                  <a:pt x="8032649" y="1368662"/>
                  <a:pt x="8044700" y="1368662"/>
                </a:cubicBezTo>
                <a:close/>
                <a:moveTo>
                  <a:pt x="7966679" y="1368662"/>
                </a:moveTo>
                <a:cubicBezTo>
                  <a:pt x="7978730" y="1368662"/>
                  <a:pt x="7988499" y="1378727"/>
                  <a:pt x="7988499" y="1391143"/>
                </a:cubicBezTo>
                <a:cubicBezTo>
                  <a:pt x="7988499" y="1403559"/>
                  <a:pt x="7978730" y="1413624"/>
                  <a:pt x="7966679" y="1413624"/>
                </a:cubicBezTo>
                <a:cubicBezTo>
                  <a:pt x="7954628" y="1413624"/>
                  <a:pt x="7944859" y="1403559"/>
                  <a:pt x="7944859" y="1391143"/>
                </a:cubicBezTo>
                <a:cubicBezTo>
                  <a:pt x="7944859" y="1378727"/>
                  <a:pt x="7954628" y="1368662"/>
                  <a:pt x="7966679" y="1368662"/>
                </a:cubicBezTo>
                <a:close/>
                <a:moveTo>
                  <a:pt x="7888658" y="1368662"/>
                </a:moveTo>
                <a:cubicBezTo>
                  <a:pt x="7900709" y="1368662"/>
                  <a:pt x="7910478" y="1378727"/>
                  <a:pt x="7910478" y="1391143"/>
                </a:cubicBezTo>
                <a:cubicBezTo>
                  <a:pt x="7910478" y="1403559"/>
                  <a:pt x="7900709" y="1413624"/>
                  <a:pt x="7888658" y="1413624"/>
                </a:cubicBezTo>
                <a:cubicBezTo>
                  <a:pt x="7876607" y="1413624"/>
                  <a:pt x="7866838" y="1403559"/>
                  <a:pt x="7866838" y="1391143"/>
                </a:cubicBezTo>
                <a:cubicBezTo>
                  <a:pt x="7866838" y="1378727"/>
                  <a:pt x="7876607" y="1368662"/>
                  <a:pt x="7888658" y="1368662"/>
                </a:cubicBezTo>
                <a:close/>
                <a:moveTo>
                  <a:pt x="7809316" y="1368662"/>
                </a:moveTo>
                <a:cubicBezTo>
                  <a:pt x="7821367" y="1368662"/>
                  <a:pt x="7831136" y="1378727"/>
                  <a:pt x="7831136" y="1391143"/>
                </a:cubicBezTo>
                <a:cubicBezTo>
                  <a:pt x="7831136" y="1403559"/>
                  <a:pt x="7821367" y="1413624"/>
                  <a:pt x="7809316" y="1413624"/>
                </a:cubicBezTo>
                <a:cubicBezTo>
                  <a:pt x="7797265" y="1413624"/>
                  <a:pt x="7787496" y="1403559"/>
                  <a:pt x="7787496" y="1391143"/>
                </a:cubicBezTo>
                <a:cubicBezTo>
                  <a:pt x="7787496" y="1378727"/>
                  <a:pt x="7797265" y="1368662"/>
                  <a:pt x="7809316" y="1368662"/>
                </a:cubicBezTo>
                <a:close/>
                <a:moveTo>
                  <a:pt x="7731957" y="1368662"/>
                </a:moveTo>
                <a:cubicBezTo>
                  <a:pt x="7744373" y="1368662"/>
                  <a:pt x="7754438" y="1378727"/>
                  <a:pt x="7754438" y="1391143"/>
                </a:cubicBezTo>
                <a:cubicBezTo>
                  <a:pt x="7754438" y="1403559"/>
                  <a:pt x="7744373" y="1413624"/>
                  <a:pt x="7731957" y="1413624"/>
                </a:cubicBezTo>
                <a:cubicBezTo>
                  <a:pt x="7719541" y="1413624"/>
                  <a:pt x="7709476" y="1403559"/>
                  <a:pt x="7709476" y="1391143"/>
                </a:cubicBezTo>
                <a:cubicBezTo>
                  <a:pt x="7709476" y="1378727"/>
                  <a:pt x="7719541" y="1368662"/>
                  <a:pt x="7731957" y="1368662"/>
                </a:cubicBezTo>
                <a:close/>
                <a:moveTo>
                  <a:pt x="7654597" y="1368662"/>
                </a:moveTo>
                <a:cubicBezTo>
                  <a:pt x="7666648" y="1368662"/>
                  <a:pt x="7676417" y="1378727"/>
                  <a:pt x="7676417" y="1391143"/>
                </a:cubicBezTo>
                <a:cubicBezTo>
                  <a:pt x="7676417" y="1403559"/>
                  <a:pt x="7666648" y="1413624"/>
                  <a:pt x="7654597" y="1413624"/>
                </a:cubicBezTo>
                <a:cubicBezTo>
                  <a:pt x="7642546" y="1413624"/>
                  <a:pt x="7632777" y="1403559"/>
                  <a:pt x="7632777" y="1391143"/>
                </a:cubicBezTo>
                <a:cubicBezTo>
                  <a:pt x="7632777" y="1378727"/>
                  <a:pt x="7642546" y="1368662"/>
                  <a:pt x="7654597" y="1368662"/>
                </a:cubicBezTo>
                <a:close/>
                <a:moveTo>
                  <a:pt x="7576577" y="1368662"/>
                </a:moveTo>
                <a:cubicBezTo>
                  <a:pt x="7588628" y="1368662"/>
                  <a:pt x="7598397" y="1378727"/>
                  <a:pt x="7598397" y="1391143"/>
                </a:cubicBezTo>
                <a:cubicBezTo>
                  <a:pt x="7598397" y="1403559"/>
                  <a:pt x="7588628" y="1413624"/>
                  <a:pt x="7576577" y="1413624"/>
                </a:cubicBezTo>
                <a:cubicBezTo>
                  <a:pt x="7564526" y="1413624"/>
                  <a:pt x="7554757" y="1403559"/>
                  <a:pt x="7554757" y="1391143"/>
                </a:cubicBezTo>
                <a:cubicBezTo>
                  <a:pt x="7554757" y="1378727"/>
                  <a:pt x="7564526" y="1368662"/>
                  <a:pt x="7576577" y="1368662"/>
                </a:cubicBezTo>
                <a:close/>
                <a:moveTo>
                  <a:pt x="7498556" y="1368662"/>
                </a:moveTo>
                <a:cubicBezTo>
                  <a:pt x="7510607" y="1368662"/>
                  <a:pt x="7520376" y="1378727"/>
                  <a:pt x="7520376" y="1391143"/>
                </a:cubicBezTo>
                <a:cubicBezTo>
                  <a:pt x="7520376" y="1403559"/>
                  <a:pt x="7510607" y="1413624"/>
                  <a:pt x="7498556" y="1413624"/>
                </a:cubicBezTo>
                <a:cubicBezTo>
                  <a:pt x="7486505" y="1413624"/>
                  <a:pt x="7476736" y="1403559"/>
                  <a:pt x="7476736" y="1391143"/>
                </a:cubicBezTo>
                <a:cubicBezTo>
                  <a:pt x="7476736" y="1378727"/>
                  <a:pt x="7486505" y="1368662"/>
                  <a:pt x="7498556" y="1368662"/>
                </a:cubicBezTo>
                <a:close/>
                <a:moveTo>
                  <a:pt x="7421198" y="1368662"/>
                </a:moveTo>
                <a:cubicBezTo>
                  <a:pt x="7433614" y="1368662"/>
                  <a:pt x="7443679" y="1378727"/>
                  <a:pt x="7443679" y="1391143"/>
                </a:cubicBezTo>
                <a:cubicBezTo>
                  <a:pt x="7443679" y="1403559"/>
                  <a:pt x="7433614" y="1413624"/>
                  <a:pt x="7421198" y="1413624"/>
                </a:cubicBezTo>
                <a:cubicBezTo>
                  <a:pt x="7408782" y="1413624"/>
                  <a:pt x="7398717" y="1403559"/>
                  <a:pt x="7398717" y="1391143"/>
                </a:cubicBezTo>
                <a:cubicBezTo>
                  <a:pt x="7398717" y="1378727"/>
                  <a:pt x="7408782" y="1368662"/>
                  <a:pt x="7421198" y="1368662"/>
                </a:cubicBezTo>
                <a:close/>
                <a:moveTo>
                  <a:pt x="7343838" y="1368662"/>
                </a:moveTo>
                <a:cubicBezTo>
                  <a:pt x="7355889" y="1368662"/>
                  <a:pt x="7365658" y="1378727"/>
                  <a:pt x="7365658" y="1391143"/>
                </a:cubicBezTo>
                <a:cubicBezTo>
                  <a:pt x="7365658" y="1403559"/>
                  <a:pt x="7355889" y="1413624"/>
                  <a:pt x="7343838" y="1413624"/>
                </a:cubicBezTo>
                <a:cubicBezTo>
                  <a:pt x="7331787" y="1413624"/>
                  <a:pt x="7322018" y="1403559"/>
                  <a:pt x="7322018" y="1391143"/>
                </a:cubicBezTo>
                <a:cubicBezTo>
                  <a:pt x="7322018" y="1378727"/>
                  <a:pt x="7331787" y="1368662"/>
                  <a:pt x="7343838" y="1368662"/>
                </a:cubicBezTo>
                <a:close/>
                <a:moveTo>
                  <a:pt x="7264495" y="1368662"/>
                </a:moveTo>
                <a:cubicBezTo>
                  <a:pt x="7276546" y="1368662"/>
                  <a:pt x="7286315" y="1378727"/>
                  <a:pt x="7286315" y="1391143"/>
                </a:cubicBezTo>
                <a:cubicBezTo>
                  <a:pt x="7286315" y="1403559"/>
                  <a:pt x="7276546" y="1413624"/>
                  <a:pt x="7264495" y="1413624"/>
                </a:cubicBezTo>
                <a:cubicBezTo>
                  <a:pt x="7252444" y="1413624"/>
                  <a:pt x="7242675" y="1403559"/>
                  <a:pt x="7242675" y="1391143"/>
                </a:cubicBezTo>
                <a:cubicBezTo>
                  <a:pt x="7242675" y="1378727"/>
                  <a:pt x="7252444" y="1368662"/>
                  <a:pt x="7264495" y="1368662"/>
                </a:cubicBezTo>
                <a:close/>
                <a:moveTo>
                  <a:pt x="7186475" y="1368662"/>
                </a:moveTo>
                <a:cubicBezTo>
                  <a:pt x="7198526" y="1368662"/>
                  <a:pt x="7208295" y="1378727"/>
                  <a:pt x="7208295" y="1391143"/>
                </a:cubicBezTo>
                <a:cubicBezTo>
                  <a:pt x="7208295" y="1403559"/>
                  <a:pt x="7198526" y="1413624"/>
                  <a:pt x="7186475" y="1413624"/>
                </a:cubicBezTo>
                <a:cubicBezTo>
                  <a:pt x="7174424" y="1413624"/>
                  <a:pt x="7164655" y="1403559"/>
                  <a:pt x="7164655" y="1391143"/>
                </a:cubicBezTo>
                <a:cubicBezTo>
                  <a:pt x="7164655" y="1378727"/>
                  <a:pt x="7174424" y="1368662"/>
                  <a:pt x="7186475" y="1368662"/>
                </a:cubicBezTo>
                <a:close/>
                <a:moveTo>
                  <a:pt x="7109116" y="1368662"/>
                </a:moveTo>
                <a:cubicBezTo>
                  <a:pt x="7121532" y="1368662"/>
                  <a:pt x="7131597" y="1378727"/>
                  <a:pt x="7131597" y="1391143"/>
                </a:cubicBezTo>
                <a:cubicBezTo>
                  <a:pt x="7131597" y="1403559"/>
                  <a:pt x="7121532" y="1413624"/>
                  <a:pt x="7109116" y="1413624"/>
                </a:cubicBezTo>
                <a:cubicBezTo>
                  <a:pt x="7096700" y="1413624"/>
                  <a:pt x="7086635" y="1403559"/>
                  <a:pt x="7086635" y="1391143"/>
                </a:cubicBezTo>
                <a:cubicBezTo>
                  <a:pt x="7086635" y="1378727"/>
                  <a:pt x="7096700" y="1368662"/>
                  <a:pt x="7109116" y="1368662"/>
                </a:cubicBezTo>
                <a:close/>
                <a:moveTo>
                  <a:pt x="7031757" y="1368662"/>
                </a:moveTo>
                <a:cubicBezTo>
                  <a:pt x="7043808" y="1368662"/>
                  <a:pt x="7053577" y="1378727"/>
                  <a:pt x="7053577" y="1391143"/>
                </a:cubicBezTo>
                <a:cubicBezTo>
                  <a:pt x="7053577" y="1403559"/>
                  <a:pt x="7043808" y="1413624"/>
                  <a:pt x="7031757" y="1413624"/>
                </a:cubicBezTo>
                <a:cubicBezTo>
                  <a:pt x="7019706" y="1413624"/>
                  <a:pt x="7009937" y="1403559"/>
                  <a:pt x="7009937" y="1391143"/>
                </a:cubicBezTo>
                <a:cubicBezTo>
                  <a:pt x="7009937" y="1378727"/>
                  <a:pt x="7019706" y="1368662"/>
                  <a:pt x="7031757" y="1368662"/>
                </a:cubicBezTo>
                <a:close/>
                <a:moveTo>
                  <a:pt x="6953736" y="1368662"/>
                </a:moveTo>
                <a:cubicBezTo>
                  <a:pt x="6965787" y="1368662"/>
                  <a:pt x="6975556" y="1378727"/>
                  <a:pt x="6975556" y="1391143"/>
                </a:cubicBezTo>
                <a:cubicBezTo>
                  <a:pt x="6975556" y="1403559"/>
                  <a:pt x="6965787" y="1413624"/>
                  <a:pt x="6953736" y="1413624"/>
                </a:cubicBezTo>
                <a:cubicBezTo>
                  <a:pt x="6941685" y="1413624"/>
                  <a:pt x="6931916" y="1403559"/>
                  <a:pt x="6931916" y="1391143"/>
                </a:cubicBezTo>
                <a:cubicBezTo>
                  <a:pt x="6931916" y="1378727"/>
                  <a:pt x="6941685" y="1368662"/>
                  <a:pt x="6953736" y="1368662"/>
                </a:cubicBezTo>
                <a:close/>
                <a:moveTo>
                  <a:pt x="6875716" y="1368662"/>
                </a:moveTo>
                <a:cubicBezTo>
                  <a:pt x="6887767" y="1368662"/>
                  <a:pt x="6897536" y="1378727"/>
                  <a:pt x="6897536" y="1391143"/>
                </a:cubicBezTo>
                <a:cubicBezTo>
                  <a:pt x="6897536" y="1403559"/>
                  <a:pt x="6887767" y="1413624"/>
                  <a:pt x="6875716" y="1413624"/>
                </a:cubicBezTo>
                <a:cubicBezTo>
                  <a:pt x="6863665" y="1413624"/>
                  <a:pt x="6853896" y="1403559"/>
                  <a:pt x="6853896" y="1391143"/>
                </a:cubicBezTo>
                <a:cubicBezTo>
                  <a:pt x="6853896" y="1378727"/>
                  <a:pt x="6863665" y="1368662"/>
                  <a:pt x="6875716" y="1368662"/>
                </a:cubicBezTo>
                <a:close/>
                <a:moveTo>
                  <a:pt x="6798356" y="1368662"/>
                </a:moveTo>
                <a:cubicBezTo>
                  <a:pt x="6810772" y="1368662"/>
                  <a:pt x="6820837" y="1378727"/>
                  <a:pt x="6820837" y="1391143"/>
                </a:cubicBezTo>
                <a:cubicBezTo>
                  <a:pt x="6820837" y="1403559"/>
                  <a:pt x="6810772" y="1413624"/>
                  <a:pt x="6798356" y="1413624"/>
                </a:cubicBezTo>
                <a:cubicBezTo>
                  <a:pt x="6785940" y="1413624"/>
                  <a:pt x="6775875" y="1403559"/>
                  <a:pt x="6775875" y="1391143"/>
                </a:cubicBezTo>
                <a:cubicBezTo>
                  <a:pt x="6775875" y="1378727"/>
                  <a:pt x="6785940" y="1368662"/>
                  <a:pt x="6798356" y="1368662"/>
                </a:cubicBezTo>
                <a:close/>
                <a:moveTo>
                  <a:pt x="6719675" y="1368662"/>
                </a:moveTo>
                <a:cubicBezTo>
                  <a:pt x="6731726" y="1368662"/>
                  <a:pt x="6741495" y="1378727"/>
                  <a:pt x="6741495" y="1391143"/>
                </a:cubicBezTo>
                <a:cubicBezTo>
                  <a:pt x="6741495" y="1403559"/>
                  <a:pt x="6731726" y="1413624"/>
                  <a:pt x="6719675" y="1413624"/>
                </a:cubicBezTo>
                <a:cubicBezTo>
                  <a:pt x="6707624" y="1413624"/>
                  <a:pt x="6697855" y="1403559"/>
                  <a:pt x="6697855" y="1391143"/>
                </a:cubicBezTo>
                <a:cubicBezTo>
                  <a:pt x="6697855" y="1378727"/>
                  <a:pt x="6707624" y="1368662"/>
                  <a:pt x="6719675" y="1368662"/>
                </a:cubicBezTo>
                <a:close/>
                <a:moveTo>
                  <a:pt x="6641655" y="1368662"/>
                </a:moveTo>
                <a:cubicBezTo>
                  <a:pt x="6653706" y="1368662"/>
                  <a:pt x="6663475" y="1378727"/>
                  <a:pt x="6663475" y="1391143"/>
                </a:cubicBezTo>
                <a:cubicBezTo>
                  <a:pt x="6663475" y="1403559"/>
                  <a:pt x="6653706" y="1413624"/>
                  <a:pt x="6641655" y="1413624"/>
                </a:cubicBezTo>
                <a:cubicBezTo>
                  <a:pt x="6629604" y="1413624"/>
                  <a:pt x="6619835" y="1403559"/>
                  <a:pt x="6619835" y="1391143"/>
                </a:cubicBezTo>
                <a:cubicBezTo>
                  <a:pt x="6619835" y="1378727"/>
                  <a:pt x="6629604" y="1368662"/>
                  <a:pt x="6641655" y="1368662"/>
                </a:cubicBezTo>
                <a:close/>
                <a:moveTo>
                  <a:pt x="6563634" y="1368662"/>
                </a:moveTo>
                <a:cubicBezTo>
                  <a:pt x="6575685" y="1368662"/>
                  <a:pt x="6585454" y="1378727"/>
                  <a:pt x="6585454" y="1391143"/>
                </a:cubicBezTo>
                <a:cubicBezTo>
                  <a:pt x="6585454" y="1403559"/>
                  <a:pt x="6575685" y="1413624"/>
                  <a:pt x="6563634" y="1413624"/>
                </a:cubicBezTo>
                <a:cubicBezTo>
                  <a:pt x="6551583" y="1413624"/>
                  <a:pt x="6541814" y="1403559"/>
                  <a:pt x="6541814" y="1391143"/>
                </a:cubicBezTo>
                <a:cubicBezTo>
                  <a:pt x="6541814" y="1378727"/>
                  <a:pt x="6551583" y="1368662"/>
                  <a:pt x="6563634" y="1368662"/>
                </a:cubicBezTo>
                <a:close/>
                <a:moveTo>
                  <a:pt x="6485613" y="1368662"/>
                </a:moveTo>
                <a:cubicBezTo>
                  <a:pt x="6497664" y="1368662"/>
                  <a:pt x="6507433" y="1378727"/>
                  <a:pt x="6507433" y="1391143"/>
                </a:cubicBezTo>
                <a:cubicBezTo>
                  <a:pt x="6507433" y="1403559"/>
                  <a:pt x="6497664" y="1413624"/>
                  <a:pt x="6485613" y="1413624"/>
                </a:cubicBezTo>
                <a:cubicBezTo>
                  <a:pt x="6473562" y="1413624"/>
                  <a:pt x="6463793" y="1403559"/>
                  <a:pt x="6463793" y="1391143"/>
                </a:cubicBezTo>
                <a:cubicBezTo>
                  <a:pt x="6463793" y="1378727"/>
                  <a:pt x="6473562" y="1368662"/>
                  <a:pt x="6485613" y="1368662"/>
                </a:cubicBezTo>
                <a:close/>
                <a:moveTo>
                  <a:pt x="6408916" y="1368662"/>
                </a:moveTo>
                <a:cubicBezTo>
                  <a:pt x="6420967" y="1368662"/>
                  <a:pt x="6430736" y="1378727"/>
                  <a:pt x="6430736" y="1391143"/>
                </a:cubicBezTo>
                <a:cubicBezTo>
                  <a:pt x="6430736" y="1403559"/>
                  <a:pt x="6420967" y="1413624"/>
                  <a:pt x="6408916" y="1413624"/>
                </a:cubicBezTo>
                <a:cubicBezTo>
                  <a:pt x="6396865" y="1413624"/>
                  <a:pt x="6387096" y="1403559"/>
                  <a:pt x="6387096" y="1391143"/>
                </a:cubicBezTo>
                <a:cubicBezTo>
                  <a:pt x="6387096" y="1378727"/>
                  <a:pt x="6396865" y="1368662"/>
                  <a:pt x="6408916" y="1368662"/>
                </a:cubicBezTo>
                <a:close/>
                <a:moveTo>
                  <a:pt x="6330896" y="1368662"/>
                </a:moveTo>
                <a:cubicBezTo>
                  <a:pt x="6342947" y="1368662"/>
                  <a:pt x="6352716" y="1378727"/>
                  <a:pt x="6352716" y="1391143"/>
                </a:cubicBezTo>
                <a:cubicBezTo>
                  <a:pt x="6352716" y="1403559"/>
                  <a:pt x="6342947" y="1413624"/>
                  <a:pt x="6330896" y="1413624"/>
                </a:cubicBezTo>
                <a:cubicBezTo>
                  <a:pt x="6318845" y="1413624"/>
                  <a:pt x="6309076" y="1403559"/>
                  <a:pt x="6309076" y="1391143"/>
                </a:cubicBezTo>
                <a:cubicBezTo>
                  <a:pt x="6309076" y="1378727"/>
                  <a:pt x="6318845" y="1368662"/>
                  <a:pt x="6330896" y="1368662"/>
                </a:cubicBezTo>
                <a:close/>
                <a:moveTo>
                  <a:pt x="6252875" y="1368662"/>
                </a:moveTo>
                <a:cubicBezTo>
                  <a:pt x="6264926" y="1368662"/>
                  <a:pt x="6274695" y="1378727"/>
                  <a:pt x="6274695" y="1391143"/>
                </a:cubicBezTo>
                <a:cubicBezTo>
                  <a:pt x="6274695" y="1403559"/>
                  <a:pt x="6264926" y="1413624"/>
                  <a:pt x="6252875" y="1413624"/>
                </a:cubicBezTo>
                <a:cubicBezTo>
                  <a:pt x="6240824" y="1413624"/>
                  <a:pt x="6231055" y="1403559"/>
                  <a:pt x="6231055" y="1391143"/>
                </a:cubicBezTo>
                <a:cubicBezTo>
                  <a:pt x="6231055" y="1378727"/>
                  <a:pt x="6240824" y="1368662"/>
                  <a:pt x="6252875" y="1368662"/>
                </a:cubicBezTo>
                <a:close/>
                <a:moveTo>
                  <a:pt x="6174854" y="1368662"/>
                </a:moveTo>
                <a:cubicBezTo>
                  <a:pt x="6186905" y="1368662"/>
                  <a:pt x="6196674" y="1378727"/>
                  <a:pt x="6196674" y="1391143"/>
                </a:cubicBezTo>
                <a:cubicBezTo>
                  <a:pt x="6196674" y="1403559"/>
                  <a:pt x="6186905" y="1413624"/>
                  <a:pt x="6174854" y="1413624"/>
                </a:cubicBezTo>
                <a:cubicBezTo>
                  <a:pt x="6162803" y="1413624"/>
                  <a:pt x="6153034" y="1403559"/>
                  <a:pt x="6153034" y="1391143"/>
                </a:cubicBezTo>
                <a:cubicBezTo>
                  <a:pt x="6153034" y="1378727"/>
                  <a:pt x="6162803" y="1368662"/>
                  <a:pt x="6174854" y="1368662"/>
                </a:cubicBezTo>
                <a:close/>
                <a:moveTo>
                  <a:pt x="6096834" y="1368662"/>
                </a:moveTo>
                <a:cubicBezTo>
                  <a:pt x="6108885" y="1368662"/>
                  <a:pt x="6118654" y="1378727"/>
                  <a:pt x="6118654" y="1391143"/>
                </a:cubicBezTo>
                <a:cubicBezTo>
                  <a:pt x="6118654" y="1403559"/>
                  <a:pt x="6108885" y="1413624"/>
                  <a:pt x="6096834" y="1413624"/>
                </a:cubicBezTo>
                <a:cubicBezTo>
                  <a:pt x="6084783" y="1413624"/>
                  <a:pt x="6075014" y="1403559"/>
                  <a:pt x="6075014" y="1391143"/>
                </a:cubicBezTo>
                <a:cubicBezTo>
                  <a:pt x="6075014" y="1378727"/>
                  <a:pt x="6084783" y="1368662"/>
                  <a:pt x="6096834" y="1368662"/>
                </a:cubicBezTo>
                <a:close/>
                <a:moveTo>
                  <a:pt x="6018814" y="1368662"/>
                </a:moveTo>
                <a:cubicBezTo>
                  <a:pt x="6030865" y="1368662"/>
                  <a:pt x="6040634" y="1378727"/>
                  <a:pt x="6040634" y="1391143"/>
                </a:cubicBezTo>
                <a:cubicBezTo>
                  <a:pt x="6040634" y="1403559"/>
                  <a:pt x="6030865" y="1413624"/>
                  <a:pt x="6018814" y="1413624"/>
                </a:cubicBezTo>
                <a:cubicBezTo>
                  <a:pt x="6006763" y="1413624"/>
                  <a:pt x="5996994" y="1403559"/>
                  <a:pt x="5996994" y="1391143"/>
                </a:cubicBezTo>
                <a:cubicBezTo>
                  <a:pt x="5996994" y="1378727"/>
                  <a:pt x="6006763" y="1368662"/>
                  <a:pt x="6018814" y="1368662"/>
                </a:cubicBezTo>
                <a:close/>
                <a:moveTo>
                  <a:pt x="5940793" y="1368662"/>
                </a:moveTo>
                <a:cubicBezTo>
                  <a:pt x="5952844" y="1368662"/>
                  <a:pt x="5962613" y="1378727"/>
                  <a:pt x="5962613" y="1391143"/>
                </a:cubicBezTo>
                <a:cubicBezTo>
                  <a:pt x="5962613" y="1403559"/>
                  <a:pt x="5952844" y="1413624"/>
                  <a:pt x="5940793" y="1413624"/>
                </a:cubicBezTo>
                <a:cubicBezTo>
                  <a:pt x="5928742" y="1413624"/>
                  <a:pt x="5918973" y="1403559"/>
                  <a:pt x="5918973" y="1391143"/>
                </a:cubicBezTo>
                <a:cubicBezTo>
                  <a:pt x="5918973" y="1378727"/>
                  <a:pt x="5928742" y="1368662"/>
                  <a:pt x="5940793" y="1368662"/>
                </a:cubicBezTo>
                <a:close/>
                <a:moveTo>
                  <a:pt x="5862773" y="1368662"/>
                </a:moveTo>
                <a:cubicBezTo>
                  <a:pt x="5874824" y="1368662"/>
                  <a:pt x="5884593" y="1378727"/>
                  <a:pt x="5884593" y="1391143"/>
                </a:cubicBezTo>
                <a:cubicBezTo>
                  <a:pt x="5884593" y="1403559"/>
                  <a:pt x="5874824" y="1413624"/>
                  <a:pt x="5862773" y="1413624"/>
                </a:cubicBezTo>
                <a:cubicBezTo>
                  <a:pt x="5850722" y="1413624"/>
                  <a:pt x="5840953" y="1403559"/>
                  <a:pt x="5840953" y="1391143"/>
                </a:cubicBezTo>
                <a:cubicBezTo>
                  <a:pt x="5840953" y="1378727"/>
                  <a:pt x="5850722" y="1368662"/>
                  <a:pt x="5862773" y="1368662"/>
                </a:cubicBezTo>
                <a:close/>
                <a:moveTo>
                  <a:pt x="5785413" y="1368662"/>
                </a:moveTo>
                <a:cubicBezTo>
                  <a:pt x="5797829" y="1368662"/>
                  <a:pt x="5807894" y="1378727"/>
                  <a:pt x="5807894" y="1391143"/>
                </a:cubicBezTo>
                <a:cubicBezTo>
                  <a:pt x="5807894" y="1403559"/>
                  <a:pt x="5797829" y="1413624"/>
                  <a:pt x="5785413" y="1413624"/>
                </a:cubicBezTo>
                <a:cubicBezTo>
                  <a:pt x="5772997" y="1413624"/>
                  <a:pt x="5762932" y="1403559"/>
                  <a:pt x="5762932" y="1391143"/>
                </a:cubicBezTo>
                <a:cubicBezTo>
                  <a:pt x="5762932" y="1378727"/>
                  <a:pt x="5772997" y="1368662"/>
                  <a:pt x="5785413" y="1368662"/>
                </a:cubicBezTo>
                <a:close/>
                <a:moveTo>
                  <a:pt x="5708054" y="1368662"/>
                </a:moveTo>
                <a:cubicBezTo>
                  <a:pt x="5720105" y="1368662"/>
                  <a:pt x="5729874" y="1378727"/>
                  <a:pt x="5729874" y="1391143"/>
                </a:cubicBezTo>
                <a:cubicBezTo>
                  <a:pt x="5729874" y="1403559"/>
                  <a:pt x="5720105" y="1413624"/>
                  <a:pt x="5708054" y="1413624"/>
                </a:cubicBezTo>
                <a:cubicBezTo>
                  <a:pt x="5696003" y="1413624"/>
                  <a:pt x="5686234" y="1403559"/>
                  <a:pt x="5686234" y="1391143"/>
                </a:cubicBezTo>
                <a:cubicBezTo>
                  <a:pt x="5686234" y="1378727"/>
                  <a:pt x="5696003" y="1368662"/>
                  <a:pt x="5708054" y="1368662"/>
                </a:cubicBezTo>
                <a:close/>
                <a:moveTo>
                  <a:pt x="5630034" y="1368662"/>
                </a:moveTo>
                <a:cubicBezTo>
                  <a:pt x="5642085" y="1368662"/>
                  <a:pt x="5651854" y="1378727"/>
                  <a:pt x="5651854" y="1391143"/>
                </a:cubicBezTo>
                <a:cubicBezTo>
                  <a:pt x="5651854" y="1403559"/>
                  <a:pt x="5642085" y="1413624"/>
                  <a:pt x="5630034" y="1413624"/>
                </a:cubicBezTo>
                <a:cubicBezTo>
                  <a:pt x="5617983" y="1413624"/>
                  <a:pt x="5608214" y="1403559"/>
                  <a:pt x="5608214" y="1391143"/>
                </a:cubicBezTo>
                <a:cubicBezTo>
                  <a:pt x="5608214" y="1378727"/>
                  <a:pt x="5617983" y="1368662"/>
                  <a:pt x="5630034" y="1368662"/>
                </a:cubicBezTo>
                <a:close/>
                <a:moveTo>
                  <a:pt x="5552013" y="1368662"/>
                </a:moveTo>
                <a:cubicBezTo>
                  <a:pt x="5564064" y="1368662"/>
                  <a:pt x="5573833" y="1378727"/>
                  <a:pt x="5573833" y="1391143"/>
                </a:cubicBezTo>
                <a:cubicBezTo>
                  <a:pt x="5573833" y="1403559"/>
                  <a:pt x="5564064" y="1413624"/>
                  <a:pt x="5552013" y="1413624"/>
                </a:cubicBezTo>
                <a:cubicBezTo>
                  <a:pt x="5539962" y="1413624"/>
                  <a:pt x="5530193" y="1403559"/>
                  <a:pt x="5530193" y="1391143"/>
                </a:cubicBezTo>
                <a:cubicBezTo>
                  <a:pt x="5530193" y="1378727"/>
                  <a:pt x="5539962" y="1368662"/>
                  <a:pt x="5552013" y="1368662"/>
                </a:cubicBezTo>
                <a:close/>
                <a:moveTo>
                  <a:pt x="5473331" y="1368662"/>
                </a:moveTo>
                <a:cubicBezTo>
                  <a:pt x="5485747" y="1368662"/>
                  <a:pt x="5495812" y="1378727"/>
                  <a:pt x="5495812" y="1391143"/>
                </a:cubicBezTo>
                <a:cubicBezTo>
                  <a:pt x="5495812" y="1403559"/>
                  <a:pt x="5485747" y="1413624"/>
                  <a:pt x="5473331" y="1413624"/>
                </a:cubicBezTo>
                <a:cubicBezTo>
                  <a:pt x="5460915" y="1413624"/>
                  <a:pt x="5450850" y="1403559"/>
                  <a:pt x="5450850" y="1391143"/>
                </a:cubicBezTo>
                <a:cubicBezTo>
                  <a:pt x="5450850" y="1378727"/>
                  <a:pt x="5460915" y="1368662"/>
                  <a:pt x="5473331" y="1368662"/>
                </a:cubicBezTo>
                <a:close/>
                <a:moveTo>
                  <a:pt x="5395972" y="1368662"/>
                </a:moveTo>
                <a:cubicBezTo>
                  <a:pt x="5408023" y="1368662"/>
                  <a:pt x="5417792" y="1378727"/>
                  <a:pt x="5417792" y="1391143"/>
                </a:cubicBezTo>
                <a:cubicBezTo>
                  <a:pt x="5417792" y="1403559"/>
                  <a:pt x="5408023" y="1413624"/>
                  <a:pt x="5395972" y="1413624"/>
                </a:cubicBezTo>
                <a:cubicBezTo>
                  <a:pt x="5383921" y="1413624"/>
                  <a:pt x="5374152" y="1403559"/>
                  <a:pt x="5374152" y="1391143"/>
                </a:cubicBezTo>
                <a:cubicBezTo>
                  <a:pt x="5374152" y="1378727"/>
                  <a:pt x="5383921" y="1368662"/>
                  <a:pt x="5395972" y="1368662"/>
                </a:cubicBezTo>
                <a:close/>
                <a:moveTo>
                  <a:pt x="5317953" y="1368662"/>
                </a:moveTo>
                <a:cubicBezTo>
                  <a:pt x="5330004" y="1368662"/>
                  <a:pt x="5339773" y="1378727"/>
                  <a:pt x="5339773" y="1391143"/>
                </a:cubicBezTo>
                <a:cubicBezTo>
                  <a:pt x="5339773" y="1403559"/>
                  <a:pt x="5330004" y="1413624"/>
                  <a:pt x="5317953" y="1413624"/>
                </a:cubicBezTo>
                <a:cubicBezTo>
                  <a:pt x="5305902" y="1413624"/>
                  <a:pt x="5296133" y="1403559"/>
                  <a:pt x="5296133" y="1391143"/>
                </a:cubicBezTo>
                <a:cubicBezTo>
                  <a:pt x="5296133" y="1378727"/>
                  <a:pt x="5305902" y="1368662"/>
                  <a:pt x="5317953" y="1368662"/>
                </a:cubicBezTo>
                <a:close/>
                <a:moveTo>
                  <a:pt x="5239932" y="1368662"/>
                </a:moveTo>
                <a:cubicBezTo>
                  <a:pt x="5251983" y="1368662"/>
                  <a:pt x="5261752" y="1378727"/>
                  <a:pt x="5261752" y="1391143"/>
                </a:cubicBezTo>
                <a:cubicBezTo>
                  <a:pt x="5261752" y="1403559"/>
                  <a:pt x="5251983" y="1413624"/>
                  <a:pt x="5239932" y="1413624"/>
                </a:cubicBezTo>
                <a:cubicBezTo>
                  <a:pt x="5227881" y="1413624"/>
                  <a:pt x="5218112" y="1403559"/>
                  <a:pt x="5218112" y="1391143"/>
                </a:cubicBezTo>
                <a:cubicBezTo>
                  <a:pt x="5218112" y="1378727"/>
                  <a:pt x="5227881" y="1368662"/>
                  <a:pt x="5239932" y="1368662"/>
                </a:cubicBezTo>
                <a:close/>
                <a:moveTo>
                  <a:pt x="5162572" y="1368662"/>
                </a:moveTo>
                <a:cubicBezTo>
                  <a:pt x="5174988" y="1368662"/>
                  <a:pt x="5185053" y="1378727"/>
                  <a:pt x="5185053" y="1391143"/>
                </a:cubicBezTo>
                <a:cubicBezTo>
                  <a:pt x="5185053" y="1403559"/>
                  <a:pt x="5174988" y="1413624"/>
                  <a:pt x="5162572" y="1413624"/>
                </a:cubicBezTo>
                <a:cubicBezTo>
                  <a:pt x="5150156" y="1413624"/>
                  <a:pt x="5140091" y="1403559"/>
                  <a:pt x="5140091" y="1391143"/>
                </a:cubicBezTo>
                <a:cubicBezTo>
                  <a:pt x="5140091" y="1378727"/>
                  <a:pt x="5150156" y="1368662"/>
                  <a:pt x="5162572" y="1368662"/>
                </a:cubicBezTo>
                <a:close/>
                <a:moveTo>
                  <a:pt x="5085212" y="1368662"/>
                </a:moveTo>
                <a:cubicBezTo>
                  <a:pt x="5097263" y="1368662"/>
                  <a:pt x="5107032" y="1378727"/>
                  <a:pt x="5107032" y="1391143"/>
                </a:cubicBezTo>
                <a:cubicBezTo>
                  <a:pt x="5107032" y="1403559"/>
                  <a:pt x="5097263" y="1413624"/>
                  <a:pt x="5085212" y="1413624"/>
                </a:cubicBezTo>
                <a:cubicBezTo>
                  <a:pt x="5073161" y="1413624"/>
                  <a:pt x="5063392" y="1403559"/>
                  <a:pt x="5063392" y="1391143"/>
                </a:cubicBezTo>
                <a:cubicBezTo>
                  <a:pt x="5063392" y="1378727"/>
                  <a:pt x="5073161" y="1368662"/>
                  <a:pt x="5085212" y="1368662"/>
                </a:cubicBezTo>
                <a:close/>
                <a:moveTo>
                  <a:pt x="5007193" y="1368662"/>
                </a:moveTo>
                <a:cubicBezTo>
                  <a:pt x="5019244" y="1368662"/>
                  <a:pt x="5029013" y="1378727"/>
                  <a:pt x="5029013" y="1391143"/>
                </a:cubicBezTo>
                <a:cubicBezTo>
                  <a:pt x="5029013" y="1403559"/>
                  <a:pt x="5019244" y="1413624"/>
                  <a:pt x="5007193" y="1413624"/>
                </a:cubicBezTo>
                <a:cubicBezTo>
                  <a:pt x="4995142" y="1413624"/>
                  <a:pt x="4985373" y="1403559"/>
                  <a:pt x="4985373" y="1391143"/>
                </a:cubicBezTo>
                <a:cubicBezTo>
                  <a:pt x="4985373" y="1378727"/>
                  <a:pt x="4995142" y="1368662"/>
                  <a:pt x="5007193" y="1368662"/>
                </a:cubicBezTo>
                <a:close/>
                <a:moveTo>
                  <a:pt x="4850490" y="1368662"/>
                </a:moveTo>
                <a:cubicBezTo>
                  <a:pt x="4862906" y="1368662"/>
                  <a:pt x="4872971" y="1378727"/>
                  <a:pt x="4872971" y="1391143"/>
                </a:cubicBezTo>
                <a:cubicBezTo>
                  <a:pt x="4872971" y="1403559"/>
                  <a:pt x="4862906" y="1413624"/>
                  <a:pt x="4850490" y="1413624"/>
                </a:cubicBezTo>
                <a:cubicBezTo>
                  <a:pt x="4838074" y="1413624"/>
                  <a:pt x="4828009" y="1403559"/>
                  <a:pt x="4828009" y="1391143"/>
                </a:cubicBezTo>
                <a:cubicBezTo>
                  <a:pt x="4828009" y="1378727"/>
                  <a:pt x="4838074" y="1368662"/>
                  <a:pt x="4850490" y="1368662"/>
                </a:cubicBezTo>
                <a:close/>
                <a:moveTo>
                  <a:pt x="4773132" y="1368662"/>
                </a:moveTo>
                <a:cubicBezTo>
                  <a:pt x="4785183" y="1368662"/>
                  <a:pt x="4794952" y="1378727"/>
                  <a:pt x="4794952" y="1391143"/>
                </a:cubicBezTo>
                <a:cubicBezTo>
                  <a:pt x="4794952" y="1403559"/>
                  <a:pt x="4785183" y="1413624"/>
                  <a:pt x="4773132" y="1413624"/>
                </a:cubicBezTo>
                <a:cubicBezTo>
                  <a:pt x="4761081" y="1413624"/>
                  <a:pt x="4751312" y="1403559"/>
                  <a:pt x="4751312" y="1391143"/>
                </a:cubicBezTo>
                <a:cubicBezTo>
                  <a:pt x="4751312" y="1378727"/>
                  <a:pt x="4761081" y="1368662"/>
                  <a:pt x="4773132" y="1368662"/>
                </a:cubicBezTo>
                <a:close/>
                <a:moveTo>
                  <a:pt x="4695111" y="1368662"/>
                </a:moveTo>
                <a:cubicBezTo>
                  <a:pt x="4707162" y="1368662"/>
                  <a:pt x="4716931" y="1378727"/>
                  <a:pt x="4716931" y="1391143"/>
                </a:cubicBezTo>
                <a:cubicBezTo>
                  <a:pt x="4716931" y="1403559"/>
                  <a:pt x="4707162" y="1413624"/>
                  <a:pt x="4695111" y="1413624"/>
                </a:cubicBezTo>
                <a:cubicBezTo>
                  <a:pt x="4683060" y="1413624"/>
                  <a:pt x="4673291" y="1403559"/>
                  <a:pt x="4673291" y="1391143"/>
                </a:cubicBezTo>
                <a:cubicBezTo>
                  <a:pt x="4673291" y="1378727"/>
                  <a:pt x="4683060" y="1368662"/>
                  <a:pt x="4695111" y="1368662"/>
                </a:cubicBezTo>
                <a:close/>
                <a:moveTo>
                  <a:pt x="4617091" y="1368662"/>
                </a:moveTo>
                <a:cubicBezTo>
                  <a:pt x="4629142" y="1368662"/>
                  <a:pt x="4638911" y="1378727"/>
                  <a:pt x="4638911" y="1391143"/>
                </a:cubicBezTo>
                <a:cubicBezTo>
                  <a:pt x="4638911" y="1403559"/>
                  <a:pt x="4629142" y="1413624"/>
                  <a:pt x="4617091" y="1413624"/>
                </a:cubicBezTo>
                <a:cubicBezTo>
                  <a:pt x="4605040" y="1413624"/>
                  <a:pt x="4595271" y="1403559"/>
                  <a:pt x="4595271" y="1391143"/>
                </a:cubicBezTo>
                <a:cubicBezTo>
                  <a:pt x="4595271" y="1378727"/>
                  <a:pt x="4605040" y="1368662"/>
                  <a:pt x="4617091" y="1368662"/>
                </a:cubicBezTo>
                <a:close/>
                <a:moveTo>
                  <a:pt x="4539070" y="1368662"/>
                </a:moveTo>
                <a:cubicBezTo>
                  <a:pt x="4551121" y="1368662"/>
                  <a:pt x="4560890" y="1378727"/>
                  <a:pt x="4560890" y="1391143"/>
                </a:cubicBezTo>
                <a:cubicBezTo>
                  <a:pt x="4560890" y="1403559"/>
                  <a:pt x="4551121" y="1413624"/>
                  <a:pt x="4539070" y="1413624"/>
                </a:cubicBezTo>
                <a:cubicBezTo>
                  <a:pt x="4527019" y="1413624"/>
                  <a:pt x="4517250" y="1403559"/>
                  <a:pt x="4517250" y="1391143"/>
                </a:cubicBezTo>
                <a:cubicBezTo>
                  <a:pt x="4517250" y="1378727"/>
                  <a:pt x="4527019" y="1368662"/>
                  <a:pt x="4539070" y="1368662"/>
                </a:cubicBezTo>
                <a:close/>
                <a:moveTo>
                  <a:pt x="2513845" y="1368662"/>
                </a:moveTo>
                <a:cubicBezTo>
                  <a:pt x="2526261" y="1368662"/>
                  <a:pt x="2536326" y="1378727"/>
                  <a:pt x="2536326" y="1391143"/>
                </a:cubicBezTo>
                <a:cubicBezTo>
                  <a:pt x="2536326" y="1403559"/>
                  <a:pt x="2526261" y="1413624"/>
                  <a:pt x="2513845" y="1413624"/>
                </a:cubicBezTo>
                <a:cubicBezTo>
                  <a:pt x="2501429" y="1413624"/>
                  <a:pt x="2491364" y="1403559"/>
                  <a:pt x="2491364" y="1391143"/>
                </a:cubicBezTo>
                <a:cubicBezTo>
                  <a:pt x="2491364" y="1378727"/>
                  <a:pt x="2501429" y="1368662"/>
                  <a:pt x="2513845" y="1368662"/>
                </a:cubicBezTo>
                <a:close/>
                <a:moveTo>
                  <a:pt x="2436486" y="1368662"/>
                </a:moveTo>
                <a:cubicBezTo>
                  <a:pt x="2448537" y="1368662"/>
                  <a:pt x="2458306" y="1378727"/>
                  <a:pt x="2458306" y="1391143"/>
                </a:cubicBezTo>
                <a:cubicBezTo>
                  <a:pt x="2458306" y="1403559"/>
                  <a:pt x="2448537" y="1413624"/>
                  <a:pt x="2436486" y="1413624"/>
                </a:cubicBezTo>
                <a:cubicBezTo>
                  <a:pt x="2424435" y="1413624"/>
                  <a:pt x="2414666" y="1403559"/>
                  <a:pt x="2414666" y="1391143"/>
                </a:cubicBezTo>
                <a:cubicBezTo>
                  <a:pt x="2414666" y="1378727"/>
                  <a:pt x="2424435" y="1368662"/>
                  <a:pt x="2436486" y="1368662"/>
                </a:cubicBezTo>
                <a:close/>
                <a:moveTo>
                  <a:pt x="2358465" y="1368662"/>
                </a:moveTo>
                <a:cubicBezTo>
                  <a:pt x="2370516" y="1368662"/>
                  <a:pt x="2380285" y="1378727"/>
                  <a:pt x="2380285" y="1391143"/>
                </a:cubicBezTo>
                <a:cubicBezTo>
                  <a:pt x="2380285" y="1403559"/>
                  <a:pt x="2370516" y="1413624"/>
                  <a:pt x="2358465" y="1413624"/>
                </a:cubicBezTo>
                <a:cubicBezTo>
                  <a:pt x="2346414" y="1413624"/>
                  <a:pt x="2336645" y="1403559"/>
                  <a:pt x="2336645" y="1391143"/>
                </a:cubicBezTo>
                <a:cubicBezTo>
                  <a:pt x="2336645" y="1378727"/>
                  <a:pt x="2346414" y="1368662"/>
                  <a:pt x="2358465" y="1368662"/>
                </a:cubicBezTo>
                <a:close/>
                <a:moveTo>
                  <a:pt x="1891011" y="1368662"/>
                </a:moveTo>
                <a:cubicBezTo>
                  <a:pt x="1903431" y="1368662"/>
                  <a:pt x="1913495" y="1378727"/>
                  <a:pt x="1913495" y="1391143"/>
                </a:cubicBezTo>
                <a:cubicBezTo>
                  <a:pt x="1913495" y="1403559"/>
                  <a:pt x="1903431" y="1413624"/>
                  <a:pt x="1891011" y="1413624"/>
                </a:cubicBezTo>
                <a:cubicBezTo>
                  <a:pt x="1878594" y="1413624"/>
                  <a:pt x="1868529" y="1403559"/>
                  <a:pt x="1868529" y="1391143"/>
                </a:cubicBezTo>
                <a:cubicBezTo>
                  <a:pt x="1868529" y="1378727"/>
                  <a:pt x="1878594" y="1368662"/>
                  <a:pt x="1891011" y="1368662"/>
                </a:cubicBezTo>
                <a:close/>
                <a:moveTo>
                  <a:pt x="1813657" y="1368662"/>
                </a:moveTo>
                <a:cubicBezTo>
                  <a:pt x="1825704" y="1368662"/>
                  <a:pt x="1835474" y="1378727"/>
                  <a:pt x="1835474" y="1391143"/>
                </a:cubicBezTo>
                <a:cubicBezTo>
                  <a:pt x="1835474" y="1403559"/>
                  <a:pt x="1825704" y="1413624"/>
                  <a:pt x="1813657" y="1413624"/>
                </a:cubicBezTo>
                <a:cubicBezTo>
                  <a:pt x="1801603" y="1413624"/>
                  <a:pt x="1791833" y="1403559"/>
                  <a:pt x="1791833" y="1391143"/>
                </a:cubicBezTo>
                <a:cubicBezTo>
                  <a:pt x="1791833" y="1378727"/>
                  <a:pt x="1801603" y="1368662"/>
                  <a:pt x="1813657" y="1368662"/>
                </a:cubicBezTo>
                <a:close/>
                <a:moveTo>
                  <a:pt x="1735633" y="1368662"/>
                </a:moveTo>
                <a:cubicBezTo>
                  <a:pt x="1747685" y="1368662"/>
                  <a:pt x="1757457" y="1378727"/>
                  <a:pt x="1757457" y="1391143"/>
                </a:cubicBezTo>
                <a:cubicBezTo>
                  <a:pt x="1757457" y="1403559"/>
                  <a:pt x="1747685" y="1413624"/>
                  <a:pt x="1735633" y="1413624"/>
                </a:cubicBezTo>
                <a:cubicBezTo>
                  <a:pt x="1723586" y="1413624"/>
                  <a:pt x="1713819" y="1403559"/>
                  <a:pt x="1713819" y="1391143"/>
                </a:cubicBezTo>
                <a:cubicBezTo>
                  <a:pt x="1713819" y="1378727"/>
                  <a:pt x="1723586" y="1368662"/>
                  <a:pt x="1735633" y="1368662"/>
                </a:cubicBezTo>
                <a:close/>
                <a:moveTo>
                  <a:pt x="1657611" y="1368662"/>
                </a:moveTo>
                <a:cubicBezTo>
                  <a:pt x="1669659" y="1368662"/>
                  <a:pt x="1679436" y="1378727"/>
                  <a:pt x="1679436" y="1391143"/>
                </a:cubicBezTo>
                <a:cubicBezTo>
                  <a:pt x="1679436" y="1403559"/>
                  <a:pt x="1669659" y="1413624"/>
                  <a:pt x="1657611" y="1413624"/>
                </a:cubicBezTo>
                <a:cubicBezTo>
                  <a:pt x="1645568" y="1413624"/>
                  <a:pt x="1635796" y="1403559"/>
                  <a:pt x="1635796" y="1391143"/>
                </a:cubicBezTo>
                <a:cubicBezTo>
                  <a:pt x="1635796" y="1378727"/>
                  <a:pt x="1645568" y="1368662"/>
                  <a:pt x="1657611" y="1368662"/>
                </a:cubicBezTo>
                <a:close/>
                <a:moveTo>
                  <a:pt x="1580257" y="1368662"/>
                </a:moveTo>
                <a:cubicBezTo>
                  <a:pt x="1592669" y="1368662"/>
                  <a:pt x="1602734" y="1378727"/>
                  <a:pt x="1602734" y="1391143"/>
                </a:cubicBezTo>
                <a:cubicBezTo>
                  <a:pt x="1602734" y="1403559"/>
                  <a:pt x="1592669" y="1413624"/>
                  <a:pt x="1580257" y="1413624"/>
                </a:cubicBezTo>
                <a:cubicBezTo>
                  <a:pt x="1567839" y="1413624"/>
                  <a:pt x="1557771" y="1403559"/>
                  <a:pt x="1557771" y="1391143"/>
                </a:cubicBezTo>
                <a:cubicBezTo>
                  <a:pt x="1557771" y="1378727"/>
                  <a:pt x="1567839" y="1368662"/>
                  <a:pt x="1580257" y="1368662"/>
                </a:cubicBezTo>
                <a:close/>
                <a:moveTo>
                  <a:pt x="1502899" y="1368662"/>
                </a:moveTo>
                <a:cubicBezTo>
                  <a:pt x="1514943" y="1368662"/>
                  <a:pt x="1524717" y="1378727"/>
                  <a:pt x="1524717" y="1391143"/>
                </a:cubicBezTo>
                <a:cubicBezTo>
                  <a:pt x="1524717" y="1403559"/>
                  <a:pt x="1514943" y="1413624"/>
                  <a:pt x="1502899" y="1413624"/>
                </a:cubicBezTo>
                <a:cubicBezTo>
                  <a:pt x="1490842" y="1413624"/>
                  <a:pt x="1481077" y="1403559"/>
                  <a:pt x="1481077" y="1391143"/>
                </a:cubicBezTo>
                <a:cubicBezTo>
                  <a:pt x="1481077" y="1378727"/>
                  <a:pt x="1490842" y="1368662"/>
                  <a:pt x="1502899" y="1368662"/>
                </a:cubicBezTo>
                <a:close/>
                <a:moveTo>
                  <a:pt x="1424212" y="1368662"/>
                </a:moveTo>
                <a:cubicBezTo>
                  <a:pt x="1436628" y="1368662"/>
                  <a:pt x="1446695" y="1378727"/>
                  <a:pt x="1446695" y="1391143"/>
                </a:cubicBezTo>
                <a:cubicBezTo>
                  <a:pt x="1446695" y="1403559"/>
                  <a:pt x="1436628" y="1413624"/>
                  <a:pt x="1424212" y="1413624"/>
                </a:cubicBezTo>
                <a:cubicBezTo>
                  <a:pt x="1411799" y="1413624"/>
                  <a:pt x="1401732" y="1403559"/>
                  <a:pt x="1401732" y="1391143"/>
                </a:cubicBezTo>
                <a:cubicBezTo>
                  <a:pt x="1401732" y="1378727"/>
                  <a:pt x="1411799" y="1368662"/>
                  <a:pt x="1424212" y="1368662"/>
                </a:cubicBezTo>
                <a:close/>
                <a:moveTo>
                  <a:pt x="1345530" y="1368662"/>
                </a:moveTo>
                <a:cubicBezTo>
                  <a:pt x="1357582" y="1368662"/>
                  <a:pt x="1367350" y="1378727"/>
                  <a:pt x="1367350" y="1391143"/>
                </a:cubicBezTo>
                <a:cubicBezTo>
                  <a:pt x="1367350" y="1403559"/>
                  <a:pt x="1357582" y="1413624"/>
                  <a:pt x="1345530" y="1413624"/>
                </a:cubicBezTo>
                <a:cubicBezTo>
                  <a:pt x="1333479" y="1413624"/>
                  <a:pt x="1323709" y="1403559"/>
                  <a:pt x="1323709" y="1391143"/>
                </a:cubicBezTo>
                <a:cubicBezTo>
                  <a:pt x="1323709" y="1378727"/>
                  <a:pt x="1333479" y="1368662"/>
                  <a:pt x="1345530" y="1368662"/>
                </a:cubicBezTo>
                <a:close/>
                <a:moveTo>
                  <a:pt x="1268169" y="1368662"/>
                </a:moveTo>
                <a:cubicBezTo>
                  <a:pt x="1280590" y="1368662"/>
                  <a:pt x="1290660" y="1378727"/>
                  <a:pt x="1290660" y="1391143"/>
                </a:cubicBezTo>
                <a:cubicBezTo>
                  <a:pt x="1290660" y="1403559"/>
                  <a:pt x="1280590" y="1413624"/>
                  <a:pt x="1268169" y="1413624"/>
                </a:cubicBezTo>
                <a:cubicBezTo>
                  <a:pt x="1255755" y="1413624"/>
                  <a:pt x="1245691" y="1403559"/>
                  <a:pt x="1245691" y="1391143"/>
                </a:cubicBezTo>
                <a:cubicBezTo>
                  <a:pt x="1245691" y="1378727"/>
                  <a:pt x="1255755" y="1368662"/>
                  <a:pt x="1268169" y="1368662"/>
                </a:cubicBezTo>
                <a:close/>
                <a:moveTo>
                  <a:pt x="1190817" y="1368662"/>
                </a:moveTo>
                <a:cubicBezTo>
                  <a:pt x="1202861" y="1368662"/>
                  <a:pt x="1212636" y="1378727"/>
                  <a:pt x="1212636" y="1391143"/>
                </a:cubicBezTo>
                <a:cubicBezTo>
                  <a:pt x="1212636" y="1403559"/>
                  <a:pt x="1202861" y="1413624"/>
                  <a:pt x="1190817" y="1413624"/>
                </a:cubicBezTo>
                <a:cubicBezTo>
                  <a:pt x="1178762" y="1413624"/>
                  <a:pt x="1168996" y="1403559"/>
                  <a:pt x="1168996" y="1391143"/>
                </a:cubicBezTo>
                <a:cubicBezTo>
                  <a:pt x="1168996" y="1378727"/>
                  <a:pt x="1178762" y="1368662"/>
                  <a:pt x="1190817" y="1368662"/>
                </a:cubicBezTo>
                <a:close/>
                <a:moveTo>
                  <a:pt x="1112792" y="1368662"/>
                </a:moveTo>
                <a:cubicBezTo>
                  <a:pt x="1124847" y="1368662"/>
                  <a:pt x="1134608" y="1378727"/>
                  <a:pt x="1134608" y="1391143"/>
                </a:cubicBezTo>
                <a:cubicBezTo>
                  <a:pt x="1134608" y="1403559"/>
                  <a:pt x="1124847" y="1413624"/>
                  <a:pt x="1112792" y="1413624"/>
                </a:cubicBezTo>
                <a:cubicBezTo>
                  <a:pt x="1100740" y="1413624"/>
                  <a:pt x="1090972" y="1403559"/>
                  <a:pt x="1090972" y="1391143"/>
                </a:cubicBezTo>
                <a:cubicBezTo>
                  <a:pt x="1090972" y="1378727"/>
                  <a:pt x="1100740" y="1368662"/>
                  <a:pt x="1112792" y="1368662"/>
                </a:cubicBezTo>
                <a:close/>
                <a:moveTo>
                  <a:pt x="1034768" y="1368662"/>
                </a:moveTo>
                <a:cubicBezTo>
                  <a:pt x="1046824" y="1368662"/>
                  <a:pt x="1056586" y="1378727"/>
                  <a:pt x="1056586" y="1391143"/>
                </a:cubicBezTo>
                <a:cubicBezTo>
                  <a:pt x="1056586" y="1403559"/>
                  <a:pt x="1046824" y="1413624"/>
                  <a:pt x="1034768" y="1413624"/>
                </a:cubicBezTo>
                <a:cubicBezTo>
                  <a:pt x="1022720" y="1413624"/>
                  <a:pt x="1012952" y="1403559"/>
                  <a:pt x="1012952" y="1391143"/>
                </a:cubicBezTo>
                <a:cubicBezTo>
                  <a:pt x="1012952" y="1378727"/>
                  <a:pt x="1022720" y="1368662"/>
                  <a:pt x="1034768" y="1368662"/>
                </a:cubicBezTo>
                <a:close/>
                <a:moveTo>
                  <a:pt x="956746" y="1368662"/>
                </a:moveTo>
                <a:cubicBezTo>
                  <a:pt x="968802" y="1368662"/>
                  <a:pt x="978570" y="1378727"/>
                  <a:pt x="978570" y="1391143"/>
                </a:cubicBezTo>
                <a:cubicBezTo>
                  <a:pt x="978570" y="1403559"/>
                  <a:pt x="968802" y="1413624"/>
                  <a:pt x="956746" y="1413624"/>
                </a:cubicBezTo>
                <a:cubicBezTo>
                  <a:pt x="944696" y="1413624"/>
                  <a:pt x="934926" y="1403559"/>
                  <a:pt x="934926" y="1391143"/>
                </a:cubicBezTo>
                <a:cubicBezTo>
                  <a:pt x="934926" y="1378727"/>
                  <a:pt x="944696" y="1368662"/>
                  <a:pt x="956746" y="1368662"/>
                </a:cubicBezTo>
                <a:close/>
                <a:moveTo>
                  <a:pt x="880048" y="1368662"/>
                </a:moveTo>
                <a:cubicBezTo>
                  <a:pt x="892100" y="1368662"/>
                  <a:pt x="901869" y="1378727"/>
                  <a:pt x="901869" y="1391143"/>
                </a:cubicBezTo>
                <a:cubicBezTo>
                  <a:pt x="901869" y="1403559"/>
                  <a:pt x="892100" y="1413624"/>
                  <a:pt x="880048" y="1413624"/>
                </a:cubicBezTo>
                <a:cubicBezTo>
                  <a:pt x="867998" y="1413624"/>
                  <a:pt x="858229" y="1403559"/>
                  <a:pt x="858229" y="1391143"/>
                </a:cubicBezTo>
                <a:cubicBezTo>
                  <a:pt x="858229" y="1378727"/>
                  <a:pt x="867998" y="1368662"/>
                  <a:pt x="880048" y="1368662"/>
                </a:cubicBezTo>
                <a:close/>
                <a:moveTo>
                  <a:pt x="800708" y="1368662"/>
                </a:moveTo>
                <a:cubicBezTo>
                  <a:pt x="812759" y="1368662"/>
                  <a:pt x="822526" y="1378727"/>
                  <a:pt x="822526" y="1391143"/>
                </a:cubicBezTo>
                <a:cubicBezTo>
                  <a:pt x="822526" y="1403559"/>
                  <a:pt x="812759" y="1413624"/>
                  <a:pt x="800708" y="1413624"/>
                </a:cubicBezTo>
                <a:cubicBezTo>
                  <a:pt x="788656" y="1413624"/>
                  <a:pt x="778885" y="1403559"/>
                  <a:pt x="778885" y="1391143"/>
                </a:cubicBezTo>
                <a:cubicBezTo>
                  <a:pt x="778885" y="1378727"/>
                  <a:pt x="788656" y="1368662"/>
                  <a:pt x="800708" y="1368662"/>
                </a:cubicBezTo>
                <a:close/>
                <a:moveTo>
                  <a:pt x="722684" y="1368662"/>
                </a:moveTo>
                <a:cubicBezTo>
                  <a:pt x="734735" y="1368662"/>
                  <a:pt x="744504" y="1378727"/>
                  <a:pt x="744504" y="1391143"/>
                </a:cubicBezTo>
                <a:cubicBezTo>
                  <a:pt x="744504" y="1403559"/>
                  <a:pt x="734735" y="1413624"/>
                  <a:pt x="722684" y="1413624"/>
                </a:cubicBezTo>
                <a:cubicBezTo>
                  <a:pt x="710632" y="1413624"/>
                  <a:pt x="700862" y="1403559"/>
                  <a:pt x="700862" y="1391143"/>
                </a:cubicBezTo>
                <a:cubicBezTo>
                  <a:pt x="700862" y="1378727"/>
                  <a:pt x="710632" y="1368662"/>
                  <a:pt x="722684" y="1368662"/>
                </a:cubicBezTo>
                <a:close/>
                <a:moveTo>
                  <a:pt x="644665" y="1368662"/>
                </a:moveTo>
                <a:cubicBezTo>
                  <a:pt x="656714" y="1368662"/>
                  <a:pt x="666485" y="1378727"/>
                  <a:pt x="666485" y="1391143"/>
                </a:cubicBezTo>
                <a:cubicBezTo>
                  <a:pt x="666485" y="1403559"/>
                  <a:pt x="656714" y="1413624"/>
                  <a:pt x="644665" y="1413624"/>
                </a:cubicBezTo>
                <a:cubicBezTo>
                  <a:pt x="632612" y="1413624"/>
                  <a:pt x="622842" y="1403559"/>
                  <a:pt x="622842" y="1391143"/>
                </a:cubicBezTo>
                <a:cubicBezTo>
                  <a:pt x="622842" y="1378727"/>
                  <a:pt x="632612" y="1368662"/>
                  <a:pt x="644665" y="1368662"/>
                </a:cubicBezTo>
                <a:close/>
                <a:moveTo>
                  <a:pt x="567304" y="1368662"/>
                </a:moveTo>
                <a:cubicBezTo>
                  <a:pt x="579719" y="1368662"/>
                  <a:pt x="589784" y="1378727"/>
                  <a:pt x="589784" y="1391143"/>
                </a:cubicBezTo>
                <a:cubicBezTo>
                  <a:pt x="589784" y="1403559"/>
                  <a:pt x="579719" y="1413624"/>
                  <a:pt x="567304" y="1413624"/>
                </a:cubicBezTo>
                <a:cubicBezTo>
                  <a:pt x="554887" y="1413624"/>
                  <a:pt x="544822" y="1403559"/>
                  <a:pt x="544822" y="1391143"/>
                </a:cubicBezTo>
                <a:cubicBezTo>
                  <a:pt x="544822" y="1378727"/>
                  <a:pt x="554887" y="1368662"/>
                  <a:pt x="567304" y="1368662"/>
                </a:cubicBezTo>
                <a:close/>
                <a:moveTo>
                  <a:pt x="489945" y="1368662"/>
                </a:moveTo>
                <a:cubicBezTo>
                  <a:pt x="501996" y="1368662"/>
                  <a:pt x="511765" y="1378727"/>
                  <a:pt x="511765" y="1391143"/>
                </a:cubicBezTo>
                <a:cubicBezTo>
                  <a:pt x="511765" y="1403559"/>
                  <a:pt x="501996" y="1413624"/>
                  <a:pt x="489945" y="1413624"/>
                </a:cubicBezTo>
                <a:cubicBezTo>
                  <a:pt x="477894" y="1413624"/>
                  <a:pt x="468126" y="1403559"/>
                  <a:pt x="468126" y="1391143"/>
                </a:cubicBezTo>
                <a:cubicBezTo>
                  <a:pt x="468126" y="1378727"/>
                  <a:pt x="477894" y="1368662"/>
                  <a:pt x="489945" y="1368662"/>
                </a:cubicBezTo>
                <a:close/>
                <a:moveTo>
                  <a:pt x="411924" y="1368662"/>
                </a:moveTo>
                <a:cubicBezTo>
                  <a:pt x="423974" y="1368662"/>
                  <a:pt x="433742" y="1378727"/>
                  <a:pt x="433742" y="1391143"/>
                </a:cubicBezTo>
                <a:cubicBezTo>
                  <a:pt x="433742" y="1403559"/>
                  <a:pt x="423974" y="1413624"/>
                  <a:pt x="411924" y="1413624"/>
                </a:cubicBezTo>
                <a:cubicBezTo>
                  <a:pt x="399875" y="1413624"/>
                  <a:pt x="390105" y="1403559"/>
                  <a:pt x="390105" y="1391143"/>
                </a:cubicBezTo>
                <a:cubicBezTo>
                  <a:pt x="390105" y="1378727"/>
                  <a:pt x="399875" y="1368662"/>
                  <a:pt x="411924" y="1368662"/>
                </a:cubicBezTo>
                <a:close/>
                <a:moveTo>
                  <a:pt x="333903" y="1368662"/>
                </a:moveTo>
                <a:cubicBezTo>
                  <a:pt x="345953" y="1368662"/>
                  <a:pt x="355723" y="1378727"/>
                  <a:pt x="355723" y="1391143"/>
                </a:cubicBezTo>
                <a:cubicBezTo>
                  <a:pt x="355723" y="1403559"/>
                  <a:pt x="345953" y="1413624"/>
                  <a:pt x="333903" y="1413624"/>
                </a:cubicBezTo>
                <a:cubicBezTo>
                  <a:pt x="321852" y="1413624"/>
                  <a:pt x="312083" y="1403559"/>
                  <a:pt x="312083" y="1391143"/>
                </a:cubicBezTo>
                <a:cubicBezTo>
                  <a:pt x="312083" y="1378727"/>
                  <a:pt x="321852" y="1368662"/>
                  <a:pt x="333903" y="1368662"/>
                </a:cubicBezTo>
                <a:close/>
                <a:moveTo>
                  <a:pt x="255883" y="1368662"/>
                </a:moveTo>
                <a:cubicBezTo>
                  <a:pt x="267933" y="1368662"/>
                  <a:pt x="277701" y="1378727"/>
                  <a:pt x="277701" y="1391143"/>
                </a:cubicBezTo>
                <a:cubicBezTo>
                  <a:pt x="277701" y="1403559"/>
                  <a:pt x="267933" y="1413624"/>
                  <a:pt x="255883" y="1413624"/>
                </a:cubicBezTo>
                <a:cubicBezTo>
                  <a:pt x="243831" y="1413624"/>
                  <a:pt x="234062" y="1403559"/>
                  <a:pt x="234062" y="1391143"/>
                </a:cubicBezTo>
                <a:cubicBezTo>
                  <a:pt x="234062" y="1378727"/>
                  <a:pt x="243831" y="1368662"/>
                  <a:pt x="255883" y="1368662"/>
                </a:cubicBezTo>
                <a:close/>
                <a:moveTo>
                  <a:pt x="177862" y="1368662"/>
                </a:moveTo>
                <a:cubicBezTo>
                  <a:pt x="189913" y="1368662"/>
                  <a:pt x="199683" y="1378727"/>
                  <a:pt x="199683" y="1391143"/>
                </a:cubicBezTo>
                <a:cubicBezTo>
                  <a:pt x="199683" y="1403559"/>
                  <a:pt x="189913" y="1413624"/>
                  <a:pt x="177862" y="1413624"/>
                </a:cubicBezTo>
                <a:cubicBezTo>
                  <a:pt x="165812" y="1413624"/>
                  <a:pt x="156042" y="1403559"/>
                  <a:pt x="156042" y="1391143"/>
                </a:cubicBezTo>
                <a:cubicBezTo>
                  <a:pt x="156042" y="1378727"/>
                  <a:pt x="165812" y="1368662"/>
                  <a:pt x="177862" y="1368662"/>
                </a:cubicBezTo>
                <a:close/>
                <a:moveTo>
                  <a:pt x="99841" y="1368662"/>
                </a:moveTo>
                <a:cubicBezTo>
                  <a:pt x="111893" y="1368662"/>
                  <a:pt x="121661" y="1378727"/>
                  <a:pt x="121661" y="1391143"/>
                </a:cubicBezTo>
                <a:cubicBezTo>
                  <a:pt x="121661" y="1403559"/>
                  <a:pt x="111893" y="1413624"/>
                  <a:pt x="99841" y="1413624"/>
                </a:cubicBezTo>
                <a:cubicBezTo>
                  <a:pt x="87790" y="1413624"/>
                  <a:pt x="78021" y="1403559"/>
                  <a:pt x="78021" y="1391143"/>
                </a:cubicBezTo>
                <a:cubicBezTo>
                  <a:pt x="78021" y="1378727"/>
                  <a:pt x="87790" y="1368662"/>
                  <a:pt x="99841" y="1368662"/>
                </a:cubicBezTo>
                <a:close/>
                <a:moveTo>
                  <a:pt x="9056320" y="1291964"/>
                </a:moveTo>
                <a:cubicBezTo>
                  <a:pt x="9068371" y="1291964"/>
                  <a:pt x="9078140" y="1301733"/>
                  <a:pt x="9078140" y="1313784"/>
                </a:cubicBezTo>
                <a:cubicBezTo>
                  <a:pt x="9078140" y="1325835"/>
                  <a:pt x="9068371" y="1335604"/>
                  <a:pt x="9056320" y="1335604"/>
                </a:cubicBezTo>
                <a:cubicBezTo>
                  <a:pt x="9044269" y="1335604"/>
                  <a:pt x="9034500" y="1325835"/>
                  <a:pt x="9034500" y="1313784"/>
                </a:cubicBezTo>
                <a:cubicBezTo>
                  <a:pt x="9034500" y="1301733"/>
                  <a:pt x="9044269" y="1291964"/>
                  <a:pt x="9056320" y="1291964"/>
                </a:cubicBezTo>
                <a:close/>
                <a:moveTo>
                  <a:pt x="8978300" y="1291964"/>
                </a:moveTo>
                <a:cubicBezTo>
                  <a:pt x="8990351" y="1291964"/>
                  <a:pt x="9000120" y="1301733"/>
                  <a:pt x="9000120" y="1313784"/>
                </a:cubicBezTo>
                <a:cubicBezTo>
                  <a:pt x="9000120" y="1325835"/>
                  <a:pt x="8990351" y="1335604"/>
                  <a:pt x="8978300" y="1335604"/>
                </a:cubicBezTo>
                <a:cubicBezTo>
                  <a:pt x="8966249" y="1335604"/>
                  <a:pt x="8956480" y="1325835"/>
                  <a:pt x="8956480" y="1313784"/>
                </a:cubicBezTo>
                <a:cubicBezTo>
                  <a:pt x="8956480" y="1301733"/>
                  <a:pt x="8966249" y="1291964"/>
                  <a:pt x="8978300" y="1291964"/>
                </a:cubicBezTo>
                <a:close/>
                <a:moveTo>
                  <a:pt x="8900279" y="1291964"/>
                </a:moveTo>
                <a:cubicBezTo>
                  <a:pt x="8912330" y="1291964"/>
                  <a:pt x="8922099" y="1301733"/>
                  <a:pt x="8922099" y="1313784"/>
                </a:cubicBezTo>
                <a:cubicBezTo>
                  <a:pt x="8922099" y="1325835"/>
                  <a:pt x="8912330" y="1335604"/>
                  <a:pt x="8900279" y="1335604"/>
                </a:cubicBezTo>
                <a:cubicBezTo>
                  <a:pt x="8888228" y="1335604"/>
                  <a:pt x="8878459" y="1325835"/>
                  <a:pt x="8878459" y="1313784"/>
                </a:cubicBezTo>
                <a:cubicBezTo>
                  <a:pt x="8878459" y="1301733"/>
                  <a:pt x="8888228" y="1291964"/>
                  <a:pt x="8900279" y="1291964"/>
                </a:cubicBezTo>
                <a:close/>
                <a:moveTo>
                  <a:pt x="8822259" y="1291964"/>
                </a:moveTo>
                <a:cubicBezTo>
                  <a:pt x="8834310" y="1291964"/>
                  <a:pt x="8844079" y="1301733"/>
                  <a:pt x="8844079" y="1313784"/>
                </a:cubicBezTo>
                <a:cubicBezTo>
                  <a:pt x="8844079" y="1325835"/>
                  <a:pt x="8834310" y="1335604"/>
                  <a:pt x="8822259" y="1335604"/>
                </a:cubicBezTo>
                <a:cubicBezTo>
                  <a:pt x="8810208" y="1335604"/>
                  <a:pt x="8800439" y="1325835"/>
                  <a:pt x="8800439" y="1313784"/>
                </a:cubicBezTo>
                <a:cubicBezTo>
                  <a:pt x="8800439" y="1301733"/>
                  <a:pt x="8810208" y="1291964"/>
                  <a:pt x="8822259" y="1291964"/>
                </a:cubicBezTo>
                <a:close/>
                <a:moveTo>
                  <a:pt x="8744900" y="1291964"/>
                </a:moveTo>
                <a:cubicBezTo>
                  <a:pt x="8757316" y="1291964"/>
                  <a:pt x="8767381" y="1301733"/>
                  <a:pt x="8767381" y="1313784"/>
                </a:cubicBezTo>
                <a:cubicBezTo>
                  <a:pt x="8767381" y="1325835"/>
                  <a:pt x="8757316" y="1335604"/>
                  <a:pt x="8744900" y="1335604"/>
                </a:cubicBezTo>
                <a:cubicBezTo>
                  <a:pt x="8732484" y="1335604"/>
                  <a:pt x="8722419" y="1325835"/>
                  <a:pt x="8722419" y="1313784"/>
                </a:cubicBezTo>
                <a:cubicBezTo>
                  <a:pt x="8722419" y="1301733"/>
                  <a:pt x="8732484" y="1291964"/>
                  <a:pt x="8744900" y="1291964"/>
                </a:cubicBezTo>
                <a:close/>
                <a:moveTo>
                  <a:pt x="8667540" y="1291964"/>
                </a:moveTo>
                <a:cubicBezTo>
                  <a:pt x="8679591" y="1291964"/>
                  <a:pt x="8689360" y="1301733"/>
                  <a:pt x="8689360" y="1313784"/>
                </a:cubicBezTo>
                <a:cubicBezTo>
                  <a:pt x="8689360" y="1325835"/>
                  <a:pt x="8679591" y="1335604"/>
                  <a:pt x="8667540" y="1335604"/>
                </a:cubicBezTo>
                <a:cubicBezTo>
                  <a:pt x="8655489" y="1335604"/>
                  <a:pt x="8645720" y="1325835"/>
                  <a:pt x="8645720" y="1313784"/>
                </a:cubicBezTo>
                <a:cubicBezTo>
                  <a:pt x="8645720" y="1301733"/>
                  <a:pt x="8655489" y="1291964"/>
                  <a:pt x="8667540" y="1291964"/>
                </a:cubicBezTo>
                <a:close/>
                <a:moveTo>
                  <a:pt x="8589520" y="1291964"/>
                </a:moveTo>
                <a:cubicBezTo>
                  <a:pt x="8601571" y="1291964"/>
                  <a:pt x="8611340" y="1301733"/>
                  <a:pt x="8611340" y="1313784"/>
                </a:cubicBezTo>
                <a:cubicBezTo>
                  <a:pt x="8611340" y="1325835"/>
                  <a:pt x="8601571" y="1335604"/>
                  <a:pt x="8589520" y="1335604"/>
                </a:cubicBezTo>
                <a:cubicBezTo>
                  <a:pt x="8577469" y="1335604"/>
                  <a:pt x="8567700" y="1325835"/>
                  <a:pt x="8567700" y="1313784"/>
                </a:cubicBezTo>
                <a:cubicBezTo>
                  <a:pt x="8567700" y="1301733"/>
                  <a:pt x="8577469" y="1291964"/>
                  <a:pt x="8589520" y="1291964"/>
                </a:cubicBezTo>
                <a:close/>
                <a:moveTo>
                  <a:pt x="8511500" y="1291964"/>
                </a:moveTo>
                <a:cubicBezTo>
                  <a:pt x="8523551" y="1291964"/>
                  <a:pt x="8533320" y="1301733"/>
                  <a:pt x="8533320" y="1313784"/>
                </a:cubicBezTo>
                <a:cubicBezTo>
                  <a:pt x="8533320" y="1325835"/>
                  <a:pt x="8523551" y="1335604"/>
                  <a:pt x="8511500" y="1335604"/>
                </a:cubicBezTo>
                <a:cubicBezTo>
                  <a:pt x="8499449" y="1335604"/>
                  <a:pt x="8489680" y="1325835"/>
                  <a:pt x="8489680" y="1313784"/>
                </a:cubicBezTo>
                <a:cubicBezTo>
                  <a:pt x="8489680" y="1301733"/>
                  <a:pt x="8499449" y="1291964"/>
                  <a:pt x="8511500" y="1291964"/>
                </a:cubicBezTo>
                <a:close/>
                <a:moveTo>
                  <a:pt x="8432818" y="1291964"/>
                </a:moveTo>
                <a:cubicBezTo>
                  <a:pt x="8445234" y="1291964"/>
                  <a:pt x="8455299" y="1301733"/>
                  <a:pt x="8455299" y="1313784"/>
                </a:cubicBezTo>
                <a:cubicBezTo>
                  <a:pt x="8455299" y="1325835"/>
                  <a:pt x="8445234" y="1335604"/>
                  <a:pt x="8432818" y="1335604"/>
                </a:cubicBezTo>
                <a:cubicBezTo>
                  <a:pt x="8420402" y="1335604"/>
                  <a:pt x="8410337" y="1325835"/>
                  <a:pt x="8410337" y="1313784"/>
                </a:cubicBezTo>
                <a:cubicBezTo>
                  <a:pt x="8410337" y="1301733"/>
                  <a:pt x="8420402" y="1291964"/>
                  <a:pt x="8432818" y="1291964"/>
                </a:cubicBezTo>
                <a:close/>
                <a:moveTo>
                  <a:pt x="8355459" y="1291964"/>
                </a:moveTo>
                <a:cubicBezTo>
                  <a:pt x="8367510" y="1291964"/>
                  <a:pt x="8377279" y="1301733"/>
                  <a:pt x="8377279" y="1313784"/>
                </a:cubicBezTo>
                <a:cubicBezTo>
                  <a:pt x="8377279" y="1325835"/>
                  <a:pt x="8367510" y="1335604"/>
                  <a:pt x="8355459" y="1335604"/>
                </a:cubicBezTo>
                <a:cubicBezTo>
                  <a:pt x="8343408" y="1335604"/>
                  <a:pt x="8333639" y="1325835"/>
                  <a:pt x="8333639" y="1313784"/>
                </a:cubicBezTo>
                <a:cubicBezTo>
                  <a:pt x="8333639" y="1301733"/>
                  <a:pt x="8343408" y="1291964"/>
                  <a:pt x="8355459" y="1291964"/>
                </a:cubicBezTo>
                <a:close/>
                <a:moveTo>
                  <a:pt x="8277438" y="1291964"/>
                </a:moveTo>
                <a:cubicBezTo>
                  <a:pt x="8289489" y="1291964"/>
                  <a:pt x="8299258" y="1301733"/>
                  <a:pt x="8299258" y="1313784"/>
                </a:cubicBezTo>
                <a:cubicBezTo>
                  <a:pt x="8299258" y="1325835"/>
                  <a:pt x="8289489" y="1335604"/>
                  <a:pt x="8277438" y="1335604"/>
                </a:cubicBezTo>
                <a:cubicBezTo>
                  <a:pt x="8265387" y="1335604"/>
                  <a:pt x="8255618" y="1325835"/>
                  <a:pt x="8255618" y="1313784"/>
                </a:cubicBezTo>
                <a:cubicBezTo>
                  <a:pt x="8255618" y="1301733"/>
                  <a:pt x="8265387" y="1291964"/>
                  <a:pt x="8277438" y="1291964"/>
                </a:cubicBezTo>
                <a:close/>
                <a:moveTo>
                  <a:pt x="8199418" y="1291964"/>
                </a:moveTo>
                <a:cubicBezTo>
                  <a:pt x="8211469" y="1291964"/>
                  <a:pt x="8221238" y="1301733"/>
                  <a:pt x="8221238" y="1313784"/>
                </a:cubicBezTo>
                <a:cubicBezTo>
                  <a:pt x="8221238" y="1325835"/>
                  <a:pt x="8211469" y="1335604"/>
                  <a:pt x="8199418" y="1335604"/>
                </a:cubicBezTo>
                <a:cubicBezTo>
                  <a:pt x="8187367" y="1335604"/>
                  <a:pt x="8177598" y="1325835"/>
                  <a:pt x="8177598" y="1313784"/>
                </a:cubicBezTo>
                <a:cubicBezTo>
                  <a:pt x="8177598" y="1301733"/>
                  <a:pt x="8187367" y="1291964"/>
                  <a:pt x="8199418" y="1291964"/>
                </a:cubicBezTo>
                <a:close/>
                <a:moveTo>
                  <a:pt x="8121398" y="1291964"/>
                </a:moveTo>
                <a:cubicBezTo>
                  <a:pt x="8133449" y="1291964"/>
                  <a:pt x="8143218" y="1301733"/>
                  <a:pt x="8143218" y="1313784"/>
                </a:cubicBezTo>
                <a:cubicBezTo>
                  <a:pt x="8143218" y="1325835"/>
                  <a:pt x="8133449" y="1335604"/>
                  <a:pt x="8121398" y="1335604"/>
                </a:cubicBezTo>
                <a:cubicBezTo>
                  <a:pt x="8109347" y="1335604"/>
                  <a:pt x="8099578" y="1325835"/>
                  <a:pt x="8099578" y="1313784"/>
                </a:cubicBezTo>
                <a:cubicBezTo>
                  <a:pt x="8099578" y="1301733"/>
                  <a:pt x="8109347" y="1291964"/>
                  <a:pt x="8121398" y="1291964"/>
                </a:cubicBezTo>
                <a:close/>
                <a:moveTo>
                  <a:pt x="8044700" y="1291964"/>
                </a:moveTo>
                <a:cubicBezTo>
                  <a:pt x="8056751" y="1291964"/>
                  <a:pt x="8066520" y="1301733"/>
                  <a:pt x="8066520" y="1313784"/>
                </a:cubicBezTo>
                <a:cubicBezTo>
                  <a:pt x="8066520" y="1325835"/>
                  <a:pt x="8056751" y="1335604"/>
                  <a:pt x="8044700" y="1335604"/>
                </a:cubicBezTo>
                <a:cubicBezTo>
                  <a:pt x="8032649" y="1335604"/>
                  <a:pt x="8022880" y="1325835"/>
                  <a:pt x="8022880" y="1313784"/>
                </a:cubicBezTo>
                <a:cubicBezTo>
                  <a:pt x="8022880" y="1301733"/>
                  <a:pt x="8032649" y="1291964"/>
                  <a:pt x="8044700" y="1291964"/>
                </a:cubicBezTo>
                <a:close/>
                <a:moveTo>
                  <a:pt x="7966679" y="1291964"/>
                </a:moveTo>
                <a:cubicBezTo>
                  <a:pt x="7978730" y="1291964"/>
                  <a:pt x="7988499" y="1301733"/>
                  <a:pt x="7988499" y="1313784"/>
                </a:cubicBezTo>
                <a:cubicBezTo>
                  <a:pt x="7988499" y="1325835"/>
                  <a:pt x="7978730" y="1335604"/>
                  <a:pt x="7966679" y="1335604"/>
                </a:cubicBezTo>
                <a:cubicBezTo>
                  <a:pt x="7954628" y="1335604"/>
                  <a:pt x="7944859" y="1325835"/>
                  <a:pt x="7944859" y="1313784"/>
                </a:cubicBezTo>
                <a:cubicBezTo>
                  <a:pt x="7944859" y="1301733"/>
                  <a:pt x="7954628" y="1291964"/>
                  <a:pt x="7966679" y="1291964"/>
                </a:cubicBezTo>
                <a:close/>
                <a:moveTo>
                  <a:pt x="7888658" y="1291964"/>
                </a:moveTo>
                <a:cubicBezTo>
                  <a:pt x="7900709" y="1291964"/>
                  <a:pt x="7910478" y="1301733"/>
                  <a:pt x="7910478" y="1313784"/>
                </a:cubicBezTo>
                <a:cubicBezTo>
                  <a:pt x="7910478" y="1325835"/>
                  <a:pt x="7900709" y="1335604"/>
                  <a:pt x="7888658" y="1335604"/>
                </a:cubicBezTo>
                <a:cubicBezTo>
                  <a:pt x="7876607" y="1335604"/>
                  <a:pt x="7866838" y="1325835"/>
                  <a:pt x="7866838" y="1313784"/>
                </a:cubicBezTo>
                <a:cubicBezTo>
                  <a:pt x="7866838" y="1301733"/>
                  <a:pt x="7876607" y="1291964"/>
                  <a:pt x="7888658" y="1291964"/>
                </a:cubicBezTo>
                <a:close/>
                <a:moveTo>
                  <a:pt x="7809316" y="1291964"/>
                </a:moveTo>
                <a:cubicBezTo>
                  <a:pt x="7821367" y="1291964"/>
                  <a:pt x="7831136" y="1301733"/>
                  <a:pt x="7831136" y="1313784"/>
                </a:cubicBezTo>
                <a:cubicBezTo>
                  <a:pt x="7831136" y="1325835"/>
                  <a:pt x="7821367" y="1335604"/>
                  <a:pt x="7809316" y="1335604"/>
                </a:cubicBezTo>
                <a:cubicBezTo>
                  <a:pt x="7797265" y="1335604"/>
                  <a:pt x="7787496" y="1325835"/>
                  <a:pt x="7787496" y="1313784"/>
                </a:cubicBezTo>
                <a:cubicBezTo>
                  <a:pt x="7787496" y="1301733"/>
                  <a:pt x="7797265" y="1291964"/>
                  <a:pt x="7809316" y="1291964"/>
                </a:cubicBezTo>
                <a:close/>
                <a:moveTo>
                  <a:pt x="7731957" y="1291964"/>
                </a:moveTo>
                <a:cubicBezTo>
                  <a:pt x="7744373" y="1291964"/>
                  <a:pt x="7754438" y="1301733"/>
                  <a:pt x="7754438" y="1313784"/>
                </a:cubicBezTo>
                <a:cubicBezTo>
                  <a:pt x="7754438" y="1325835"/>
                  <a:pt x="7744373" y="1335604"/>
                  <a:pt x="7731957" y="1335604"/>
                </a:cubicBezTo>
                <a:cubicBezTo>
                  <a:pt x="7719541" y="1335604"/>
                  <a:pt x="7709476" y="1325835"/>
                  <a:pt x="7709476" y="1313784"/>
                </a:cubicBezTo>
                <a:cubicBezTo>
                  <a:pt x="7709476" y="1301733"/>
                  <a:pt x="7719541" y="1291964"/>
                  <a:pt x="7731957" y="1291964"/>
                </a:cubicBezTo>
                <a:close/>
                <a:moveTo>
                  <a:pt x="7654597" y="1291964"/>
                </a:moveTo>
                <a:cubicBezTo>
                  <a:pt x="7666648" y="1291964"/>
                  <a:pt x="7676417" y="1301733"/>
                  <a:pt x="7676417" y="1313784"/>
                </a:cubicBezTo>
                <a:cubicBezTo>
                  <a:pt x="7676417" y="1325835"/>
                  <a:pt x="7666648" y="1335604"/>
                  <a:pt x="7654597" y="1335604"/>
                </a:cubicBezTo>
                <a:cubicBezTo>
                  <a:pt x="7642546" y="1335604"/>
                  <a:pt x="7632777" y="1325835"/>
                  <a:pt x="7632777" y="1313784"/>
                </a:cubicBezTo>
                <a:cubicBezTo>
                  <a:pt x="7632777" y="1301733"/>
                  <a:pt x="7642546" y="1291964"/>
                  <a:pt x="7654597" y="1291964"/>
                </a:cubicBezTo>
                <a:close/>
                <a:moveTo>
                  <a:pt x="7576577" y="1291964"/>
                </a:moveTo>
                <a:cubicBezTo>
                  <a:pt x="7588628" y="1291964"/>
                  <a:pt x="7598397" y="1301733"/>
                  <a:pt x="7598397" y="1313784"/>
                </a:cubicBezTo>
                <a:cubicBezTo>
                  <a:pt x="7598397" y="1325835"/>
                  <a:pt x="7588628" y="1335604"/>
                  <a:pt x="7576577" y="1335604"/>
                </a:cubicBezTo>
                <a:cubicBezTo>
                  <a:pt x="7564526" y="1335604"/>
                  <a:pt x="7554757" y="1325835"/>
                  <a:pt x="7554757" y="1313784"/>
                </a:cubicBezTo>
                <a:cubicBezTo>
                  <a:pt x="7554757" y="1301733"/>
                  <a:pt x="7564526" y="1291964"/>
                  <a:pt x="7576577" y="1291964"/>
                </a:cubicBezTo>
                <a:close/>
                <a:moveTo>
                  <a:pt x="7498556" y="1291964"/>
                </a:moveTo>
                <a:cubicBezTo>
                  <a:pt x="7510607" y="1291964"/>
                  <a:pt x="7520376" y="1301733"/>
                  <a:pt x="7520376" y="1313784"/>
                </a:cubicBezTo>
                <a:cubicBezTo>
                  <a:pt x="7520376" y="1325835"/>
                  <a:pt x="7510607" y="1335604"/>
                  <a:pt x="7498556" y="1335604"/>
                </a:cubicBezTo>
                <a:cubicBezTo>
                  <a:pt x="7486505" y="1335604"/>
                  <a:pt x="7476736" y="1325835"/>
                  <a:pt x="7476736" y="1313784"/>
                </a:cubicBezTo>
                <a:cubicBezTo>
                  <a:pt x="7476736" y="1301733"/>
                  <a:pt x="7486505" y="1291964"/>
                  <a:pt x="7498556" y="1291964"/>
                </a:cubicBezTo>
                <a:close/>
                <a:moveTo>
                  <a:pt x="7421198" y="1291964"/>
                </a:moveTo>
                <a:cubicBezTo>
                  <a:pt x="7433614" y="1291964"/>
                  <a:pt x="7443679" y="1301733"/>
                  <a:pt x="7443679" y="1313784"/>
                </a:cubicBezTo>
                <a:cubicBezTo>
                  <a:pt x="7443679" y="1325835"/>
                  <a:pt x="7433614" y="1335604"/>
                  <a:pt x="7421198" y="1335604"/>
                </a:cubicBezTo>
                <a:cubicBezTo>
                  <a:pt x="7408782" y="1335604"/>
                  <a:pt x="7398717" y="1325835"/>
                  <a:pt x="7398717" y="1313784"/>
                </a:cubicBezTo>
                <a:cubicBezTo>
                  <a:pt x="7398717" y="1301733"/>
                  <a:pt x="7408782" y="1291964"/>
                  <a:pt x="7421198" y="1291964"/>
                </a:cubicBezTo>
                <a:close/>
                <a:moveTo>
                  <a:pt x="7343838" y="1291964"/>
                </a:moveTo>
                <a:cubicBezTo>
                  <a:pt x="7355889" y="1291964"/>
                  <a:pt x="7365658" y="1301733"/>
                  <a:pt x="7365658" y="1313784"/>
                </a:cubicBezTo>
                <a:cubicBezTo>
                  <a:pt x="7365658" y="1325835"/>
                  <a:pt x="7355889" y="1335604"/>
                  <a:pt x="7343838" y="1335604"/>
                </a:cubicBezTo>
                <a:cubicBezTo>
                  <a:pt x="7331787" y="1335604"/>
                  <a:pt x="7322018" y="1325835"/>
                  <a:pt x="7322018" y="1313784"/>
                </a:cubicBezTo>
                <a:cubicBezTo>
                  <a:pt x="7322018" y="1301733"/>
                  <a:pt x="7331787" y="1291964"/>
                  <a:pt x="7343838" y="1291964"/>
                </a:cubicBezTo>
                <a:close/>
                <a:moveTo>
                  <a:pt x="7264495" y="1291964"/>
                </a:moveTo>
                <a:cubicBezTo>
                  <a:pt x="7276546" y="1291964"/>
                  <a:pt x="7286315" y="1301733"/>
                  <a:pt x="7286315" y="1313784"/>
                </a:cubicBezTo>
                <a:cubicBezTo>
                  <a:pt x="7286315" y="1325835"/>
                  <a:pt x="7276546" y="1335604"/>
                  <a:pt x="7264495" y="1335604"/>
                </a:cubicBezTo>
                <a:cubicBezTo>
                  <a:pt x="7252444" y="1335604"/>
                  <a:pt x="7242675" y="1325835"/>
                  <a:pt x="7242675" y="1313784"/>
                </a:cubicBezTo>
                <a:cubicBezTo>
                  <a:pt x="7242675" y="1301733"/>
                  <a:pt x="7252444" y="1291964"/>
                  <a:pt x="7264495" y="1291964"/>
                </a:cubicBezTo>
                <a:close/>
                <a:moveTo>
                  <a:pt x="7186475" y="1291964"/>
                </a:moveTo>
                <a:cubicBezTo>
                  <a:pt x="7198526" y="1291964"/>
                  <a:pt x="7208295" y="1301733"/>
                  <a:pt x="7208295" y="1313784"/>
                </a:cubicBezTo>
                <a:cubicBezTo>
                  <a:pt x="7208295" y="1325835"/>
                  <a:pt x="7198526" y="1335604"/>
                  <a:pt x="7186475" y="1335604"/>
                </a:cubicBezTo>
                <a:cubicBezTo>
                  <a:pt x="7174424" y="1335604"/>
                  <a:pt x="7164655" y="1325835"/>
                  <a:pt x="7164655" y="1313784"/>
                </a:cubicBezTo>
                <a:cubicBezTo>
                  <a:pt x="7164655" y="1301733"/>
                  <a:pt x="7174424" y="1291964"/>
                  <a:pt x="7186475" y="1291964"/>
                </a:cubicBezTo>
                <a:close/>
                <a:moveTo>
                  <a:pt x="7109116" y="1291964"/>
                </a:moveTo>
                <a:cubicBezTo>
                  <a:pt x="7121532" y="1291964"/>
                  <a:pt x="7131597" y="1301733"/>
                  <a:pt x="7131597" y="1313784"/>
                </a:cubicBezTo>
                <a:cubicBezTo>
                  <a:pt x="7131597" y="1325835"/>
                  <a:pt x="7121532" y="1335604"/>
                  <a:pt x="7109116" y="1335604"/>
                </a:cubicBezTo>
                <a:cubicBezTo>
                  <a:pt x="7096700" y="1335604"/>
                  <a:pt x="7086635" y="1325835"/>
                  <a:pt x="7086635" y="1313784"/>
                </a:cubicBezTo>
                <a:cubicBezTo>
                  <a:pt x="7086635" y="1301733"/>
                  <a:pt x="7096700" y="1291964"/>
                  <a:pt x="7109116" y="1291964"/>
                </a:cubicBezTo>
                <a:close/>
                <a:moveTo>
                  <a:pt x="7031757" y="1291964"/>
                </a:moveTo>
                <a:cubicBezTo>
                  <a:pt x="7043808" y="1291964"/>
                  <a:pt x="7053577" y="1301733"/>
                  <a:pt x="7053577" y="1313784"/>
                </a:cubicBezTo>
                <a:cubicBezTo>
                  <a:pt x="7053577" y="1325835"/>
                  <a:pt x="7043808" y="1335604"/>
                  <a:pt x="7031757" y="1335604"/>
                </a:cubicBezTo>
                <a:cubicBezTo>
                  <a:pt x="7019706" y="1335604"/>
                  <a:pt x="7009937" y="1325835"/>
                  <a:pt x="7009937" y="1313784"/>
                </a:cubicBezTo>
                <a:cubicBezTo>
                  <a:pt x="7009937" y="1301733"/>
                  <a:pt x="7019706" y="1291964"/>
                  <a:pt x="7031757" y="1291964"/>
                </a:cubicBezTo>
                <a:close/>
                <a:moveTo>
                  <a:pt x="6953736" y="1291964"/>
                </a:moveTo>
                <a:cubicBezTo>
                  <a:pt x="6965787" y="1291964"/>
                  <a:pt x="6975556" y="1301733"/>
                  <a:pt x="6975556" y="1313784"/>
                </a:cubicBezTo>
                <a:cubicBezTo>
                  <a:pt x="6975556" y="1325835"/>
                  <a:pt x="6965787" y="1335604"/>
                  <a:pt x="6953736" y="1335604"/>
                </a:cubicBezTo>
                <a:cubicBezTo>
                  <a:pt x="6941685" y="1335604"/>
                  <a:pt x="6931916" y="1325835"/>
                  <a:pt x="6931916" y="1313784"/>
                </a:cubicBezTo>
                <a:cubicBezTo>
                  <a:pt x="6931916" y="1301733"/>
                  <a:pt x="6941685" y="1291964"/>
                  <a:pt x="6953736" y="1291964"/>
                </a:cubicBezTo>
                <a:close/>
                <a:moveTo>
                  <a:pt x="6875716" y="1291964"/>
                </a:moveTo>
                <a:cubicBezTo>
                  <a:pt x="6887767" y="1291964"/>
                  <a:pt x="6897536" y="1301733"/>
                  <a:pt x="6897536" y="1313784"/>
                </a:cubicBezTo>
                <a:cubicBezTo>
                  <a:pt x="6897536" y="1325835"/>
                  <a:pt x="6887767" y="1335604"/>
                  <a:pt x="6875716" y="1335604"/>
                </a:cubicBezTo>
                <a:cubicBezTo>
                  <a:pt x="6863665" y="1335604"/>
                  <a:pt x="6853896" y="1325835"/>
                  <a:pt x="6853896" y="1313784"/>
                </a:cubicBezTo>
                <a:cubicBezTo>
                  <a:pt x="6853896" y="1301733"/>
                  <a:pt x="6863665" y="1291964"/>
                  <a:pt x="6875716" y="1291964"/>
                </a:cubicBezTo>
                <a:close/>
                <a:moveTo>
                  <a:pt x="6798356" y="1291964"/>
                </a:moveTo>
                <a:cubicBezTo>
                  <a:pt x="6810772" y="1291964"/>
                  <a:pt x="6820837" y="1301733"/>
                  <a:pt x="6820837" y="1313784"/>
                </a:cubicBezTo>
                <a:cubicBezTo>
                  <a:pt x="6820837" y="1325835"/>
                  <a:pt x="6810772" y="1335604"/>
                  <a:pt x="6798356" y="1335604"/>
                </a:cubicBezTo>
                <a:cubicBezTo>
                  <a:pt x="6785940" y="1335604"/>
                  <a:pt x="6775875" y="1325835"/>
                  <a:pt x="6775875" y="1313784"/>
                </a:cubicBezTo>
                <a:cubicBezTo>
                  <a:pt x="6775875" y="1301733"/>
                  <a:pt x="6785940" y="1291964"/>
                  <a:pt x="6798356" y="1291964"/>
                </a:cubicBezTo>
                <a:close/>
                <a:moveTo>
                  <a:pt x="6719675" y="1291964"/>
                </a:moveTo>
                <a:cubicBezTo>
                  <a:pt x="6731726" y="1291964"/>
                  <a:pt x="6741495" y="1301733"/>
                  <a:pt x="6741495" y="1313784"/>
                </a:cubicBezTo>
                <a:cubicBezTo>
                  <a:pt x="6741495" y="1325835"/>
                  <a:pt x="6731726" y="1335604"/>
                  <a:pt x="6719675" y="1335604"/>
                </a:cubicBezTo>
                <a:cubicBezTo>
                  <a:pt x="6707624" y="1335604"/>
                  <a:pt x="6697855" y="1325835"/>
                  <a:pt x="6697855" y="1313784"/>
                </a:cubicBezTo>
                <a:cubicBezTo>
                  <a:pt x="6697855" y="1301733"/>
                  <a:pt x="6707624" y="1291964"/>
                  <a:pt x="6719675" y="1291964"/>
                </a:cubicBezTo>
                <a:close/>
                <a:moveTo>
                  <a:pt x="6641655" y="1291964"/>
                </a:moveTo>
                <a:cubicBezTo>
                  <a:pt x="6653706" y="1291964"/>
                  <a:pt x="6663475" y="1301733"/>
                  <a:pt x="6663475" y="1313784"/>
                </a:cubicBezTo>
                <a:cubicBezTo>
                  <a:pt x="6663475" y="1325835"/>
                  <a:pt x="6653706" y="1335604"/>
                  <a:pt x="6641655" y="1335604"/>
                </a:cubicBezTo>
                <a:cubicBezTo>
                  <a:pt x="6629604" y="1335604"/>
                  <a:pt x="6619835" y="1325835"/>
                  <a:pt x="6619835" y="1313784"/>
                </a:cubicBezTo>
                <a:cubicBezTo>
                  <a:pt x="6619835" y="1301733"/>
                  <a:pt x="6629604" y="1291964"/>
                  <a:pt x="6641655" y="1291964"/>
                </a:cubicBezTo>
                <a:close/>
                <a:moveTo>
                  <a:pt x="6563634" y="1291964"/>
                </a:moveTo>
                <a:cubicBezTo>
                  <a:pt x="6575685" y="1291964"/>
                  <a:pt x="6585454" y="1301733"/>
                  <a:pt x="6585454" y="1313784"/>
                </a:cubicBezTo>
                <a:cubicBezTo>
                  <a:pt x="6585454" y="1325835"/>
                  <a:pt x="6575685" y="1335604"/>
                  <a:pt x="6563634" y="1335604"/>
                </a:cubicBezTo>
                <a:cubicBezTo>
                  <a:pt x="6551583" y="1335604"/>
                  <a:pt x="6541814" y="1325835"/>
                  <a:pt x="6541814" y="1313784"/>
                </a:cubicBezTo>
                <a:cubicBezTo>
                  <a:pt x="6541814" y="1301733"/>
                  <a:pt x="6551583" y="1291964"/>
                  <a:pt x="6563634" y="1291964"/>
                </a:cubicBezTo>
                <a:close/>
                <a:moveTo>
                  <a:pt x="6485613" y="1291964"/>
                </a:moveTo>
                <a:cubicBezTo>
                  <a:pt x="6497664" y="1291964"/>
                  <a:pt x="6507433" y="1301733"/>
                  <a:pt x="6507433" y="1313784"/>
                </a:cubicBezTo>
                <a:cubicBezTo>
                  <a:pt x="6507433" y="1325835"/>
                  <a:pt x="6497664" y="1335604"/>
                  <a:pt x="6485613" y="1335604"/>
                </a:cubicBezTo>
                <a:cubicBezTo>
                  <a:pt x="6473562" y="1335604"/>
                  <a:pt x="6463793" y="1325835"/>
                  <a:pt x="6463793" y="1313784"/>
                </a:cubicBezTo>
                <a:cubicBezTo>
                  <a:pt x="6463793" y="1301733"/>
                  <a:pt x="6473562" y="1291964"/>
                  <a:pt x="6485613" y="1291964"/>
                </a:cubicBezTo>
                <a:close/>
                <a:moveTo>
                  <a:pt x="6408916" y="1291964"/>
                </a:moveTo>
                <a:cubicBezTo>
                  <a:pt x="6420967" y="1291964"/>
                  <a:pt x="6430736" y="1301733"/>
                  <a:pt x="6430736" y="1313784"/>
                </a:cubicBezTo>
                <a:cubicBezTo>
                  <a:pt x="6430736" y="1325835"/>
                  <a:pt x="6420967" y="1335604"/>
                  <a:pt x="6408916" y="1335604"/>
                </a:cubicBezTo>
                <a:cubicBezTo>
                  <a:pt x="6396865" y="1335604"/>
                  <a:pt x="6387096" y="1325835"/>
                  <a:pt x="6387096" y="1313784"/>
                </a:cubicBezTo>
                <a:cubicBezTo>
                  <a:pt x="6387096" y="1301733"/>
                  <a:pt x="6396865" y="1291964"/>
                  <a:pt x="6408916" y="1291964"/>
                </a:cubicBezTo>
                <a:close/>
                <a:moveTo>
                  <a:pt x="6330896" y="1291964"/>
                </a:moveTo>
                <a:cubicBezTo>
                  <a:pt x="6342947" y="1291964"/>
                  <a:pt x="6352716" y="1301733"/>
                  <a:pt x="6352716" y="1313784"/>
                </a:cubicBezTo>
                <a:cubicBezTo>
                  <a:pt x="6352716" y="1325835"/>
                  <a:pt x="6342947" y="1335604"/>
                  <a:pt x="6330896" y="1335604"/>
                </a:cubicBezTo>
                <a:cubicBezTo>
                  <a:pt x="6318845" y="1335604"/>
                  <a:pt x="6309076" y="1325835"/>
                  <a:pt x="6309076" y="1313784"/>
                </a:cubicBezTo>
                <a:cubicBezTo>
                  <a:pt x="6309076" y="1301733"/>
                  <a:pt x="6318845" y="1291964"/>
                  <a:pt x="6330896" y="1291964"/>
                </a:cubicBezTo>
                <a:close/>
                <a:moveTo>
                  <a:pt x="6252875" y="1291964"/>
                </a:moveTo>
                <a:cubicBezTo>
                  <a:pt x="6264926" y="1291964"/>
                  <a:pt x="6274695" y="1301733"/>
                  <a:pt x="6274695" y="1313784"/>
                </a:cubicBezTo>
                <a:cubicBezTo>
                  <a:pt x="6274695" y="1325835"/>
                  <a:pt x="6264926" y="1335604"/>
                  <a:pt x="6252875" y="1335604"/>
                </a:cubicBezTo>
                <a:cubicBezTo>
                  <a:pt x="6240824" y="1335604"/>
                  <a:pt x="6231055" y="1325835"/>
                  <a:pt x="6231055" y="1313784"/>
                </a:cubicBezTo>
                <a:cubicBezTo>
                  <a:pt x="6231055" y="1301733"/>
                  <a:pt x="6240824" y="1291964"/>
                  <a:pt x="6252875" y="1291964"/>
                </a:cubicBezTo>
                <a:close/>
                <a:moveTo>
                  <a:pt x="6174854" y="1291964"/>
                </a:moveTo>
                <a:cubicBezTo>
                  <a:pt x="6186905" y="1291964"/>
                  <a:pt x="6196674" y="1301733"/>
                  <a:pt x="6196674" y="1313784"/>
                </a:cubicBezTo>
                <a:cubicBezTo>
                  <a:pt x="6196674" y="1325835"/>
                  <a:pt x="6186905" y="1335604"/>
                  <a:pt x="6174854" y="1335604"/>
                </a:cubicBezTo>
                <a:cubicBezTo>
                  <a:pt x="6162803" y="1335604"/>
                  <a:pt x="6153034" y="1325835"/>
                  <a:pt x="6153034" y="1313784"/>
                </a:cubicBezTo>
                <a:cubicBezTo>
                  <a:pt x="6153034" y="1301733"/>
                  <a:pt x="6162803" y="1291964"/>
                  <a:pt x="6174854" y="1291964"/>
                </a:cubicBezTo>
                <a:close/>
                <a:moveTo>
                  <a:pt x="6096834" y="1291964"/>
                </a:moveTo>
                <a:cubicBezTo>
                  <a:pt x="6108885" y="1291964"/>
                  <a:pt x="6118654" y="1301733"/>
                  <a:pt x="6118654" y="1313784"/>
                </a:cubicBezTo>
                <a:cubicBezTo>
                  <a:pt x="6118654" y="1325835"/>
                  <a:pt x="6108885" y="1335604"/>
                  <a:pt x="6096834" y="1335604"/>
                </a:cubicBezTo>
                <a:cubicBezTo>
                  <a:pt x="6084783" y="1335604"/>
                  <a:pt x="6075014" y="1325835"/>
                  <a:pt x="6075014" y="1313784"/>
                </a:cubicBezTo>
                <a:cubicBezTo>
                  <a:pt x="6075014" y="1301733"/>
                  <a:pt x="6084783" y="1291964"/>
                  <a:pt x="6096834" y="1291964"/>
                </a:cubicBezTo>
                <a:close/>
                <a:moveTo>
                  <a:pt x="6018814" y="1291964"/>
                </a:moveTo>
                <a:cubicBezTo>
                  <a:pt x="6030865" y="1291964"/>
                  <a:pt x="6040634" y="1301733"/>
                  <a:pt x="6040634" y="1313784"/>
                </a:cubicBezTo>
                <a:cubicBezTo>
                  <a:pt x="6040634" y="1325835"/>
                  <a:pt x="6030865" y="1335604"/>
                  <a:pt x="6018814" y="1335604"/>
                </a:cubicBezTo>
                <a:cubicBezTo>
                  <a:pt x="6006763" y="1335604"/>
                  <a:pt x="5996994" y="1325835"/>
                  <a:pt x="5996994" y="1313784"/>
                </a:cubicBezTo>
                <a:cubicBezTo>
                  <a:pt x="5996994" y="1301733"/>
                  <a:pt x="6006763" y="1291964"/>
                  <a:pt x="6018814" y="1291964"/>
                </a:cubicBezTo>
                <a:close/>
                <a:moveTo>
                  <a:pt x="5940793" y="1291964"/>
                </a:moveTo>
                <a:cubicBezTo>
                  <a:pt x="5952844" y="1291964"/>
                  <a:pt x="5962613" y="1301733"/>
                  <a:pt x="5962613" y="1313784"/>
                </a:cubicBezTo>
                <a:cubicBezTo>
                  <a:pt x="5962613" y="1325835"/>
                  <a:pt x="5952844" y="1335604"/>
                  <a:pt x="5940793" y="1335604"/>
                </a:cubicBezTo>
                <a:cubicBezTo>
                  <a:pt x="5928742" y="1335604"/>
                  <a:pt x="5918973" y="1325835"/>
                  <a:pt x="5918973" y="1313784"/>
                </a:cubicBezTo>
                <a:cubicBezTo>
                  <a:pt x="5918973" y="1301733"/>
                  <a:pt x="5928742" y="1291964"/>
                  <a:pt x="5940793" y="1291964"/>
                </a:cubicBezTo>
                <a:close/>
                <a:moveTo>
                  <a:pt x="5862773" y="1291964"/>
                </a:moveTo>
                <a:cubicBezTo>
                  <a:pt x="5874824" y="1291964"/>
                  <a:pt x="5884593" y="1301733"/>
                  <a:pt x="5884593" y="1313784"/>
                </a:cubicBezTo>
                <a:cubicBezTo>
                  <a:pt x="5884593" y="1325835"/>
                  <a:pt x="5874824" y="1335604"/>
                  <a:pt x="5862773" y="1335604"/>
                </a:cubicBezTo>
                <a:cubicBezTo>
                  <a:pt x="5850722" y="1335604"/>
                  <a:pt x="5840953" y="1325835"/>
                  <a:pt x="5840953" y="1313784"/>
                </a:cubicBezTo>
                <a:cubicBezTo>
                  <a:pt x="5840953" y="1301733"/>
                  <a:pt x="5850722" y="1291964"/>
                  <a:pt x="5862773" y="1291964"/>
                </a:cubicBezTo>
                <a:close/>
                <a:moveTo>
                  <a:pt x="5785413" y="1291964"/>
                </a:moveTo>
                <a:cubicBezTo>
                  <a:pt x="5797829" y="1291964"/>
                  <a:pt x="5807894" y="1301733"/>
                  <a:pt x="5807894" y="1313784"/>
                </a:cubicBezTo>
                <a:cubicBezTo>
                  <a:pt x="5807894" y="1325835"/>
                  <a:pt x="5797829" y="1335604"/>
                  <a:pt x="5785413" y="1335604"/>
                </a:cubicBezTo>
                <a:cubicBezTo>
                  <a:pt x="5772997" y="1335604"/>
                  <a:pt x="5762932" y="1325835"/>
                  <a:pt x="5762932" y="1313784"/>
                </a:cubicBezTo>
                <a:cubicBezTo>
                  <a:pt x="5762932" y="1301733"/>
                  <a:pt x="5772997" y="1291964"/>
                  <a:pt x="5785413" y="1291964"/>
                </a:cubicBezTo>
                <a:close/>
                <a:moveTo>
                  <a:pt x="5708054" y="1291964"/>
                </a:moveTo>
                <a:cubicBezTo>
                  <a:pt x="5720105" y="1291964"/>
                  <a:pt x="5729874" y="1301733"/>
                  <a:pt x="5729874" y="1313784"/>
                </a:cubicBezTo>
                <a:cubicBezTo>
                  <a:pt x="5729874" y="1325835"/>
                  <a:pt x="5720105" y="1335604"/>
                  <a:pt x="5708054" y="1335604"/>
                </a:cubicBezTo>
                <a:cubicBezTo>
                  <a:pt x="5696003" y="1335604"/>
                  <a:pt x="5686234" y="1325835"/>
                  <a:pt x="5686234" y="1313784"/>
                </a:cubicBezTo>
                <a:cubicBezTo>
                  <a:pt x="5686234" y="1301733"/>
                  <a:pt x="5696003" y="1291964"/>
                  <a:pt x="5708054" y="1291964"/>
                </a:cubicBezTo>
                <a:close/>
                <a:moveTo>
                  <a:pt x="5630034" y="1291964"/>
                </a:moveTo>
                <a:cubicBezTo>
                  <a:pt x="5642085" y="1291964"/>
                  <a:pt x="5651854" y="1301733"/>
                  <a:pt x="5651854" y="1313784"/>
                </a:cubicBezTo>
                <a:cubicBezTo>
                  <a:pt x="5651854" y="1325835"/>
                  <a:pt x="5642085" y="1335604"/>
                  <a:pt x="5630034" y="1335604"/>
                </a:cubicBezTo>
                <a:cubicBezTo>
                  <a:pt x="5617983" y="1335604"/>
                  <a:pt x="5608214" y="1325835"/>
                  <a:pt x="5608214" y="1313784"/>
                </a:cubicBezTo>
                <a:cubicBezTo>
                  <a:pt x="5608214" y="1301733"/>
                  <a:pt x="5617983" y="1291964"/>
                  <a:pt x="5630034" y="1291964"/>
                </a:cubicBezTo>
                <a:close/>
                <a:moveTo>
                  <a:pt x="5552013" y="1291964"/>
                </a:moveTo>
                <a:cubicBezTo>
                  <a:pt x="5564064" y="1291964"/>
                  <a:pt x="5573833" y="1301733"/>
                  <a:pt x="5573833" y="1313784"/>
                </a:cubicBezTo>
                <a:cubicBezTo>
                  <a:pt x="5573833" y="1325835"/>
                  <a:pt x="5564064" y="1335604"/>
                  <a:pt x="5552013" y="1335604"/>
                </a:cubicBezTo>
                <a:cubicBezTo>
                  <a:pt x="5539962" y="1335604"/>
                  <a:pt x="5530193" y="1325835"/>
                  <a:pt x="5530193" y="1313784"/>
                </a:cubicBezTo>
                <a:cubicBezTo>
                  <a:pt x="5530193" y="1301733"/>
                  <a:pt x="5539962" y="1291964"/>
                  <a:pt x="5552013" y="1291964"/>
                </a:cubicBezTo>
                <a:close/>
                <a:moveTo>
                  <a:pt x="5473331" y="1291964"/>
                </a:moveTo>
                <a:cubicBezTo>
                  <a:pt x="5485747" y="1291964"/>
                  <a:pt x="5495812" y="1301733"/>
                  <a:pt x="5495812" y="1313784"/>
                </a:cubicBezTo>
                <a:cubicBezTo>
                  <a:pt x="5495812" y="1325835"/>
                  <a:pt x="5485747" y="1335604"/>
                  <a:pt x="5473331" y="1335604"/>
                </a:cubicBezTo>
                <a:cubicBezTo>
                  <a:pt x="5460915" y="1335604"/>
                  <a:pt x="5450850" y="1325835"/>
                  <a:pt x="5450850" y="1313784"/>
                </a:cubicBezTo>
                <a:cubicBezTo>
                  <a:pt x="5450850" y="1301733"/>
                  <a:pt x="5460915" y="1291964"/>
                  <a:pt x="5473331" y="1291964"/>
                </a:cubicBezTo>
                <a:close/>
                <a:moveTo>
                  <a:pt x="5395972" y="1291964"/>
                </a:moveTo>
                <a:cubicBezTo>
                  <a:pt x="5408023" y="1291964"/>
                  <a:pt x="5417792" y="1301733"/>
                  <a:pt x="5417792" y="1313784"/>
                </a:cubicBezTo>
                <a:cubicBezTo>
                  <a:pt x="5417792" y="1325835"/>
                  <a:pt x="5408023" y="1335604"/>
                  <a:pt x="5395972" y="1335604"/>
                </a:cubicBezTo>
                <a:cubicBezTo>
                  <a:pt x="5383921" y="1335604"/>
                  <a:pt x="5374152" y="1325835"/>
                  <a:pt x="5374152" y="1313784"/>
                </a:cubicBezTo>
                <a:cubicBezTo>
                  <a:pt x="5374152" y="1301733"/>
                  <a:pt x="5383921" y="1291964"/>
                  <a:pt x="5395972" y="1291964"/>
                </a:cubicBezTo>
                <a:close/>
                <a:moveTo>
                  <a:pt x="5317953" y="1291964"/>
                </a:moveTo>
                <a:cubicBezTo>
                  <a:pt x="5330004" y="1291964"/>
                  <a:pt x="5339773" y="1301733"/>
                  <a:pt x="5339773" y="1313784"/>
                </a:cubicBezTo>
                <a:cubicBezTo>
                  <a:pt x="5339773" y="1325835"/>
                  <a:pt x="5330004" y="1335604"/>
                  <a:pt x="5317953" y="1335604"/>
                </a:cubicBezTo>
                <a:cubicBezTo>
                  <a:pt x="5305902" y="1335604"/>
                  <a:pt x="5296133" y="1325835"/>
                  <a:pt x="5296133" y="1313784"/>
                </a:cubicBezTo>
                <a:cubicBezTo>
                  <a:pt x="5296133" y="1301733"/>
                  <a:pt x="5305902" y="1291964"/>
                  <a:pt x="5317953" y="1291964"/>
                </a:cubicBezTo>
                <a:close/>
                <a:moveTo>
                  <a:pt x="5239932" y="1291964"/>
                </a:moveTo>
                <a:cubicBezTo>
                  <a:pt x="5251983" y="1291964"/>
                  <a:pt x="5261752" y="1301733"/>
                  <a:pt x="5261752" y="1313784"/>
                </a:cubicBezTo>
                <a:cubicBezTo>
                  <a:pt x="5261752" y="1325835"/>
                  <a:pt x="5251983" y="1335604"/>
                  <a:pt x="5239932" y="1335604"/>
                </a:cubicBezTo>
                <a:cubicBezTo>
                  <a:pt x="5227881" y="1335604"/>
                  <a:pt x="5218112" y="1325835"/>
                  <a:pt x="5218112" y="1313784"/>
                </a:cubicBezTo>
                <a:cubicBezTo>
                  <a:pt x="5218112" y="1301733"/>
                  <a:pt x="5227881" y="1291964"/>
                  <a:pt x="5239932" y="1291964"/>
                </a:cubicBezTo>
                <a:close/>
                <a:moveTo>
                  <a:pt x="5162572" y="1291964"/>
                </a:moveTo>
                <a:cubicBezTo>
                  <a:pt x="5174988" y="1291964"/>
                  <a:pt x="5185053" y="1301733"/>
                  <a:pt x="5185053" y="1313784"/>
                </a:cubicBezTo>
                <a:cubicBezTo>
                  <a:pt x="5185053" y="1325835"/>
                  <a:pt x="5174988" y="1335604"/>
                  <a:pt x="5162572" y="1335604"/>
                </a:cubicBezTo>
                <a:cubicBezTo>
                  <a:pt x="5150156" y="1335604"/>
                  <a:pt x="5140091" y="1325835"/>
                  <a:pt x="5140091" y="1313784"/>
                </a:cubicBezTo>
                <a:cubicBezTo>
                  <a:pt x="5140091" y="1301733"/>
                  <a:pt x="5150156" y="1291964"/>
                  <a:pt x="5162572" y="1291964"/>
                </a:cubicBezTo>
                <a:close/>
                <a:moveTo>
                  <a:pt x="5085212" y="1291964"/>
                </a:moveTo>
                <a:cubicBezTo>
                  <a:pt x="5097263" y="1291964"/>
                  <a:pt x="5107032" y="1301733"/>
                  <a:pt x="5107032" y="1313784"/>
                </a:cubicBezTo>
                <a:cubicBezTo>
                  <a:pt x="5107032" y="1325835"/>
                  <a:pt x="5097263" y="1335604"/>
                  <a:pt x="5085212" y="1335604"/>
                </a:cubicBezTo>
                <a:cubicBezTo>
                  <a:pt x="5073161" y="1335604"/>
                  <a:pt x="5063392" y="1325835"/>
                  <a:pt x="5063392" y="1313784"/>
                </a:cubicBezTo>
                <a:cubicBezTo>
                  <a:pt x="5063392" y="1301733"/>
                  <a:pt x="5073161" y="1291964"/>
                  <a:pt x="5085212" y="1291964"/>
                </a:cubicBezTo>
                <a:close/>
                <a:moveTo>
                  <a:pt x="5007193" y="1291964"/>
                </a:moveTo>
                <a:cubicBezTo>
                  <a:pt x="5019244" y="1291964"/>
                  <a:pt x="5029013" y="1301733"/>
                  <a:pt x="5029013" y="1313784"/>
                </a:cubicBezTo>
                <a:cubicBezTo>
                  <a:pt x="5029013" y="1325835"/>
                  <a:pt x="5019244" y="1335604"/>
                  <a:pt x="5007193" y="1335604"/>
                </a:cubicBezTo>
                <a:cubicBezTo>
                  <a:pt x="4995142" y="1335604"/>
                  <a:pt x="4985373" y="1325835"/>
                  <a:pt x="4985373" y="1313784"/>
                </a:cubicBezTo>
                <a:cubicBezTo>
                  <a:pt x="4985373" y="1301733"/>
                  <a:pt x="4995142" y="1291964"/>
                  <a:pt x="5007193" y="1291964"/>
                </a:cubicBezTo>
                <a:close/>
                <a:moveTo>
                  <a:pt x="4928511" y="1291964"/>
                </a:moveTo>
                <a:cubicBezTo>
                  <a:pt x="4940927" y="1291964"/>
                  <a:pt x="4950992" y="1301733"/>
                  <a:pt x="4950992" y="1313784"/>
                </a:cubicBezTo>
                <a:cubicBezTo>
                  <a:pt x="4950992" y="1325835"/>
                  <a:pt x="4940927" y="1335604"/>
                  <a:pt x="4928511" y="1335604"/>
                </a:cubicBezTo>
                <a:cubicBezTo>
                  <a:pt x="4916095" y="1335604"/>
                  <a:pt x="4906030" y="1325835"/>
                  <a:pt x="4906030" y="1313784"/>
                </a:cubicBezTo>
                <a:cubicBezTo>
                  <a:pt x="4906030" y="1301733"/>
                  <a:pt x="4916095" y="1291964"/>
                  <a:pt x="4928511" y="1291964"/>
                </a:cubicBezTo>
                <a:close/>
                <a:moveTo>
                  <a:pt x="4773132" y="1291964"/>
                </a:moveTo>
                <a:cubicBezTo>
                  <a:pt x="4785183" y="1291964"/>
                  <a:pt x="4794952" y="1301733"/>
                  <a:pt x="4794952" y="1313784"/>
                </a:cubicBezTo>
                <a:cubicBezTo>
                  <a:pt x="4794952" y="1325835"/>
                  <a:pt x="4785183" y="1335604"/>
                  <a:pt x="4773132" y="1335604"/>
                </a:cubicBezTo>
                <a:cubicBezTo>
                  <a:pt x="4761081" y="1335604"/>
                  <a:pt x="4751312" y="1325835"/>
                  <a:pt x="4751312" y="1313784"/>
                </a:cubicBezTo>
                <a:cubicBezTo>
                  <a:pt x="4751312" y="1301733"/>
                  <a:pt x="4761081" y="1291964"/>
                  <a:pt x="4773132" y="1291964"/>
                </a:cubicBezTo>
                <a:close/>
                <a:moveTo>
                  <a:pt x="4695111" y="1291964"/>
                </a:moveTo>
                <a:cubicBezTo>
                  <a:pt x="4707162" y="1291964"/>
                  <a:pt x="4716931" y="1301733"/>
                  <a:pt x="4716931" y="1313784"/>
                </a:cubicBezTo>
                <a:cubicBezTo>
                  <a:pt x="4716931" y="1325835"/>
                  <a:pt x="4707162" y="1335604"/>
                  <a:pt x="4695111" y="1335604"/>
                </a:cubicBezTo>
                <a:cubicBezTo>
                  <a:pt x="4683060" y="1335604"/>
                  <a:pt x="4673291" y="1325835"/>
                  <a:pt x="4673291" y="1313784"/>
                </a:cubicBezTo>
                <a:cubicBezTo>
                  <a:pt x="4673291" y="1301733"/>
                  <a:pt x="4683060" y="1291964"/>
                  <a:pt x="4695111" y="1291964"/>
                </a:cubicBezTo>
                <a:close/>
                <a:moveTo>
                  <a:pt x="4617091" y="1291964"/>
                </a:moveTo>
                <a:cubicBezTo>
                  <a:pt x="4629142" y="1291964"/>
                  <a:pt x="4638911" y="1301733"/>
                  <a:pt x="4638911" y="1313784"/>
                </a:cubicBezTo>
                <a:cubicBezTo>
                  <a:pt x="4638911" y="1325835"/>
                  <a:pt x="4629142" y="1335604"/>
                  <a:pt x="4617091" y="1335604"/>
                </a:cubicBezTo>
                <a:cubicBezTo>
                  <a:pt x="4605040" y="1335604"/>
                  <a:pt x="4595271" y="1325835"/>
                  <a:pt x="4595271" y="1313784"/>
                </a:cubicBezTo>
                <a:cubicBezTo>
                  <a:pt x="4595271" y="1301733"/>
                  <a:pt x="4605040" y="1291964"/>
                  <a:pt x="4617091" y="1291964"/>
                </a:cubicBezTo>
                <a:close/>
                <a:moveTo>
                  <a:pt x="4539070" y="1291964"/>
                </a:moveTo>
                <a:cubicBezTo>
                  <a:pt x="4551121" y="1291964"/>
                  <a:pt x="4560890" y="1301733"/>
                  <a:pt x="4560890" y="1313784"/>
                </a:cubicBezTo>
                <a:cubicBezTo>
                  <a:pt x="4560890" y="1325835"/>
                  <a:pt x="4551121" y="1335604"/>
                  <a:pt x="4539070" y="1335604"/>
                </a:cubicBezTo>
                <a:cubicBezTo>
                  <a:pt x="4527019" y="1335604"/>
                  <a:pt x="4517250" y="1325835"/>
                  <a:pt x="4517250" y="1313784"/>
                </a:cubicBezTo>
                <a:cubicBezTo>
                  <a:pt x="4517250" y="1301733"/>
                  <a:pt x="4527019" y="1291964"/>
                  <a:pt x="4539070" y="1291964"/>
                </a:cubicBezTo>
                <a:close/>
                <a:moveTo>
                  <a:pt x="2670547" y="1291964"/>
                </a:moveTo>
                <a:cubicBezTo>
                  <a:pt x="2682598" y="1291964"/>
                  <a:pt x="2692367" y="1301733"/>
                  <a:pt x="2692367" y="1313784"/>
                </a:cubicBezTo>
                <a:cubicBezTo>
                  <a:pt x="2692367" y="1325835"/>
                  <a:pt x="2682598" y="1335604"/>
                  <a:pt x="2670547" y="1335604"/>
                </a:cubicBezTo>
                <a:cubicBezTo>
                  <a:pt x="2658496" y="1335604"/>
                  <a:pt x="2648727" y="1325835"/>
                  <a:pt x="2648727" y="1313784"/>
                </a:cubicBezTo>
                <a:cubicBezTo>
                  <a:pt x="2648727" y="1301733"/>
                  <a:pt x="2658496" y="1291964"/>
                  <a:pt x="2670547" y="1291964"/>
                </a:cubicBezTo>
                <a:close/>
                <a:moveTo>
                  <a:pt x="2592527" y="1291964"/>
                </a:moveTo>
                <a:cubicBezTo>
                  <a:pt x="2604578" y="1291964"/>
                  <a:pt x="2614347" y="1301733"/>
                  <a:pt x="2614347" y="1313784"/>
                </a:cubicBezTo>
                <a:cubicBezTo>
                  <a:pt x="2614347" y="1325835"/>
                  <a:pt x="2604578" y="1335604"/>
                  <a:pt x="2592527" y="1335604"/>
                </a:cubicBezTo>
                <a:cubicBezTo>
                  <a:pt x="2580476" y="1335604"/>
                  <a:pt x="2570707" y="1325835"/>
                  <a:pt x="2570707" y="1313784"/>
                </a:cubicBezTo>
                <a:cubicBezTo>
                  <a:pt x="2570707" y="1301733"/>
                  <a:pt x="2580476" y="1291964"/>
                  <a:pt x="2592527" y="1291964"/>
                </a:cubicBezTo>
                <a:close/>
                <a:moveTo>
                  <a:pt x="2436486" y="1291964"/>
                </a:moveTo>
                <a:cubicBezTo>
                  <a:pt x="2448537" y="1291964"/>
                  <a:pt x="2458306" y="1301733"/>
                  <a:pt x="2458306" y="1313784"/>
                </a:cubicBezTo>
                <a:cubicBezTo>
                  <a:pt x="2458306" y="1325835"/>
                  <a:pt x="2448537" y="1335604"/>
                  <a:pt x="2436486" y="1335604"/>
                </a:cubicBezTo>
                <a:cubicBezTo>
                  <a:pt x="2424435" y="1335604"/>
                  <a:pt x="2414666" y="1325835"/>
                  <a:pt x="2414666" y="1313784"/>
                </a:cubicBezTo>
                <a:cubicBezTo>
                  <a:pt x="2414666" y="1301733"/>
                  <a:pt x="2424435" y="1291964"/>
                  <a:pt x="2436486" y="1291964"/>
                </a:cubicBezTo>
                <a:close/>
                <a:moveTo>
                  <a:pt x="2358465" y="1291964"/>
                </a:moveTo>
                <a:cubicBezTo>
                  <a:pt x="2370516" y="1291964"/>
                  <a:pt x="2380285" y="1301733"/>
                  <a:pt x="2380285" y="1313784"/>
                </a:cubicBezTo>
                <a:cubicBezTo>
                  <a:pt x="2380285" y="1325835"/>
                  <a:pt x="2370516" y="1335604"/>
                  <a:pt x="2358465" y="1335604"/>
                </a:cubicBezTo>
                <a:cubicBezTo>
                  <a:pt x="2346414" y="1335604"/>
                  <a:pt x="2336645" y="1325835"/>
                  <a:pt x="2336645" y="1313784"/>
                </a:cubicBezTo>
                <a:cubicBezTo>
                  <a:pt x="2336645" y="1301733"/>
                  <a:pt x="2346414" y="1291964"/>
                  <a:pt x="2358465" y="1291964"/>
                </a:cubicBezTo>
                <a:close/>
                <a:moveTo>
                  <a:pt x="2203086" y="1291964"/>
                </a:moveTo>
                <a:cubicBezTo>
                  <a:pt x="2215502" y="1291964"/>
                  <a:pt x="2225567" y="1301733"/>
                  <a:pt x="2225567" y="1313784"/>
                </a:cubicBezTo>
                <a:cubicBezTo>
                  <a:pt x="2225567" y="1325835"/>
                  <a:pt x="2215502" y="1335604"/>
                  <a:pt x="2203086" y="1335604"/>
                </a:cubicBezTo>
                <a:cubicBezTo>
                  <a:pt x="2190670" y="1335604"/>
                  <a:pt x="2180605" y="1325835"/>
                  <a:pt x="2180605" y="1313784"/>
                </a:cubicBezTo>
                <a:cubicBezTo>
                  <a:pt x="2180605" y="1301733"/>
                  <a:pt x="2190670" y="1291964"/>
                  <a:pt x="2203086" y="1291964"/>
                </a:cubicBezTo>
                <a:close/>
                <a:moveTo>
                  <a:pt x="1968363" y="1291964"/>
                </a:moveTo>
                <a:cubicBezTo>
                  <a:pt x="1980414" y="1291964"/>
                  <a:pt x="1990183" y="1301733"/>
                  <a:pt x="1990183" y="1313784"/>
                </a:cubicBezTo>
                <a:cubicBezTo>
                  <a:pt x="1990183" y="1325835"/>
                  <a:pt x="1980414" y="1335604"/>
                  <a:pt x="1968363" y="1335604"/>
                </a:cubicBezTo>
                <a:cubicBezTo>
                  <a:pt x="1956312" y="1335604"/>
                  <a:pt x="1946543" y="1325835"/>
                  <a:pt x="1946543" y="1313784"/>
                </a:cubicBezTo>
                <a:cubicBezTo>
                  <a:pt x="1946543" y="1301733"/>
                  <a:pt x="1956312" y="1291964"/>
                  <a:pt x="1968363" y="1291964"/>
                </a:cubicBezTo>
                <a:close/>
                <a:moveTo>
                  <a:pt x="1891011" y="1291964"/>
                </a:moveTo>
                <a:cubicBezTo>
                  <a:pt x="1903431" y="1291964"/>
                  <a:pt x="1913495" y="1301733"/>
                  <a:pt x="1913495" y="1313784"/>
                </a:cubicBezTo>
                <a:cubicBezTo>
                  <a:pt x="1913495" y="1325835"/>
                  <a:pt x="1903431" y="1335604"/>
                  <a:pt x="1891011" y="1335604"/>
                </a:cubicBezTo>
                <a:cubicBezTo>
                  <a:pt x="1878594" y="1335604"/>
                  <a:pt x="1868529" y="1325835"/>
                  <a:pt x="1868529" y="1313784"/>
                </a:cubicBezTo>
                <a:cubicBezTo>
                  <a:pt x="1868529" y="1301733"/>
                  <a:pt x="1878594" y="1291964"/>
                  <a:pt x="1891011" y="1291964"/>
                </a:cubicBezTo>
                <a:close/>
                <a:moveTo>
                  <a:pt x="1813657" y="1291964"/>
                </a:moveTo>
                <a:cubicBezTo>
                  <a:pt x="1825704" y="1291964"/>
                  <a:pt x="1835474" y="1301733"/>
                  <a:pt x="1835474" y="1313784"/>
                </a:cubicBezTo>
                <a:cubicBezTo>
                  <a:pt x="1835474" y="1325835"/>
                  <a:pt x="1825704" y="1335604"/>
                  <a:pt x="1813657" y="1335604"/>
                </a:cubicBezTo>
                <a:cubicBezTo>
                  <a:pt x="1801603" y="1335604"/>
                  <a:pt x="1791833" y="1325835"/>
                  <a:pt x="1791833" y="1313784"/>
                </a:cubicBezTo>
                <a:cubicBezTo>
                  <a:pt x="1791833" y="1301733"/>
                  <a:pt x="1801603" y="1291964"/>
                  <a:pt x="1813657" y="1291964"/>
                </a:cubicBezTo>
                <a:close/>
                <a:moveTo>
                  <a:pt x="1735633" y="1291964"/>
                </a:moveTo>
                <a:cubicBezTo>
                  <a:pt x="1747685" y="1291964"/>
                  <a:pt x="1757457" y="1301733"/>
                  <a:pt x="1757457" y="1313784"/>
                </a:cubicBezTo>
                <a:cubicBezTo>
                  <a:pt x="1757457" y="1325835"/>
                  <a:pt x="1747685" y="1335604"/>
                  <a:pt x="1735633" y="1335604"/>
                </a:cubicBezTo>
                <a:cubicBezTo>
                  <a:pt x="1723586" y="1335604"/>
                  <a:pt x="1713819" y="1325835"/>
                  <a:pt x="1713819" y="1313784"/>
                </a:cubicBezTo>
                <a:cubicBezTo>
                  <a:pt x="1713819" y="1301733"/>
                  <a:pt x="1723586" y="1291964"/>
                  <a:pt x="1735633" y="1291964"/>
                </a:cubicBezTo>
                <a:close/>
                <a:moveTo>
                  <a:pt x="1657611" y="1291964"/>
                </a:moveTo>
                <a:cubicBezTo>
                  <a:pt x="1669659" y="1291964"/>
                  <a:pt x="1679436" y="1301733"/>
                  <a:pt x="1679436" y="1313784"/>
                </a:cubicBezTo>
                <a:cubicBezTo>
                  <a:pt x="1679436" y="1325835"/>
                  <a:pt x="1669659" y="1335604"/>
                  <a:pt x="1657611" y="1335604"/>
                </a:cubicBezTo>
                <a:cubicBezTo>
                  <a:pt x="1645568" y="1335604"/>
                  <a:pt x="1635796" y="1325835"/>
                  <a:pt x="1635796" y="1313784"/>
                </a:cubicBezTo>
                <a:cubicBezTo>
                  <a:pt x="1635796" y="1301733"/>
                  <a:pt x="1645568" y="1291964"/>
                  <a:pt x="1657611" y="1291964"/>
                </a:cubicBezTo>
                <a:close/>
                <a:moveTo>
                  <a:pt x="1580257" y="1291964"/>
                </a:moveTo>
                <a:cubicBezTo>
                  <a:pt x="1592669" y="1291964"/>
                  <a:pt x="1602734" y="1301733"/>
                  <a:pt x="1602734" y="1313784"/>
                </a:cubicBezTo>
                <a:cubicBezTo>
                  <a:pt x="1602734" y="1325835"/>
                  <a:pt x="1592669" y="1335604"/>
                  <a:pt x="1580257" y="1335604"/>
                </a:cubicBezTo>
                <a:cubicBezTo>
                  <a:pt x="1567839" y="1335604"/>
                  <a:pt x="1557771" y="1325835"/>
                  <a:pt x="1557771" y="1313784"/>
                </a:cubicBezTo>
                <a:cubicBezTo>
                  <a:pt x="1557771" y="1301733"/>
                  <a:pt x="1567839" y="1291964"/>
                  <a:pt x="1580257" y="1291964"/>
                </a:cubicBezTo>
                <a:close/>
                <a:moveTo>
                  <a:pt x="1502899" y="1291964"/>
                </a:moveTo>
                <a:cubicBezTo>
                  <a:pt x="1514943" y="1291964"/>
                  <a:pt x="1524717" y="1301733"/>
                  <a:pt x="1524717" y="1313784"/>
                </a:cubicBezTo>
                <a:cubicBezTo>
                  <a:pt x="1524717" y="1325835"/>
                  <a:pt x="1514943" y="1335604"/>
                  <a:pt x="1502899" y="1335604"/>
                </a:cubicBezTo>
                <a:cubicBezTo>
                  <a:pt x="1490842" y="1335604"/>
                  <a:pt x="1481077" y="1325835"/>
                  <a:pt x="1481077" y="1313784"/>
                </a:cubicBezTo>
                <a:cubicBezTo>
                  <a:pt x="1481077" y="1301733"/>
                  <a:pt x="1490842" y="1291964"/>
                  <a:pt x="1502899" y="1291964"/>
                </a:cubicBezTo>
                <a:close/>
                <a:moveTo>
                  <a:pt x="1424212" y="1291964"/>
                </a:moveTo>
                <a:cubicBezTo>
                  <a:pt x="1436628" y="1291964"/>
                  <a:pt x="1446695" y="1301733"/>
                  <a:pt x="1446695" y="1313784"/>
                </a:cubicBezTo>
                <a:cubicBezTo>
                  <a:pt x="1446695" y="1325835"/>
                  <a:pt x="1436628" y="1335604"/>
                  <a:pt x="1424212" y="1335604"/>
                </a:cubicBezTo>
                <a:cubicBezTo>
                  <a:pt x="1411799" y="1335604"/>
                  <a:pt x="1401732" y="1325835"/>
                  <a:pt x="1401732" y="1313784"/>
                </a:cubicBezTo>
                <a:cubicBezTo>
                  <a:pt x="1401732" y="1301733"/>
                  <a:pt x="1411799" y="1291964"/>
                  <a:pt x="1424212" y="1291964"/>
                </a:cubicBezTo>
                <a:close/>
                <a:moveTo>
                  <a:pt x="1345530" y="1291964"/>
                </a:moveTo>
                <a:cubicBezTo>
                  <a:pt x="1357582" y="1291964"/>
                  <a:pt x="1367350" y="1301733"/>
                  <a:pt x="1367350" y="1313784"/>
                </a:cubicBezTo>
                <a:cubicBezTo>
                  <a:pt x="1367350" y="1325835"/>
                  <a:pt x="1357582" y="1335604"/>
                  <a:pt x="1345530" y="1335604"/>
                </a:cubicBezTo>
                <a:cubicBezTo>
                  <a:pt x="1333479" y="1335604"/>
                  <a:pt x="1323709" y="1325835"/>
                  <a:pt x="1323709" y="1313784"/>
                </a:cubicBezTo>
                <a:cubicBezTo>
                  <a:pt x="1323709" y="1301733"/>
                  <a:pt x="1333479" y="1291964"/>
                  <a:pt x="1345530" y="1291964"/>
                </a:cubicBezTo>
                <a:close/>
                <a:moveTo>
                  <a:pt x="1268169" y="1291964"/>
                </a:moveTo>
                <a:cubicBezTo>
                  <a:pt x="1280590" y="1291964"/>
                  <a:pt x="1290660" y="1301733"/>
                  <a:pt x="1290660" y="1313784"/>
                </a:cubicBezTo>
                <a:cubicBezTo>
                  <a:pt x="1290660" y="1325835"/>
                  <a:pt x="1280590" y="1335604"/>
                  <a:pt x="1268169" y="1335604"/>
                </a:cubicBezTo>
                <a:cubicBezTo>
                  <a:pt x="1255755" y="1335604"/>
                  <a:pt x="1245691" y="1325835"/>
                  <a:pt x="1245691" y="1313784"/>
                </a:cubicBezTo>
                <a:cubicBezTo>
                  <a:pt x="1245691" y="1301733"/>
                  <a:pt x="1255755" y="1291964"/>
                  <a:pt x="1268169" y="1291964"/>
                </a:cubicBezTo>
                <a:close/>
                <a:moveTo>
                  <a:pt x="1190817" y="1291964"/>
                </a:moveTo>
                <a:cubicBezTo>
                  <a:pt x="1202861" y="1291964"/>
                  <a:pt x="1212636" y="1301733"/>
                  <a:pt x="1212636" y="1313784"/>
                </a:cubicBezTo>
                <a:cubicBezTo>
                  <a:pt x="1212636" y="1325835"/>
                  <a:pt x="1202861" y="1335604"/>
                  <a:pt x="1190817" y="1335604"/>
                </a:cubicBezTo>
                <a:cubicBezTo>
                  <a:pt x="1178762" y="1335604"/>
                  <a:pt x="1168996" y="1325835"/>
                  <a:pt x="1168996" y="1313784"/>
                </a:cubicBezTo>
                <a:cubicBezTo>
                  <a:pt x="1168996" y="1301733"/>
                  <a:pt x="1178762" y="1291964"/>
                  <a:pt x="1190817" y="1291964"/>
                </a:cubicBezTo>
                <a:close/>
                <a:moveTo>
                  <a:pt x="1112792" y="1291964"/>
                </a:moveTo>
                <a:cubicBezTo>
                  <a:pt x="1124847" y="1291964"/>
                  <a:pt x="1134608" y="1301733"/>
                  <a:pt x="1134608" y="1313784"/>
                </a:cubicBezTo>
                <a:cubicBezTo>
                  <a:pt x="1134608" y="1325835"/>
                  <a:pt x="1124847" y="1335604"/>
                  <a:pt x="1112792" y="1335604"/>
                </a:cubicBezTo>
                <a:cubicBezTo>
                  <a:pt x="1100740" y="1335604"/>
                  <a:pt x="1090972" y="1325835"/>
                  <a:pt x="1090972" y="1313784"/>
                </a:cubicBezTo>
                <a:cubicBezTo>
                  <a:pt x="1090972" y="1301733"/>
                  <a:pt x="1100740" y="1291964"/>
                  <a:pt x="1112792" y="1291964"/>
                </a:cubicBezTo>
                <a:close/>
                <a:moveTo>
                  <a:pt x="1034768" y="1291964"/>
                </a:moveTo>
                <a:cubicBezTo>
                  <a:pt x="1046824" y="1291964"/>
                  <a:pt x="1056586" y="1301733"/>
                  <a:pt x="1056586" y="1313784"/>
                </a:cubicBezTo>
                <a:cubicBezTo>
                  <a:pt x="1056586" y="1325835"/>
                  <a:pt x="1046824" y="1335604"/>
                  <a:pt x="1034768" y="1335604"/>
                </a:cubicBezTo>
                <a:cubicBezTo>
                  <a:pt x="1022720" y="1335604"/>
                  <a:pt x="1012952" y="1325835"/>
                  <a:pt x="1012952" y="1313784"/>
                </a:cubicBezTo>
                <a:cubicBezTo>
                  <a:pt x="1012952" y="1301733"/>
                  <a:pt x="1022720" y="1291964"/>
                  <a:pt x="1034768" y="1291964"/>
                </a:cubicBezTo>
                <a:close/>
                <a:moveTo>
                  <a:pt x="956746" y="1291964"/>
                </a:moveTo>
                <a:cubicBezTo>
                  <a:pt x="968802" y="1291964"/>
                  <a:pt x="978570" y="1301733"/>
                  <a:pt x="978570" y="1313784"/>
                </a:cubicBezTo>
                <a:cubicBezTo>
                  <a:pt x="978570" y="1325835"/>
                  <a:pt x="968802" y="1335604"/>
                  <a:pt x="956746" y="1335604"/>
                </a:cubicBezTo>
                <a:cubicBezTo>
                  <a:pt x="944696" y="1335604"/>
                  <a:pt x="934926" y="1325835"/>
                  <a:pt x="934926" y="1313784"/>
                </a:cubicBezTo>
                <a:cubicBezTo>
                  <a:pt x="934926" y="1301733"/>
                  <a:pt x="944696" y="1291964"/>
                  <a:pt x="956746" y="1291964"/>
                </a:cubicBezTo>
                <a:close/>
                <a:moveTo>
                  <a:pt x="880048" y="1291964"/>
                </a:moveTo>
                <a:cubicBezTo>
                  <a:pt x="892100" y="1291964"/>
                  <a:pt x="901869" y="1301733"/>
                  <a:pt x="901869" y="1313784"/>
                </a:cubicBezTo>
                <a:cubicBezTo>
                  <a:pt x="901869" y="1325835"/>
                  <a:pt x="892100" y="1335604"/>
                  <a:pt x="880048" y="1335604"/>
                </a:cubicBezTo>
                <a:cubicBezTo>
                  <a:pt x="867998" y="1335604"/>
                  <a:pt x="858229" y="1325835"/>
                  <a:pt x="858229" y="1313784"/>
                </a:cubicBezTo>
                <a:cubicBezTo>
                  <a:pt x="858229" y="1301733"/>
                  <a:pt x="867998" y="1291964"/>
                  <a:pt x="880048" y="1291964"/>
                </a:cubicBezTo>
                <a:close/>
                <a:moveTo>
                  <a:pt x="800708" y="1291964"/>
                </a:moveTo>
                <a:cubicBezTo>
                  <a:pt x="812759" y="1291964"/>
                  <a:pt x="822526" y="1301733"/>
                  <a:pt x="822526" y="1313784"/>
                </a:cubicBezTo>
                <a:cubicBezTo>
                  <a:pt x="822526" y="1325835"/>
                  <a:pt x="812759" y="1335604"/>
                  <a:pt x="800708" y="1335604"/>
                </a:cubicBezTo>
                <a:cubicBezTo>
                  <a:pt x="788656" y="1335604"/>
                  <a:pt x="778885" y="1325835"/>
                  <a:pt x="778885" y="1313784"/>
                </a:cubicBezTo>
                <a:cubicBezTo>
                  <a:pt x="778885" y="1301733"/>
                  <a:pt x="788656" y="1291964"/>
                  <a:pt x="800708" y="1291964"/>
                </a:cubicBezTo>
                <a:close/>
                <a:moveTo>
                  <a:pt x="722684" y="1291964"/>
                </a:moveTo>
                <a:cubicBezTo>
                  <a:pt x="734735" y="1291964"/>
                  <a:pt x="744504" y="1301733"/>
                  <a:pt x="744504" y="1313784"/>
                </a:cubicBezTo>
                <a:cubicBezTo>
                  <a:pt x="744504" y="1325835"/>
                  <a:pt x="734735" y="1335604"/>
                  <a:pt x="722684" y="1335604"/>
                </a:cubicBezTo>
                <a:cubicBezTo>
                  <a:pt x="710634" y="1335604"/>
                  <a:pt x="700862" y="1325835"/>
                  <a:pt x="700862" y="1313784"/>
                </a:cubicBezTo>
                <a:cubicBezTo>
                  <a:pt x="700862" y="1301733"/>
                  <a:pt x="710634" y="1291964"/>
                  <a:pt x="722684" y="1291964"/>
                </a:cubicBezTo>
                <a:close/>
                <a:moveTo>
                  <a:pt x="644665" y="1291964"/>
                </a:moveTo>
                <a:cubicBezTo>
                  <a:pt x="656714" y="1291964"/>
                  <a:pt x="666485" y="1301733"/>
                  <a:pt x="666485" y="1313784"/>
                </a:cubicBezTo>
                <a:cubicBezTo>
                  <a:pt x="666485" y="1325835"/>
                  <a:pt x="656714" y="1335604"/>
                  <a:pt x="644665" y="1335604"/>
                </a:cubicBezTo>
                <a:cubicBezTo>
                  <a:pt x="632612" y="1335604"/>
                  <a:pt x="622842" y="1325835"/>
                  <a:pt x="622842" y="1313784"/>
                </a:cubicBezTo>
                <a:cubicBezTo>
                  <a:pt x="622842" y="1301733"/>
                  <a:pt x="632612" y="1291964"/>
                  <a:pt x="644665" y="1291964"/>
                </a:cubicBezTo>
                <a:close/>
                <a:moveTo>
                  <a:pt x="567304" y="1291964"/>
                </a:moveTo>
                <a:cubicBezTo>
                  <a:pt x="579719" y="1291964"/>
                  <a:pt x="589784" y="1301733"/>
                  <a:pt x="589784" y="1313784"/>
                </a:cubicBezTo>
                <a:cubicBezTo>
                  <a:pt x="589784" y="1325835"/>
                  <a:pt x="579719" y="1335604"/>
                  <a:pt x="567304" y="1335604"/>
                </a:cubicBezTo>
                <a:cubicBezTo>
                  <a:pt x="554887" y="1335604"/>
                  <a:pt x="544822" y="1325835"/>
                  <a:pt x="544822" y="1313784"/>
                </a:cubicBezTo>
                <a:cubicBezTo>
                  <a:pt x="544822" y="1301733"/>
                  <a:pt x="554887" y="1291964"/>
                  <a:pt x="567304" y="1291964"/>
                </a:cubicBezTo>
                <a:close/>
                <a:moveTo>
                  <a:pt x="489945" y="1291964"/>
                </a:moveTo>
                <a:cubicBezTo>
                  <a:pt x="501996" y="1291964"/>
                  <a:pt x="511765" y="1301733"/>
                  <a:pt x="511765" y="1313784"/>
                </a:cubicBezTo>
                <a:cubicBezTo>
                  <a:pt x="511765" y="1325835"/>
                  <a:pt x="501996" y="1335604"/>
                  <a:pt x="489945" y="1335604"/>
                </a:cubicBezTo>
                <a:cubicBezTo>
                  <a:pt x="477894" y="1335604"/>
                  <a:pt x="468126" y="1325835"/>
                  <a:pt x="468126" y="1313784"/>
                </a:cubicBezTo>
                <a:cubicBezTo>
                  <a:pt x="468126" y="1301733"/>
                  <a:pt x="477894" y="1291964"/>
                  <a:pt x="489945" y="1291964"/>
                </a:cubicBezTo>
                <a:close/>
                <a:moveTo>
                  <a:pt x="411924" y="1291964"/>
                </a:moveTo>
                <a:cubicBezTo>
                  <a:pt x="423974" y="1291964"/>
                  <a:pt x="433742" y="1301733"/>
                  <a:pt x="433742" y="1313784"/>
                </a:cubicBezTo>
                <a:cubicBezTo>
                  <a:pt x="433742" y="1325835"/>
                  <a:pt x="423974" y="1335604"/>
                  <a:pt x="411924" y="1335604"/>
                </a:cubicBezTo>
                <a:cubicBezTo>
                  <a:pt x="399875" y="1335604"/>
                  <a:pt x="390105" y="1325835"/>
                  <a:pt x="390105" y="1313784"/>
                </a:cubicBezTo>
                <a:cubicBezTo>
                  <a:pt x="390105" y="1301733"/>
                  <a:pt x="399875" y="1291964"/>
                  <a:pt x="411924" y="1291964"/>
                </a:cubicBezTo>
                <a:close/>
                <a:moveTo>
                  <a:pt x="333903" y="1291964"/>
                </a:moveTo>
                <a:cubicBezTo>
                  <a:pt x="345953" y="1291964"/>
                  <a:pt x="355723" y="1301733"/>
                  <a:pt x="355723" y="1313784"/>
                </a:cubicBezTo>
                <a:cubicBezTo>
                  <a:pt x="355723" y="1325835"/>
                  <a:pt x="345953" y="1335604"/>
                  <a:pt x="333903" y="1335604"/>
                </a:cubicBezTo>
                <a:cubicBezTo>
                  <a:pt x="321852" y="1335604"/>
                  <a:pt x="312083" y="1325835"/>
                  <a:pt x="312083" y="1313784"/>
                </a:cubicBezTo>
                <a:cubicBezTo>
                  <a:pt x="312083" y="1301733"/>
                  <a:pt x="321852" y="1291964"/>
                  <a:pt x="333903" y="1291964"/>
                </a:cubicBezTo>
                <a:close/>
                <a:moveTo>
                  <a:pt x="255883" y="1291964"/>
                </a:moveTo>
                <a:cubicBezTo>
                  <a:pt x="267933" y="1291964"/>
                  <a:pt x="277701" y="1301733"/>
                  <a:pt x="277701" y="1313784"/>
                </a:cubicBezTo>
                <a:cubicBezTo>
                  <a:pt x="277701" y="1325835"/>
                  <a:pt x="267933" y="1335604"/>
                  <a:pt x="255883" y="1335604"/>
                </a:cubicBezTo>
                <a:cubicBezTo>
                  <a:pt x="243831" y="1335604"/>
                  <a:pt x="234062" y="1325835"/>
                  <a:pt x="234062" y="1313784"/>
                </a:cubicBezTo>
                <a:cubicBezTo>
                  <a:pt x="234062" y="1301733"/>
                  <a:pt x="243831" y="1291964"/>
                  <a:pt x="255883" y="1291964"/>
                </a:cubicBezTo>
                <a:close/>
                <a:moveTo>
                  <a:pt x="177862" y="1291964"/>
                </a:moveTo>
                <a:cubicBezTo>
                  <a:pt x="189913" y="1291964"/>
                  <a:pt x="199683" y="1301733"/>
                  <a:pt x="199683" y="1313784"/>
                </a:cubicBezTo>
                <a:cubicBezTo>
                  <a:pt x="199683" y="1325835"/>
                  <a:pt x="189913" y="1335604"/>
                  <a:pt x="177862" y="1335604"/>
                </a:cubicBezTo>
                <a:cubicBezTo>
                  <a:pt x="165812" y="1335604"/>
                  <a:pt x="156042" y="1325835"/>
                  <a:pt x="156042" y="1313784"/>
                </a:cubicBezTo>
                <a:cubicBezTo>
                  <a:pt x="156042" y="1301733"/>
                  <a:pt x="165812" y="1291964"/>
                  <a:pt x="177862" y="1291964"/>
                </a:cubicBezTo>
                <a:close/>
                <a:moveTo>
                  <a:pt x="99841" y="1291964"/>
                </a:moveTo>
                <a:cubicBezTo>
                  <a:pt x="111893" y="1291964"/>
                  <a:pt x="121661" y="1301733"/>
                  <a:pt x="121661" y="1313784"/>
                </a:cubicBezTo>
                <a:cubicBezTo>
                  <a:pt x="121661" y="1325835"/>
                  <a:pt x="111893" y="1335604"/>
                  <a:pt x="99841" y="1335604"/>
                </a:cubicBezTo>
                <a:cubicBezTo>
                  <a:pt x="87790" y="1335604"/>
                  <a:pt x="78021" y="1325835"/>
                  <a:pt x="78021" y="1313784"/>
                </a:cubicBezTo>
                <a:cubicBezTo>
                  <a:pt x="78021" y="1301733"/>
                  <a:pt x="87790" y="1291964"/>
                  <a:pt x="99841" y="1291964"/>
                </a:cubicBezTo>
                <a:close/>
                <a:moveTo>
                  <a:pt x="5708054" y="1213944"/>
                </a:moveTo>
                <a:cubicBezTo>
                  <a:pt x="5720105" y="1213944"/>
                  <a:pt x="5729874" y="1223713"/>
                  <a:pt x="5729874" y="1235764"/>
                </a:cubicBezTo>
                <a:cubicBezTo>
                  <a:pt x="5729874" y="1247815"/>
                  <a:pt x="5720105" y="1257584"/>
                  <a:pt x="5708054" y="1257584"/>
                </a:cubicBezTo>
                <a:cubicBezTo>
                  <a:pt x="5696003" y="1257584"/>
                  <a:pt x="5686234" y="1247815"/>
                  <a:pt x="5686234" y="1235764"/>
                </a:cubicBezTo>
                <a:cubicBezTo>
                  <a:pt x="5686234" y="1223713"/>
                  <a:pt x="5696003" y="1213944"/>
                  <a:pt x="5708054" y="1213944"/>
                </a:cubicBezTo>
                <a:close/>
                <a:moveTo>
                  <a:pt x="5630034" y="1213944"/>
                </a:moveTo>
                <a:cubicBezTo>
                  <a:pt x="5642085" y="1213944"/>
                  <a:pt x="5651854" y="1223713"/>
                  <a:pt x="5651854" y="1235764"/>
                </a:cubicBezTo>
                <a:cubicBezTo>
                  <a:pt x="5651854" y="1247815"/>
                  <a:pt x="5642085" y="1257584"/>
                  <a:pt x="5630034" y="1257584"/>
                </a:cubicBezTo>
                <a:cubicBezTo>
                  <a:pt x="5617983" y="1257584"/>
                  <a:pt x="5608214" y="1247815"/>
                  <a:pt x="5608214" y="1235764"/>
                </a:cubicBezTo>
                <a:cubicBezTo>
                  <a:pt x="5608214" y="1223713"/>
                  <a:pt x="5617983" y="1213944"/>
                  <a:pt x="5630034" y="1213944"/>
                </a:cubicBezTo>
                <a:close/>
                <a:moveTo>
                  <a:pt x="5552013" y="1213944"/>
                </a:moveTo>
                <a:cubicBezTo>
                  <a:pt x="5564064" y="1213944"/>
                  <a:pt x="5573833" y="1223713"/>
                  <a:pt x="5573833" y="1235764"/>
                </a:cubicBezTo>
                <a:cubicBezTo>
                  <a:pt x="5573833" y="1247815"/>
                  <a:pt x="5564064" y="1257584"/>
                  <a:pt x="5552013" y="1257584"/>
                </a:cubicBezTo>
                <a:cubicBezTo>
                  <a:pt x="5539962" y="1257584"/>
                  <a:pt x="5530193" y="1247815"/>
                  <a:pt x="5530193" y="1235764"/>
                </a:cubicBezTo>
                <a:cubicBezTo>
                  <a:pt x="5530193" y="1223713"/>
                  <a:pt x="5539962" y="1213944"/>
                  <a:pt x="5552013" y="1213944"/>
                </a:cubicBezTo>
                <a:close/>
                <a:moveTo>
                  <a:pt x="5473331" y="1213944"/>
                </a:moveTo>
                <a:cubicBezTo>
                  <a:pt x="5485747" y="1213944"/>
                  <a:pt x="5495812" y="1223713"/>
                  <a:pt x="5495812" y="1235764"/>
                </a:cubicBezTo>
                <a:cubicBezTo>
                  <a:pt x="5495812" y="1247815"/>
                  <a:pt x="5485747" y="1257584"/>
                  <a:pt x="5473331" y="1257584"/>
                </a:cubicBezTo>
                <a:cubicBezTo>
                  <a:pt x="5460915" y="1257584"/>
                  <a:pt x="5450850" y="1247815"/>
                  <a:pt x="5450850" y="1235764"/>
                </a:cubicBezTo>
                <a:cubicBezTo>
                  <a:pt x="5450850" y="1223713"/>
                  <a:pt x="5460915" y="1213944"/>
                  <a:pt x="5473331" y="1213944"/>
                </a:cubicBezTo>
                <a:close/>
                <a:moveTo>
                  <a:pt x="5395972" y="1213944"/>
                </a:moveTo>
                <a:cubicBezTo>
                  <a:pt x="5408023" y="1213944"/>
                  <a:pt x="5417792" y="1223713"/>
                  <a:pt x="5417792" y="1235764"/>
                </a:cubicBezTo>
                <a:cubicBezTo>
                  <a:pt x="5417792" y="1247815"/>
                  <a:pt x="5408023" y="1257584"/>
                  <a:pt x="5395972" y="1257584"/>
                </a:cubicBezTo>
                <a:cubicBezTo>
                  <a:pt x="5383921" y="1257584"/>
                  <a:pt x="5374152" y="1247815"/>
                  <a:pt x="5374152" y="1235764"/>
                </a:cubicBezTo>
                <a:cubicBezTo>
                  <a:pt x="5374152" y="1223713"/>
                  <a:pt x="5383921" y="1213944"/>
                  <a:pt x="5395972" y="1213944"/>
                </a:cubicBezTo>
                <a:close/>
                <a:moveTo>
                  <a:pt x="5317953" y="1213944"/>
                </a:moveTo>
                <a:cubicBezTo>
                  <a:pt x="5330004" y="1213944"/>
                  <a:pt x="5339773" y="1223713"/>
                  <a:pt x="5339773" y="1235764"/>
                </a:cubicBezTo>
                <a:cubicBezTo>
                  <a:pt x="5339773" y="1247815"/>
                  <a:pt x="5330004" y="1257584"/>
                  <a:pt x="5317953" y="1257584"/>
                </a:cubicBezTo>
                <a:cubicBezTo>
                  <a:pt x="5305902" y="1257584"/>
                  <a:pt x="5296133" y="1247815"/>
                  <a:pt x="5296133" y="1235764"/>
                </a:cubicBezTo>
                <a:cubicBezTo>
                  <a:pt x="5296133" y="1223713"/>
                  <a:pt x="5305902" y="1213944"/>
                  <a:pt x="5317953" y="1213944"/>
                </a:cubicBezTo>
                <a:close/>
                <a:moveTo>
                  <a:pt x="5239932" y="1213944"/>
                </a:moveTo>
                <a:cubicBezTo>
                  <a:pt x="5251983" y="1213944"/>
                  <a:pt x="5261752" y="1223713"/>
                  <a:pt x="5261752" y="1235764"/>
                </a:cubicBezTo>
                <a:cubicBezTo>
                  <a:pt x="5261752" y="1247815"/>
                  <a:pt x="5251983" y="1257584"/>
                  <a:pt x="5239932" y="1257584"/>
                </a:cubicBezTo>
                <a:cubicBezTo>
                  <a:pt x="5227881" y="1257584"/>
                  <a:pt x="5218112" y="1247815"/>
                  <a:pt x="5218112" y="1235764"/>
                </a:cubicBezTo>
                <a:cubicBezTo>
                  <a:pt x="5218112" y="1223713"/>
                  <a:pt x="5227881" y="1213944"/>
                  <a:pt x="5239932" y="1213944"/>
                </a:cubicBezTo>
                <a:close/>
                <a:moveTo>
                  <a:pt x="4773132" y="1213944"/>
                </a:moveTo>
                <a:cubicBezTo>
                  <a:pt x="4785183" y="1213944"/>
                  <a:pt x="4794952" y="1223713"/>
                  <a:pt x="4794952" y="1235764"/>
                </a:cubicBezTo>
                <a:cubicBezTo>
                  <a:pt x="4794952" y="1247815"/>
                  <a:pt x="4785183" y="1257584"/>
                  <a:pt x="4773132" y="1257584"/>
                </a:cubicBezTo>
                <a:cubicBezTo>
                  <a:pt x="4761081" y="1257584"/>
                  <a:pt x="4751312" y="1247815"/>
                  <a:pt x="4751312" y="1235764"/>
                </a:cubicBezTo>
                <a:cubicBezTo>
                  <a:pt x="4751312" y="1223713"/>
                  <a:pt x="4761081" y="1213944"/>
                  <a:pt x="4773132" y="1213944"/>
                </a:cubicBezTo>
                <a:close/>
                <a:moveTo>
                  <a:pt x="4695111" y="1213944"/>
                </a:moveTo>
                <a:cubicBezTo>
                  <a:pt x="4707162" y="1213944"/>
                  <a:pt x="4716931" y="1223713"/>
                  <a:pt x="4716931" y="1235764"/>
                </a:cubicBezTo>
                <a:cubicBezTo>
                  <a:pt x="4716931" y="1247815"/>
                  <a:pt x="4707162" y="1257584"/>
                  <a:pt x="4695111" y="1257584"/>
                </a:cubicBezTo>
                <a:cubicBezTo>
                  <a:pt x="4683060" y="1257584"/>
                  <a:pt x="4673291" y="1247815"/>
                  <a:pt x="4673291" y="1235764"/>
                </a:cubicBezTo>
                <a:cubicBezTo>
                  <a:pt x="4673291" y="1223713"/>
                  <a:pt x="4683060" y="1213944"/>
                  <a:pt x="4695111" y="1213944"/>
                </a:cubicBezTo>
                <a:close/>
                <a:moveTo>
                  <a:pt x="4617091" y="1213944"/>
                </a:moveTo>
                <a:cubicBezTo>
                  <a:pt x="4629142" y="1213944"/>
                  <a:pt x="4638911" y="1223713"/>
                  <a:pt x="4638911" y="1235764"/>
                </a:cubicBezTo>
                <a:cubicBezTo>
                  <a:pt x="4638911" y="1247815"/>
                  <a:pt x="4629142" y="1257584"/>
                  <a:pt x="4617091" y="1257584"/>
                </a:cubicBezTo>
                <a:cubicBezTo>
                  <a:pt x="4605040" y="1257584"/>
                  <a:pt x="4595271" y="1247815"/>
                  <a:pt x="4595271" y="1235764"/>
                </a:cubicBezTo>
                <a:cubicBezTo>
                  <a:pt x="4595271" y="1223713"/>
                  <a:pt x="4605040" y="1213944"/>
                  <a:pt x="4617091" y="1213944"/>
                </a:cubicBezTo>
                <a:close/>
                <a:moveTo>
                  <a:pt x="2670547" y="1213944"/>
                </a:moveTo>
                <a:cubicBezTo>
                  <a:pt x="2682598" y="1213944"/>
                  <a:pt x="2692367" y="1223713"/>
                  <a:pt x="2692367" y="1235764"/>
                </a:cubicBezTo>
                <a:cubicBezTo>
                  <a:pt x="2692367" y="1247815"/>
                  <a:pt x="2682598" y="1257584"/>
                  <a:pt x="2670547" y="1257584"/>
                </a:cubicBezTo>
                <a:cubicBezTo>
                  <a:pt x="2658496" y="1257584"/>
                  <a:pt x="2648727" y="1247815"/>
                  <a:pt x="2648727" y="1235764"/>
                </a:cubicBezTo>
                <a:cubicBezTo>
                  <a:pt x="2648727" y="1223713"/>
                  <a:pt x="2658496" y="1213944"/>
                  <a:pt x="2670547" y="1213944"/>
                </a:cubicBezTo>
                <a:close/>
                <a:moveTo>
                  <a:pt x="2592527" y="1213944"/>
                </a:moveTo>
                <a:cubicBezTo>
                  <a:pt x="2604578" y="1213944"/>
                  <a:pt x="2614347" y="1223713"/>
                  <a:pt x="2614347" y="1235764"/>
                </a:cubicBezTo>
                <a:cubicBezTo>
                  <a:pt x="2614347" y="1247815"/>
                  <a:pt x="2604578" y="1257584"/>
                  <a:pt x="2592527" y="1257584"/>
                </a:cubicBezTo>
                <a:cubicBezTo>
                  <a:pt x="2580476" y="1257584"/>
                  <a:pt x="2570707" y="1247815"/>
                  <a:pt x="2570707" y="1235764"/>
                </a:cubicBezTo>
                <a:cubicBezTo>
                  <a:pt x="2570707" y="1223713"/>
                  <a:pt x="2580476" y="1213944"/>
                  <a:pt x="2592527" y="1213944"/>
                </a:cubicBezTo>
                <a:close/>
                <a:moveTo>
                  <a:pt x="2513845" y="1213944"/>
                </a:moveTo>
                <a:cubicBezTo>
                  <a:pt x="2526261" y="1213944"/>
                  <a:pt x="2536326" y="1223713"/>
                  <a:pt x="2536326" y="1235764"/>
                </a:cubicBezTo>
                <a:cubicBezTo>
                  <a:pt x="2536326" y="1247815"/>
                  <a:pt x="2526261" y="1257584"/>
                  <a:pt x="2513845" y="1257584"/>
                </a:cubicBezTo>
                <a:cubicBezTo>
                  <a:pt x="2501429" y="1257584"/>
                  <a:pt x="2491364" y="1247815"/>
                  <a:pt x="2491364" y="1235764"/>
                </a:cubicBezTo>
                <a:cubicBezTo>
                  <a:pt x="2491364" y="1223713"/>
                  <a:pt x="2501429" y="1213944"/>
                  <a:pt x="2513845" y="1213944"/>
                </a:cubicBezTo>
                <a:close/>
                <a:moveTo>
                  <a:pt x="2436486" y="1213944"/>
                </a:moveTo>
                <a:cubicBezTo>
                  <a:pt x="2448537" y="1213944"/>
                  <a:pt x="2458306" y="1223713"/>
                  <a:pt x="2458306" y="1235764"/>
                </a:cubicBezTo>
                <a:cubicBezTo>
                  <a:pt x="2458306" y="1247815"/>
                  <a:pt x="2448537" y="1257584"/>
                  <a:pt x="2436486" y="1257584"/>
                </a:cubicBezTo>
                <a:cubicBezTo>
                  <a:pt x="2424435" y="1257584"/>
                  <a:pt x="2414666" y="1247815"/>
                  <a:pt x="2414666" y="1235764"/>
                </a:cubicBezTo>
                <a:cubicBezTo>
                  <a:pt x="2414666" y="1223713"/>
                  <a:pt x="2424435" y="1213944"/>
                  <a:pt x="2436486" y="1213944"/>
                </a:cubicBezTo>
                <a:close/>
                <a:moveTo>
                  <a:pt x="2358465" y="1213944"/>
                </a:moveTo>
                <a:cubicBezTo>
                  <a:pt x="2370516" y="1213944"/>
                  <a:pt x="2380285" y="1223713"/>
                  <a:pt x="2380285" y="1235764"/>
                </a:cubicBezTo>
                <a:cubicBezTo>
                  <a:pt x="2380285" y="1247815"/>
                  <a:pt x="2370516" y="1257584"/>
                  <a:pt x="2358465" y="1257584"/>
                </a:cubicBezTo>
                <a:cubicBezTo>
                  <a:pt x="2346414" y="1257584"/>
                  <a:pt x="2336645" y="1247815"/>
                  <a:pt x="2336645" y="1235764"/>
                </a:cubicBezTo>
                <a:cubicBezTo>
                  <a:pt x="2336645" y="1223713"/>
                  <a:pt x="2346414" y="1213944"/>
                  <a:pt x="2358465" y="1213944"/>
                </a:cubicBezTo>
                <a:close/>
                <a:moveTo>
                  <a:pt x="2203086" y="1213944"/>
                </a:moveTo>
                <a:cubicBezTo>
                  <a:pt x="2215502" y="1213944"/>
                  <a:pt x="2225567" y="1223713"/>
                  <a:pt x="2225567" y="1235764"/>
                </a:cubicBezTo>
                <a:cubicBezTo>
                  <a:pt x="2225567" y="1247815"/>
                  <a:pt x="2215502" y="1257584"/>
                  <a:pt x="2203086" y="1257584"/>
                </a:cubicBezTo>
                <a:cubicBezTo>
                  <a:pt x="2190670" y="1257584"/>
                  <a:pt x="2180605" y="1247815"/>
                  <a:pt x="2180605" y="1235764"/>
                </a:cubicBezTo>
                <a:cubicBezTo>
                  <a:pt x="2180605" y="1223713"/>
                  <a:pt x="2190670" y="1213944"/>
                  <a:pt x="2203086" y="1213944"/>
                </a:cubicBezTo>
                <a:close/>
                <a:moveTo>
                  <a:pt x="2125727" y="1213944"/>
                </a:moveTo>
                <a:cubicBezTo>
                  <a:pt x="2137778" y="1213944"/>
                  <a:pt x="2147547" y="1223713"/>
                  <a:pt x="2147547" y="1235764"/>
                </a:cubicBezTo>
                <a:cubicBezTo>
                  <a:pt x="2147547" y="1247815"/>
                  <a:pt x="2137778" y="1257584"/>
                  <a:pt x="2125727" y="1257584"/>
                </a:cubicBezTo>
                <a:cubicBezTo>
                  <a:pt x="2113676" y="1257584"/>
                  <a:pt x="2103907" y="1247815"/>
                  <a:pt x="2103907" y="1235764"/>
                </a:cubicBezTo>
                <a:cubicBezTo>
                  <a:pt x="2103907" y="1223713"/>
                  <a:pt x="2113676" y="1213944"/>
                  <a:pt x="2125727" y="1213944"/>
                </a:cubicBezTo>
                <a:close/>
                <a:moveTo>
                  <a:pt x="2047706" y="1213944"/>
                </a:moveTo>
                <a:cubicBezTo>
                  <a:pt x="2059757" y="1213944"/>
                  <a:pt x="2069526" y="1223713"/>
                  <a:pt x="2069526" y="1235764"/>
                </a:cubicBezTo>
                <a:cubicBezTo>
                  <a:pt x="2069526" y="1247815"/>
                  <a:pt x="2059757" y="1257584"/>
                  <a:pt x="2047706" y="1257584"/>
                </a:cubicBezTo>
                <a:cubicBezTo>
                  <a:pt x="2035655" y="1257584"/>
                  <a:pt x="2025886" y="1247815"/>
                  <a:pt x="2025886" y="1235764"/>
                </a:cubicBezTo>
                <a:cubicBezTo>
                  <a:pt x="2025886" y="1223713"/>
                  <a:pt x="2035655" y="1213944"/>
                  <a:pt x="2047706" y="1213944"/>
                </a:cubicBezTo>
                <a:close/>
                <a:moveTo>
                  <a:pt x="9212361" y="1213943"/>
                </a:moveTo>
                <a:cubicBezTo>
                  <a:pt x="9224412" y="1213943"/>
                  <a:pt x="9234181" y="1223712"/>
                  <a:pt x="9234181" y="1235763"/>
                </a:cubicBezTo>
                <a:cubicBezTo>
                  <a:pt x="9234181" y="1247814"/>
                  <a:pt x="9224412" y="1257583"/>
                  <a:pt x="9212361" y="1257583"/>
                </a:cubicBezTo>
                <a:cubicBezTo>
                  <a:pt x="9200310" y="1257583"/>
                  <a:pt x="9190541" y="1247814"/>
                  <a:pt x="9190541" y="1235763"/>
                </a:cubicBezTo>
                <a:cubicBezTo>
                  <a:pt x="9190541" y="1223712"/>
                  <a:pt x="9200310" y="1213943"/>
                  <a:pt x="9212361" y="1213943"/>
                </a:cubicBezTo>
                <a:close/>
                <a:moveTo>
                  <a:pt x="9056320" y="1213943"/>
                </a:moveTo>
                <a:cubicBezTo>
                  <a:pt x="9068371" y="1213943"/>
                  <a:pt x="9078140" y="1223712"/>
                  <a:pt x="9078140" y="1235763"/>
                </a:cubicBezTo>
                <a:cubicBezTo>
                  <a:pt x="9078140" y="1247814"/>
                  <a:pt x="9068371" y="1257583"/>
                  <a:pt x="9056320" y="1257583"/>
                </a:cubicBezTo>
                <a:cubicBezTo>
                  <a:pt x="9044269" y="1257583"/>
                  <a:pt x="9034500" y="1247814"/>
                  <a:pt x="9034500" y="1235763"/>
                </a:cubicBezTo>
                <a:cubicBezTo>
                  <a:pt x="9034500" y="1223712"/>
                  <a:pt x="9044269" y="1213943"/>
                  <a:pt x="9056320" y="1213943"/>
                </a:cubicBezTo>
                <a:close/>
                <a:moveTo>
                  <a:pt x="8978300" y="1213943"/>
                </a:moveTo>
                <a:cubicBezTo>
                  <a:pt x="8990351" y="1213943"/>
                  <a:pt x="9000120" y="1223712"/>
                  <a:pt x="9000120" y="1235763"/>
                </a:cubicBezTo>
                <a:cubicBezTo>
                  <a:pt x="9000120" y="1247814"/>
                  <a:pt x="8990351" y="1257583"/>
                  <a:pt x="8978300" y="1257583"/>
                </a:cubicBezTo>
                <a:cubicBezTo>
                  <a:pt x="8966249" y="1257583"/>
                  <a:pt x="8956480" y="1247814"/>
                  <a:pt x="8956480" y="1235763"/>
                </a:cubicBezTo>
                <a:cubicBezTo>
                  <a:pt x="8956480" y="1223712"/>
                  <a:pt x="8966249" y="1213943"/>
                  <a:pt x="8978300" y="1213943"/>
                </a:cubicBezTo>
                <a:close/>
                <a:moveTo>
                  <a:pt x="8900279" y="1213943"/>
                </a:moveTo>
                <a:cubicBezTo>
                  <a:pt x="8912330" y="1213943"/>
                  <a:pt x="8922099" y="1223712"/>
                  <a:pt x="8922099" y="1235763"/>
                </a:cubicBezTo>
                <a:cubicBezTo>
                  <a:pt x="8922099" y="1247814"/>
                  <a:pt x="8912330" y="1257583"/>
                  <a:pt x="8900279" y="1257583"/>
                </a:cubicBezTo>
                <a:cubicBezTo>
                  <a:pt x="8888228" y="1257583"/>
                  <a:pt x="8878459" y="1247814"/>
                  <a:pt x="8878459" y="1235763"/>
                </a:cubicBezTo>
                <a:cubicBezTo>
                  <a:pt x="8878459" y="1223712"/>
                  <a:pt x="8888228" y="1213943"/>
                  <a:pt x="8900279" y="1213943"/>
                </a:cubicBezTo>
                <a:close/>
                <a:moveTo>
                  <a:pt x="8822259" y="1213943"/>
                </a:moveTo>
                <a:cubicBezTo>
                  <a:pt x="8834310" y="1213943"/>
                  <a:pt x="8844079" y="1223712"/>
                  <a:pt x="8844079" y="1235763"/>
                </a:cubicBezTo>
                <a:cubicBezTo>
                  <a:pt x="8844079" y="1247814"/>
                  <a:pt x="8834310" y="1257583"/>
                  <a:pt x="8822259" y="1257583"/>
                </a:cubicBezTo>
                <a:cubicBezTo>
                  <a:pt x="8810208" y="1257583"/>
                  <a:pt x="8800439" y="1247814"/>
                  <a:pt x="8800439" y="1235763"/>
                </a:cubicBezTo>
                <a:cubicBezTo>
                  <a:pt x="8800439" y="1223712"/>
                  <a:pt x="8810208" y="1213943"/>
                  <a:pt x="8822259" y="1213943"/>
                </a:cubicBezTo>
                <a:close/>
                <a:moveTo>
                  <a:pt x="8744900" y="1213943"/>
                </a:moveTo>
                <a:cubicBezTo>
                  <a:pt x="8757316" y="1213943"/>
                  <a:pt x="8767381" y="1223712"/>
                  <a:pt x="8767381" y="1235763"/>
                </a:cubicBezTo>
                <a:cubicBezTo>
                  <a:pt x="8767381" y="1247814"/>
                  <a:pt x="8757316" y="1257583"/>
                  <a:pt x="8744900" y="1257583"/>
                </a:cubicBezTo>
                <a:cubicBezTo>
                  <a:pt x="8732484" y="1257583"/>
                  <a:pt x="8722419" y="1247814"/>
                  <a:pt x="8722419" y="1235763"/>
                </a:cubicBezTo>
                <a:cubicBezTo>
                  <a:pt x="8722419" y="1223712"/>
                  <a:pt x="8732484" y="1213943"/>
                  <a:pt x="8744900" y="1213943"/>
                </a:cubicBezTo>
                <a:close/>
                <a:moveTo>
                  <a:pt x="8667540" y="1213943"/>
                </a:moveTo>
                <a:cubicBezTo>
                  <a:pt x="8679591" y="1213943"/>
                  <a:pt x="8689360" y="1223712"/>
                  <a:pt x="8689360" y="1235763"/>
                </a:cubicBezTo>
                <a:cubicBezTo>
                  <a:pt x="8689360" y="1247814"/>
                  <a:pt x="8679591" y="1257583"/>
                  <a:pt x="8667540" y="1257583"/>
                </a:cubicBezTo>
                <a:cubicBezTo>
                  <a:pt x="8655489" y="1257583"/>
                  <a:pt x="8645720" y="1247814"/>
                  <a:pt x="8645720" y="1235763"/>
                </a:cubicBezTo>
                <a:cubicBezTo>
                  <a:pt x="8645720" y="1223712"/>
                  <a:pt x="8655489" y="1213943"/>
                  <a:pt x="8667540" y="1213943"/>
                </a:cubicBezTo>
                <a:close/>
                <a:moveTo>
                  <a:pt x="8589520" y="1213943"/>
                </a:moveTo>
                <a:cubicBezTo>
                  <a:pt x="8601571" y="1213943"/>
                  <a:pt x="8611340" y="1223712"/>
                  <a:pt x="8611340" y="1235763"/>
                </a:cubicBezTo>
                <a:cubicBezTo>
                  <a:pt x="8611340" y="1247814"/>
                  <a:pt x="8601571" y="1257583"/>
                  <a:pt x="8589520" y="1257583"/>
                </a:cubicBezTo>
                <a:cubicBezTo>
                  <a:pt x="8577469" y="1257583"/>
                  <a:pt x="8567700" y="1247814"/>
                  <a:pt x="8567700" y="1235763"/>
                </a:cubicBezTo>
                <a:cubicBezTo>
                  <a:pt x="8567700" y="1223712"/>
                  <a:pt x="8577469" y="1213943"/>
                  <a:pt x="8589520" y="1213943"/>
                </a:cubicBezTo>
                <a:close/>
                <a:moveTo>
                  <a:pt x="8511500" y="1213943"/>
                </a:moveTo>
                <a:cubicBezTo>
                  <a:pt x="8523551" y="1213943"/>
                  <a:pt x="8533320" y="1223712"/>
                  <a:pt x="8533320" y="1235763"/>
                </a:cubicBezTo>
                <a:cubicBezTo>
                  <a:pt x="8533320" y="1247814"/>
                  <a:pt x="8523551" y="1257583"/>
                  <a:pt x="8511500" y="1257583"/>
                </a:cubicBezTo>
                <a:cubicBezTo>
                  <a:pt x="8499449" y="1257583"/>
                  <a:pt x="8489680" y="1247814"/>
                  <a:pt x="8489680" y="1235763"/>
                </a:cubicBezTo>
                <a:cubicBezTo>
                  <a:pt x="8489680" y="1223712"/>
                  <a:pt x="8499449" y="1213943"/>
                  <a:pt x="8511500" y="1213943"/>
                </a:cubicBezTo>
                <a:close/>
                <a:moveTo>
                  <a:pt x="8432818" y="1213943"/>
                </a:moveTo>
                <a:cubicBezTo>
                  <a:pt x="8445234" y="1213943"/>
                  <a:pt x="8455299" y="1223712"/>
                  <a:pt x="8455299" y="1235763"/>
                </a:cubicBezTo>
                <a:cubicBezTo>
                  <a:pt x="8455299" y="1247814"/>
                  <a:pt x="8445234" y="1257583"/>
                  <a:pt x="8432818" y="1257583"/>
                </a:cubicBezTo>
                <a:cubicBezTo>
                  <a:pt x="8420402" y="1257583"/>
                  <a:pt x="8410337" y="1247814"/>
                  <a:pt x="8410337" y="1235763"/>
                </a:cubicBezTo>
                <a:cubicBezTo>
                  <a:pt x="8410337" y="1223712"/>
                  <a:pt x="8420402" y="1213943"/>
                  <a:pt x="8432818" y="1213943"/>
                </a:cubicBezTo>
                <a:close/>
                <a:moveTo>
                  <a:pt x="8355459" y="1213943"/>
                </a:moveTo>
                <a:cubicBezTo>
                  <a:pt x="8367510" y="1213943"/>
                  <a:pt x="8377279" y="1223712"/>
                  <a:pt x="8377279" y="1235763"/>
                </a:cubicBezTo>
                <a:cubicBezTo>
                  <a:pt x="8377279" y="1247814"/>
                  <a:pt x="8367510" y="1257583"/>
                  <a:pt x="8355459" y="1257583"/>
                </a:cubicBezTo>
                <a:cubicBezTo>
                  <a:pt x="8343408" y="1257583"/>
                  <a:pt x="8333639" y="1247814"/>
                  <a:pt x="8333639" y="1235763"/>
                </a:cubicBezTo>
                <a:cubicBezTo>
                  <a:pt x="8333639" y="1223712"/>
                  <a:pt x="8343408" y="1213943"/>
                  <a:pt x="8355459" y="1213943"/>
                </a:cubicBezTo>
                <a:close/>
                <a:moveTo>
                  <a:pt x="8277438" y="1213943"/>
                </a:moveTo>
                <a:cubicBezTo>
                  <a:pt x="8289489" y="1213943"/>
                  <a:pt x="8299258" y="1223712"/>
                  <a:pt x="8299258" y="1235763"/>
                </a:cubicBezTo>
                <a:cubicBezTo>
                  <a:pt x="8299258" y="1247814"/>
                  <a:pt x="8289489" y="1257583"/>
                  <a:pt x="8277438" y="1257583"/>
                </a:cubicBezTo>
                <a:cubicBezTo>
                  <a:pt x="8265387" y="1257583"/>
                  <a:pt x="8255618" y="1247814"/>
                  <a:pt x="8255618" y="1235763"/>
                </a:cubicBezTo>
                <a:cubicBezTo>
                  <a:pt x="8255618" y="1223712"/>
                  <a:pt x="8265387" y="1213943"/>
                  <a:pt x="8277438" y="1213943"/>
                </a:cubicBezTo>
                <a:close/>
                <a:moveTo>
                  <a:pt x="8199418" y="1213943"/>
                </a:moveTo>
                <a:cubicBezTo>
                  <a:pt x="8211469" y="1213943"/>
                  <a:pt x="8221238" y="1223712"/>
                  <a:pt x="8221238" y="1235763"/>
                </a:cubicBezTo>
                <a:cubicBezTo>
                  <a:pt x="8221238" y="1247814"/>
                  <a:pt x="8211469" y="1257583"/>
                  <a:pt x="8199418" y="1257583"/>
                </a:cubicBezTo>
                <a:cubicBezTo>
                  <a:pt x="8187367" y="1257583"/>
                  <a:pt x="8177598" y="1247814"/>
                  <a:pt x="8177598" y="1235763"/>
                </a:cubicBezTo>
                <a:cubicBezTo>
                  <a:pt x="8177598" y="1223712"/>
                  <a:pt x="8187367" y="1213943"/>
                  <a:pt x="8199418" y="1213943"/>
                </a:cubicBezTo>
                <a:close/>
                <a:moveTo>
                  <a:pt x="8121398" y="1213943"/>
                </a:moveTo>
                <a:cubicBezTo>
                  <a:pt x="8133449" y="1213943"/>
                  <a:pt x="8143218" y="1223712"/>
                  <a:pt x="8143218" y="1235763"/>
                </a:cubicBezTo>
                <a:cubicBezTo>
                  <a:pt x="8143218" y="1247814"/>
                  <a:pt x="8133449" y="1257583"/>
                  <a:pt x="8121398" y="1257583"/>
                </a:cubicBezTo>
                <a:cubicBezTo>
                  <a:pt x="8109347" y="1257583"/>
                  <a:pt x="8099578" y="1247814"/>
                  <a:pt x="8099578" y="1235763"/>
                </a:cubicBezTo>
                <a:cubicBezTo>
                  <a:pt x="8099578" y="1223712"/>
                  <a:pt x="8109347" y="1213943"/>
                  <a:pt x="8121398" y="1213943"/>
                </a:cubicBezTo>
                <a:close/>
                <a:moveTo>
                  <a:pt x="8044700" y="1213943"/>
                </a:moveTo>
                <a:cubicBezTo>
                  <a:pt x="8056751" y="1213943"/>
                  <a:pt x="8066520" y="1223712"/>
                  <a:pt x="8066520" y="1235763"/>
                </a:cubicBezTo>
                <a:cubicBezTo>
                  <a:pt x="8066520" y="1247814"/>
                  <a:pt x="8056751" y="1257583"/>
                  <a:pt x="8044700" y="1257583"/>
                </a:cubicBezTo>
                <a:cubicBezTo>
                  <a:pt x="8032649" y="1257583"/>
                  <a:pt x="8022880" y="1247814"/>
                  <a:pt x="8022880" y="1235763"/>
                </a:cubicBezTo>
                <a:cubicBezTo>
                  <a:pt x="8022880" y="1223712"/>
                  <a:pt x="8032649" y="1213943"/>
                  <a:pt x="8044700" y="1213943"/>
                </a:cubicBezTo>
                <a:close/>
                <a:moveTo>
                  <a:pt x="7966679" y="1213943"/>
                </a:moveTo>
                <a:cubicBezTo>
                  <a:pt x="7978730" y="1213943"/>
                  <a:pt x="7988499" y="1223712"/>
                  <a:pt x="7988499" y="1235763"/>
                </a:cubicBezTo>
                <a:cubicBezTo>
                  <a:pt x="7988499" y="1247814"/>
                  <a:pt x="7978730" y="1257583"/>
                  <a:pt x="7966679" y="1257583"/>
                </a:cubicBezTo>
                <a:cubicBezTo>
                  <a:pt x="7954628" y="1257583"/>
                  <a:pt x="7944859" y="1247814"/>
                  <a:pt x="7944859" y="1235763"/>
                </a:cubicBezTo>
                <a:cubicBezTo>
                  <a:pt x="7944859" y="1223712"/>
                  <a:pt x="7954628" y="1213943"/>
                  <a:pt x="7966679" y="1213943"/>
                </a:cubicBezTo>
                <a:close/>
                <a:moveTo>
                  <a:pt x="7888658" y="1213943"/>
                </a:moveTo>
                <a:cubicBezTo>
                  <a:pt x="7900709" y="1213943"/>
                  <a:pt x="7910478" y="1223712"/>
                  <a:pt x="7910478" y="1235763"/>
                </a:cubicBezTo>
                <a:cubicBezTo>
                  <a:pt x="7910478" y="1247814"/>
                  <a:pt x="7900709" y="1257583"/>
                  <a:pt x="7888658" y="1257583"/>
                </a:cubicBezTo>
                <a:cubicBezTo>
                  <a:pt x="7876607" y="1257583"/>
                  <a:pt x="7866838" y="1247814"/>
                  <a:pt x="7866838" y="1235763"/>
                </a:cubicBezTo>
                <a:cubicBezTo>
                  <a:pt x="7866838" y="1223712"/>
                  <a:pt x="7876607" y="1213943"/>
                  <a:pt x="7888658" y="1213943"/>
                </a:cubicBezTo>
                <a:close/>
                <a:moveTo>
                  <a:pt x="7809316" y="1213943"/>
                </a:moveTo>
                <a:cubicBezTo>
                  <a:pt x="7821367" y="1213943"/>
                  <a:pt x="7831136" y="1223712"/>
                  <a:pt x="7831136" y="1235763"/>
                </a:cubicBezTo>
                <a:cubicBezTo>
                  <a:pt x="7831136" y="1247814"/>
                  <a:pt x="7821367" y="1257583"/>
                  <a:pt x="7809316" y="1257583"/>
                </a:cubicBezTo>
                <a:cubicBezTo>
                  <a:pt x="7797265" y="1257583"/>
                  <a:pt x="7787496" y="1247814"/>
                  <a:pt x="7787496" y="1235763"/>
                </a:cubicBezTo>
                <a:cubicBezTo>
                  <a:pt x="7787496" y="1223712"/>
                  <a:pt x="7797265" y="1213943"/>
                  <a:pt x="7809316" y="1213943"/>
                </a:cubicBezTo>
                <a:close/>
                <a:moveTo>
                  <a:pt x="7731957" y="1213943"/>
                </a:moveTo>
                <a:cubicBezTo>
                  <a:pt x="7744373" y="1213943"/>
                  <a:pt x="7754438" y="1223712"/>
                  <a:pt x="7754438" y="1235763"/>
                </a:cubicBezTo>
                <a:cubicBezTo>
                  <a:pt x="7754438" y="1247814"/>
                  <a:pt x="7744373" y="1257583"/>
                  <a:pt x="7731957" y="1257583"/>
                </a:cubicBezTo>
                <a:cubicBezTo>
                  <a:pt x="7719541" y="1257583"/>
                  <a:pt x="7709476" y="1247814"/>
                  <a:pt x="7709476" y="1235763"/>
                </a:cubicBezTo>
                <a:cubicBezTo>
                  <a:pt x="7709476" y="1223712"/>
                  <a:pt x="7719541" y="1213943"/>
                  <a:pt x="7731957" y="1213943"/>
                </a:cubicBezTo>
                <a:close/>
                <a:moveTo>
                  <a:pt x="7654597" y="1213943"/>
                </a:moveTo>
                <a:cubicBezTo>
                  <a:pt x="7666648" y="1213943"/>
                  <a:pt x="7676417" y="1223712"/>
                  <a:pt x="7676417" y="1235763"/>
                </a:cubicBezTo>
                <a:cubicBezTo>
                  <a:pt x="7676417" y="1247814"/>
                  <a:pt x="7666648" y="1257583"/>
                  <a:pt x="7654597" y="1257583"/>
                </a:cubicBezTo>
                <a:cubicBezTo>
                  <a:pt x="7642546" y="1257583"/>
                  <a:pt x="7632777" y="1247814"/>
                  <a:pt x="7632777" y="1235763"/>
                </a:cubicBezTo>
                <a:cubicBezTo>
                  <a:pt x="7632777" y="1223712"/>
                  <a:pt x="7642546" y="1213943"/>
                  <a:pt x="7654597" y="1213943"/>
                </a:cubicBezTo>
                <a:close/>
                <a:moveTo>
                  <a:pt x="7576577" y="1213943"/>
                </a:moveTo>
                <a:cubicBezTo>
                  <a:pt x="7588628" y="1213943"/>
                  <a:pt x="7598397" y="1223712"/>
                  <a:pt x="7598397" y="1235763"/>
                </a:cubicBezTo>
                <a:cubicBezTo>
                  <a:pt x="7598397" y="1247814"/>
                  <a:pt x="7588628" y="1257583"/>
                  <a:pt x="7576577" y="1257583"/>
                </a:cubicBezTo>
                <a:cubicBezTo>
                  <a:pt x="7564526" y="1257583"/>
                  <a:pt x="7554757" y="1247814"/>
                  <a:pt x="7554757" y="1235763"/>
                </a:cubicBezTo>
                <a:cubicBezTo>
                  <a:pt x="7554757" y="1223712"/>
                  <a:pt x="7564526" y="1213943"/>
                  <a:pt x="7576577" y="1213943"/>
                </a:cubicBezTo>
                <a:close/>
                <a:moveTo>
                  <a:pt x="7498556" y="1213943"/>
                </a:moveTo>
                <a:cubicBezTo>
                  <a:pt x="7510607" y="1213943"/>
                  <a:pt x="7520376" y="1223712"/>
                  <a:pt x="7520376" y="1235763"/>
                </a:cubicBezTo>
                <a:cubicBezTo>
                  <a:pt x="7520376" y="1247814"/>
                  <a:pt x="7510607" y="1257583"/>
                  <a:pt x="7498556" y="1257583"/>
                </a:cubicBezTo>
                <a:cubicBezTo>
                  <a:pt x="7486505" y="1257583"/>
                  <a:pt x="7476736" y="1247814"/>
                  <a:pt x="7476736" y="1235763"/>
                </a:cubicBezTo>
                <a:cubicBezTo>
                  <a:pt x="7476736" y="1223712"/>
                  <a:pt x="7486505" y="1213943"/>
                  <a:pt x="7498556" y="1213943"/>
                </a:cubicBezTo>
                <a:close/>
                <a:moveTo>
                  <a:pt x="7421198" y="1213943"/>
                </a:moveTo>
                <a:cubicBezTo>
                  <a:pt x="7433614" y="1213943"/>
                  <a:pt x="7443679" y="1223712"/>
                  <a:pt x="7443679" y="1235763"/>
                </a:cubicBezTo>
                <a:cubicBezTo>
                  <a:pt x="7443679" y="1247814"/>
                  <a:pt x="7433614" y="1257583"/>
                  <a:pt x="7421198" y="1257583"/>
                </a:cubicBezTo>
                <a:cubicBezTo>
                  <a:pt x="7408782" y="1257583"/>
                  <a:pt x="7398717" y="1247814"/>
                  <a:pt x="7398717" y="1235763"/>
                </a:cubicBezTo>
                <a:cubicBezTo>
                  <a:pt x="7398717" y="1223712"/>
                  <a:pt x="7408782" y="1213943"/>
                  <a:pt x="7421198" y="1213943"/>
                </a:cubicBezTo>
                <a:close/>
                <a:moveTo>
                  <a:pt x="7343838" y="1213943"/>
                </a:moveTo>
                <a:cubicBezTo>
                  <a:pt x="7355889" y="1213943"/>
                  <a:pt x="7365658" y="1223712"/>
                  <a:pt x="7365658" y="1235763"/>
                </a:cubicBezTo>
                <a:cubicBezTo>
                  <a:pt x="7365658" y="1247814"/>
                  <a:pt x="7355889" y="1257583"/>
                  <a:pt x="7343838" y="1257583"/>
                </a:cubicBezTo>
                <a:cubicBezTo>
                  <a:pt x="7331787" y="1257583"/>
                  <a:pt x="7322018" y="1247814"/>
                  <a:pt x="7322018" y="1235763"/>
                </a:cubicBezTo>
                <a:cubicBezTo>
                  <a:pt x="7322018" y="1223712"/>
                  <a:pt x="7331787" y="1213943"/>
                  <a:pt x="7343838" y="1213943"/>
                </a:cubicBezTo>
                <a:close/>
                <a:moveTo>
                  <a:pt x="7264495" y="1213943"/>
                </a:moveTo>
                <a:cubicBezTo>
                  <a:pt x="7276546" y="1213943"/>
                  <a:pt x="7286315" y="1223712"/>
                  <a:pt x="7286315" y="1235763"/>
                </a:cubicBezTo>
                <a:cubicBezTo>
                  <a:pt x="7286315" y="1247814"/>
                  <a:pt x="7276546" y="1257583"/>
                  <a:pt x="7264495" y="1257583"/>
                </a:cubicBezTo>
                <a:cubicBezTo>
                  <a:pt x="7252444" y="1257583"/>
                  <a:pt x="7242675" y="1247814"/>
                  <a:pt x="7242675" y="1235763"/>
                </a:cubicBezTo>
                <a:cubicBezTo>
                  <a:pt x="7242675" y="1223712"/>
                  <a:pt x="7252444" y="1213943"/>
                  <a:pt x="7264495" y="1213943"/>
                </a:cubicBezTo>
                <a:close/>
                <a:moveTo>
                  <a:pt x="7186475" y="1213943"/>
                </a:moveTo>
                <a:cubicBezTo>
                  <a:pt x="7198526" y="1213943"/>
                  <a:pt x="7208295" y="1223712"/>
                  <a:pt x="7208295" y="1235763"/>
                </a:cubicBezTo>
                <a:cubicBezTo>
                  <a:pt x="7208295" y="1247814"/>
                  <a:pt x="7198526" y="1257583"/>
                  <a:pt x="7186475" y="1257583"/>
                </a:cubicBezTo>
                <a:cubicBezTo>
                  <a:pt x="7174424" y="1257583"/>
                  <a:pt x="7164655" y="1247814"/>
                  <a:pt x="7164655" y="1235763"/>
                </a:cubicBezTo>
                <a:cubicBezTo>
                  <a:pt x="7164655" y="1223712"/>
                  <a:pt x="7174424" y="1213943"/>
                  <a:pt x="7186475" y="1213943"/>
                </a:cubicBezTo>
                <a:close/>
                <a:moveTo>
                  <a:pt x="7109116" y="1213943"/>
                </a:moveTo>
                <a:cubicBezTo>
                  <a:pt x="7121532" y="1213943"/>
                  <a:pt x="7131597" y="1223712"/>
                  <a:pt x="7131597" y="1235763"/>
                </a:cubicBezTo>
                <a:cubicBezTo>
                  <a:pt x="7131597" y="1247814"/>
                  <a:pt x="7121532" y="1257583"/>
                  <a:pt x="7109116" y="1257583"/>
                </a:cubicBezTo>
                <a:cubicBezTo>
                  <a:pt x="7096700" y="1257583"/>
                  <a:pt x="7086635" y="1247814"/>
                  <a:pt x="7086635" y="1235763"/>
                </a:cubicBezTo>
                <a:cubicBezTo>
                  <a:pt x="7086635" y="1223712"/>
                  <a:pt x="7096700" y="1213943"/>
                  <a:pt x="7109116" y="1213943"/>
                </a:cubicBezTo>
                <a:close/>
                <a:moveTo>
                  <a:pt x="7031757" y="1213943"/>
                </a:moveTo>
                <a:cubicBezTo>
                  <a:pt x="7043808" y="1213943"/>
                  <a:pt x="7053577" y="1223712"/>
                  <a:pt x="7053577" y="1235763"/>
                </a:cubicBezTo>
                <a:cubicBezTo>
                  <a:pt x="7053577" y="1247814"/>
                  <a:pt x="7043808" y="1257583"/>
                  <a:pt x="7031757" y="1257583"/>
                </a:cubicBezTo>
                <a:cubicBezTo>
                  <a:pt x="7019706" y="1257583"/>
                  <a:pt x="7009937" y="1247814"/>
                  <a:pt x="7009937" y="1235763"/>
                </a:cubicBezTo>
                <a:cubicBezTo>
                  <a:pt x="7009937" y="1223712"/>
                  <a:pt x="7019706" y="1213943"/>
                  <a:pt x="7031757" y="1213943"/>
                </a:cubicBezTo>
                <a:close/>
                <a:moveTo>
                  <a:pt x="6953736" y="1213943"/>
                </a:moveTo>
                <a:cubicBezTo>
                  <a:pt x="6965787" y="1213943"/>
                  <a:pt x="6975556" y="1223712"/>
                  <a:pt x="6975556" y="1235763"/>
                </a:cubicBezTo>
                <a:cubicBezTo>
                  <a:pt x="6975556" y="1247814"/>
                  <a:pt x="6965787" y="1257583"/>
                  <a:pt x="6953736" y="1257583"/>
                </a:cubicBezTo>
                <a:cubicBezTo>
                  <a:pt x="6941685" y="1257583"/>
                  <a:pt x="6931916" y="1247814"/>
                  <a:pt x="6931916" y="1235763"/>
                </a:cubicBezTo>
                <a:cubicBezTo>
                  <a:pt x="6931916" y="1223712"/>
                  <a:pt x="6941685" y="1213943"/>
                  <a:pt x="6953736" y="1213943"/>
                </a:cubicBezTo>
                <a:close/>
                <a:moveTo>
                  <a:pt x="6875716" y="1213943"/>
                </a:moveTo>
                <a:cubicBezTo>
                  <a:pt x="6887767" y="1213943"/>
                  <a:pt x="6897536" y="1223712"/>
                  <a:pt x="6897536" y="1235763"/>
                </a:cubicBezTo>
                <a:cubicBezTo>
                  <a:pt x="6897536" y="1247814"/>
                  <a:pt x="6887767" y="1257583"/>
                  <a:pt x="6875716" y="1257583"/>
                </a:cubicBezTo>
                <a:cubicBezTo>
                  <a:pt x="6863665" y="1257583"/>
                  <a:pt x="6853896" y="1247814"/>
                  <a:pt x="6853896" y="1235763"/>
                </a:cubicBezTo>
                <a:cubicBezTo>
                  <a:pt x="6853896" y="1223712"/>
                  <a:pt x="6863665" y="1213943"/>
                  <a:pt x="6875716" y="1213943"/>
                </a:cubicBezTo>
                <a:close/>
                <a:moveTo>
                  <a:pt x="6798356" y="1213943"/>
                </a:moveTo>
                <a:cubicBezTo>
                  <a:pt x="6810772" y="1213943"/>
                  <a:pt x="6820837" y="1223712"/>
                  <a:pt x="6820837" y="1235763"/>
                </a:cubicBezTo>
                <a:cubicBezTo>
                  <a:pt x="6820837" y="1247814"/>
                  <a:pt x="6810772" y="1257583"/>
                  <a:pt x="6798356" y="1257583"/>
                </a:cubicBezTo>
                <a:cubicBezTo>
                  <a:pt x="6785940" y="1257583"/>
                  <a:pt x="6775875" y="1247814"/>
                  <a:pt x="6775875" y="1235763"/>
                </a:cubicBezTo>
                <a:cubicBezTo>
                  <a:pt x="6775875" y="1223712"/>
                  <a:pt x="6785940" y="1213943"/>
                  <a:pt x="6798356" y="1213943"/>
                </a:cubicBezTo>
                <a:close/>
                <a:moveTo>
                  <a:pt x="6719675" y="1213943"/>
                </a:moveTo>
                <a:cubicBezTo>
                  <a:pt x="6731726" y="1213943"/>
                  <a:pt x="6741495" y="1223712"/>
                  <a:pt x="6741495" y="1235763"/>
                </a:cubicBezTo>
                <a:cubicBezTo>
                  <a:pt x="6741495" y="1247814"/>
                  <a:pt x="6731726" y="1257583"/>
                  <a:pt x="6719675" y="1257583"/>
                </a:cubicBezTo>
                <a:cubicBezTo>
                  <a:pt x="6707624" y="1257583"/>
                  <a:pt x="6697855" y="1247814"/>
                  <a:pt x="6697855" y="1235763"/>
                </a:cubicBezTo>
                <a:cubicBezTo>
                  <a:pt x="6697855" y="1223712"/>
                  <a:pt x="6707624" y="1213943"/>
                  <a:pt x="6719675" y="1213943"/>
                </a:cubicBezTo>
                <a:close/>
                <a:moveTo>
                  <a:pt x="6641655" y="1213943"/>
                </a:moveTo>
                <a:cubicBezTo>
                  <a:pt x="6653706" y="1213943"/>
                  <a:pt x="6663475" y="1223712"/>
                  <a:pt x="6663475" y="1235763"/>
                </a:cubicBezTo>
                <a:cubicBezTo>
                  <a:pt x="6663475" y="1247814"/>
                  <a:pt x="6653706" y="1257583"/>
                  <a:pt x="6641655" y="1257583"/>
                </a:cubicBezTo>
                <a:cubicBezTo>
                  <a:pt x="6629604" y="1257583"/>
                  <a:pt x="6619835" y="1247814"/>
                  <a:pt x="6619835" y="1235763"/>
                </a:cubicBezTo>
                <a:cubicBezTo>
                  <a:pt x="6619835" y="1223712"/>
                  <a:pt x="6629604" y="1213943"/>
                  <a:pt x="6641655" y="1213943"/>
                </a:cubicBezTo>
                <a:close/>
                <a:moveTo>
                  <a:pt x="6563634" y="1213943"/>
                </a:moveTo>
                <a:cubicBezTo>
                  <a:pt x="6575685" y="1213943"/>
                  <a:pt x="6585454" y="1223712"/>
                  <a:pt x="6585454" y="1235763"/>
                </a:cubicBezTo>
                <a:cubicBezTo>
                  <a:pt x="6585454" y="1247814"/>
                  <a:pt x="6575685" y="1257583"/>
                  <a:pt x="6563634" y="1257583"/>
                </a:cubicBezTo>
                <a:cubicBezTo>
                  <a:pt x="6551583" y="1257583"/>
                  <a:pt x="6541814" y="1247814"/>
                  <a:pt x="6541814" y="1235763"/>
                </a:cubicBezTo>
                <a:cubicBezTo>
                  <a:pt x="6541814" y="1223712"/>
                  <a:pt x="6551583" y="1213943"/>
                  <a:pt x="6563634" y="1213943"/>
                </a:cubicBezTo>
                <a:close/>
                <a:moveTo>
                  <a:pt x="6485613" y="1213943"/>
                </a:moveTo>
                <a:cubicBezTo>
                  <a:pt x="6497664" y="1213943"/>
                  <a:pt x="6507433" y="1223712"/>
                  <a:pt x="6507433" y="1235763"/>
                </a:cubicBezTo>
                <a:cubicBezTo>
                  <a:pt x="6507433" y="1247814"/>
                  <a:pt x="6497664" y="1257583"/>
                  <a:pt x="6485613" y="1257583"/>
                </a:cubicBezTo>
                <a:cubicBezTo>
                  <a:pt x="6473562" y="1257583"/>
                  <a:pt x="6463793" y="1247814"/>
                  <a:pt x="6463793" y="1235763"/>
                </a:cubicBezTo>
                <a:cubicBezTo>
                  <a:pt x="6463793" y="1223712"/>
                  <a:pt x="6473562" y="1213943"/>
                  <a:pt x="6485613" y="1213943"/>
                </a:cubicBezTo>
                <a:close/>
                <a:moveTo>
                  <a:pt x="6408916" y="1213943"/>
                </a:moveTo>
                <a:cubicBezTo>
                  <a:pt x="6420967" y="1213943"/>
                  <a:pt x="6430736" y="1223712"/>
                  <a:pt x="6430736" y="1235763"/>
                </a:cubicBezTo>
                <a:cubicBezTo>
                  <a:pt x="6430736" y="1247814"/>
                  <a:pt x="6420967" y="1257583"/>
                  <a:pt x="6408916" y="1257583"/>
                </a:cubicBezTo>
                <a:cubicBezTo>
                  <a:pt x="6396865" y="1257583"/>
                  <a:pt x="6387096" y="1247814"/>
                  <a:pt x="6387096" y="1235763"/>
                </a:cubicBezTo>
                <a:cubicBezTo>
                  <a:pt x="6387096" y="1223712"/>
                  <a:pt x="6396865" y="1213943"/>
                  <a:pt x="6408916" y="1213943"/>
                </a:cubicBezTo>
                <a:close/>
                <a:moveTo>
                  <a:pt x="6330896" y="1213943"/>
                </a:moveTo>
                <a:cubicBezTo>
                  <a:pt x="6342947" y="1213943"/>
                  <a:pt x="6352716" y="1223712"/>
                  <a:pt x="6352716" y="1235763"/>
                </a:cubicBezTo>
                <a:cubicBezTo>
                  <a:pt x="6352716" y="1247814"/>
                  <a:pt x="6342947" y="1257583"/>
                  <a:pt x="6330896" y="1257583"/>
                </a:cubicBezTo>
                <a:cubicBezTo>
                  <a:pt x="6318845" y="1257583"/>
                  <a:pt x="6309076" y="1247814"/>
                  <a:pt x="6309076" y="1235763"/>
                </a:cubicBezTo>
                <a:cubicBezTo>
                  <a:pt x="6309076" y="1223712"/>
                  <a:pt x="6318845" y="1213943"/>
                  <a:pt x="6330896" y="1213943"/>
                </a:cubicBezTo>
                <a:close/>
                <a:moveTo>
                  <a:pt x="6252875" y="1213943"/>
                </a:moveTo>
                <a:cubicBezTo>
                  <a:pt x="6264926" y="1213943"/>
                  <a:pt x="6274695" y="1223712"/>
                  <a:pt x="6274695" y="1235763"/>
                </a:cubicBezTo>
                <a:cubicBezTo>
                  <a:pt x="6274695" y="1247814"/>
                  <a:pt x="6264926" y="1257583"/>
                  <a:pt x="6252875" y="1257583"/>
                </a:cubicBezTo>
                <a:cubicBezTo>
                  <a:pt x="6240824" y="1257583"/>
                  <a:pt x="6231055" y="1247814"/>
                  <a:pt x="6231055" y="1235763"/>
                </a:cubicBezTo>
                <a:cubicBezTo>
                  <a:pt x="6231055" y="1223712"/>
                  <a:pt x="6240824" y="1213943"/>
                  <a:pt x="6252875" y="1213943"/>
                </a:cubicBezTo>
                <a:close/>
                <a:moveTo>
                  <a:pt x="6174854" y="1213943"/>
                </a:moveTo>
                <a:cubicBezTo>
                  <a:pt x="6186905" y="1213943"/>
                  <a:pt x="6196674" y="1223712"/>
                  <a:pt x="6196674" y="1235763"/>
                </a:cubicBezTo>
                <a:cubicBezTo>
                  <a:pt x="6196674" y="1247814"/>
                  <a:pt x="6186905" y="1257583"/>
                  <a:pt x="6174854" y="1257583"/>
                </a:cubicBezTo>
                <a:cubicBezTo>
                  <a:pt x="6162803" y="1257583"/>
                  <a:pt x="6153034" y="1247814"/>
                  <a:pt x="6153034" y="1235763"/>
                </a:cubicBezTo>
                <a:cubicBezTo>
                  <a:pt x="6153034" y="1223712"/>
                  <a:pt x="6162803" y="1213943"/>
                  <a:pt x="6174854" y="1213943"/>
                </a:cubicBezTo>
                <a:close/>
                <a:moveTo>
                  <a:pt x="6096834" y="1213943"/>
                </a:moveTo>
                <a:cubicBezTo>
                  <a:pt x="6108885" y="1213943"/>
                  <a:pt x="6118654" y="1223712"/>
                  <a:pt x="6118654" y="1235763"/>
                </a:cubicBezTo>
                <a:cubicBezTo>
                  <a:pt x="6118654" y="1247814"/>
                  <a:pt x="6108885" y="1257583"/>
                  <a:pt x="6096834" y="1257583"/>
                </a:cubicBezTo>
                <a:cubicBezTo>
                  <a:pt x="6084783" y="1257583"/>
                  <a:pt x="6075014" y="1247814"/>
                  <a:pt x="6075014" y="1235763"/>
                </a:cubicBezTo>
                <a:cubicBezTo>
                  <a:pt x="6075014" y="1223712"/>
                  <a:pt x="6084783" y="1213943"/>
                  <a:pt x="6096834" y="1213943"/>
                </a:cubicBezTo>
                <a:close/>
                <a:moveTo>
                  <a:pt x="6018814" y="1213943"/>
                </a:moveTo>
                <a:cubicBezTo>
                  <a:pt x="6030865" y="1213943"/>
                  <a:pt x="6040634" y="1223712"/>
                  <a:pt x="6040634" y="1235763"/>
                </a:cubicBezTo>
                <a:cubicBezTo>
                  <a:pt x="6040634" y="1247814"/>
                  <a:pt x="6030865" y="1257583"/>
                  <a:pt x="6018814" y="1257583"/>
                </a:cubicBezTo>
                <a:cubicBezTo>
                  <a:pt x="6006763" y="1257583"/>
                  <a:pt x="5996994" y="1247814"/>
                  <a:pt x="5996994" y="1235763"/>
                </a:cubicBezTo>
                <a:cubicBezTo>
                  <a:pt x="5996994" y="1223712"/>
                  <a:pt x="6006763" y="1213943"/>
                  <a:pt x="6018814" y="1213943"/>
                </a:cubicBezTo>
                <a:close/>
                <a:moveTo>
                  <a:pt x="5940793" y="1213943"/>
                </a:moveTo>
                <a:cubicBezTo>
                  <a:pt x="5952844" y="1213943"/>
                  <a:pt x="5962613" y="1223712"/>
                  <a:pt x="5962613" y="1235763"/>
                </a:cubicBezTo>
                <a:cubicBezTo>
                  <a:pt x="5962613" y="1247814"/>
                  <a:pt x="5952844" y="1257583"/>
                  <a:pt x="5940793" y="1257583"/>
                </a:cubicBezTo>
                <a:cubicBezTo>
                  <a:pt x="5928742" y="1257583"/>
                  <a:pt x="5918973" y="1247814"/>
                  <a:pt x="5918973" y="1235763"/>
                </a:cubicBezTo>
                <a:cubicBezTo>
                  <a:pt x="5918973" y="1223712"/>
                  <a:pt x="5928742" y="1213943"/>
                  <a:pt x="5940793" y="1213943"/>
                </a:cubicBezTo>
                <a:close/>
                <a:moveTo>
                  <a:pt x="5862773" y="1213943"/>
                </a:moveTo>
                <a:cubicBezTo>
                  <a:pt x="5874824" y="1213943"/>
                  <a:pt x="5884593" y="1223712"/>
                  <a:pt x="5884593" y="1235763"/>
                </a:cubicBezTo>
                <a:cubicBezTo>
                  <a:pt x="5884593" y="1247814"/>
                  <a:pt x="5874824" y="1257583"/>
                  <a:pt x="5862773" y="1257583"/>
                </a:cubicBezTo>
                <a:cubicBezTo>
                  <a:pt x="5850722" y="1257583"/>
                  <a:pt x="5840953" y="1247814"/>
                  <a:pt x="5840953" y="1235763"/>
                </a:cubicBezTo>
                <a:cubicBezTo>
                  <a:pt x="5840953" y="1223712"/>
                  <a:pt x="5850722" y="1213943"/>
                  <a:pt x="5862773" y="1213943"/>
                </a:cubicBezTo>
                <a:close/>
                <a:moveTo>
                  <a:pt x="5785413" y="1213943"/>
                </a:moveTo>
                <a:cubicBezTo>
                  <a:pt x="5797829" y="1213943"/>
                  <a:pt x="5807894" y="1223712"/>
                  <a:pt x="5807894" y="1235763"/>
                </a:cubicBezTo>
                <a:cubicBezTo>
                  <a:pt x="5807894" y="1247814"/>
                  <a:pt x="5797829" y="1257583"/>
                  <a:pt x="5785413" y="1257583"/>
                </a:cubicBezTo>
                <a:cubicBezTo>
                  <a:pt x="5772997" y="1257583"/>
                  <a:pt x="5762932" y="1247814"/>
                  <a:pt x="5762932" y="1235763"/>
                </a:cubicBezTo>
                <a:cubicBezTo>
                  <a:pt x="5762932" y="1223712"/>
                  <a:pt x="5772997" y="1213943"/>
                  <a:pt x="5785413" y="1213943"/>
                </a:cubicBezTo>
                <a:close/>
                <a:moveTo>
                  <a:pt x="5162572" y="1213943"/>
                </a:moveTo>
                <a:cubicBezTo>
                  <a:pt x="5174988" y="1213943"/>
                  <a:pt x="5185053" y="1223712"/>
                  <a:pt x="5185053" y="1235763"/>
                </a:cubicBezTo>
                <a:cubicBezTo>
                  <a:pt x="5185053" y="1247814"/>
                  <a:pt x="5174988" y="1257583"/>
                  <a:pt x="5162572" y="1257583"/>
                </a:cubicBezTo>
                <a:cubicBezTo>
                  <a:pt x="5150156" y="1257583"/>
                  <a:pt x="5140091" y="1247814"/>
                  <a:pt x="5140091" y="1235763"/>
                </a:cubicBezTo>
                <a:cubicBezTo>
                  <a:pt x="5140091" y="1223712"/>
                  <a:pt x="5150156" y="1213943"/>
                  <a:pt x="5162572" y="1213943"/>
                </a:cubicBezTo>
                <a:close/>
                <a:moveTo>
                  <a:pt x="5085212" y="1213943"/>
                </a:moveTo>
                <a:cubicBezTo>
                  <a:pt x="5097263" y="1213943"/>
                  <a:pt x="5107032" y="1223712"/>
                  <a:pt x="5107032" y="1235763"/>
                </a:cubicBezTo>
                <a:cubicBezTo>
                  <a:pt x="5107032" y="1247814"/>
                  <a:pt x="5097263" y="1257583"/>
                  <a:pt x="5085212" y="1257583"/>
                </a:cubicBezTo>
                <a:cubicBezTo>
                  <a:pt x="5073161" y="1257583"/>
                  <a:pt x="5063392" y="1247814"/>
                  <a:pt x="5063392" y="1235763"/>
                </a:cubicBezTo>
                <a:cubicBezTo>
                  <a:pt x="5063392" y="1223712"/>
                  <a:pt x="5073161" y="1213943"/>
                  <a:pt x="5085212" y="1213943"/>
                </a:cubicBezTo>
                <a:close/>
                <a:moveTo>
                  <a:pt x="5007193" y="1213943"/>
                </a:moveTo>
                <a:cubicBezTo>
                  <a:pt x="5019244" y="1213943"/>
                  <a:pt x="5029013" y="1223712"/>
                  <a:pt x="5029013" y="1235763"/>
                </a:cubicBezTo>
                <a:cubicBezTo>
                  <a:pt x="5029013" y="1247814"/>
                  <a:pt x="5019244" y="1257583"/>
                  <a:pt x="5007193" y="1257583"/>
                </a:cubicBezTo>
                <a:cubicBezTo>
                  <a:pt x="4995142" y="1257583"/>
                  <a:pt x="4985373" y="1247814"/>
                  <a:pt x="4985373" y="1235763"/>
                </a:cubicBezTo>
                <a:cubicBezTo>
                  <a:pt x="4985373" y="1223712"/>
                  <a:pt x="4995142" y="1213943"/>
                  <a:pt x="5007193" y="1213943"/>
                </a:cubicBezTo>
                <a:close/>
                <a:moveTo>
                  <a:pt x="4928511" y="1213943"/>
                </a:moveTo>
                <a:cubicBezTo>
                  <a:pt x="4940927" y="1213943"/>
                  <a:pt x="4950992" y="1223712"/>
                  <a:pt x="4950992" y="1235763"/>
                </a:cubicBezTo>
                <a:cubicBezTo>
                  <a:pt x="4950992" y="1247814"/>
                  <a:pt x="4940927" y="1257583"/>
                  <a:pt x="4928511" y="1257583"/>
                </a:cubicBezTo>
                <a:cubicBezTo>
                  <a:pt x="4916095" y="1257583"/>
                  <a:pt x="4906030" y="1247814"/>
                  <a:pt x="4906030" y="1235763"/>
                </a:cubicBezTo>
                <a:cubicBezTo>
                  <a:pt x="4906030" y="1223712"/>
                  <a:pt x="4916095" y="1213943"/>
                  <a:pt x="4928511" y="1213943"/>
                </a:cubicBezTo>
                <a:close/>
                <a:moveTo>
                  <a:pt x="4850490" y="1213943"/>
                </a:moveTo>
                <a:cubicBezTo>
                  <a:pt x="4862906" y="1213943"/>
                  <a:pt x="4872971" y="1223712"/>
                  <a:pt x="4872971" y="1235763"/>
                </a:cubicBezTo>
                <a:cubicBezTo>
                  <a:pt x="4872971" y="1247814"/>
                  <a:pt x="4862906" y="1257583"/>
                  <a:pt x="4850490" y="1257583"/>
                </a:cubicBezTo>
                <a:cubicBezTo>
                  <a:pt x="4838074" y="1257583"/>
                  <a:pt x="4828009" y="1247814"/>
                  <a:pt x="4828009" y="1235763"/>
                </a:cubicBezTo>
                <a:cubicBezTo>
                  <a:pt x="4828009" y="1223712"/>
                  <a:pt x="4838074" y="1213943"/>
                  <a:pt x="4850490" y="1213943"/>
                </a:cubicBezTo>
                <a:close/>
                <a:moveTo>
                  <a:pt x="1968363" y="1213943"/>
                </a:moveTo>
                <a:cubicBezTo>
                  <a:pt x="1980414" y="1213943"/>
                  <a:pt x="1990183" y="1223712"/>
                  <a:pt x="1990183" y="1235763"/>
                </a:cubicBezTo>
                <a:cubicBezTo>
                  <a:pt x="1990183" y="1247814"/>
                  <a:pt x="1980414" y="1257583"/>
                  <a:pt x="1968363" y="1257583"/>
                </a:cubicBezTo>
                <a:cubicBezTo>
                  <a:pt x="1956312" y="1257583"/>
                  <a:pt x="1946543" y="1247814"/>
                  <a:pt x="1946543" y="1235763"/>
                </a:cubicBezTo>
                <a:cubicBezTo>
                  <a:pt x="1946543" y="1223712"/>
                  <a:pt x="1956312" y="1213943"/>
                  <a:pt x="1968363" y="1213943"/>
                </a:cubicBezTo>
                <a:close/>
                <a:moveTo>
                  <a:pt x="1891011" y="1213943"/>
                </a:moveTo>
                <a:cubicBezTo>
                  <a:pt x="1903431" y="1213943"/>
                  <a:pt x="1913495" y="1223712"/>
                  <a:pt x="1913495" y="1235763"/>
                </a:cubicBezTo>
                <a:cubicBezTo>
                  <a:pt x="1913495" y="1247814"/>
                  <a:pt x="1903431" y="1257583"/>
                  <a:pt x="1891011" y="1257583"/>
                </a:cubicBezTo>
                <a:cubicBezTo>
                  <a:pt x="1878594" y="1257583"/>
                  <a:pt x="1868529" y="1247814"/>
                  <a:pt x="1868529" y="1235763"/>
                </a:cubicBezTo>
                <a:cubicBezTo>
                  <a:pt x="1868529" y="1223712"/>
                  <a:pt x="1878594" y="1213943"/>
                  <a:pt x="1891011" y="1213943"/>
                </a:cubicBezTo>
                <a:close/>
                <a:moveTo>
                  <a:pt x="1813657" y="1213943"/>
                </a:moveTo>
                <a:cubicBezTo>
                  <a:pt x="1825704" y="1213943"/>
                  <a:pt x="1835474" y="1223712"/>
                  <a:pt x="1835474" y="1235763"/>
                </a:cubicBezTo>
                <a:cubicBezTo>
                  <a:pt x="1835474" y="1247814"/>
                  <a:pt x="1825704" y="1257583"/>
                  <a:pt x="1813657" y="1257583"/>
                </a:cubicBezTo>
                <a:cubicBezTo>
                  <a:pt x="1801603" y="1257583"/>
                  <a:pt x="1791833" y="1247814"/>
                  <a:pt x="1791833" y="1235763"/>
                </a:cubicBezTo>
                <a:cubicBezTo>
                  <a:pt x="1791833" y="1223712"/>
                  <a:pt x="1801603" y="1213943"/>
                  <a:pt x="1813657" y="1213943"/>
                </a:cubicBezTo>
                <a:close/>
                <a:moveTo>
                  <a:pt x="1735633" y="1213943"/>
                </a:moveTo>
                <a:cubicBezTo>
                  <a:pt x="1747685" y="1213943"/>
                  <a:pt x="1757457" y="1223712"/>
                  <a:pt x="1757457" y="1235763"/>
                </a:cubicBezTo>
                <a:cubicBezTo>
                  <a:pt x="1757457" y="1247814"/>
                  <a:pt x="1747685" y="1257583"/>
                  <a:pt x="1735633" y="1257583"/>
                </a:cubicBezTo>
                <a:cubicBezTo>
                  <a:pt x="1723586" y="1257583"/>
                  <a:pt x="1713819" y="1247814"/>
                  <a:pt x="1713819" y="1235763"/>
                </a:cubicBezTo>
                <a:cubicBezTo>
                  <a:pt x="1713819" y="1223712"/>
                  <a:pt x="1723586" y="1213943"/>
                  <a:pt x="1735633" y="1213943"/>
                </a:cubicBezTo>
                <a:close/>
                <a:moveTo>
                  <a:pt x="1657611" y="1213943"/>
                </a:moveTo>
                <a:cubicBezTo>
                  <a:pt x="1669659" y="1213943"/>
                  <a:pt x="1679436" y="1223712"/>
                  <a:pt x="1679436" y="1235763"/>
                </a:cubicBezTo>
                <a:cubicBezTo>
                  <a:pt x="1679436" y="1247814"/>
                  <a:pt x="1669659" y="1257583"/>
                  <a:pt x="1657611" y="1257583"/>
                </a:cubicBezTo>
                <a:cubicBezTo>
                  <a:pt x="1645568" y="1257583"/>
                  <a:pt x="1635796" y="1247814"/>
                  <a:pt x="1635796" y="1235763"/>
                </a:cubicBezTo>
                <a:cubicBezTo>
                  <a:pt x="1635796" y="1223712"/>
                  <a:pt x="1645568" y="1213943"/>
                  <a:pt x="1657611" y="1213943"/>
                </a:cubicBezTo>
                <a:close/>
                <a:moveTo>
                  <a:pt x="1580257" y="1213943"/>
                </a:moveTo>
                <a:cubicBezTo>
                  <a:pt x="1592669" y="1213943"/>
                  <a:pt x="1602734" y="1223712"/>
                  <a:pt x="1602734" y="1235763"/>
                </a:cubicBezTo>
                <a:cubicBezTo>
                  <a:pt x="1602734" y="1247814"/>
                  <a:pt x="1592669" y="1257583"/>
                  <a:pt x="1580257" y="1257583"/>
                </a:cubicBezTo>
                <a:cubicBezTo>
                  <a:pt x="1567839" y="1257583"/>
                  <a:pt x="1557771" y="1247814"/>
                  <a:pt x="1557771" y="1235763"/>
                </a:cubicBezTo>
                <a:cubicBezTo>
                  <a:pt x="1557771" y="1223712"/>
                  <a:pt x="1567839" y="1213943"/>
                  <a:pt x="1580257" y="1213943"/>
                </a:cubicBezTo>
                <a:close/>
                <a:moveTo>
                  <a:pt x="1502899" y="1213943"/>
                </a:moveTo>
                <a:cubicBezTo>
                  <a:pt x="1514943" y="1213943"/>
                  <a:pt x="1524717" y="1223712"/>
                  <a:pt x="1524717" y="1235763"/>
                </a:cubicBezTo>
                <a:cubicBezTo>
                  <a:pt x="1524717" y="1247814"/>
                  <a:pt x="1514943" y="1257583"/>
                  <a:pt x="1502899" y="1257583"/>
                </a:cubicBezTo>
                <a:cubicBezTo>
                  <a:pt x="1490842" y="1257583"/>
                  <a:pt x="1481077" y="1247814"/>
                  <a:pt x="1481077" y="1235763"/>
                </a:cubicBezTo>
                <a:cubicBezTo>
                  <a:pt x="1481077" y="1223712"/>
                  <a:pt x="1490842" y="1213943"/>
                  <a:pt x="1502899" y="1213943"/>
                </a:cubicBezTo>
                <a:close/>
                <a:moveTo>
                  <a:pt x="1424212" y="1213943"/>
                </a:moveTo>
                <a:cubicBezTo>
                  <a:pt x="1436628" y="1213943"/>
                  <a:pt x="1446695" y="1223712"/>
                  <a:pt x="1446695" y="1235763"/>
                </a:cubicBezTo>
                <a:cubicBezTo>
                  <a:pt x="1446695" y="1247814"/>
                  <a:pt x="1436628" y="1257583"/>
                  <a:pt x="1424212" y="1257583"/>
                </a:cubicBezTo>
                <a:cubicBezTo>
                  <a:pt x="1411799" y="1257583"/>
                  <a:pt x="1401732" y="1247814"/>
                  <a:pt x="1401732" y="1235763"/>
                </a:cubicBezTo>
                <a:cubicBezTo>
                  <a:pt x="1401732" y="1223712"/>
                  <a:pt x="1411799" y="1213943"/>
                  <a:pt x="1424212" y="1213943"/>
                </a:cubicBezTo>
                <a:close/>
                <a:moveTo>
                  <a:pt x="1345530" y="1213943"/>
                </a:moveTo>
                <a:cubicBezTo>
                  <a:pt x="1357582" y="1213943"/>
                  <a:pt x="1367350" y="1223712"/>
                  <a:pt x="1367350" y="1235763"/>
                </a:cubicBezTo>
                <a:cubicBezTo>
                  <a:pt x="1367350" y="1247814"/>
                  <a:pt x="1357582" y="1257583"/>
                  <a:pt x="1345530" y="1257583"/>
                </a:cubicBezTo>
                <a:cubicBezTo>
                  <a:pt x="1333479" y="1257583"/>
                  <a:pt x="1323709" y="1247814"/>
                  <a:pt x="1323709" y="1235763"/>
                </a:cubicBezTo>
                <a:cubicBezTo>
                  <a:pt x="1323709" y="1223712"/>
                  <a:pt x="1333479" y="1213943"/>
                  <a:pt x="1345530" y="1213943"/>
                </a:cubicBezTo>
                <a:close/>
                <a:moveTo>
                  <a:pt x="1268169" y="1213943"/>
                </a:moveTo>
                <a:cubicBezTo>
                  <a:pt x="1280590" y="1213943"/>
                  <a:pt x="1290660" y="1223712"/>
                  <a:pt x="1290660" y="1235763"/>
                </a:cubicBezTo>
                <a:cubicBezTo>
                  <a:pt x="1290660" y="1247814"/>
                  <a:pt x="1280590" y="1257583"/>
                  <a:pt x="1268169" y="1257583"/>
                </a:cubicBezTo>
                <a:cubicBezTo>
                  <a:pt x="1255755" y="1257583"/>
                  <a:pt x="1245691" y="1247814"/>
                  <a:pt x="1245691" y="1235763"/>
                </a:cubicBezTo>
                <a:cubicBezTo>
                  <a:pt x="1245691" y="1223712"/>
                  <a:pt x="1255755" y="1213943"/>
                  <a:pt x="1268169" y="1213943"/>
                </a:cubicBezTo>
                <a:close/>
                <a:moveTo>
                  <a:pt x="1190817" y="1213943"/>
                </a:moveTo>
                <a:cubicBezTo>
                  <a:pt x="1202861" y="1213943"/>
                  <a:pt x="1212636" y="1223712"/>
                  <a:pt x="1212636" y="1235763"/>
                </a:cubicBezTo>
                <a:cubicBezTo>
                  <a:pt x="1212636" y="1247814"/>
                  <a:pt x="1202861" y="1257583"/>
                  <a:pt x="1190817" y="1257583"/>
                </a:cubicBezTo>
                <a:cubicBezTo>
                  <a:pt x="1178762" y="1257583"/>
                  <a:pt x="1168996" y="1247814"/>
                  <a:pt x="1168996" y="1235763"/>
                </a:cubicBezTo>
                <a:cubicBezTo>
                  <a:pt x="1168996" y="1223712"/>
                  <a:pt x="1178762" y="1213943"/>
                  <a:pt x="1190817" y="1213943"/>
                </a:cubicBezTo>
                <a:close/>
                <a:moveTo>
                  <a:pt x="1112792" y="1213943"/>
                </a:moveTo>
                <a:cubicBezTo>
                  <a:pt x="1124847" y="1213943"/>
                  <a:pt x="1134609" y="1223712"/>
                  <a:pt x="1134609" y="1235763"/>
                </a:cubicBezTo>
                <a:cubicBezTo>
                  <a:pt x="1134609" y="1247814"/>
                  <a:pt x="1124847" y="1257583"/>
                  <a:pt x="1112792" y="1257583"/>
                </a:cubicBezTo>
                <a:cubicBezTo>
                  <a:pt x="1100740" y="1257583"/>
                  <a:pt x="1090972" y="1247814"/>
                  <a:pt x="1090972" y="1235763"/>
                </a:cubicBezTo>
                <a:cubicBezTo>
                  <a:pt x="1090972" y="1223712"/>
                  <a:pt x="1100740" y="1213943"/>
                  <a:pt x="1112792" y="1213943"/>
                </a:cubicBezTo>
                <a:close/>
                <a:moveTo>
                  <a:pt x="1034768" y="1213943"/>
                </a:moveTo>
                <a:cubicBezTo>
                  <a:pt x="1046824" y="1213943"/>
                  <a:pt x="1056586" y="1223712"/>
                  <a:pt x="1056586" y="1235763"/>
                </a:cubicBezTo>
                <a:cubicBezTo>
                  <a:pt x="1056586" y="1247814"/>
                  <a:pt x="1046824" y="1257583"/>
                  <a:pt x="1034768" y="1257583"/>
                </a:cubicBezTo>
                <a:cubicBezTo>
                  <a:pt x="1022720" y="1257583"/>
                  <a:pt x="1012952" y="1247814"/>
                  <a:pt x="1012952" y="1235763"/>
                </a:cubicBezTo>
                <a:cubicBezTo>
                  <a:pt x="1012952" y="1223712"/>
                  <a:pt x="1022720" y="1213943"/>
                  <a:pt x="1034768" y="1213943"/>
                </a:cubicBezTo>
                <a:close/>
                <a:moveTo>
                  <a:pt x="956746" y="1213943"/>
                </a:moveTo>
                <a:cubicBezTo>
                  <a:pt x="968802" y="1213943"/>
                  <a:pt x="978570" y="1223712"/>
                  <a:pt x="978570" y="1235763"/>
                </a:cubicBezTo>
                <a:cubicBezTo>
                  <a:pt x="978570" y="1247814"/>
                  <a:pt x="968802" y="1257583"/>
                  <a:pt x="956746" y="1257583"/>
                </a:cubicBezTo>
                <a:cubicBezTo>
                  <a:pt x="944697" y="1257583"/>
                  <a:pt x="934926" y="1247814"/>
                  <a:pt x="934926" y="1235763"/>
                </a:cubicBezTo>
                <a:cubicBezTo>
                  <a:pt x="934926" y="1223712"/>
                  <a:pt x="944697" y="1213943"/>
                  <a:pt x="956746" y="1213943"/>
                </a:cubicBezTo>
                <a:close/>
                <a:moveTo>
                  <a:pt x="880049" y="1213943"/>
                </a:moveTo>
                <a:cubicBezTo>
                  <a:pt x="892100" y="1213943"/>
                  <a:pt x="901869" y="1223712"/>
                  <a:pt x="901869" y="1235763"/>
                </a:cubicBezTo>
                <a:cubicBezTo>
                  <a:pt x="901869" y="1247814"/>
                  <a:pt x="892100" y="1257583"/>
                  <a:pt x="880049" y="1257583"/>
                </a:cubicBezTo>
                <a:cubicBezTo>
                  <a:pt x="867998" y="1257583"/>
                  <a:pt x="858229" y="1247814"/>
                  <a:pt x="858229" y="1235763"/>
                </a:cubicBezTo>
                <a:cubicBezTo>
                  <a:pt x="858229" y="1223712"/>
                  <a:pt x="867998" y="1213943"/>
                  <a:pt x="880049" y="1213943"/>
                </a:cubicBezTo>
                <a:close/>
                <a:moveTo>
                  <a:pt x="800708" y="1213943"/>
                </a:moveTo>
                <a:cubicBezTo>
                  <a:pt x="812759" y="1213943"/>
                  <a:pt x="822526" y="1223712"/>
                  <a:pt x="822526" y="1235763"/>
                </a:cubicBezTo>
                <a:cubicBezTo>
                  <a:pt x="822526" y="1247814"/>
                  <a:pt x="812759" y="1257583"/>
                  <a:pt x="800708" y="1257583"/>
                </a:cubicBezTo>
                <a:cubicBezTo>
                  <a:pt x="788656" y="1257583"/>
                  <a:pt x="778885" y="1247814"/>
                  <a:pt x="778885" y="1235763"/>
                </a:cubicBezTo>
                <a:cubicBezTo>
                  <a:pt x="778885" y="1223712"/>
                  <a:pt x="788656" y="1213943"/>
                  <a:pt x="800708" y="1213943"/>
                </a:cubicBezTo>
                <a:close/>
                <a:moveTo>
                  <a:pt x="722684" y="1213943"/>
                </a:moveTo>
                <a:cubicBezTo>
                  <a:pt x="734735" y="1213943"/>
                  <a:pt x="744504" y="1223712"/>
                  <a:pt x="744504" y="1235763"/>
                </a:cubicBezTo>
                <a:cubicBezTo>
                  <a:pt x="744504" y="1247814"/>
                  <a:pt x="734735" y="1257583"/>
                  <a:pt x="722684" y="1257583"/>
                </a:cubicBezTo>
                <a:cubicBezTo>
                  <a:pt x="710634" y="1257583"/>
                  <a:pt x="700862" y="1247814"/>
                  <a:pt x="700862" y="1235763"/>
                </a:cubicBezTo>
                <a:cubicBezTo>
                  <a:pt x="700862" y="1223712"/>
                  <a:pt x="710634" y="1213943"/>
                  <a:pt x="722684" y="1213943"/>
                </a:cubicBezTo>
                <a:close/>
                <a:moveTo>
                  <a:pt x="644665" y="1213943"/>
                </a:moveTo>
                <a:cubicBezTo>
                  <a:pt x="656714" y="1213943"/>
                  <a:pt x="666485" y="1223712"/>
                  <a:pt x="666485" y="1235763"/>
                </a:cubicBezTo>
                <a:cubicBezTo>
                  <a:pt x="666485" y="1247814"/>
                  <a:pt x="656714" y="1257583"/>
                  <a:pt x="644665" y="1257583"/>
                </a:cubicBezTo>
                <a:cubicBezTo>
                  <a:pt x="632612" y="1257583"/>
                  <a:pt x="622842" y="1247814"/>
                  <a:pt x="622842" y="1235763"/>
                </a:cubicBezTo>
                <a:cubicBezTo>
                  <a:pt x="622842" y="1223712"/>
                  <a:pt x="632612" y="1213943"/>
                  <a:pt x="644665" y="1213943"/>
                </a:cubicBezTo>
                <a:close/>
                <a:moveTo>
                  <a:pt x="567304" y="1213943"/>
                </a:moveTo>
                <a:cubicBezTo>
                  <a:pt x="579719" y="1213943"/>
                  <a:pt x="589784" y="1223712"/>
                  <a:pt x="589784" y="1235763"/>
                </a:cubicBezTo>
                <a:cubicBezTo>
                  <a:pt x="589784" y="1247814"/>
                  <a:pt x="579719" y="1257583"/>
                  <a:pt x="567304" y="1257583"/>
                </a:cubicBezTo>
                <a:cubicBezTo>
                  <a:pt x="554887" y="1257583"/>
                  <a:pt x="544822" y="1247814"/>
                  <a:pt x="544822" y="1235763"/>
                </a:cubicBezTo>
                <a:cubicBezTo>
                  <a:pt x="544822" y="1223712"/>
                  <a:pt x="554887" y="1213943"/>
                  <a:pt x="567304" y="1213943"/>
                </a:cubicBezTo>
                <a:close/>
                <a:moveTo>
                  <a:pt x="489945" y="1213943"/>
                </a:moveTo>
                <a:cubicBezTo>
                  <a:pt x="501996" y="1213943"/>
                  <a:pt x="511765" y="1223712"/>
                  <a:pt x="511765" y="1235763"/>
                </a:cubicBezTo>
                <a:cubicBezTo>
                  <a:pt x="511765" y="1247814"/>
                  <a:pt x="501996" y="1257583"/>
                  <a:pt x="489945" y="1257583"/>
                </a:cubicBezTo>
                <a:cubicBezTo>
                  <a:pt x="477894" y="1257583"/>
                  <a:pt x="468126" y="1247814"/>
                  <a:pt x="468126" y="1235763"/>
                </a:cubicBezTo>
                <a:cubicBezTo>
                  <a:pt x="468126" y="1223712"/>
                  <a:pt x="477894" y="1213943"/>
                  <a:pt x="489945" y="1213943"/>
                </a:cubicBezTo>
                <a:close/>
                <a:moveTo>
                  <a:pt x="411925" y="1213943"/>
                </a:moveTo>
                <a:cubicBezTo>
                  <a:pt x="423974" y="1213943"/>
                  <a:pt x="433742" y="1223712"/>
                  <a:pt x="433742" y="1235763"/>
                </a:cubicBezTo>
                <a:cubicBezTo>
                  <a:pt x="433742" y="1247814"/>
                  <a:pt x="423974" y="1257583"/>
                  <a:pt x="411925" y="1257583"/>
                </a:cubicBezTo>
                <a:cubicBezTo>
                  <a:pt x="399875" y="1257583"/>
                  <a:pt x="390105" y="1247814"/>
                  <a:pt x="390105" y="1235763"/>
                </a:cubicBezTo>
                <a:cubicBezTo>
                  <a:pt x="390105" y="1223712"/>
                  <a:pt x="399875" y="1213943"/>
                  <a:pt x="411925" y="1213943"/>
                </a:cubicBezTo>
                <a:close/>
                <a:moveTo>
                  <a:pt x="333903" y="1213943"/>
                </a:moveTo>
                <a:cubicBezTo>
                  <a:pt x="345953" y="1213943"/>
                  <a:pt x="355723" y="1223712"/>
                  <a:pt x="355723" y="1235763"/>
                </a:cubicBezTo>
                <a:cubicBezTo>
                  <a:pt x="355723" y="1247814"/>
                  <a:pt x="345953" y="1257583"/>
                  <a:pt x="333903" y="1257583"/>
                </a:cubicBezTo>
                <a:cubicBezTo>
                  <a:pt x="321852" y="1257583"/>
                  <a:pt x="312083" y="1247814"/>
                  <a:pt x="312083" y="1235763"/>
                </a:cubicBezTo>
                <a:cubicBezTo>
                  <a:pt x="312083" y="1223712"/>
                  <a:pt x="321852" y="1213943"/>
                  <a:pt x="333903" y="1213943"/>
                </a:cubicBezTo>
                <a:close/>
                <a:moveTo>
                  <a:pt x="255883" y="1213943"/>
                </a:moveTo>
                <a:cubicBezTo>
                  <a:pt x="267933" y="1213943"/>
                  <a:pt x="277701" y="1223712"/>
                  <a:pt x="277701" y="1235763"/>
                </a:cubicBezTo>
                <a:cubicBezTo>
                  <a:pt x="277701" y="1247814"/>
                  <a:pt x="267933" y="1257583"/>
                  <a:pt x="255883" y="1257583"/>
                </a:cubicBezTo>
                <a:cubicBezTo>
                  <a:pt x="243831" y="1257583"/>
                  <a:pt x="234062" y="1247814"/>
                  <a:pt x="234062" y="1235763"/>
                </a:cubicBezTo>
                <a:cubicBezTo>
                  <a:pt x="234062" y="1223712"/>
                  <a:pt x="243831" y="1213943"/>
                  <a:pt x="255883" y="1213943"/>
                </a:cubicBezTo>
                <a:close/>
                <a:moveTo>
                  <a:pt x="177862" y="1213943"/>
                </a:moveTo>
                <a:cubicBezTo>
                  <a:pt x="189913" y="1213943"/>
                  <a:pt x="199683" y="1223712"/>
                  <a:pt x="199683" y="1235763"/>
                </a:cubicBezTo>
                <a:cubicBezTo>
                  <a:pt x="199683" y="1247814"/>
                  <a:pt x="189913" y="1257583"/>
                  <a:pt x="177862" y="1257583"/>
                </a:cubicBezTo>
                <a:cubicBezTo>
                  <a:pt x="165812" y="1257583"/>
                  <a:pt x="156042" y="1247814"/>
                  <a:pt x="156042" y="1235763"/>
                </a:cubicBezTo>
                <a:cubicBezTo>
                  <a:pt x="156042" y="1223712"/>
                  <a:pt x="165812" y="1213943"/>
                  <a:pt x="177862" y="1213943"/>
                </a:cubicBezTo>
                <a:close/>
                <a:moveTo>
                  <a:pt x="99841" y="1213943"/>
                </a:moveTo>
                <a:cubicBezTo>
                  <a:pt x="111893" y="1213943"/>
                  <a:pt x="121661" y="1223712"/>
                  <a:pt x="121661" y="1235763"/>
                </a:cubicBezTo>
                <a:cubicBezTo>
                  <a:pt x="121661" y="1247814"/>
                  <a:pt x="111893" y="1257583"/>
                  <a:pt x="99841" y="1257583"/>
                </a:cubicBezTo>
                <a:cubicBezTo>
                  <a:pt x="87790" y="1257583"/>
                  <a:pt x="78021" y="1247814"/>
                  <a:pt x="78021" y="1235763"/>
                </a:cubicBezTo>
                <a:cubicBezTo>
                  <a:pt x="78021" y="1223712"/>
                  <a:pt x="87790" y="1213943"/>
                  <a:pt x="99841" y="1213943"/>
                </a:cubicBezTo>
                <a:close/>
                <a:moveTo>
                  <a:pt x="21820" y="1213943"/>
                </a:moveTo>
                <a:cubicBezTo>
                  <a:pt x="33871" y="1213943"/>
                  <a:pt x="43640" y="1223712"/>
                  <a:pt x="43640" y="1235763"/>
                </a:cubicBezTo>
                <a:cubicBezTo>
                  <a:pt x="43640" y="1247814"/>
                  <a:pt x="33871" y="1257583"/>
                  <a:pt x="21820" y="1257583"/>
                </a:cubicBezTo>
                <a:cubicBezTo>
                  <a:pt x="9769" y="1257583"/>
                  <a:pt x="0" y="1247814"/>
                  <a:pt x="0" y="1235763"/>
                </a:cubicBezTo>
                <a:cubicBezTo>
                  <a:pt x="0" y="1223712"/>
                  <a:pt x="9769" y="1213943"/>
                  <a:pt x="21820" y="1213943"/>
                </a:cubicBezTo>
                <a:close/>
                <a:moveTo>
                  <a:pt x="3293388" y="1170305"/>
                </a:moveTo>
                <a:cubicBezTo>
                  <a:pt x="3305439" y="1170305"/>
                  <a:pt x="3315208" y="1180074"/>
                  <a:pt x="3315208" y="1192125"/>
                </a:cubicBezTo>
                <a:cubicBezTo>
                  <a:pt x="3315208" y="1204176"/>
                  <a:pt x="3305439" y="1213945"/>
                  <a:pt x="3293388" y="1213945"/>
                </a:cubicBezTo>
                <a:cubicBezTo>
                  <a:pt x="3281337" y="1213945"/>
                  <a:pt x="3271568" y="1204176"/>
                  <a:pt x="3271568" y="1192125"/>
                </a:cubicBezTo>
                <a:cubicBezTo>
                  <a:pt x="3271568" y="1180074"/>
                  <a:pt x="3281337" y="1170305"/>
                  <a:pt x="3293388" y="1170305"/>
                </a:cubicBezTo>
                <a:close/>
                <a:moveTo>
                  <a:pt x="3215368" y="1170305"/>
                </a:moveTo>
                <a:cubicBezTo>
                  <a:pt x="3227419" y="1170305"/>
                  <a:pt x="3237188" y="1180074"/>
                  <a:pt x="3237188" y="1192125"/>
                </a:cubicBezTo>
                <a:cubicBezTo>
                  <a:pt x="3237188" y="1204176"/>
                  <a:pt x="3227419" y="1213945"/>
                  <a:pt x="3215368" y="1213945"/>
                </a:cubicBezTo>
                <a:cubicBezTo>
                  <a:pt x="3203317" y="1213945"/>
                  <a:pt x="3193548" y="1204176"/>
                  <a:pt x="3193548" y="1192125"/>
                </a:cubicBezTo>
                <a:cubicBezTo>
                  <a:pt x="3193548" y="1180074"/>
                  <a:pt x="3203317" y="1170305"/>
                  <a:pt x="3215368" y="1170305"/>
                </a:cubicBezTo>
                <a:close/>
                <a:moveTo>
                  <a:pt x="9290381" y="1134601"/>
                </a:moveTo>
                <a:cubicBezTo>
                  <a:pt x="9302432" y="1134601"/>
                  <a:pt x="9312201" y="1144370"/>
                  <a:pt x="9312201" y="1156421"/>
                </a:cubicBezTo>
                <a:cubicBezTo>
                  <a:pt x="9312201" y="1168472"/>
                  <a:pt x="9302432" y="1178241"/>
                  <a:pt x="9290381" y="1178241"/>
                </a:cubicBezTo>
                <a:cubicBezTo>
                  <a:pt x="9278330" y="1178241"/>
                  <a:pt x="9268561" y="1168472"/>
                  <a:pt x="9268561" y="1156421"/>
                </a:cubicBezTo>
                <a:cubicBezTo>
                  <a:pt x="9268561" y="1144370"/>
                  <a:pt x="9278330" y="1134601"/>
                  <a:pt x="9290381" y="1134601"/>
                </a:cubicBezTo>
                <a:close/>
                <a:moveTo>
                  <a:pt x="9212361" y="1134601"/>
                </a:moveTo>
                <a:cubicBezTo>
                  <a:pt x="9224412" y="1134601"/>
                  <a:pt x="9234181" y="1144370"/>
                  <a:pt x="9234181" y="1156421"/>
                </a:cubicBezTo>
                <a:cubicBezTo>
                  <a:pt x="9234181" y="1168472"/>
                  <a:pt x="9224412" y="1178241"/>
                  <a:pt x="9212361" y="1178241"/>
                </a:cubicBezTo>
                <a:cubicBezTo>
                  <a:pt x="9200310" y="1178241"/>
                  <a:pt x="9190541" y="1168472"/>
                  <a:pt x="9190541" y="1156421"/>
                </a:cubicBezTo>
                <a:cubicBezTo>
                  <a:pt x="9190541" y="1144370"/>
                  <a:pt x="9200310" y="1134601"/>
                  <a:pt x="9212361" y="1134601"/>
                </a:cubicBezTo>
                <a:close/>
                <a:moveTo>
                  <a:pt x="9134341" y="1134601"/>
                </a:moveTo>
                <a:cubicBezTo>
                  <a:pt x="9146392" y="1134601"/>
                  <a:pt x="9156161" y="1144370"/>
                  <a:pt x="9156161" y="1156421"/>
                </a:cubicBezTo>
                <a:cubicBezTo>
                  <a:pt x="9156161" y="1168472"/>
                  <a:pt x="9146392" y="1178241"/>
                  <a:pt x="9134341" y="1178241"/>
                </a:cubicBezTo>
                <a:cubicBezTo>
                  <a:pt x="9122290" y="1178241"/>
                  <a:pt x="9112521" y="1168472"/>
                  <a:pt x="9112521" y="1156421"/>
                </a:cubicBezTo>
                <a:cubicBezTo>
                  <a:pt x="9112521" y="1144370"/>
                  <a:pt x="9122290" y="1134601"/>
                  <a:pt x="9134341" y="1134601"/>
                </a:cubicBezTo>
                <a:close/>
                <a:moveTo>
                  <a:pt x="9056320" y="1134601"/>
                </a:moveTo>
                <a:cubicBezTo>
                  <a:pt x="9068371" y="1134601"/>
                  <a:pt x="9078140" y="1144370"/>
                  <a:pt x="9078140" y="1156421"/>
                </a:cubicBezTo>
                <a:cubicBezTo>
                  <a:pt x="9078140" y="1168472"/>
                  <a:pt x="9068371" y="1178241"/>
                  <a:pt x="9056320" y="1178241"/>
                </a:cubicBezTo>
                <a:cubicBezTo>
                  <a:pt x="9044269" y="1178241"/>
                  <a:pt x="9034500" y="1168472"/>
                  <a:pt x="9034500" y="1156421"/>
                </a:cubicBezTo>
                <a:cubicBezTo>
                  <a:pt x="9034500" y="1144370"/>
                  <a:pt x="9044269" y="1134601"/>
                  <a:pt x="9056320" y="1134601"/>
                </a:cubicBezTo>
                <a:close/>
                <a:moveTo>
                  <a:pt x="8978300" y="1134601"/>
                </a:moveTo>
                <a:cubicBezTo>
                  <a:pt x="8990351" y="1134601"/>
                  <a:pt x="9000120" y="1144370"/>
                  <a:pt x="9000120" y="1156421"/>
                </a:cubicBezTo>
                <a:cubicBezTo>
                  <a:pt x="9000120" y="1168472"/>
                  <a:pt x="8990351" y="1178241"/>
                  <a:pt x="8978300" y="1178241"/>
                </a:cubicBezTo>
                <a:cubicBezTo>
                  <a:pt x="8966249" y="1178241"/>
                  <a:pt x="8956480" y="1168472"/>
                  <a:pt x="8956480" y="1156421"/>
                </a:cubicBezTo>
                <a:cubicBezTo>
                  <a:pt x="8956480" y="1144370"/>
                  <a:pt x="8966249" y="1134601"/>
                  <a:pt x="8978300" y="1134601"/>
                </a:cubicBezTo>
                <a:close/>
                <a:moveTo>
                  <a:pt x="8900279" y="1134601"/>
                </a:moveTo>
                <a:cubicBezTo>
                  <a:pt x="8912330" y="1134601"/>
                  <a:pt x="8922099" y="1144370"/>
                  <a:pt x="8922099" y="1156421"/>
                </a:cubicBezTo>
                <a:cubicBezTo>
                  <a:pt x="8922099" y="1168472"/>
                  <a:pt x="8912330" y="1178241"/>
                  <a:pt x="8900279" y="1178241"/>
                </a:cubicBezTo>
                <a:cubicBezTo>
                  <a:pt x="8888228" y="1178241"/>
                  <a:pt x="8878459" y="1168472"/>
                  <a:pt x="8878459" y="1156421"/>
                </a:cubicBezTo>
                <a:cubicBezTo>
                  <a:pt x="8878459" y="1144370"/>
                  <a:pt x="8888228" y="1134601"/>
                  <a:pt x="8900279" y="1134601"/>
                </a:cubicBezTo>
                <a:close/>
                <a:moveTo>
                  <a:pt x="8822259" y="1134601"/>
                </a:moveTo>
                <a:cubicBezTo>
                  <a:pt x="8834310" y="1134601"/>
                  <a:pt x="8844079" y="1144370"/>
                  <a:pt x="8844079" y="1156421"/>
                </a:cubicBezTo>
                <a:cubicBezTo>
                  <a:pt x="8844079" y="1168472"/>
                  <a:pt x="8834310" y="1178241"/>
                  <a:pt x="8822259" y="1178241"/>
                </a:cubicBezTo>
                <a:cubicBezTo>
                  <a:pt x="8810208" y="1178241"/>
                  <a:pt x="8800439" y="1168472"/>
                  <a:pt x="8800439" y="1156421"/>
                </a:cubicBezTo>
                <a:cubicBezTo>
                  <a:pt x="8800439" y="1144370"/>
                  <a:pt x="8810208" y="1134601"/>
                  <a:pt x="8822259" y="1134601"/>
                </a:cubicBezTo>
                <a:close/>
                <a:moveTo>
                  <a:pt x="8744900" y="1134601"/>
                </a:moveTo>
                <a:cubicBezTo>
                  <a:pt x="8757316" y="1134601"/>
                  <a:pt x="8767381" y="1144370"/>
                  <a:pt x="8767381" y="1156421"/>
                </a:cubicBezTo>
                <a:cubicBezTo>
                  <a:pt x="8767381" y="1168472"/>
                  <a:pt x="8757316" y="1178241"/>
                  <a:pt x="8744900" y="1178241"/>
                </a:cubicBezTo>
                <a:cubicBezTo>
                  <a:pt x="8732484" y="1178241"/>
                  <a:pt x="8722419" y="1168472"/>
                  <a:pt x="8722419" y="1156421"/>
                </a:cubicBezTo>
                <a:cubicBezTo>
                  <a:pt x="8722419" y="1144370"/>
                  <a:pt x="8732484" y="1134601"/>
                  <a:pt x="8744900" y="1134601"/>
                </a:cubicBezTo>
                <a:close/>
                <a:moveTo>
                  <a:pt x="8667540" y="1134601"/>
                </a:moveTo>
                <a:cubicBezTo>
                  <a:pt x="8679591" y="1134601"/>
                  <a:pt x="8689360" y="1144370"/>
                  <a:pt x="8689360" y="1156421"/>
                </a:cubicBezTo>
                <a:cubicBezTo>
                  <a:pt x="8689360" y="1168472"/>
                  <a:pt x="8679591" y="1178241"/>
                  <a:pt x="8667540" y="1178241"/>
                </a:cubicBezTo>
                <a:cubicBezTo>
                  <a:pt x="8655489" y="1178241"/>
                  <a:pt x="8645720" y="1168472"/>
                  <a:pt x="8645720" y="1156421"/>
                </a:cubicBezTo>
                <a:cubicBezTo>
                  <a:pt x="8645720" y="1144370"/>
                  <a:pt x="8655489" y="1134601"/>
                  <a:pt x="8667540" y="1134601"/>
                </a:cubicBezTo>
                <a:close/>
                <a:moveTo>
                  <a:pt x="8589520" y="1134601"/>
                </a:moveTo>
                <a:cubicBezTo>
                  <a:pt x="8601571" y="1134601"/>
                  <a:pt x="8611340" y="1144370"/>
                  <a:pt x="8611340" y="1156421"/>
                </a:cubicBezTo>
                <a:cubicBezTo>
                  <a:pt x="8611340" y="1168472"/>
                  <a:pt x="8601571" y="1178241"/>
                  <a:pt x="8589520" y="1178241"/>
                </a:cubicBezTo>
                <a:cubicBezTo>
                  <a:pt x="8577469" y="1178241"/>
                  <a:pt x="8567700" y="1168472"/>
                  <a:pt x="8567700" y="1156421"/>
                </a:cubicBezTo>
                <a:cubicBezTo>
                  <a:pt x="8567700" y="1144370"/>
                  <a:pt x="8577469" y="1134601"/>
                  <a:pt x="8589520" y="1134601"/>
                </a:cubicBezTo>
                <a:close/>
                <a:moveTo>
                  <a:pt x="8511500" y="1134601"/>
                </a:moveTo>
                <a:cubicBezTo>
                  <a:pt x="8523551" y="1134601"/>
                  <a:pt x="8533320" y="1144370"/>
                  <a:pt x="8533320" y="1156421"/>
                </a:cubicBezTo>
                <a:cubicBezTo>
                  <a:pt x="8533320" y="1168472"/>
                  <a:pt x="8523551" y="1178241"/>
                  <a:pt x="8511500" y="1178241"/>
                </a:cubicBezTo>
                <a:cubicBezTo>
                  <a:pt x="8499449" y="1178241"/>
                  <a:pt x="8489680" y="1168472"/>
                  <a:pt x="8489680" y="1156421"/>
                </a:cubicBezTo>
                <a:cubicBezTo>
                  <a:pt x="8489680" y="1144370"/>
                  <a:pt x="8499449" y="1134601"/>
                  <a:pt x="8511500" y="1134601"/>
                </a:cubicBezTo>
                <a:close/>
                <a:moveTo>
                  <a:pt x="8432818" y="1134601"/>
                </a:moveTo>
                <a:cubicBezTo>
                  <a:pt x="8445234" y="1134601"/>
                  <a:pt x="8455299" y="1144370"/>
                  <a:pt x="8455299" y="1156421"/>
                </a:cubicBezTo>
                <a:cubicBezTo>
                  <a:pt x="8455299" y="1168472"/>
                  <a:pt x="8445234" y="1178241"/>
                  <a:pt x="8432818" y="1178241"/>
                </a:cubicBezTo>
                <a:cubicBezTo>
                  <a:pt x="8420402" y="1178241"/>
                  <a:pt x="8410337" y="1168472"/>
                  <a:pt x="8410337" y="1156421"/>
                </a:cubicBezTo>
                <a:cubicBezTo>
                  <a:pt x="8410337" y="1144370"/>
                  <a:pt x="8420402" y="1134601"/>
                  <a:pt x="8432818" y="1134601"/>
                </a:cubicBezTo>
                <a:close/>
                <a:moveTo>
                  <a:pt x="8355459" y="1134601"/>
                </a:moveTo>
                <a:cubicBezTo>
                  <a:pt x="8367510" y="1134601"/>
                  <a:pt x="8377279" y="1144370"/>
                  <a:pt x="8377279" y="1156421"/>
                </a:cubicBezTo>
                <a:cubicBezTo>
                  <a:pt x="8377279" y="1168472"/>
                  <a:pt x="8367510" y="1178241"/>
                  <a:pt x="8355459" y="1178241"/>
                </a:cubicBezTo>
                <a:cubicBezTo>
                  <a:pt x="8343408" y="1178241"/>
                  <a:pt x="8333639" y="1168472"/>
                  <a:pt x="8333639" y="1156421"/>
                </a:cubicBezTo>
                <a:cubicBezTo>
                  <a:pt x="8333639" y="1144370"/>
                  <a:pt x="8343408" y="1134601"/>
                  <a:pt x="8355459" y="1134601"/>
                </a:cubicBezTo>
                <a:close/>
                <a:moveTo>
                  <a:pt x="8277438" y="1134601"/>
                </a:moveTo>
                <a:cubicBezTo>
                  <a:pt x="8289489" y="1134601"/>
                  <a:pt x="8299258" y="1144370"/>
                  <a:pt x="8299258" y="1156421"/>
                </a:cubicBezTo>
                <a:cubicBezTo>
                  <a:pt x="8299258" y="1168472"/>
                  <a:pt x="8289489" y="1178241"/>
                  <a:pt x="8277438" y="1178241"/>
                </a:cubicBezTo>
                <a:cubicBezTo>
                  <a:pt x="8265387" y="1178241"/>
                  <a:pt x="8255618" y="1168472"/>
                  <a:pt x="8255618" y="1156421"/>
                </a:cubicBezTo>
                <a:cubicBezTo>
                  <a:pt x="8255618" y="1144370"/>
                  <a:pt x="8265387" y="1134601"/>
                  <a:pt x="8277438" y="1134601"/>
                </a:cubicBezTo>
                <a:close/>
                <a:moveTo>
                  <a:pt x="8199418" y="1134601"/>
                </a:moveTo>
                <a:cubicBezTo>
                  <a:pt x="8211469" y="1134601"/>
                  <a:pt x="8221238" y="1144370"/>
                  <a:pt x="8221238" y="1156421"/>
                </a:cubicBezTo>
                <a:cubicBezTo>
                  <a:pt x="8221238" y="1168472"/>
                  <a:pt x="8211469" y="1178241"/>
                  <a:pt x="8199418" y="1178241"/>
                </a:cubicBezTo>
                <a:cubicBezTo>
                  <a:pt x="8187367" y="1178241"/>
                  <a:pt x="8177598" y="1168472"/>
                  <a:pt x="8177598" y="1156421"/>
                </a:cubicBezTo>
                <a:cubicBezTo>
                  <a:pt x="8177598" y="1144370"/>
                  <a:pt x="8187367" y="1134601"/>
                  <a:pt x="8199418" y="1134601"/>
                </a:cubicBezTo>
                <a:close/>
                <a:moveTo>
                  <a:pt x="8121398" y="1134601"/>
                </a:moveTo>
                <a:cubicBezTo>
                  <a:pt x="8133449" y="1134601"/>
                  <a:pt x="8143218" y="1144370"/>
                  <a:pt x="8143218" y="1156421"/>
                </a:cubicBezTo>
                <a:cubicBezTo>
                  <a:pt x="8143218" y="1168472"/>
                  <a:pt x="8133449" y="1178241"/>
                  <a:pt x="8121398" y="1178241"/>
                </a:cubicBezTo>
                <a:cubicBezTo>
                  <a:pt x="8109347" y="1178241"/>
                  <a:pt x="8099578" y="1168472"/>
                  <a:pt x="8099578" y="1156421"/>
                </a:cubicBezTo>
                <a:cubicBezTo>
                  <a:pt x="8099578" y="1144370"/>
                  <a:pt x="8109347" y="1134601"/>
                  <a:pt x="8121398" y="1134601"/>
                </a:cubicBezTo>
                <a:close/>
                <a:moveTo>
                  <a:pt x="8044700" y="1134601"/>
                </a:moveTo>
                <a:cubicBezTo>
                  <a:pt x="8056751" y="1134601"/>
                  <a:pt x="8066520" y="1144370"/>
                  <a:pt x="8066520" y="1156421"/>
                </a:cubicBezTo>
                <a:cubicBezTo>
                  <a:pt x="8066520" y="1168472"/>
                  <a:pt x="8056751" y="1178241"/>
                  <a:pt x="8044700" y="1178241"/>
                </a:cubicBezTo>
                <a:cubicBezTo>
                  <a:pt x="8032649" y="1178241"/>
                  <a:pt x="8022880" y="1168472"/>
                  <a:pt x="8022880" y="1156421"/>
                </a:cubicBezTo>
                <a:cubicBezTo>
                  <a:pt x="8022880" y="1144370"/>
                  <a:pt x="8032649" y="1134601"/>
                  <a:pt x="8044700" y="1134601"/>
                </a:cubicBezTo>
                <a:close/>
                <a:moveTo>
                  <a:pt x="7966679" y="1134601"/>
                </a:moveTo>
                <a:cubicBezTo>
                  <a:pt x="7978730" y="1134601"/>
                  <a:pt x="7988499" y="1144370"/>
                  <a:pt x="7988499" y="1156421"/>
                </a:cubicBezTo>
                <a:cubicBezTo>
                  <a:pt x="7988499" y="1168472"/>
                  <a:pt x="7978730" y="1178241"/>
                  <a:pt x="7966679" y="1178241"/>
                </a:cubicBezTo>
                <a:cubicBezTo>
                  <a:pt x="7954628" y="1178241"/>
                  <a:pt x="7944859" y="1168472"/>
                  <a:pt x="7944859" y="1156421"/>
                </a:cubicBezTo>
                <a:cubicBezTo>
                  <a:pt x="7944859" y="1144370"/>
                  <a:pt x="7954628" y="1134601"/>
                  <a:pt x="7966679" y="1134601"/>
                </a:cubicBezTo>
                <a:close/>
                <a:moveTo>
                  <a:pt x="7888658" y="1134601"/>
                </a:moveTo>
                <a:cubicBezTo>
                  <a:pt x="7900709" y="1134601"/>
                  <a:pt x="7910478" y="1144370"/>
                  <a:pt x="7910478" y="1156421"/>
                </a:cubicBezTo>
                <a:cubicBezTo>
                  <a:pt x="7910478" y="1168472"/>
                  <a:pt x="7900709" y="1178241"/>
                  <a:pt x="7888658" y="1178241"/>
                </a:cubicBezTo>
                <a:cubicBezTo>
                  <a:pt x="7876607" y="1178241"/>
                  <a:pt x="7866838" y="1168472"/>
                  <a:pt x="7866838" y="1156421"/>
                </a:cubicBezTo>
                <a:cubicBezTo>
                  <a:pt x="7866838" y="1144370"/>
                  <a:pt x="7876607" y="1134601"/>
                  <a:pt x="7888658" y="1134601"/>
                </a:cubicBezTo>
                <a:close/>
                <a:moveTo>
                  <a:pt x="7809316" y="1134601"/>
                </a:moveTo>
                <a:cubicBezTo>
                  <a:pt x="7821367" y="1134601"/>
                  <a:pt x="7831136" y="1144370"/>
                  <a:pt x="7831136" y="1156421"/>
                </a:cubicBezTo>
                <a:cubicBezTo>
                  <a:pt x="7831136" y="1168472"/>
                  <a:pt x="7821367" y="1178241"/>
                  <a:pt x="7809316" y="1178241"/>
                </a:cubicBezTo>
                <a:cubicBezTo>
                  <a:pt x="7797265" y="1178241"/>
                  <a:pt x="7787496" y="1168472"/>
                  <a:pt x="7787496" y="1156421"/>
                </a:cubicBezTo>
                <a:cubicBezTo>
                  <a:pt x="7787496" y="1144370"/>
                  <a:pt x="7797265" y="1134601"/>
                  <a:pt x="7809316" y="1134601"/>
                </a:cubicBezTo>
                <a:close/>
                <a:moveTo>
                  <a:pt x="7731957" y="1134601"/>
                </a:moveTo>
                <a:cubicBezTo>
                  <a:pt x="7744373" y="1134601"/>
                  <a:pt x="7754438" y="1144370"/>
                  <a:pt x="7754438" y="1156421"/>
                </a:cubicBezTo>
                <a:cubicBezTo>
                  <a:pt x="7754438" y="1168472"/>
                  <a:pt x="7744373" y="1178241"/>
                  <a:pt x="7731957" y="1178241"/>
                </a:cubicBezTo>
                <a:cubicBezTo>
                  <a:pt x="7719541" y="1178241"/>
                  <a:pt x="7709476" y="1168472"/>
                  <a:pt x="7709476" y="1156421"/>
                </a:cubicBezTo>
                <a:cubicBezTo>
                  <a:pt x="7709476" y="1144370"/>
                  <a:pt x="7719541" y="1134601"/>
                  <a:pt x="7731957" y="1134601"/>
                </a:cubicBezTo>
                <a:close/>
                <a:moveTo>
                  <a:pt x="7654597" y="1134601"/>
                </a:moveTo>
                <a:cubicBezTo>
                  <a:pt x="7666648" y="1134601"/>
                  <a:pt x="7676417" y="1144370"/>
                  <a:pt x="7676417" y="1156421"/>
                </a:cubicBezTo>
                <a:cubicBezTo>
                  <a:pt x="7676417" y="1168472"/>
                  <a:pt x="7666648" y="1178241"/>
                  <a:pt x="7654597" y="1178241"/>
                </a:cubicBezTo>
                <a:cubicBezTo>
                  <a:pt x="7642546" y="1178241"/>
                  <a:pt x="7632777" y="1168472"/>
                  <a:pt x="7632777" y="1156421"/>
                </a:cubicBezTo>
                <a:cubicBezTo>
                  <a:pt x="7632777" y="1144370"/>
                  <a:pt x="7642546" y="1134601"/>
                  <a:pt x="7654597" y="1134601"/>
                </a:cubicBezTo>
                <a:close/>
                <a:moveTo>
                  <a:pt x="7576577" y="1134601"/>
                </a:moveTo>
                <a:cubicBezTo>
                  <a:pt x="7588628" y="1134601"/>
                  <a:pt x="7598397" y="1144370"/>
                  <a:pt x="7598397" y="1156421"/>
                </a:cubicBezTo>
                <a:cubicBezTo>
                  <a:pt x="7598397" y="1168472"/>
                  <a:pt x="7588628" y="1178241"/>
                  <a:pt x="7576577" y="1178241"/>
                </a:cubicBezTo>
                <a:cubicBezTo>
                  <a:pt x="7564526" y="1178241"/>
                  <a:pt x="7554757" y="1168472"/>
                  <a:pt x="7554757" y="1156421"/>
                </a:cubicBezTo>
                <a:cubicBezTo>
                  <a:pt x="7554757" y="1144370"/>
                  <a:pt x="7564526" y="1134601"/>
                  <a:pt x="7576577" y="1134601"/>
                </a:cubicBezTo>
                <a:close/>
                <a:moveTo>
                  <a:pt x="7498556" y="1134601"/>
                </a:moveTo>
                <a:cubicBezTo>
                  <a:pt x="7510607" y="1134601"/>
                  <a:pt x="7520376" y="1144370"/>
                  <a:pt x="7520376" y="1156421"/>
                </a:cubicBezTo>
                <a:cubicBezTo>
                  <a:pt x="7520376" y="1168472"/>
                  <a:pt x="7510607" y="1178241"/>
                  <a:pt x="7498556" y="1178241"/>
                </a:cubicBezTo>
                <a:cubicBezTo>
                  <a:pt x="7486505" y="1178241"/>
                  <a:pt x="7476736" y="1168472"/>
                  <a:pt x="7476736" y="1156421"/>
                </a:cubicBezTo>
                <a:cubicBezTo>
                  <a:pt x="7476736" y="1144370"/>
                  <a:pt x="7486505" y="1134601"/>
                  <a:pt x="7498556" y="1134601"/>
                </a:cubicBezTo>
                <a:close/>
                <a:moveTo>
                  <a:pt x="7421198" y="1134601"/>
                </a:moveTo>
                <a:cubicBezTo>
                  <a:pt x="7433614" y="1134601"/>
                  <a:pt x="7443679" y="1144370"/>
                  <a:pt x="7443679" y="1156421"/>
                </a:cubicBezTo>
                <a:cubicBezTo>
                  <a:pt x="7443679" y="1168472"/>
                  <a:pt x="7433614" y="1178241"/>
                  <a:pt x="7421198" y="1178241"/>
                </a:cubicBezTo>
                <a:cubicBezTo>
                  <a:pt x="7408782" y="1178241"/>
                  <a:pt x="7398717" y="1168472"/>
                  <a:pt x="7398717" y="1156421"/>
                </a:cubicBezTo>
                <a:cubicBezTo>
                  <a:pt x="7398717" y="1144370"/>
                  <a:pt x="7408782" y="1134601"/>
                  <a:pt x="7421198" y="1134601"/>
                </a:cubicBezTo>
                <a:close/>
                <a:moveTo>
                  <a:pt x="7343838" y="1134601"/>
                </a:moveTo>
                <a:cubicBezTo>
                  <a:pt x="7355889" y="1134601"/>
                  <a:pt x="7365658" y="1144370"/>
                  <a:pt x="7365658" y="1156421"/>
                </a:cubicBezTo>
                <a:cubicBezTo>
                  <a:pt x="7365658" y="1168472"/>
                  <a:pt x="7355889" y="1178241"/>
                  <a:pt x="7343838" y="1178241"/>
                </a:cubicBezTo>
                <a:cubicBezTo>
                  <a:pt x="7331787" y="1178241"/>
                  <a:pt x="7322018" y="1168472"/>
                  <a:pt x="7322018" y="1156421"/>
                </a:cubicBezTo>
                <a:cubicBezTo>
                  <a:pt x="7322018" y="1144370"/>
                  <a:pt x="7331787" y="1134601"/>
                  <a:pt x="7343838" y="1134601"/>
                </a:cubicBezTo>
                <a:close/>
                <a:moveTo>
                  <a:pt x="7264495" y="1134601"/>
                </a:moveTo>
                <a:cubicBezTo>
                  <a:pt x="7276546" y="1134601"/>
                  <a:pt x="7286315" y="1144370"/>
                  <a:pt x="7286315" y="1156421"/>
                </a:cubicBezTo>
                <a:cubicBezTo>
                  <a:pt x="7286315" y="1168472"/>
                  <a:pt x="7276546" y="1178241"/>
                  <a:pt x="7264495" y="1178241"/>
                </a:cubicBezTo>
                <a:cubicBezTo>
                  <a:pt x="7252444" y="1178241"/>
                  <a:pt x="7242675" y="1168472"/>
                  <a:pt x="7242675" y="1156421"/>
                </a:cubicBezTo>
                <a:cubicBezTo>
                  <a:pt x="7242675" y="1144370"/>
                  <a:pt x="7252444" y="1134601"/>
                  <a:pt x="7264495" y="1134601"/>
                </a:cubicBezTo>
                <a:close/>
                <a:moveTo>
                  <a:pt x="7186475" y="1134601"/>
                </a:moveTo>
                <a:cubicBezTo>
                  <a:pt x="7198526" y="1134601"/>
                  <a:pt x="7208295" y="1144370"/>
                  <a:pt x="7208295" y="1156421"/>
                </a:cubicBezTo>
                <a:cubicBezTo>
                  <a:pt x="7208295" y="1168472"/>
                  <a:pt x="7198526" y="1178241"/>
                  <a:pt x="7186475" y="1178241"/>
                </a:cubicBezTo>
                <a:cubicBezTo>
                  <a:pt x="7174424" y="1178241"/>
                  <a:pt x="7164655" y="1168472"/>
                  <a:pt x="7164655" y="1156421"/>
                </a:cubicBezTo>
                <a:cubicBezTo>
                  <a:pt x="7164655" y="1144370"/>
                  <a:pt x="7174424" y="1134601"/>
                  <a:pt x="7186475" y="1134601"/>
                </a:cubicBezTo>
                <a:close/>
                <a:moveTo>
                  <a:pt x="7109116" y="1134601"/>
                </a:moveTo>
                <a:cubicBezTo>
                  <a:pt x="7121532" y="1134601"/>
                  <a:pt x="7131597" y="1144370"/>
                  <a:pt x="7131597" y="1156421"/>
                </a:cubicBezTo>
                <a:cubicBezTo>
                  <a:pt x="7131597" y="1168472"/>
                  <a:pt x="7121532" y="1178241"/>
                  <a:pt x="7109116" y="1178241"/>
                </a:cubicBezTo>
                <a:cubicBezTo>
                  <a:pt x="7096700" y="1178241"/>
                  <a:pt x="7086635" y="1168472"/>
                  <a:pt x="7086635" y="1156421"/>
                </a:cubicBezTo>
                <a:cubicBezTo>
                  <a:pt x="7086635" y="1144370"/>
                  <a:pt x="7096700" y="1134601"/>
                  <a:pt x="7109116" y="1134601"/>
                </a:cubicBezTo>
                <a:close/>
                <a:moveTo>
                  <a:pt x="7031757" y="1134601"/>
                </a:moveTo>
                <a:cubicBezTo>
                  <a:pt x="7043808" y="1134601"/>
                  <a:pt x="7053577" y="1144370"/>
                  <a:pt x="7053577" y="1156421"/>
                </a:cubicBezTo>
                <a:cubicBezTo>
                  <a:pt x="7053577" y="1168472"/>
                  <a:pt x="7043808" y="1178241"/>
                  <a:pt x="7031757" y="1178241"/>
                </a:cubicBezTo>
                <a:cubicBezTo>
                  <a:pt x="7019706" y="1178241"/>
                  <a:pt x="7009937" y="1168472"/>
                  <a:pt x="7009937" y="1156421"/>
                </a:cubicBezTo>
                <a:cubicBezTo>
                  <a:pt x="7009937" y="1144370"/>
                  <a:pt x="7019706" y="1134601"/>
                  <a:pt x="7031757" y="1134601"/>
                </a:cubicBezTo>
                <a:close/>
                <a:moveTo>
                  <a:pt x="6953736" y="1134601"/>
                </a:moveTo>
                <a:cubicBezTo>
                  <a:pt x="6965787" y="1134601"/>
                  <a:pt x="6975556" y="1144370"/>
                  <a:pt x="6975556" y="1156421"/>
                </a:cubicBezTo>
                <a:cubicBezTo>
                  <a:pt x="6975556" y="1168472"/>
                  <a:pt x="6965787" y="1178241"/>
                  <a:pt x="6953736" y="1178241"/>
                </a:cubicBezTo>
                <a:cubicBezTo>
                  <a:pt x="6941685" y="1178241"/>
                  <a:pt x="6931916" y="1168472"/>
                  <a:pt x="6931916" y="1156421"/>
                </a:cubicBezTo>
                <a:cubicBezTo>
                  <a:pt x="6931916" y="1144370"/>
                  <a:pt x="6941685" y="1134601"/>
                  <a:pt x="6953736" y="1134601"/>
                </a:cubicBezTo>
                <a:close/>
                <a:moveTo>
                  <a:pt x="6875716" y="1134601"/>
                </a:moveTo>
                <a:cubicBezTo>
                  <a:pt x="6887767" y="1134601"/>
                  <a:pt x="6897536" y="1144370"/>
                  <a:pt x="6897536" y="1156421"/>
                </a:cubicBezTo>
                <a:cubicBezTo>
                  <a:pt x="6897536" y="1168472"/>
                  <a:pt x="6887767" y="1178241"/>
                  <a:pt x="6875716" y="1178241"/>
                </a:cubicBezTo>
                <a:cubicBezTo>
                  <a:pt x="6863665" y="1178241"/>
                  <a:pt x="6853896" y="1168472"/>
                  <a:pt x="6853896" y="1156421"/>
                </a:cubicBezTo>
                <a:cubicBezTo>
                  <a:pt x="6853896" y="1144370"/>
                  <a:pt x="6863665" y="1134601"/>
                  <a:pt x="6875716" y="1134601"/>
                </a:cubicBezTo>
                <a:close/>
                <a:moveTo>
                  <a:pt x="6798356" y="1134601"/>
                </a:moveTo>
                <a:cubicBezTo>
                  <a:pt x="6810772" y="1134601"/>
                  <a:pt x="6820837" y="1144370"/>
                  <a:pt x="6820837" y="1156421"/>
                </a:cubicBezTo>
                <a:cubicBezTo>
                  <a:pt x="6820837" y="1168472"/>
                  <a:pt x="6810772" y="1178241"/>
                  <a:pt x="6798356" y="1178241"/>
                </a:cubicBezTo>
                <a:cubicBezTo>
                  <a:pt x="6785940" y="1178241"/>
                  <a:pt x="6775875" y="1168472"/>
                  <a:pt x="6775875" y="1156421"/>
                </a:cubicBezTo>
                <a:cubicBezTo>
                  <a:pt x="6775875" y="1144370"/>
                  <a:pt x="6785940" y="1134601"/>
                  <a:pt x="6798356" y="1134601"/>
                </a:cubicBezTo>
                <a:close/>
                <a:moveTo>
                  <a:pt x="6719675" y="1134601"/>
                </a:moveTo>
                <a:cubicBezTo>
                  <a:pt x="6731726" y="1134601"/>
                  <a:pt x="6741495" y="1144370"/>
                  <a:pt x="6741495" y="1156421"/>
                </a:cubicBezTo>
                <a:cubicBezTo>
                  <a:pt x="6741495" y="1168472"/>
                  <a:pt x="6731726" y="1178241"/>
                  <a:pt x="6719675" y="1178241"/>
                </a:cubicBezTo>
                <a:cubicBezTo>
                  <a:pt x="6707624" y="1178241"/>
                  <a:pt x="6697855" y="1168472"/>
                  <a:pt x="6697855" y="1156421"/>
                </a:cubicBezTo>
                <a:cubicBezTo>
                  <a:pt x="6697855" y="1144370"/>
                  <a:pt x="6707624" y="1134601"/>
                  <a:pt x="6719675" y="1134601"/>
                </a:cubicBezTo>
                <a:close/>
                <a:moveTo>
                  <a:pt x="6641655" y="1134601"/>
                </a:moveTo>
                <a:cubicBezTo>
                  <a:pt x="6653706" y="1134601"/>
                  <a:pt x="6663475" y="1144370"/>
                  <a:pt x="6663475" y="1156421"/>
                </a:cubicBezTo>
                <a:cubicBezTo>
                  <a:pt x="6663475" y="1168472"/>
                  <a:pt x="6653706" y="1178241"/>
                  <a:pt x="6641655" y="1178241"/>
                </a:cubicBezTo>
                <a:cubicBezTo>
                  <a:pt x="6629604" y="1178241"/>
                  <a:pt x="6619835" y="1168472"/>
                  <a:pt x="6619835" y="1156421"/>
                </a:cubicBezTo>
                <a:cubicBezTo>
                  <a:pt x="6619835" y="1144370"/>
                  <a:pt x="6629604" y="1134601"/>
                  <a:pt x="6641655" y="1134601"/>
                </a:cubicBezTo>
                <a:close/>
                <a:moveTo>
                  <a:pt x="6563634" y="1134601"/>
                </a:moveTo>
                <a:cubicBezTo>
                  <a:pt x="6575685" y="1134601"/>
                  <a:pt x="6585454" y="1144370"/>
                  <a:pt x="6585454" y="1156421"/>
                </a:cubicBezTo>
                <a:cubicBezTo>
                  <a:pt x="6585454" y="1168472"/>
                  <a:pt x="6575685" y="1178241"/>
                  <a:pt x="6563634" y="1178241"/>
                </a:cubicBezTo>
                <a:cubicBezTo>
                  <a:pt x="6551583" y="1178241"/>
                  <a:pt x="6541814" y="1168472"/>
                  <a:pt x="6541814" y="1156421"/>
                </a:cubicBezTo>
                <a:cubicBezTo>
                  <a:pt x="6541814" y="1144370"/>
                  <a:pt x="6551583" y="1134601"/>
                  <a:pt x="6563634" y="1134601"/>
                </a:cubicBezTo>
                <a:close/>
                <a:moveTo>
                  <a:pt x="6485613" y="1134601"/>
                </a:moveTo>
                <a:cubicBezTo>
                  <a:pt x="6497664" y="1134601"/>
                  <a:pt x="6507433" y="1144370"/>
                  <a:pt x="6507433" y="1156421"/>
                </a:cubicBezTo>
                <a:cubicBezTo>
                  <a:pt x="6507433" y="1168472"/>
                  <a:pt x="6497664" y="1178241"/>
                  <a:pt x="6485613" y="1178241"/>
                </a:cubicBezTo>
                <a:cubicBezTo>
                  <a:pt x="6473562" y="1178241"/>
                  <a:pt x="6463793" y="1168472"/>
                  <a:pt x="6463793" y="1156421"/>
                </a:cubicBezTo>
                <a:cubicBezTo>
                  <a:pt x="6463793" y="1144370"/>
                  <a:pt x="6473562" y="1134601"/>
                  <a:pt x="6485613" y="1134601"/>
                </a:cubicBezTo>
                <a:close/>
                <a:moveTo>
                  <a:pt x="6408916" y="1134601"/>
                </a:moveTo>
                <a:cubicBezTo>
                  <a:pt x="6420967" y="1134601"/>
                  <a:pt x="6430736" y="1144370"/>
                  <a:pt x="6430736" y="1156421"/>
                </a:cubicBezTo>
                <a:cubicBezTo>
                  <a:pt x="6430736" y="1168472"/>
                  <a:pt x="6420967" y="1178241"/>
                  <a:pt x="6408916" y="1178241"/>
                </a:cubicBezTo>
                <a:cubicBezTo>
                  <a:pt x="6396865" y="1178241"/>
                  <a:pt x="6387096" y="1168472"/>
                  <a:pt x="6387096" y="1156421"/>
                </a:cubicBezTo>
                <a:cubicBezTo>
                  <a:pt x="6387096" y="1144370"/>
                  <a:pt x="6396865" y="1134601"/>
                  <a:pt x="6408916" y="1134601"/>
                </a:cubicBezTo>
                <a:close/>
                <a:moveTo>
                  <a:pt x="6330896" y="1134601"/>
                </a:moveTo>
                <a:cubicBezTo>
                  <a:pt x="6342947" y="1134601"/>
                  <a:pt x="6352716" y="1144370"/>
                  <a:pt x="6352716" y="1156421"/>
                </a:cubicBezTo>
                <a:cubicBezTo>
                  <a:pt x="6352716" y="1168472"/>
                  <a:pt x="6342947" y="1178241"/>
                  <a:pt x="6330896" y="1178241"/>
                </a:cubicBezTo>
                <a:cubicBezTo>
                  <a:pt x="6318845" y="1178241"/>
                  <a:pt x="6309076" y="1168472"/>
                  <a:pt x="6309076" y="1156421"/>
                </a:cubicBezTo>
                <a:cubicBezTo>
                  <a:pt x="6309076" y="1144370"/>
                  <a:pt x="6318845" y="1134601"/>
                  <a:pt x="6330896" y="1134601"/>
                </a:cubicBezTo>
                <a:close/>
                <a:moveTo>
                  <a:pt x="6252875" y="1134601"/>
                </a:moveTo>
                <a:cubicBezTo>
                  <a:pt x="6264926" y="1134601"/>
                  <a:pt x="6274695" y="1144370"/>
                  <a:pt x="6274695" y="1156421"/>
                </a:cubicBezTo>
                <a:cubicBezTo>
                  <a:pt x="6274695" y="1168472"/>
                  <a:pt x="6264926" y="1178241"/>
                  <a:pt x="6252875" y="1178241"/>
                </a:cubicBezTo>
                <a:cubicBezTo>
                  <a:pt x="6240824" y="1178241"/>
                  <a:pt x="6231055" y="1168472"/>
                  <a:pt x="6231055" y="1156421"/>
                </a:cubicBezTo>
                <a:cubicBezTo>
                  <a:pt x="6231055" y="1144370"/>
                  <a:pt x="6240824" y="1134601"/>
                  <a:pt x="6252875" y="1134601"/>
                </a:cubicBezTo>
                <a:close/>
                <a:moveTo>
                  <a:pt x="6174854" y="1134601"/>
                </a:moveTo>
                <a:cubicBezTo>
                  <a:pt x="6186905" y="1134601"/>
                  <a:pt x="6196674" y="1144370"/>
                  <a:pt x="6196674" y="1156421"/>
                </a:cubicBezTo>
                <a:cubicBezTo>
                  <a:pt x="6196674" y="1168472"/>
                  <a:pt x="6186905" y="1178241"/>
                  <a:pt x="6174854" y="1178241"/>
                </a:cubicBezTo>
                <a:cubicBezTo>
                  <a:pt x="6162803" y="1178241"/>
                  <a:pt x="6153034" y="1168472"/>
                  <a:pt x="6153034" y="1156421"/>
                </a:cubicBezTo>
                <a:cubicBezTo>
                  <a:pt x="6153034" y="1144370"/>
                  <a:pt x="6162803" y="1134601"/>
                  <a:pt x="6174854" y="1134601"/>
                </a:cubicBezTo>
                <a:close/>
                <a:moveTo>
                  <a:pt x="6096834" y="1134601"/>
                </a:moveTo>
                <a:cubicBezTo>
                  <a:pt x="6108885" y="1134601"/>
                  <a:pt x="6118654" y="1144370"/>
                  <a:pt x="6118654" y="1156421"/>
                </a:cubicBezTo>
                <a:cubicBezTo>
                  <a:pt x="6118654" y="1168472"/>
                  <a:pt x="6108885" y="1178241"/>
                  <a:pt x="6096834" y="1178241"/>
                </a:cubicBezTo>
                <a:cubicBezTo>
                  <a:pt x="6084783" y="1178241"/>
                  <a:pt x="6075014" y="1168472"/>
                  <a:pt x="6075014" y="1156421"/>
                </a:cubicBezTo>
                <a:cubicBezTo>
                  <a:pt x="6075014" y="1144370"/>
                  <a:pt x="6084783" y="1134601"/>
                  <a:pt x="6096834" y="1134601"/>
                </a:cubicBezTo>
                <a:close/>
                <a:moveTo>
                  <a:pt x="6018814" y="1134601"/>
                </a:moveTo>
                <a:cubicBezTo>
                  <a:pt x="6030865" y="1134601"/>
                  <a:pt x="6040634" y="1144370"/>
                  <a:pt x="6040634" y="1156421"/>
                </a:cubicBezTo>
                <a:cubicBezTo>
                  <a:pt x="6040634" y="1168472"/>
                  <a:pt x="6030865" y="1178241"/>
                  <a:pt x="6018814" y="1178241"/>
                </a:cubicBezTo>
                <a:cubicBezTo>
                  <a:pt x="6006763" y="1178241"/>
                  <a:pt x="5996994" y="1168472"/>
                  <a:pt x="5996994" y="1156421"/>
                </a:cubicBezTo>
                <a:cubicBezTo>
                  <a:pt x="5996994" y="1144370"/>
                  <a:pt x="6006763" y="1134601"/>
                  <a:pt x="6018814" y="1134601"/>
                </a:cubicBezTo>
                <a:close/>
                <a:moveTo>
                  <a:pt x="5940793" y="1134601"/>
                </a:moveTo>
                <a:cubicBezTo>
                  <a:pt x="5952844" y="1134601"/>
                  <a:pt x="5962613" y="1144370"/>
                  <a:pt x="5962613" y="1156421"/>
                </a:cubicBezTo>
                <a:cubicBezTo>
                  <a:pt x="5962613" y="1168472"/>
                  <a:pt x="5952844" y="1178241"/>
                  <a:pt x="5940793" y="1178241"/>
                </a:cubicBezTo>
                <a:cubicBezTo>
                  <a:pt x="5928742" y="1178241"/>
                  <a:pt x="5918973" y="1168472"/>
                  <a:pt x="5918973" y="1156421"/>
                </a:cubicBezTo>
                <a:cubicBezTo>
                  <a:pt x="5918973" y="1144370"/>
                  <a:pt x="5928742" y="1134601"/>
                  <a:pt x="5940793" y="1134601"/>
                </a:cubicBezTo>
                <a:close/>
                <a:moveTo>
                  <a:pt x="5862773" y="1134601"/>
                </a:moveTo>
                <a:cubicBezTo>
                  <a:pt x="5874824" y="1134601"/>
                  <a:pt x="5884593" y="1144370"/>
                  <a:pt x="5884593" y="1156421"/>
                </a:cubicBezTo>
                <a:cubicBezTo>
                  <a:pt x="5884593" y="1168472"/>
                  <a:pt x="5874824" y="1178241"/>
                  <a:pt x="5862773" y="1178241"/>
                </a:cubicBezTo>
                <a:cubicBezTo>
                  <a:pt x="5850722" y="1178241"/>
                  <a:pt x="5840953" y="1168472"/>
                  <a:pt x="5840953" y="1156421"/>
                </a:cubicBezTo>
                <a:cubicBezTo>
                  <a:pt x="5840953" y="1144370"/>
                  <a:pt x="5850722" y="1134601"/>
                  <a:pt x="5862773" y="1134601"/>
                </a:cubicBezTo>
                <a:close/>
                <a:moveTo>
                  <a:pt x="5785413" y="1134601"/>
                </a:moveTo>
                <a:cubicBezTo>
                  <a:pt x="5797829" y="1134601"/>
                  <a:pt x="5807894" y="1144370"/>
                  <a:pt x="5807894" y="1156421"/>
                </a:cubicBezTo>
                <a:cubicBezTo>
                  <a:pt x="5807894" y="1168472"/>
                  <a:pt x="5797829" y="1178241"/>
                  <a:pt x="5785413" y="1178241"/>
                </a:cubicBezTo>
                <a:cubicBezTo>
                  <a:pt x="5772997" y="1178241"/>
                  <a:pt x="5762932" y="1168472"/>
                  <a:pt x="5762932" y="1156421"/>
                </a:cubicBezTo>
                <a:cubicBezTo>
                  <a:pt x="5762932" y="1144370"/>
                  <a:pt x="5772997" y="1134601"/>
                  <a:pt x="5785413" y="1134601"/>
                </a:cubicBezTo>
                <a:close/>
                <a:moveTo>
                  <a:pt x="5708054" y="1134601"/>
                </a:moveTo>
                <a:cubicBezTo>
                  <a:pt x="5720105" y="1134601"/>
                  <a:pt x="5729874" y="1144370"/>
                  <a:pt x="5729874" y="1156421"/>
                </a:cubicBezTo>
                <a:cubicBezTo>
                  <a:pt x="5729874" y="1168472"/>
                  <a:pt x="5720105" y="1178241"/>
                  <a:pt x="5708054" y="1178241"/>
                </a:cubicBezTo>
                <a:cubicBezTo>
                  <a:pt x="5696003" y="1178241"/>
                  <a:pt x="5686234" y="1168472"/>
                  <a:pt x="5686234" y="1156421"/>
                </a:cubicBezTo>
                <a:cubicBezTo>
                  <a:pt x="5686234" y="1144370"/>
                  <a:pt x="5696003" y="1134601"/>
                  <a:pt x="5708054" y="1134601"/>
                </a:cubicBezTo>
                <a:close/>
                <a:moveTo>
                  <a:pt x="5630034" y="1134601"/>
                </a:moveTo>
                <a:cubicBezTo>
                  <a:pt x="5642085" y="1134601"/>
                  <a:pt x="5651854" y="1144370"/>
                  <a:pt x="5651854" y="1156421"/>
                </a:cubicBezTo>
                <a:cubicBezTo>
                  <a:pt x="5651854" y="1168472"/>
                  <a:pt x="5642085" y="1178241"/>
                  <a:pt x="5630034" y="1178241"/>
                </a:cubicBezTo>
                <a:cubicBezTo>
                  <a:pt x="5617983" y="1178241"/>
                  <a:pt x="5608214" y="1168472"/>
                  <a:pt x="5608214" y="1156421"/>
                </a:cubicBezTo>
                <a:cubicBezTo>
                  <a:pt x="5608214" y="1144370"/>
                  <a:pt x="5617983" y="1134601"/>
                  <a:pt x="5630034" y="1134601"/>
                </a:cubicBezTo>
                <a:close/>
                <a:moveTo>
                  <a:pt x="5552013" y="1134601"/>
                </a:moveTo>
                <a:cubicBezTo>
                  <a:pt x="5564064" y="1134601"/>
                  <a:pt x="5573833" y="1144370"/>
                  <a:pt x="5573833" y="1156421"/>
                </a:cubicBezTo>
                <a:cubicBezTo>
                  <a:pt x="5573833" y="1168472"/>
                  <a:pt x="5564064" y="1178241"/>
                  <a:pt x="5552013" y="1178241"/>
                </a:cubicBezTo>
                <a:cubicBezTo>
                  <a:pt x="5539962" y="1178241"/>
                  <a:pt x="5530193" y="1168472"/>
                  <a:pt x="5530193" y="1156421"/>
                </a:cubicBezTo>
                <a:cubicBezTo>
                  <a:pt x="5530193" y="1144370"/>
                  <a:pt x="5539962" y="1134601"/>
                  <a:pt x="5552013" y="1134601"/>
                </a:cubicBezTo>
                <a:close/>
                <a:moveTo>
                  <a:pt x="5473331" y="1134601"/>
                </a:moveTo>
                <a:cubicBezTo>
                  <a:pt x="5485747" y="1134601"/>
                  <a:pt x="5495812" y="1144370"/>
                  <a:pt x="5495812" y="1156421"/>
                </a:cubicBezTo>
                <a:cubicBezTo>
                  <a:pt x="5495812" y="1168472"/>
                  <a:pt x="5485747" y="1178241"/>
                  <a:pt x="5473331" y="1178241"/>
                </a:cubicBezTo>
                <a:cubicBezTo>
                  <a:pt x="5460915" y="1178241"/>
                  <a:pt x="5450850" y="1168472"/>
                  <a:pt x="5450850" y="1156421"/>
                </a:cubicBezTo>
                <a:cubicBezTo>
                  <a:pt x="5450850" y="1144370"/>
                  <a:pt x="5460915" y="1134601"/>
                  <a:pt x="5473331" y="1134601"/>
                </a:cubicBezTo>
                <a:close/>
                <a:moveTo>
                  <a:pt x="5395972" y="1134601"/>
                </a:moveTo>
                <a:cubicBezTo>
                  <a:pt x="5408023" y="1134601"/>
                  <a:pt x="5417792" y="1144370"/>
                  <a:pt x="5417792" y="1156421"/>
                </a:cubicBezTo>
                <a:cubicBezTo>
                  <a:pt x="5417792" y="1168472"/>
                  <a:pt x="5408023" y="1178241"/>
                  <a:pt x="5395972" y="1178241"/>
                </a:cubicBezTo>
                <a:cubicBezTo>
                  <a:pt x="5383921" y="1178241"/>
                  <a:pt x="5374152" y="1168472"/>
                  <a:pt x="5374152" y="1156421"/>
                </a:cubicBezTo>
                <a:cubicBezTo>
                  <a:pt x="5374152" y="1144370"/>
                  <a:pt x="5383921" y="1134601"/>
                  <a:pt x="5395972" y="1134601"/>
                </a:cubicBezTo>
                <a:close/>
                <a:moveTo>
                  <a:pt x="5317953" y="1134601"/>
                </a:moveTo>
                <a:cubicBezTo>
                  <a:pt x="5330004" y="1134601"/>
                  <a:pt x="5339773" y="1144370"/>
                  <a:pt x="5339773" y="1156421"/>
                </a:cubicBezTo>
                <a:cubicBezTo>
                  <a:pt x="5339773" y="1168472"/>
                  <a:pt x="5330004" y="1178241"/>
                  <a:pt x="5317953" y="1178241"/>
                </a:cubicBezTo>
                <a:cubicBezTo>
                  <a:pt x="5305902" y="1178241"/>
                  <a:pt x="5296133" y="1168472"/>
                  <a:pt x="5296133" y="1156421"/>
                </a:cubicBezTo>
                <a:cubicBezTo>
                  <a:pt x="5296133" y="1144370"/>
                  <a:pt x="5305902" y="1134601"/>
                  <a:pt x="5317953" y="1134601"/>
                </a:cubicBezTo>
                <a:close/>
                <a:moveTo>
                  <a:pt x="5239932" y="1134601"/>
                </a:moveTo>
                <a:cubicBezTo>
                  <a:pt x="5251983" y="1134601"/>
                  <a:pt x="5261752" y="1144370"/>
                  <a:pt x="5261752" y="1156421"/>
                </a:cubicBezTo>
                <a:cubicBezTo>
                  <a:pt x="5261752" y="1168472"/>
                  <a:pt x="5251983" y="1178241"/>
                  <a:pt x="5239932" y="1178241"/>
                </a:cubicBezTo>
                <a:cubicBezTo>
                  <a:pt x="5227881" y="1178241"/>
                  <a:pt x="5218112" y="1168472"/>
                  <a:pt x="5218112" y="1156421"/>
                </a:cubicBezTo>
                <a:cubicBezTo>
                  <a:pt x="5218112" y="1144370"/>
                  <a:pt x="5227881" y="1134601"/>
                  <a:pt x="5239932" y="1134601"/>
                </a:cubicBezTo>
                <a:close/>
                <a:moveTo>
                  <a:pt x="5162572" y="1134601"/>
                </a:moveTo>
                <a:cubicBezTo>
                  <a:pt x="5174988" y="1134601"/>
                  <a:pt x="5185053" y="1144370"/>
                  <a:pt x="5185053" y="1156421"/>
                </a:cubicBezTo>
                <a:cubicBezTo>
                  <a:pt x="5185053" y="1168472"/>
                  <a:pt x="5174988" y="1178241"/>
                  <a:pt x="5162572" y="1178241"/>
                </a:cubicBezTo>
                <a:cubicBezTo>
                  <a:pt x="5150156" y="1178241"/>
                  <a:pt x="5140091" y="1168472"/>
                  <a:pt x="5140091" y="1156421"/>
                </a:cubicBezTo>
                <a:cubicBezTo>
                  <a:pt x="5140091" y="1144370"/>
                  <a:pt x="5150156" y="1134601"/>
                  <a:pt x="5162572" y="1134601"/>
                </a:cubicBezTo>
                <a:close/>
                <a:moveTo>
                  <a:pt x="5085212" y="1134601"/>
                </a:moveTo>
                <a:cubicBezTo>
                  <a:pt x="5097263" y="1134601"/>
                  <a:pt x="5107032" y="1144370"/>
                  <a:pt x="5107032" y="1156421"/>
                </a:cubicBezTo>
                <a:cubicBezTo>
                  <a:pt x="5107032" y="1168472"/>
                  <a:pt x="5097263" y="1178241"/>
                  <a:pt x="5085212" y="1178241"/>
                </a:cubicBezTo>
                <a:cubicBezTo>
                  <a:pt x="5073161" y="1178241"/>
                  <a:pt x="5063392" y="1168472"/>
                  <a:pt x="5063392" y="1156421"/>
                </a:cubicBezTo>
                <a:cubicBezTo>
                  <a:pt x="5063392" y="1144370"/>
                  <a:pt x="5073161" y="1134601"/>
                  <a:pt x="5085212" y="1134601"/>
                </a:cubicBezTo>
                <a:close/>
                <a:moveTo>
                  <a:pt x="5007193" y="1134601"/>
                </a:moveTo>
                <a:cubicBezTo>
                  <a:pt x="5019244" y="1134601"/>
                  <a:pt x="5029013" y="1144370"/>
                  <a:pt x="5029013" y="1156421"/>
                </a:cubicBezTo>
                <a:cubicBezTo>
                  <a:pt x="5029013" y="1168472"/>
                  <a:pt x="5019244" y="1178241"/>
                  <a:pt x="5007193" y="1178241"/>
                </a:cubicBezTo>
                <a:cubicBezTo>
                  <a:pt x="4995142" y="1178241"/>
                  <a:pt x="4985373" y="1168472"/>
                  <a:pt x="4985373" y="1156421"/>
                </a:cubicBezTo>
                <a:cubicBezTo>
                  <a:pt x="4985373" y="1144370"/>
                  <a:pt x="4995142" y="1134601"/>
                  <a:pt x="5007193" y="1134601"/>
                </a:cubicBezTo>
                <a:close/>
                <a:moveTo>
                  <a:pt x="4928511" y="1134601"/>
                </a:moveTo>
                <a:cubicBezTo>
                  <a:pt x="4940927" y="1134601"/>
                  <a:pt x="4950992" y="1144370"/>
                  <a:pt x="4950992" y="1156421"/>
                </a:cubicBezTo>
                <a:cubicBezTo>
                  <a:pt x="4950992" y="1168472"/>
                  <a:pt x="4940927" y="1178241"/>
                  <a:pt x="4928511" y="1178241"/>
                </a:cubicBezTo>
                <a:cubicBezTo>
                  <a:pt x="4916095" y="1178241"/>
                  <a:pt x="4906030" y="1168472"/>
                  <a:pt x="4906030" y="1156421"/>
                </a:cubicBezTo>
                <a:cubicBezTo>
                  <a:pt x="4906030" y="1144370"/>
                  <a:pt x="4916095" y="1134601"/>
                  <a:pt x="4928511" y="1134601"/>
                </a:cubicBezTo>
                <a:close/>
                <a:moveTo>
                  <a:pt x="4850490" y="1134601"/>
                </a:moveTo>
                <a:cubicBezTo>
                  <a:pt x="4862906" y="1134601"/>
                  <a:pt x="4872971" y="1144370"/>
                  <a:pt x="4872971" y="1156421"/>
                </a:cubicBezTo>
                <a:cubicBezTo>
                  <a:pt x="4872971" y="1168472"/>
                  <a:pt x="4862906" y="1178241"/>
                  <a:pt x="4850490" y="1178241"/>
                </a:cubicBezTo>
                <a:cubicBezTo>
                  <a:pt x="4838074" y="1178241"/>
                  <a:pt x="4828009" y="1168472"/>
                  <a:pt x="4828009" y="1156421"/>
                </a:cubicBezTo>
                <a:cubicBezTo>
                  <a:pt x="4828009" y="1144370"/>
                  <a:pt x="4838074" y="1134601"/>
                  <a:pt x="4850490" y="1134601"/>
                </a:cubicBezTo>
                <a:close/>
                <a:moveTo>
                  <a:pt x="4773132" y="1134601"/>
                </a:moveTo>
                <a:cubicBezTo>
                  <a:pt x="4785183" y="1134601"/>
                  <a:pt x="4794952" y="1144370"/>
                  <a:pt x="4794952" y="1156421"/>
                </a:cubicBezTo>
                <a:cubicBezTo>
                  <a:pt x="4794952" y="1168472"/>
                  <a:pt x="4785183" y="1178241"/>
                  <a:pt x="4773132" y="1178241"/>
                </a:cubicBezTo>
                <a:cubicBezTo>
                  <a:pt x="4761081" y="1178241"/>
                  <a:pt x="4751312" y="1168472"/>
                  <a:pt x="4751312" y="1156421"/>
                </a:cubicBezTo>
                <a:cubicBezTo>
                  <a:pt x="4751312" y="1144370"/>
                  <a:pt x="4761081" y="1134601"/>
                  <a:pt x="4773132" y="1134601"/>
                </a:cubicBezTo>
                <a:close/>
                <a:moveTo>
                  <a:pt x="4695111" y="1134601"/>
                </a:moveTo>
                <a:cubicBezTo>
                  <a:pt x="4707162" y="1134601"/>
                  <a:pt x="4716931" y="1144370"/>
                  <a:pt x="4716931" y="1156421"/>
                </a:cubicBezTo>
                <a:cubicBezTo>
                  <a:pt x="4716931" y="1168472"/>
                  <a:pt x="4707162" y="1178241"/>
                  <a:pt x="4695111" y="1178241"/>
                </a:cubicBezTo>
                <a:cubicBezTo>
                  <a:pt x="4683060" y="1178241"/>
                  <a:pt x="4673291" y="1168472"/>
                  <a:pt x="4673291" y="1156421"/>
                </a:cubicBezTo>
                <a:cubicBezTo>
                  <a:pt x="4673291" y="1144370"/>
                  <a:pt x="4683060" y="1134601"/>
                  <a:pt x="4695111" y="1134601"/>
                </a:cubicBezTo>
                <a:close/>
                <a:moveTo>
                  <a:pt x="2748567" y="1134601"/>
                </a:moveTo>
                <a:cubicBezTo>
                  <a:pt x="2760618" y="1134601"/>
                  <a:pt x="2770387" y="1144370"/>
                  <a:pt x="2770387" y="1156421"/>
                </a:cubicBezTo>
                <a:cubicBezTo>
                  <a:pt x="2770387" y="1168472"/>
                  <a:pt x="2760618" y="1178241"/>
                  <a:pt x="2748567" y="1178241"/>
                </a:cubicBezTo>
                <a:cubicBezTo>
                  <a:pt x="2736516" y="1178241"/>
                  <a:pt x="2726747" y="1168472"/>
                  <a:pt x="2726747" y="1156421"/>
                </a:cubicBezTo>
                <a:cubicBezTo>
                  <a:pt x="2726747" y="1144370"/>
                  <a:pt x="2736516" y="1134601"/>
                  <a:pt x="2748567" y="1134601"/>
                </a:cubicBezTo>
                <a:close/>
                <a:moveTo>
                  <a:pt x="2670547" y="1134601"/>
                </a:moveTo>
                <a:cubicBezTo>
                  <a:pt x="2682598" y="1134601"/>
                  <a:pt x="2692367" y="1144370"/>
                  <a:pt x="2692367" y="1156421"/>
                </a:cubicBezTo>
                <a:cubicBezTo>
                  <a:pt x="2692367" y="1168472"/>
                  <a:pt x="2682598" y="1178241"/>
                  <a:pt x="2670547" y="1178241"/>
                </a:cubicBezTo>
                <a:cubicBezTo>
                  <a:pt x="2658496" y="1178241"/>
                  <a:pt x="2648727" y="1168472"/>
                  <a:pt x="2648727" y="1156421"/>
                </a:cubicBezTo>
                <a:cubicBezTo>
                  <a:pt x="2648727" y="1144370"/>
                  <a:pt x="2658496" y="1134601"/>
                  <a:pt x="2670547" y="1134601"/>
                </a:cubicBezTo>
                <a:close/>
                <a:moveTo>
                  <a:pt x="2592527" y="1134601"/>
                </a:moveTo>
                <a:cubicBezTo>
                  <a:pt x="2604578" y="1134601"/>
                  <a:pt x="2614347" y="1144370"/>
                  <a:pt x="2614347" y="1156421"/>
                </a:cubicBezTo>
                <a:cubicBezTo>
                  <a:pt x="2614347" y="1168472"/>
                  <a:pt x="2604578" y="1178241"/>
                  <a:pt x="2592527" y="1178241"/>
                </a:cubicBezTo>
                <a:cubicBezTo>
                  <a:pt x="2580476" y="1178241"/>
                  <a:pt x="2570707" y="1168472"/>
                  <a:pt x="2570707" y="1156421"/>
                </a:cubicBezTo>
                <a:cubicBezTo>
                  <a:pt x="2570707" y="1144370"/>
                  <a:pt x="2580476" y="1134601"/>
                  <a:pt x="2592527" y="1134601"/>
                </a:cubicBezTo>
                <a:close/>
                <a:moveTo>
                  <a:pt x="2513845" y="1134601"/>
                </a:moveTo>
                <a:cubicBezTo>
                  <a:pt x="2526261" y="1134601"/>
                  <a:pt x="2536326" y="1144370"/>
                  <a:pt x="2536326" y="1156421"/>
                </a:cubicBezTo>
                <a:cubicBezTo>
                  <a:pt x="2536326" y="1168472"/>
                  <a:pt x="2526261" y="1178241"/>
                  <a:pt x="2513845" y="1178241"/>
                </a:cubicBezTo>
                <a:cubicBezTo>
                  <a:pt x="2501429" y="1178241"/>
                  <a:pt x="2491364" y="1168472"/>
                  <a:pt x="2491364" y="1156421"/>
                </a:cubicBezTo>
                <a:cubicBezTo>
                  <a:pt x="2491364" y="1144370"/>
                  <a:pt x="2501429" y="1134601"/>
                  <a:pt x="2513845" y="1134601"/>
                </a:cubicBezTo>
                <a:close/>
                <a:moveTo>
                  <a:pt x="2203086" y="1134601"/>
                </a:moveTo>
                <a:cubicBezTo>
                  <a:pt x="2215502" y="1134601"/>
                  <a:pt x="2225567" y="1144370"/>
                  <a:pt x="2225567" y="1156421"/>
                </a:cubicBezTo>
                <a:cubicBezTo>
                  <a:pt x="2225567" y="1168472"/>
                  <a:pt x="2215502" y="1178241"/>
                  <a:pt x="2203086" y="1178241"/>
                </a:cubicBezTo>
                <a:cubicBezTo>
                  <a:pt x="2190670" y="1178241"/>
                  <a:pt x="2180605" y="1168472"/>
                  <a:pt x="2180605" y="1156421"/>
                </a:cubicBezTo>
                <a:cubicBezTo>
                  <a:pt x="2180605" y="1144370"/>
                  <a:pt x="2190670" y="1134601"/>
                  <a:pt x="2203086" y="1134601"/>
                </a:cubicBezTo>
                <a:close/>
                <a:moveTo>
                  <a:pt x="2125727" y="1134601"/>
                </a:moveTo>
                <a:cubicBezTo>
                  <a:pt x="2137778" y="1134601"/>
                  <a:pt x="2147547" y="1144370"/>
                  <a:pt x="2147547" y="1156421"/>
                </a:cubicBezTo>
                <a:cubicBezTo>
                  <a:pt x="2147547" y="1168472"/>
                  <a:pt x="2137778" y="1178241"/>
                  <a:pt x="2125727" y="1178241"/>
                </a:cubicBezTo>
                <a:cubicBezTo>
                  <a:pt x="2113676" y="1178241"/>
                  <a:pt x="2103907" y="1168472"/>
                  <a:pt x="2103907" y="1156421"/>
                </a:cubicBezTo>
                <a:cubicBezTo>
                  <a:pt x="2103907" y="1144370"/>
                  <a:pt x="2113676" y="1134601"/>
                  <a:pt x="2125727" y="1134601"/>
                </a:cubicBezTo>
                <a:close/>
                <a:moveTo>
                  <a:pt x="2047706" y="1134601"/>
                </a:moveTo>
                <a:cubicBezTo>
                  <a:pt x="2059757" y="1134601"/>
                  <a:pt x="2069526" y="1144370"/>
                  <a:pt x="2069526" y="1156421"/>
                </a:cubicBezTo>
                <a:cubicBezTo>
                  <a:pt x="2069526" y="1168472"/>
                  <a:pt x="2059757" y="1178241"/>
                  <a:pt x="2047706" y="1178241"/>
                </a:cubicBezTo>
                <a:cubicBezTo>
                  <a:pt x="2035655" y="1178241"/>
                  <a:pt x="2025886" y="1168472"/>
                  <a:pt x="2025886" y="1156421"/>
                </a:cubicBezTo>
                <a:cubicBezTo>
                  <a:pt x="2025886" y="1144370"/>
                  <a:pt x="2035655" y="1134601"/>
                  <a:pt x="2047706" y="1134601"/>
                </a:cubicBezTo>
                <a:close/>
                <a:moveTo>
                  <a:pt x="1968363" y="1134601"/>
                </a:moveTo>
                <a:cubicBezTo>
                  <a:pt x="1980414" y="1134601"/>
                  <a:pt x="1990183" y="1144370"/>
                  <a:pt x="1990183" y="1156421"/>
                </a:cubicBezTo>
                <a:cubicBezTo>
                  <a:pt x="1990183" y="1168472"/>
                  <a:pt x="1980414" y="1178241"/>
                  <a:pt x="1968363" y="1178241"/>
                </a:cubicBezTo>
                <a:cubicBezTo>
                  <a:pt x="1956312" y="1178241"/>
                  <a:pt x="1946543" y="1168472"/>
                  <a:pt x="1946543" y="1156421"/>
                </a:cubicBezTo>
                <a:cubicBezTo>
                  <a:pt x="1946543" y="1144370"/>
                  <a:pt x="1956312" y="1134601"/>
                  <a:pt x="1968363" y="1134601"/>
                </a:cubicBezTo>
                <a:close/>
                <a:moveTo>
                  <a:pt x="1891011" y="1134601"/>
                </a:moveTo>
                <a:cubicBezTo>
                  <a:pt x="1903431" y="1134601"/>
                  <a:pt x="1913495" y="1144370"/>
                  <a:pt x="1913495" y="1156421"/>
                </a:cubicBezTo>
                <a:cubicBezTo>
                  <a:pt x="1913495" y="1168472"/>
                  <a:pt x="1903431" y="1178241"/>
                  <a:pt x="1891011" y="1178241"/>
                </a:cubicBezTo>
                <a:cubicBezTo>
                  <a:pt x="1878594" y="1178241"/>
                  <a:pt x="1868529" y="1168472"/>
                  <a:pt x="1868529" y="1156421"/>
                </a:cubicBezTo>
                <a:cubicBezTo>
                  <a:pt x="1868529" y="1144370"/>
                  <a:pt x="1878594" y="1134601"/>
                  <a:pt x="1891011" y="1134601"/>
                </a:cubicBezTo>
                <a:close/>
                <a:moveTo>
                  <a:pt x="1813657" y="1134601"/>
                </a:moveTo>
                <a:cubicBezTo>
                  <a:pt x="1825704" y="1134601"/>
                  <a:pt x="1835474" y="1144370"/>
                  <a:pt x="1835474" y="1156421"/>
                </a:cubicBezTo>
                <a:cubicBezTo>
                  <a:pt x="1835474" y="1168472"/>
                  <a:pt x="1825704" y="1178241"/>
                  <a:pt x="1813657" y="1178241"/>
                </a:cubicBezTo>
                <a:cubicBezTo>
                  <a:pt x="1801603" y="1178241"/>
                  <a:pt x="1791833" y="1168472"/>
                  <a:pt x="1791833" y="1156421"/>
                </a:cubicBezTo>
                <a:cubicBezTo>
                  <a:pt x="1791833" y="1144370"/>
                  <a:pt x="1801603" y="1134601"/>
                  <a:pt x="1813657" y="1134601"/>
                </a:cubicBezTo>
                <a:close/>
                <a:moveTo>
                  <a:pt x="1735633" y="1134601"/>
                </a:moveTo>
                <a:cubicBezTo>
                  <a:pt x="1747685" y="1134601"/>
                  <a:pt x="1757457" y="1144370"/>
                  <a:pt x="1757457" y="1156421"/>
                </a:cubicBezTo>
                <a:cubicBezTo>
                  <a:pt x="1757457" y="1168472"/>
                  <a:pt x="1747685" y="1178241"/>
                  <a:pt x="1735633" y="1178241"/>
                </a:cubicBezTo>
                <a:cubicBezTo>
                  <a:pt x="1723586" y="1178241"/>
                  <a:pt x="1713819" y="1168472"/>
                  <a:pt x="1713819" y="1156421"/>
                </a:cubicBezTo>
                <a:cubicBezTo>
                  <a:pt x="1713819" y="1144370"/>
                  <a:pt x="1723586" y="1134601"/>
                  <a:pt x="1735633" y="1134601"/>
                </a:cubicBezTo>
                <a:close/>
                <a:moveTo>
                  <a:pt x="1657611" y="1134601"/>
                </a:moveTo>
                <a:cubicBezTo>
                  <a:pt x="1669659" y="1134601"/>
                  <a:pt x="1679436" y="1144370"/>
                  <a:pt x="1679436" y="1156421"/>
                </a:cubicBezTo>
                <a:cubicBezTo>
                  <a:pt x="1679436" y="1168472"/>
                  <a:pt x="1669659" y="1178241"/>
                  <a:pt x="1657611" y="1178241"/>
                </a:cubicBezTo>
                <a:cubicBezTo>
                  <a:pt x="1645568" y="1178241"/>
                  <a:pt x="1635796" y="1168472"/>
                  <a:pt x="1635796" y="1156421"/>
                </a:cubicBezTo>
                <a:cubicBezTo>
                  <a:pt x="1635796" y="1144370"/>
                  <a:pt x="1645568" y="1134601"/>
                  <a:pt x="1657611" y="1134601"/>
                </a:cubicBezTo>
                <a:close/>
                <a:moveTo>
                  <a:pt x="1580257" y="1134601"/>
                </a:moveTo>
                <a:cubicBezTo>
                  <a:pt x="1592669" y="1134601"/>
                  <a:pt x="1602734" y="1144370"/>
                  <a:pt x="1602734" y="1156421"/>
                </a:cubicBezTo>
                <a:cubicBezTo>
                  <a:pt x="1602734" y="1168472"/>
                  <a:pt x="1592669" y="1178241"/>
                  <a:pt x="1580257" y="1178241"/>
                </a:cubicBezTo>
                <a:cubicBezTo>
                  <a:pt x="1567839" y="1178241"/>
                  <a:pt x="1557771" y="1168472"/>
                  <a:pt x="1557771" y="1156421"/>
                </a:cubicBezTo>
                <a:cubicBezTo>
                  <a:pt x="1557771" y="1144370"/>
                  <a:pt x="1567839" y="1134601"/>
                  <a:pt x="1580257" y="1134601"/>
                </a:cubicBezTo>
                <a:close/>
                <a:moveTo>
                  <a:pt x="1502899" y="1134601"/>
                </a:moveTo>
                <a:cubicBezTo>
                  <a:pt x="1514943" y="1134601"/>
                  <a:pt x="1524717" y="1144370"/>
                  <a:pt x="1524717" y="1156421"/>
                </a:cubicBezTo>
                <a:cubicBezTo>
                  <a:pt x="1524717" y="1168472"/>
                  <a:pt x="1514943" y="1178241"/>
                  <a:pt x="1502899" y="1178241"/>
                </a:cubicBezTo>
                <a:cubicBezTo>
                  <a:pt x="1490842" y="1178241"/>
                  <a:pt x="1481077" y="1168472"/>
                  <a:pt x="1481077" y="1156421"/>
                </a:cubicBezTo>
                <a:cubicBezTo>
                  <a:pt x="1481077" y="1144370"/>
                  <a:pt x="1490842" y="1134601"/>
                  <a:pt x="1502899" y="1134601"/>
                </a:cubicBezTo>
                <a:close/>
                <a:moveTo>
                  <a:pt x="1424212" y="1134601"/>
                </a:moveTo>
                <a:cubicBezTo>
                  <a:pt x="1436628" y="1134601"/>
                  <a:pt x="1446695" y="1144370"/>
                  <a:pt x="1446695" y="1156421"/>
                </a:cubicBezTo>
                <a:cubicBezTo>
                  <a:pt x="1446695" y="1168472"/>
                  <a:pt x="1436628" y="1178241"/>
                  <a:pt x="1424212" y="1178241"/>
                </a:cubicBezTo>
                <a:cubicBezTo>
                  <a:pt x="1411799" y="1178241"/>
                  <a:pt x="1401732" y="1168472"/>
                  <a:pt x="1401732" y="1156421"/>
                </a:cubicBezTo>
                <a:cubicBezTo>
                  <a:pt x="1401732" y="1144370"/>
                  <a:pt x="1411799" y="1134601"/>
                  <a:pt x="1424212" y="1134601"/>
                </a:cubicBezTo>
                <a:close/>
                <a:moveTo>
                  <a:pt x="1345530" y="1134601"/>
                </a:moveTo>
                <a:cubicBezTo>
                  <a:pt x="1357582" y="1134601"/>
                  <a:pt x="1367350" y="1144370"/>
                  <a:pt x="1367350" y="1156421"/>
                </a:cubicBezTo>
                <a:cubicBezTo>
                  <a:pt x="1367350" y="1168472"/>
                  <a:pt x="1357582" y="1178241"/>
                  <a:pt x="1345530" y="1178241"/>
                </a:cubicBezTo>
                <a:cubicBezTo>
                  <a:pt x="1333479" y="1178241"/>
                  <a:pt x="1323709" y="1168472"/>
                  <a:pt x="1323709" y="1156421"/>
                </a:cubicBezTo>
                <a:cubicBezTo>
                  <a:pt x="1323709" y="1144370"/>
                  <a:pt x="1333479" y="1134601"/>
                  <a:pt x="1345530" y="1134601"/>
                </a:cubicBezTo>
                <a:close/>
                <a:moveTo>
                  <a:pt x="1268169" y="1134601"/>
                </a:moveTo>
                <a:cubicBezTo>
                  <a:pt x="1280590" y="1134601"/>
                  <a:pt x="1290660" y="1144370"/>
                  <a:pt x="1290660" y="1156421"/>
                </a:cubicBezTo>
                <a:cubicBezTo>
                  <a:pt x="1290660" y="1168472"/>
                  <a:pt x="1280590" y="1178241"/>
                  <a:pt x="1268169" y="1178241"/>
                </a:cubicBezTo>
                <a:cubicBezTo>
                  <a:pt x="1255755" y="1178241"/>
                  <a:pt x="1245691" y="1168472"/>
                  <a:pt x="1245691" y="1156421"/>
                </a:cubicBezTo>
                <a:cubicBezTo>
                  <a:pt x="1245691" y="1144370"/>
                  <a:pt x="1255755" y="1134601"/>
                  <a:pt x="1268169" y="1134601"/>
                </a:cubicBezTo>
                <a:close/>
                <a:moveTo>
                  <a:pt x="1190817" y="1134601"/>
                </a:moveTo>
                <a:cubicBezTo>
                  <a:pt x="1202861" y="1134601"/>
                  <a:pt x="1212636" y="1144370"/>
                  <a:pt x="1212636" y="1156421"/>
                </a:cubicBezTo>
                <a:cubicBezTo>
                  <a:pt x="1212636" y="1168472"/>
                  <a:pt x="1202861" y="1178241"/>
                  <a:pt x="1190817" y="1178241"/>
                </a:cubicBezTo>
                <a:cubicBezTo>
                  <a:pt x="1178762" y="1178241"/>
                  <a:pt x="1168996" y="1168472"/>
                  <a:pt x="1168996" y="1156421"/>
                </a:cubicBezTo>
                <a:cubicBezTo>
                  <a:pt x="1168996" y="1144370"/>
                  <a:pt x="1178762" y="1134601"/>
                  <a:pt x="1190817" y="1134601"/>
                </a:cubicBezTo>
                <a:close/>
                <a:moveTo>
                  <a:pt x="1112792" y="1134601"/>
                </a:moveTo>
                <a:cubicBezTo>
                  <a:pt x="1124847" y="1134601"/>
                  <a:pt x="1134615" y="1144370"/>
                  <a:pt x="1134615" y="1156421"/>
                </a:cubicBezTo>
                <a:cubicBezTo>
                  <a:pt x="1134615" y="1168472"/>
                  <a:pt x="1124847" y="1178241"/>
                  <a:pt x="1112792" y="1178241"/>
                </a:cubicBezTo>
                <a:cubicBezTo>
                  <a:pt x="1100740" y="1178241"/>
                  <a:pt x="1090972" y="1168472"/>
                  <a:pt x="1090972" y="1156421"/>
                </a:cubicBezTo>
                <a:cubicBezTo>
                  <a:pt x="1090972" y="1144370"/>
                  <a:pt x="1100740" y="1134601"/>
                  <a:pt x="1112792" y="1134601"/>
                </a:cubicBezTo>
                <a:close/>
                <a:moveTo>
                  <a:pt x="1034768" y="1134601"/>
                </a:moveTo>
                <a:cubicBezTo>
                  <a:pt x="1046824" y="1134601"/>
                  <a:pt x="1056586" y="1144370"/>
                  <a:pt x="1056586" y="1156421"/>
                </a:cubicBezTo>
                <a:cubicBezTo>
                  <a:pt x="1056586" y="1168472"/>
                  <a:pt x="1046824" y="1178241"/>
                  <a:pt x="1034768" y="1178241"/>
                </a:cubicBezTo>
                <a:cubicBezTo>
                  <a:pt x="1022720" y="1178241"/>
                  <a:pt x="1012952" y="1168472"/>
                  <a:pt x="1012952" y="1156421"/>
                </a:cubicBezTo>
                <a:cubicBezTo>
                  <a:pt x="1012952" y="1144370"/>
                  <a:pt x="1022720" y="1134601"/>
                  <a:pt x="1034768" y="1134601"/>
                </a:cubicBezTo>
                <a:close/>
                <a:moveTo>
                  <a:pt x="956746" y="1134601"/>
                </a:moveTo>
                <a:cubicBezTo>
                  <a:pt x="968802" y="1134601"/>
                  <a:pt x="978570" y="1144370"/>
                  <a:pt x="978570" y="1156421"/>
                </a:cubicBezTo>
                <a:cubicBezTo>
                  <a:pt x="978570" y="1168472"/>
                  <a:pt x="968802" y="1178241"/>
                  <a:pt x="956746" y="1178241"/>
                </a:cubicBezTo>
                <a:cubicBezTo>
                  <a:pt x="944697" y="1178241"/>
                  <a:pt x="934926" y="1168472"/>
                  <a:pt x="934926" y="1156421"/>
                </a:cubicBezTo>
                <a:cubicBezTo>
                  <a:pt x="934926" y="1144370"/>
                  <a:pt x="944697" y="1134601"/>
                  <a:pt x="956746" y="1134601"/>
                </a:cubicBezTo>
                <a:close/>
                <a:moveTo>
                  <a:pt x="880049" y="1134601"/>
                </a:moveTo>
                <a:cubicBezTo>
                  <a:pt x="892100" y="1134601"/>
                  <a:pt x="901869" y="1144370"/>
                  <a:pt x="901869" y="1156421"/>
                </a:cubicBezTo>
                <a:cubicBezTo>
                  <a:pt x="901869" y="1168472"/>
                  <a:pt x="892100" y="1178241"/>
                  <a:pt x="880049" y="1178241"/>
                </a:cubicBezTo>
                <a:cubicBezTo>
                  <a:pt x="867998" y="1178241"/>
                  <a:pt x="858229" y="1168472"/>
                  <a:pt x="858229" y="1156421"/>
                </a:cubicBezTo>
                <a:cubicBezTo>
                  <a:pt x="858229" y="1144370"/>
                  <a:pt x="867998" y="1134601"/>
                  <a:pt x="880049" y="1134601"/>
                </a:cubicBezTo>
                <a:close/>
                <a:moveTo>
                  <a:pt x="800708" y="1134601"/>
                </a:moveTo>
                <a:cubicBezTo>
                  <a:pt x="812759" y="1134601"/>
                  <a:pt x="822526" y="1144370"/>
                  <a:pt x="822526" y="1156421"/>
                </a:cubicBezTo>
                <a:cubicBezTo>
                  <a:pt x="822526" y="1168472"/>
                  <a:pt x="812759" y="1178241"/>
                  <a:pt x="800708" y="1178241"/>
                </a:cubicBezTo>
                <a:cubicBezTo>
                  <a:pt x="788656" y="1178241"/>
                  <a:pt x="778885" y="1168472"/>
                  <a:pt x="778885" y="1156421"/>
                </a:cubicBezTo>
                <a:cubicBezTo>
                  <a:pt x="778885" y="1144370"/>
                  <a:pt x="788656" y="1134601"/>
                  <a:pt x="800708" y="1134601"/>
                </a:cubicBezTo>
                <a:close/>
                <a:moveTo>
                  <a:pt x="722684" y="1134601"/>
                </a:moveTo>
                <a:cubicBezTo>
                  <a:pt x="734735" y="1134601"/>
                  <a:pt x="744504" y="1144370"/>
                  <a:pt x="744504" y="1156421"/>
                </a:cubicBezTo>
                <a:cubicBezTo>
                  <a:pt x="744504" y="1168472"/>
                  <a:pt x="734735" y="1178241"/>
                  <a:pt x="722684" y="1178241"/>
                </a:cubicBezTo>
                <a:cubicBezTo>
                  <a:pt x="710634" y="1178241"/>
                  <a:pt x="700862" y="1168472"/>
                  <a:pt x="700862" y="1156421"/>
                </a:cubicBezTo>
                <a:cubicBezTo>
                  <a:pt x="700862" y="1144370"/>
                  <a:pt x="710634" y="1134601"/>
                  <a:pt x="722684" y="1134601"/>
                </a:cubicBezTo>
                <a:close/>
                <a:moveTo>
                  <a:pt x="644665" y="1134601"/>
                </a:moveTo>
                <a:cubicBezTo>
                  <a:pt x="656717" y="1134601"/>
                  <a:pt x="666485" y="1144370"/>
                  <a:pt x="666485" y="1156421"/>
                </a:cubicBezTo>
                <a:cubicBezTo>
                  <a:pt x="666485" y="1168472"/>
                  <a:pt x="656717" y="1178241"/>
                  <a:pt x="644665" y="1178241"/>
                </a:cubicBezTo>
                <a:cubicBezTo>
                  <a:pt x="632612" y="1178241"/>
                  <a:pt x="622842" y="1168472"/>
                  <a:pt x="622842" y="1156421"/>
                </a:cubicBezTo>
                <a:cubicBezTo>
                  <a:pt x="622842" y="1144370"/>
                  <a:pt x="632612" y="1134601"/>
                  <a:pt x="644665" y="1134601"/>
                </a:cubicBezTo>
                <a:close/>
                <a:moveTo>
                  <a:pt x="567304" y="1134601"/>
                </a:moveTo>
                <a:cubicBezTo>
                  <a:pt x="579719" y="1134601"/>
                  <a:pt x="589784" y="1144370"/>
                  <a:pt x="589784" y="1156421"/>
                </a:cubicBezTo>
                <a:cubicBezTo>
                  <a:pt x="589784" y="1168472"/>
                  <a:pt x="579719" y="1178241"/>
                  <a:pt x="567304" y="1178241"/>
                </a:cubicBezTo>
                <a:cubicBezTo>
                  <a:pt x="554887" y="1178241"/>
                  <a:pt x="544822" y="1168472"/>
                  <a:pt x="544822" y="1156421"/>
                </a:cubicBezTo>
                <a:cubicBezTo>
                  <a:pt x="544822" y="1144370"/>
                  <a:pt x="554887" y="1134601"/>
                  <a:pt x="567304" y="1134601"/>
                </a:cubicBezTo>
                <a:close/>
                <a:moveTo>
                  <a:pt x="489945" y="1134601"/>
                </a:moveTo>
                <a:cubicBezTo>
                  <a:pt x="501996" y="1134601"/>
                  <a:pt x="511765" y="1144370"/>
                  <a:pt x="511765" y="1156421"/>
                </a:cubicBezTo>
                <a:cubicBezTo>
                  <a:pt x="511765" y="1168472"/>
                  <a:pt x="501996" y="1178241"/>
                  <a:pt x="489945" y="1178241"/>
                </a:cubicBezTo>
                <a:cubicBezTo>
                  <a:pt x="477894" y="1178241"/>
                  <a:pt x="468126" y="1168472"/>
                  <a:pt x="468126" y="1156421"/>
                </a:cubicBezTo>
                <a:cubicBezTo>
                  <a:pt x="468126" y="1144370"/>
                  <a:pt x="477894" y="1134601"/>
                  <a:pt x="489945" y="1134601"/>
                </a:cubicBezTo>
                <a:close/>
                <a:moveTo>
                  <a:pt x="411925" y="1134601"/>
                </a:moveTo>
                <a:cubicBezTo>
                  <a:pt x="423974" y="1134601"/>
                  <a:pt x="433742" y="1144370"/>
                  <a:pt x="433742" y="1156421"/>
                </a:cubicBezTo>
                <a:cubicBezTo>
                  <a:pt x="433742" y="1168472"/>
                  <a:pt x="423974" y="1178241"/>
                  <a:pt x="411925" y="1178241"/>
                </a:cubicBezTo>
                <a:cubicBezTo>
                  <a:pt x="399875" y="1178241"/>
                  <a:pt x="390105" y="1168472"/>
                  <a:pt x="390105" y="1156421"/>
                </a:cubicBezTo>
                <a:cubicBezTo>
                  <a:pt x="390105" y="1144370"/>
                  <a:pt x="399875" y="1134601"/>
                  <a:pt x="411925" y="1134601"/>
                </a:cubicBezTo>
                <a:close/>
                <a:moveTo>
                  <a:pt x="333903" y="1134601"/>
                </a:moveTo>
                <a:cubicBezTo>
                  <a:pt x="345953" y="1134601"/>
                  <a:pt x="355723" y="1144370"/>
                  <a:pt x="355723" y="1156421"/>
                </a:cubicBezTo>
                <a:cubicBezTo>
                  <a:pt x="355723" y="1168472"/>
                  <a:pt x="345953" y="1178241"/>
                  <a:pt x="333903" y="1178241"/>
                </a:cubicBezTo>
                <a:cubicBezTo>
                  <a:pt x="321852" y="1178241"/>
                  <a:pt x="312083" y="1168472"/>
                  <a:pt x="312083" y="1156421"/>
                </a:cubicBezTo>
                <a:cubicBezTo>
                  <a:pt x="312083" y="1144370"/>
                  <a:pt x="321852" y="1134601"/>
                  <a:pt x="333903" y="1134601"/>
                </a:cubicBezTo>
                <a:close/>
                <a:moveTo>
                  <a:pt x="255883" y="1134601"/>
                </a:moveTo>
                <a:cubicBezTo>
                  <a:pt x="267933" y="1134601"/>
                  <a:pt x="277701" y="1144370"/>
                  <a:pt x="277701" y="1156421"/>
                </a:cubicBezTo>
                <a:cubicBezTo>
                  <a:pt x="277701" y="1168472"/>
                  <a:pt x="267933" y="1178241"/>
                  <a:pt x="255883" y="1178241"/>
                </a:cubicBezTo>
                <a:cubicBezTo>
                  <a:pt x="243831" y="1178241"/>
                  <a:pt x="234062" y="1168472"/>
                  <a:pt x="234062" y="1156421"/>
                </a:cubicBezTo>
                <a:cubicBezTo>
                  <a:pt x="234062" y="1144370"/>
                  <a:pt x="243831" y="1134601"/>
                  <a:pt x="255883" y="1134601"/>
                </a:cubicBezTo>
                <a:close/>
                <a:moveTo>
                  <a:pt x="177862" y="1134601"/>
                </a:moveTo>
                <a:cubicBezTo>
                  <a:pt x="189913" y="1134601"/>
                  <a:pt x="199683" y="1144370"/>
                  <a:pt x="199683" y="1156421"/>
                </a:cubicBezTo>
                <a:cubicBezTo>
                  <a:pt x="199683" y="1168472"/>
                  <a:pt x="189913" y="1178241"/>
                  <a:pt x="177862" y="1178241"/>
                </a:cubicBezTo>
                <a:cubicBezTo>
                  <a:pt x="165812" y="1178241"/>
                  <a:pt x="156042" y="1168472"/>
                  <a:pt x="156042" y="1156421"/>
                </a:cubicBezTo>
                <a:cubicBezTo>
                  <a:pt x="156042" y="1144370"/>
                  <a:pt x="165812" y="1134601"/>
                  <a:pt x="177862" y="1134601"/>
                </a:cubicBezTo>
                <a:close/>
                <a:moveTo>
                  <a:pt x="99841" y="1134601"/>
                </a:moveTo>
                <a:cubicBezTo>
                  <a:pt x="111893" y="1134601"/>
                  <a:pt x="121661" y="1144370"/>
                  <a:pt x="121661" y="1156421"/>
                </a:cubicBezTo>
                <a:cubicBezTo>
                  <a:pt x="121661" y="1168472"/>
                  <a:pt x="111893" y="1178241"/>
                  <a:pt x="99841" y="1178241"/>
                </a:cubicBezTo>
                <a:cubicBezTo>
                  <a:pt x="87790" y="1178241"/>
                  <a:pt x="78021" y="1168472"/>
                  <a:pt x="78021" y="1156421"/>
                </a:cubicBezTo>
                <a:cubicBezTo>
                  <a:pt x="78021" y="1144370"/>
                  <a:pt x="87790" y="1134601"/>
                  <a:pt x="99841" y="1134601"/>
                </a:cubicBezTo>
                <a:close/>
                <a:moveTo>
                  <a:pt x="21820" y="1134601"/>
                </a:moveTo>
                <a:cubicBezTo>
                  <a:pt x="33871" y="1134601"/>
                  <a:pt x="43640" y="1144370"/>
                  <a:pt x="43640" y="1156421"/>
                </a:cubicBezTo>
                <a:cubicBezTo>
                  <a:pt x="43640" y="1168472"/>
                  <a:pt x="33871" y="1178241"/>
                  <a:pt x="21820" y="1178241"/>
                </a:cubicBezTo>
                <a:cubicBezTo>
                  <a:pt x="9769" y="1178241"/>
                  <a:pt x="0" y="1168472"/>
                  <a:pt x="0" y="1156421"/>
                </a:cubicBezTo>
                <a:cubicBezTo>
                  <a:pt x="0" y="1144370"/>
                  <a:pt x="9769" y="1134601"/>
                  <a:pt x="21820" y="1134601"/>
                </a:cubicBezTo>
                <a:close/>
                <a:moveTo>
                  <a:pt x="3371408" y="1090962"/>
                </a:moveTo>
                <a:cubicBezTo>
                  <a:pt x="3383459" y="1090962"/>
                  <a:pt x="3393228" y="1100731"/>
                  <a:pt x="3393228" y="1112782"/>
                </a:cubicBezTo>
                <a:cubicBezTo>
                  <a:pt x="3393228" y="1124833"/>
                  <a:pt x="3383459" y="1134602"/>
                  <a:pt x="3371408" y="1134602"/>
                </a:cubicBezTo>
                <a:cubicBezTo>
                  <a:pt x="3359357" y="1134602"/>
                  <a:pt x="3349588" y="1124833"/>
                  <a:pt x="3349588" y="1112782"/>
                </a:cubicBezTo>
                <a:cubicBezTo>
                  <a:pt x="3349588" y="1100731"/>
                  <a:pt x="3359357" y="1090962"/>
                  <a:pt x="3371408" y="1090962"/>
                </a:cubicBezTo>
                <a:close/>
                <a:moveTo>
                  <a:pt x="3293388" y="1090962"/>
                </a:moveTo>
                <a:cubicBezTo>
                  <a:pt x="3305439" y="1090962"/>
                  <a:pt x="3315208" y="1100731"/>
                  <a:pt x="3315208" y="1112782"/>
                </a:cubicBezTo>
                <a:cubicBezTo>
                  <a:pt x="3315208" y="1124833"/>
                  <a:pt x="3305439" y="1134602"/>
                  <a:pt x="3293388" y="1134602"/>
                </a:cubicBezTo>
                <a:cubicBezTo>
                  <a:pt x="3281337" y="1134602"/>
                  <a:pt x="3271568" y="1124833"/>
                  <a:pt x="3271568" y="1112782"/>
                </a:cubicBezTo>
                <a:cubicBezTo>
                  <a:pt x="3271568" y="1100731"/>
                  <a:pt x="3281337" y="1090962"/>
                  <a:pt x="3293388" y="1090962"/>
                </a:cubicBezTo>
                <a:close/>
                <a:moveTo>
                  <a:pt x="3215368" y="1090962"/>
                </a:moveTo>
                <a:cubicBezTo>
                  <a:pt x="3227419" y="1090962"/>
                  <a:pt x="3237188" y="1100731"/>
                  <a:pt x="3237188" y="1112782"/>
                </a:cubicBezTo>
                <a:cubicBezTo>
                  <a:pt x="3237188" y="1124833"/>
                  <a:pt x="3227419" y="1134602"/>
                  <a:pt x="3215368" y="1134602"/>
                </a:cubicBezTo>
                <a:cubicBezTo>
                  <a:pt x="3203317" y="1134602"/>
                  <a:pt x="3193548" y="1124833"/>
                  <a:pt x="3193548" y="1112782"/>
                </a:cubicBezTo>
                <a:cubicBezTo>
                  <a:pt x="3193548" y="1100731"/>
                  <a:pt x="3203317" y="1090962"/>
                  <a:pt x="3215368" y="1090962"/>
                </a:cubicBezTo>
                <a:close/>
                <a:moveTo>
                  <a:pt x="3137348" y="1090962"/>
                </a:moveTo>
                <a:cubicBezTo>
                  <a:pt x="3149399" y="1090962"/>
                  <a:pt x="3159168" y="1100731"/>
                  <a:pt x="3159168" y="1112782"/>
                </a:cubicBezTo>
                <a:cubicBezTo>
                  <a:pt x="3159168" y="1124833"/>
                  <a:pt x="3149399" y="1134602"/>
                  <a:pt x="3137348" y="1134602"/>
                </a:cubicBezTo>
                <a:cubicBezTo>
                  <a:pt x="3125297" y="1134602"/>
                  <a:pt x="3115528" y="1124833"/>
                  <a:pt x="3115528" y="1112782"/>
                </a:cubicBezTo>
                <a:cubicBezTo>
                  <a:pt x="3115528" y="1100731"/>
                  <a:pt x="3125297" y="1090962"/>
                  <a:pt x="3137348" y="1090962"/>
                </a:cubicBezTo>
                <a:close/>
                <a:moveTo>
                  <a:pt x="9134341" y="1056581"/>
                </a:moveTo>
                <a:cubicBezTo>
                  <a:pt x="9146392" y="1056581"/>
                  <a:pt x="9156161" y="1066646"/>
                  <a:pt x="9156161" y="1079062"/>
                </a:cubicBezTo>
                <a:cubicBezTo>
                  <a:pt x="9156161" y="1091478"/>
                  <a:pt x="9146392" y="1101543"/>
                  <a:pt x="9134341" y="1101543"/>
                </a:cubicBezTo>
                <a:cubicBezTo>
                  <a:pt x="9122290" y="1101543"/>
                  <a:pt x="9112521" y="1091478"/>
                  <a:pt x="9112521" y="1079062"/>
                </a:cubicBezTo>
                <a:cubicBezTo>
                  <a:pt x="9112521" y="1066646"/>
                  <a:pt x="9122290" y="1056581"/>
                  <a:pt x="9134341" y="1056581"/>
                </a:cubicBezTo>
                <a:close/>
                <a:moveTo>
                  <a:pt x="9056320" y="1056581"/>
                </a:moveTo>
                <a:cubicBezTo>
                  <a:pt x="9068371" y="1056581"/>
                  <a:pt x="9078140" y="1066646"/>
                  <a:pt x="9078140" y="1079062"/>
                </a:cubicBezTo>
                <a:cubicBezTo>
                  <a:pt x="9078140" y="1091478"/>
                  <a:pt x="9068371" y="1101543"/>
                  <a:pt x="9056320" y="1101543"/>
                </a:cubicBezTo>
                <a:cubicBezTo>
                  <a:pt x="9044269" y="1101543"/>
                  <a:pt x="9034500" y="1091478"/>
                  <a:pt x="9034500" y="1079062"/>
                </a:cubicBezTo>
                <a:cubicBezTo>
                  <a:pt x="9034500" y="1066646"/>
                  <a:pt x="9044269" y="1056581"/>
                  <a:pt x="9056320" y="1056581"/>
                </a:cubicBezTo>
                <a:close/>
                <a:moveTo>
                  <a:pt x="8978300" y="1056581"/>
                </a:moveTo>
                <a:cubicBezTo>
                  <a:pt x="8990351" y="1056581"/>
                  <a:pt x="9000120" y="1066646"/>
                  <a:pt x="9000120" y="1079062"/>
                </a:cubicBezTo>
                <a:cubicBezTo>
                  <a:pt x="9000120" y="1091478"/>
                  <a:pt x="8990351" y="1101543"/>
                  <a:pt x="8978300" y="1101543"/>
                </a:cubicBezTo>
                <a:cubicBezTo>
                  <a:pt x="8966249" y="1101543"/>
                  <a:pt x="8956480" y="1091478"/>
                  <a:pt x="8956480" y="1079062"/>
                </a:cubicBezTo>
                <a:cubicBezTo>
                  <a:pt x="8956480" y="1066646"/>
                  <a:pt x="8966249" y="1056581"/>
                  <a:pt x="8978300" y="1056581"/>
                </a:cubicBezTo>
                <a:close/>
                <a:moveTo>
                  <a:pt x="8900279" y="1056581"/>
                </a:moveTo>
                <a:cubicBezTo>
                  <a:pt x="8912330" y="1056581"/>
                  <a:pt x="8922099" y="1066646"/>
                  <a:pt x="8922099" y="1079062"/>
                </a:cubicBezTo>
                <a:cubicBezTo>
                  <a:pt x="8922099" y="1091478"/>
                  <a:pt x="8912330" y="1101543"/>
                  <a:pt x="8900279" y="1101543"/>
                </a:cubicBezTo>
                <a:cubicBezTo>
                  <a:pt x="8888228" y="1101543"/>
                  <a:pt x="8878459" y="1091478"/>
                  <a:pt x="8878459" y="1079062"/>
                </a:cubicBezTo>
                <a:cubicBezTo>
                  <a:pt x="8878459" y="1066646"/>
                  <a:pt x="8888228" y="1056581"/>
                  <a:pt x="8900279" y="1056581"/>
                </a:cubicBezTo>
                <a:close/>
                <a:moveTo>
                  <a:pt x="8822259" y="1056581"/>
                </a:moveTo>
                <a:cubicBezTo>
                  <a:pt x="8834310" y="1056581"/>
                  <a:pt x="8844079" y="1066646"/>
                  <a:pt x="8844079" y="1079062"/>
                </a:cubicBezTo>
                <a:cubicBezTo>
                  <a:pt x="8844079" y="1091478"/>
                  <a:pt x="8834310" y="1101543"/>
                  <a:pt x="8822259" y="1101543"/>
                </a:cubicBezTo>
                <a:cubicBezTo>
                  <a:pt x="8810208" y="1101543"/>
                  <a:pt x="8800439" y="1091478"/>
                  <a:pt x="8800439" y="1079062"/>
                </a:cubicBezTo>
                <a:cubicBezTo>
                  <a:pt x="8800439" y="1066646"/>
                  <a:pt x="8810208" y="1056581"/>
                  <a:pt x="8822259" y="1056581"/>
                </a:cubicBezTo>
                <a:close/>
                <a:moveTo>
                  <a:pt x="8744900" y="1056581"/>
                </a:moveTo>
                <a:cubicBezTo>
                  <a:pt x="8757316" y="1056581"/>
                  <a:pt x="8767381" y="1066646"/>
                  <a:pt x="8767381" y="1079062"/>
                </a:cubicBezTo>
                <a:cubicBezTo>
                  <a:pt x="8767381" y="1091478"/>
                  <a:pt x="8757316" y="1101543"/>
                  <a:pt x="8744900" y="1101543"/>
                </a:cubicBezTo>
                <a:cubicBezTo>
                  <a:pt x="8732484" y="1101543"/>
                  <a:pt x="8722419" y="1091478"/>
                  <a:pt x="8722419" y="1079062"/>
                </a:cubicBezTo>
                <a:cubicBezTo>
                  <a:pt x="8722419" y="1066646"/>
                  <a:pt x="8732484" y="1056581"/>
                  <a:pt x="8744900" y="1056581"/>
                </a:cubicBezTo>
                <a:close/>
                <a:moveTo>
                  <a:pt x="8667540" y="1056581"/>
                </a:moveTo>
                <a:cubicBezTo>
                  <a:pt x="8679591" y="1056581"/>
                  <a:pt x="8689360" y="1066646"/>
                  <a:pt x="8689360" y="1079062"/>
                </a:cubicBezTo>
                <a:cubicBezTo>
                  <a:pt x="8689360" y="1091478"/>
                  <a:pt x="8679591" y="1101543"/>
                  <a:pt x="8667540" y="1101543"/>
                </a:cubicBezTo>
                <a:cubicBezTo>
                  <a:pt x="8655489" y="1101543"/>
                  <a:pt x="8645720" y="1091478"/>
                  <a:pt x="8645720" y="1079062"/>
                </a:cubicBezTo>
                <a:cubicBezTo>
                  <a:pt x="8645720" y="1066646"/>
                  <a:pt x="8655489" y="1056581"/>
                  <a:pt x="8667540" y="1056581"/>
                </a:cubicBezTo>
                <a:close/>
                <a:moveTo>
                  <a:pt x="8589520" y="1056581"/>
                </a:moveTo>
                <a:cubicBezTo>
                  <a:pt x="8601571" y="1056581"/>
                  <a:pt x="8611340" y="1066646"/>
                  <a:pt x="8611340" y="1079062"/>
                </a:cubicBezTo>
                <a:cubicBezTo>
                  <a:pt x="8611340" y="1091478"/>
                  <a:pt x="8601571" y="1101543"/>
                  <a:pt x="8589520" y="1101543"/>
                </a:cubicBezTo>
                <a:cubicBezTo>
                  <a:pt x="8577469" y="1101543"/>
                  <a:pt x="8567700" y="1091478"/>
                  <a:pt x="8567700" y="1079062"/>
                </a:cubicBezTo>
                <a:cubicBezTo>
                  <a:pt x="8567700" y="1066646"/>
                  <a:pt x="8577469" y="1056581"/>
                  <a:pt x="8589520" y="1056581"/>
                </a:cubicBezTo>
                <a:close/>
                <a:moveTo>
                  <a:pt x="8511500" y="1056581"/>
                </a:moveTo>
                <a:cubicBezTo>
                  <a:pt x="8523551" y="1056581"/>
                  <a:pt x="8533320" y="1066646"/>
                  <a:pt x="8533320" y="1079062"/>
                </a:cubicBezTo>
                <a:cubicBezTo>
                  <a:pt x="8533320" y="1091478"/>
                  <a:pt x="8523551" y="1101543"/>
                  <a:pt x="8511500" y="1101543"/>
                </a:cubicBezTo>
                <a:cubicBezTo>
                  <a:pt x="8499449" y="1101543"/>
                  <a:pt x="8489680" y="1091478"/>
                  <a:pt x="8489680" y="1079062"/>
                </a:cubicBezTo>
                <a:cubicBezTo>
                  <a:pt x="8489680" y="1066646"/>
                  <a:pt x="8499449" y="1056581"/>
                  <a:pt x="8511500" y="1056581"/>
                </a:cubicBezTo>
                <a:close/>
                <a:moveTo>
                  <a:pt x="8432818" y="1056581"/>
                </a:moveTo>
                <a:cubicBezTo>
                  <a:pt x="8445234" y="1056581"/>
                  <a:pt x="8455299" y="1066646"/>
                  <a:pt x="8455299" y="1079062"/>
                </a:cubicBezTo>
                <a:cubicBezTo>
                  <a:pt x="8455299" y="1091478"/>
                  <a:pt x="8445234" y="1101543"/>
                  <a:pt x="8432818" y="1101543"/>
                </a:cubicBezTo>
                <a:cubicBezTo>
                  <a:pt x="8420402" y="1101543"/>
                  <a:pt x="8410337" y="1091478"/>
                  <a:pt x="8410337" y="1079062"/>
                </a:cubicBezTo>
                <a:cubicBezTo>
                  <a:pt x="8410337" y="1066646"/>
                  <a:pt x="8420402" y="1056581"/>
                  <a:pt x="8432818" y="1056581"/>
                </a:cubicBezTo>
                <a:close/>
                <a:moveTo>
                  <a:pt x="8355459" y="1056581"/>
                </a:moveTo>
                <a:cubicBezTo>
                  <a:pt x="8367510" y="1056581"/>
                  <a:pt x="8377279" y="1066646"/>
                  <a:pt x="8377279" y="1079062"/>
                </a:cubicBezTo>
                <a:cubicBezTo>
                  <a:pt x="8377279" y="1091478"/>
                  <a:pt x="8367510" y="1101543"/>
                  <a:pt x="8355459" y="1101543"/>
                </a:cubicBezTo>
                <a:cubicBezTo>
                  <a:pt x="8343408" y="1101543"/>
                  <a:pt x="8333639" y="1091478"/>
                  <a:pt x="8333639" y="1079062"/>
                </a:cubicBezTo>
                <a:cubicBezTo>
                  <a:pt x="8333639" y="1066646"/>
                  <a:pt x="8343408" y="1056581"/>
                  <a:pt x="8355459" y="1056581"/>
                </a:cubicBezTo>
                <a:close/>
                <a:moveTo>
                  <a:pt x="8277438" y="1056581"/>
                </a:moveTo>
                <a:cubicBezTo>
                  <a:pt x="8289489" y="1056581"/>
                  <a:pt x="8299258" y="1066646"/>
                  <a:pt x="8299258" y="1079062"/>
                </a:cubicBezTo>
                <a:cubicBezTo>
                  <a:pt x="8299258" y="1091478"/>
                  <a:pt x="8289489" y="1101543"/>
                  <a:pt x="8277438" y="1101543"/>
                </a:cubicBezTo>
                <a:cubicBezTo>
                  <a:pt x="8265387" y="1101543"/>
                  <a:pt x="8255618" y="1091478"/>
                  <a:pt x="8255618" y="1079062"/>
                </a:cubicBezTo>
                <a:cubicBezTo>
                  <a:pt x="8255618" y="1066646"/>
                  <a:pt x="8265387" y="1056581"/>
                  <a:pt x="8277438" y="1056581"/>
                </a:cubicBezTo>
                <a:close/>
                <a:moveTo>
                  <a:pt x="8199418" y="1056581"/>
                </a:moveTo>
                <a:cubicBezTo>
                  <a:pt x="8211469" y="1056581"/>
                  <a:pt x="8221238" y="1066646"/>
                  <a:pt x="8221238" y="1079062"/>
                </a:cubicBezTo>
                <a:cubicBezTo>
                  <a:pt x="8221238" y="1091478"/>
                  <a:pt x="8211469" y="1101543"/>
                  <a:pt x="8199418" y="1101543"/>
                </a:cubicBezTo>
                <a:cubicBezTo>
                  <a:pt x="8187367" y="1101543"/>
                  <a:pt x="8177598" y="1091478"/>
                  <a:pt x="8177598" y="1079062"/>
                </a:cubicBezTo>
                <a:cubicBezTo>
                  <a:pt x="8177598" y="1066646"/>
                  <a:pt x="8187367" y="1056581"/>
                  <a:pt x="8199418" y="1056581"/>
                </a:cubicBezTo>
                <a:close/>
                <a:moveTo>
                  <a:pt x="8121398" y="1056581"/>
                </a:moveTo>
                <a:cubicBezTo>
                  <a:pt x="8133449" y="1056581"/>
                  <a:pt x="8143218" y="1066646"/>
                  <a:pt x="8143218" y="1079062"/>
                </a:cubicBezTo>
                <a:cubicBezTo>
                  <a:pt x="8143218" y="1091478"/>
                  <a:pt x="8133449" y="1101543"/>
                  <a:pt x="8121398" y="1101543"/>
                </a:cubicBezTo>
                <a:cubicBezTo>
                  <a:pt x="8109347" y="1101543"/>
                  <a:pt x="8099578" y="1091478"/>
                  <a:pt x="8099578" y="1079062"/>
                </a:cubicBezTo>
                <a:cubicBezTo>
                  <a:pt x="8099578" y="1066646"/>
                  <a:pt x="8109347" y="1056581"/>
                  <a:pt x="8121398" y="1056581"/>
                </a:cubicBezTo>
                <a:close/>
                <a:moveTo>
                  <a:pt x="8044700" y="1056581"/>
                </a:moveTo>
                <a:cubicBezTo>
                  <a:pt x="8056751" y="1056581"/>
                  <a:pt x="8066520" y="1066646"/>
                  <a:pt x="8066520" y="1079062"/>
                </a:cubicBezTo>
                <a:cubicBezTo>
                  <a:pt x="8066520" y="1091478"/>
                  <a:pt x="8056751" y="1101543"/>
                  <a:pt x="8044700" y="1101543"/>
                </a:cubicBezTo>
                <a:cubicBezTo>
                  <a:pt x="8032649" y="1101543"/>
                  <a:pt x="8022880" y="1091478"/>
                  <a:pt x="8022880" y="1079062"/>
                </a:cubicBezTo>
                <a:cubicBezTo>
                  <a:pt x="8022880" y="1066646"/>
                  <a:pt x="8032649" y="1056581"/>
                  <a:pt x="8044700" y="1056581"/>
                </a:cubicBezTo>
                <a:close/>
                <a:moveTo>
                  <a:pt x="7966679" y="1056581"/>
                </a:moveTo>
                <a:cubicBezTo>
                  <a:pt x="7978730" y="1056581"/>
                  <a:pt x="7988499" y="1066646"/>
                  <a:pt x="7988499" y="1079062"/>
                </a:cubicBezTo>
                <a:cubicBezTo>
                  <a:pt x="7988499" y="1091478"/>
                  <a:pt x="7978730" y="1101543"/>
                  <a:pt x="7966679" y="1101543"/>
                </a:cubicBezTo>
                <a:cubicBezTo>
                  <a:pt x="7954628" y="1101543"/>
                  <a:pt x="7944859" y="1091478"/>
                  <a:pt x="7944859" y="1079062"/>
                </a:cubicBezTo>
                <a:cubicBezTo>
                  <a:pt x="7944859" y="1066646"/>
                  <a:pt x="7954628" y="1056581"/>
                  <a:pt x="7966679" y="1056581"/>
                </a:cubicBezTo>
                <a:close/>
                <a:moveTo>
                  <a:pt x="7421198" y="1056581"/>
                </a:moveTo>
                <a:cubicBezTo>
                  <a:pt x="7433614" y="1056581"/>
                  <a:pt x="7443679" y="1066646"/>
                  <a:pt x="7443679" y="1079062"/>
                </a:cubicBezTo>
                <a:cubicBezTo>
                  <a:pt x="7443679" y="1091478"/>
                  <a:pt x="7433614" y="1101543"/>
                  <a:pt x="7421198" y="1101543"/>
                </a:cubicBezTo>
                <a:cubicBezTo>
                  <a:pt x="7408782" y="1101543"/>
                  <a:pt x="7398717" y="1091478"/>
                  <a:pt x="7398717" y="1079062"/>
                </a:cubicBezTo>
                <a:cubicBezTo>
                  <a:pt x="7398717" y="1066646"/>
                  <a:pt x="7408782" y="1056581"/>
                  <a:pt x="7421198" y="1056581"/>
                </a:cubicBezTo>
                <a:close/>
                <a:moveTo>
                  <a:pt x="7343838" y="1056581"/>
                </a:moveTo>
                <a:cubicBezTo>
                  <a:pt x="7355889" y="1056581"/>
                  <a:pt x="7365658" y="1066646"/>
                  <a:pt x="7365658" y="1079062"/>
                </a:cubicBezTo>
                <a:cubicBezTo>
                  <a:pt x="7365658" y="1091478"/>
                  <a:pt x="7355889" y="1101543"/>
                  <a:pt x="7343838" y="1101543"/>
                </a:cubicBezTo>
                <a:cubicBezTo>
                  <a:pt x="7331787" y="1101543"/>
                  <a:pt x="7322018" y="1091478"/>
                  <a:pt x="7322018" y="1079062"/>
                </a:cubicBezTo>
                <a:cubicBezTo>
                  <a:pt x="7322018" y="1066646"/>
                  <a:pt x="7331787" y="1056581"/>
                  <a:pt x="7343838" y="1056581"/>
                </a:cubicBezTo>
                <a:close/>
                <a:moveTo>
                  <a:pt x="7264495" y="1056581"/>
                </a:moveTo>
                <a:cubicBezTo>
                  <a:pt x="7276546" y="1056581"/>
                  <a:pt x="7286315" y="1066646"/>
                  <a:pt x="7286315" y="1079062"/>
                </a:cubicBezTo>
                <a:cubicBezTo>
                  <a:pt x="7286315" y="1091478"/>
                  <a:pt x="7276546" y="1101543"/>
                  <a:pt x="7264495" y="1101543"/>
                </a:cubicBezTo>
                <a:cubicBezTo>
                  <a:pt x="7252444" y="1101543"/>
                  <a:pt x="7242675" y="1091478"/>
                  <a:pt x="7242675" y="1079062"/>
                </a:cubicBezTo>
                <a:cubicBezTo>
                  <a:pt x="7242675" y="1066646"/>
                  <a:pt x="7252444" y="1056581"/>
                  <a:pt x="7264495" y="1056581"/>
                </a:cubicBezTo>
                <a:close/>
                <a:moveTo>
                  <a:pt x="7186475" y="1056581"/>
                </a:moveTo>
                <a:cubicBezTo>
                  <a:pt x="7198526" y="1056581"/>
                  <a:pt x="7208295" y="1066646"/>
                  <a:pt x="7208295" y="1079062"/>
                </a:cubicBezTo>
                <a:cubicBezTo>
                  <a:pt x="7208295" y="1091478"/>
                  <a:pt x="7198526" y="1101543"/>
                  <a:pt x="7186475" y="1101543"/>
                </a:cubicBezTo>
                <a:cubicBezTo>
                  <a:pt x="7174424" y="1101543"/>
                  <a:pt x="7164655" y="1091478"/>
                  <a:pt x="7164655" y="1079062"/>
                </a:cubicBezTo>
                <a:cubicBezTo>
                  <a:pt x="7164655" y="1066646"/>
                  <a:pt x="7174424" y="1056581"/>
                  <a:pt x="7186475" y="1056581"/>
                </a:cubicBezTo>
                <a:close/>
                <a:moveTo>
                  <a:pt x="7109116" y="1056581"/>
                </a:moveTo>
                <a:cubicBezTo>
                  <a:pt x="7121532" y="1056581"/>
                  <a:pt x="7131597" y="1066646"/>
                  <a:pt x="7131597" y="1079062"/>
                </a:cubicBezTo>
                <a:cubicBezTo>
                  <a:pt x="7131597" y="1091478"/>
                  <a:pt x="7121532" y="1101543"/>
                  <a:pt x="7109116" y="1101543"/>
                </a:cubicBezTo>
                <a:cubicBezTo>
                  <a:pt x="7096700" y="1101543"/>
                  <a:pt x="7086635" y="1091478"/>
                  <a:pt x="7086635" y="1079062"/>
                </a:cubicBezTo>
                <a:cubicBezTo>
                  <a:pt x="7086635" y="1066646"/>
                  <a:pt x="7096700" y="1056581"/>
                  <a:pt x="7109116" y="1056581"/>
                </a:cubicBezTo>
                <a:close/>
                <a:moveTo>
                  <a:pt x="7031757" y="1056581"/>
                </a:moveTo>
                <a:cubicBezTo>
                  <a:pt x="7043808" y="1056581"/>
                  <a:pt x="7053577" y="1066646"/>
                  <a:pt x="7053577" y="1079062"/>
                </a:cubicBezTo>
                <a:cubicBezTo>
                  <a:pt x="7053577" y="1091478"/>
                  <a:pt x="7043808" y="1101543"/>
                  <a:pt x="7031757" y="1101543"/>
                </a:cubicBezTo>
                <a:cubicBezTo>
                  <a:pt x="7019706" y="1101543"/>
                  <a:pt x="7009937" y="1091478"/>
                  <a:pt x="7009937" y="1079062"/>
                </a:cubicBezTo>
                <a:cubicBezTo>
                  <a:pt x="7009937" y="1066646"/>
                  <a:pt x="7019706" y="1056581"/>
                  <a:pt x="7031757" y="1056581"/>
                </a:cubicBezTo>
                <a:close/>
                <a:moveTo>
                  <a:pt x="6953736" y="1056581"/>
                </a:moveTo>
                <a:cubicBezTo>
                  <a:pt x="6965787" y="1056581"/>
                  <a:pt x="6975556" y="1066646"/>
                  <a:pt x="6975556" y="1079062"/>
                </a:cubicBezTo>
                <a:cubicBezTo>
                  <a:pt x="6975556" y="1091478"/>
                  <a:pt x="6965787" y="1101543"/>
                  <a:pt x="6953736" y="1101543"/>
                </a:cubicBezTo>
                <a:cubicBezTo>
                  <a:pt x="6941685" y="1101543"/>
                  <a:pt x="6931916" y="1091478"/>
                  <a:pt x="6931916" y="1079062"/>
                </a:cubicBezTo>
                <a:cubicBezTo>
                  <a:pt x="6931916" y="1066646"/>
                  <a:pt x="6941685" y="1056581"/>
                  <a:pt x="6953736" y="1056581"/>
                </a:cubicBezTo>
                <a:close/>
                <a:moveTo>
                  <a:pt x="6875716" y="1056581"/>
                </a:moveTo>
                <a:cubicBezTo>
                  <a:pt x="6887767" y="1056581"/>
                  <a:pt x="6897536" y="1066646"/>
                  <a:pt x="6897536" y="1079062"/>
                </a:cubicBezTo>
                <a:cubicBezTo>
                  <a:pt x="6897536" y="1091478"/>
                  <a:pt x="6887767" y="1101543"/>
                  <a:pt x="6875716" y="1101543"/>
                </a:cubicBezTo>
                <a:cubicBezTo>
                  <a:pt x="6863665" y="1101543"/>
                  <a:pt x="6853896" y="1091478"/>
                  <a:pt x="6853896" y="1079062"/>
                </a:cubicBezTo>
                <a:cubicBezTo>
                  <a:pt x="6853896" y="1066646"/>
                  <a:pt x="6863665" y="1056581"/>
                  <a:pt x="6875716" y="1056581"/>
                </a:cubicBezTo>
                <a:close/>
                <a:moveTo>
                  <a:pt x="6798356" y="1056581"/>
                </a:moveTo>
                <a:cubicBezTo>
                  <a:pt x="6810772" y="1056581"/>
                  <a:pt x="6820837" y="1066646"/>
                  <a:pt x="6820837" y="1079062"/>
                </a:cubicBezTo>
                <a:cubicBezTo>
                  <a:pt x="6820837" y="1091478"/>
                  <a:pt x="6810772" y="1101543"/>
                  <a:pt x="6798356" y="1101543"/>
                </a:cubicBezTo>
                <a:cubicBezTo>
                  <a:pt x="6785940" y="1101543"/>
                  <a:pt x="6775875" y="1091478"/>
                  <a:pt x="6775875" y="1079062"/>
                </a:cubicBezTo>
                <a:cubicBezTo>
                  <a:pt x="6775875" y="1066646"/>
                  <a:pt x="6785940" y="1056581"/>
                  <a:pt x="6798356" y="1056581"/>
                </a:cubicBezTo>
                <a:close/>
                <a:moveTo>
                  <a:pt x="6719675" y="1056581"/>
                </a:moveTo>
                <a:cubicBezTo>
                  <a:pt x="6731726" y="1056581"/>
                  <a:pt x="6741495" y="1066646"/>
                  <a:pt x="6741495" y="1079062"/>
                </a:cubicBezTo>
                <a:cubicBezTo>
                  <a:pt x="6741495" y="1091478"/>
                  <a:pt x="6731726" y="1101543"/>
                  <a:pt x="6719675" y="1101543"/>
                </a:cubicBezTo>
                <a:cubicBezTo>
                  <a:pt x="6707624" y="1101543"/>
                  <a:pt x="6697855" y="1091478"/>
                  <a:pt x="6697855" y="1079062"/>
                </a:cubicBezTo>
                <a:cubicBezTo>
                  <a:pt x="6697855" y="1066646"/>
                  <a:pt x="6707624" y="1056581"/>
                  <a:pt x="6719675" y="1056581"/>
                </a:cubicBezTo>
                <a:close/>
                <a:moveTo>
                  <a:pt x="6641655" y="1056581"/>
                </a:moveTo>
                <a:cubicBezTo>
                  <a:pt x="6653706" y="1056581"/>
                  <a:pt x="6663475" y="1066646"/>
                  <a:pt x="6663475" y="1079062"/>
                </a:cubicBezTo>
                <a:cubicBezTo>
                  <a:pt x="6663475" y="1091478"/>
                  <a:pt x="6653706" y="1101543"/>
                  <a:pt x="6641655" y="1101543"/>
                </a:cubicBezTo>
                <a:cubicBezTo>
                  <a:pt x="6629604" y="1101543"/>
                  <a:pt x="6619835" y="1091478"/>
                  <a:pt x="6619835" y="1079062"/>
                </a:cubicBezTo>
                <a:cubicBezTo>
                  <a:pt x="6619835" y="1066646"/>
                  <a:pt x="6629604" y="1056581"/>
                  <a:pt x="6641655" y="1056581"/>
                </a:cubicBezTo>
                <a:close/>
                <a:moveTo>
                  <a:pt x="6563634" y="1056581"/>
                </a:moveTo>
                <a:cubicBezTo>
                  <a:pt x="6575685" y="1056581"/>
                  <a:pt x="6585454" y="1066646"/>
                  <a:pt x="6585454" y="1079062"/>
                </a:cubicBezTo>
                <a:cubicBezTo>
                  <a:pt x="6585454" y="1091478"/>
                  <a:pt x="6575685" y="1101543"/>
                  <a:pt x="6563634" y="1101543"/>
                </a:cubicBezTo>
                <a:cubicBezTo>
                  <a:pt x="6551583" y="1101543"/>
                  <a:pt x="6541814" y="1091478"/>
                  <a:pt x="6541814" y="1079062"/>
                </a:cubicBezTo>
                <a:cubicBezTo>
                  <a:pt x="6541814" y="1066646"/>
                  <a:pt x="6551583" y="1056581"/>
                  <a:pt x="6563634" y="1056581"/>
                </a:cubicBezTo>
                <a:close/>
                <a:moveTo>
                  <a:pt x="6485613" y="1056581"/>
                </a:moveTo>
                <a:cubicBezTo>
                  <a:pt x="6497664" y="1056581"/>
                  <a:pt x="6507433" y="1066646"/>
                  <a:pt x="6507433" y="1079062"/>
                </a:cubicBezTo>
                <a:cubicBezTo>
                  <a:pt x="6507433" y="1091478"/>
                  <a:pt x="6497664" y="1101543"/>
                  <a:pt x="6485613" y="1101543"/>
                </a:cubicBezTo>
                <a:cubicBezTo>
                  <a:pt x="6473562" y="1101543"/>
                  <a:pt x="6463793" y="1091478"/>
                  <a:pt x="6463793" y="1079062"/>
                </a:cubicBezTo>
                <a:cubicBezTo>
                  <a:pt x="6463793" y="1066646"/>
                  <a:pt x="6473562" y="1056581"/>
                  <a:pt x="6485613" y="1056581"/>
                </a:cubicBezTo>
                <a:close/>
                <a:moveTo>
                  <a:pt x="6408916" y="1056581"/>
                </a:moveTo>
                <a:cubicBezTo>
                  <a:pt x="6420967" y="1056581"/>
                  <a:pt x="6430736" y="1066646"/>
                  <a:pt x="6430736" y="1079062"/>
                </a:cubicBezTo>
                <a:cubicBezTo>
                  <a:pt x="6430736" y="1091478"/>
                  <a:pt x="6420967" y="1101543"/>
                  <a:pt x="6408916" y="1101543"/>
                </a:cubicBezTo>
                <a:cubicBezTo>
                  <a:pt x="6396865" y="1101543"/>
                  <a:pt x="6387096" y="1091478"/>
                  <a:pt x="6387096" y="1079062"/>
                </a:cubicBezTo>
                <a:cubicBezTo>
                  <a:pt x="6387096" y="1066646"/>
                  <a:pt x="6396865" y="1056581"/>
                  <a:pt x="6408916" y="1056581"/>
                </a:cubicBezTo>
                <a:close/>
                <a:moveTo>
                  <a:pt x="6330896" y="1056581"/>
                </a:moveTo>
                <a:cubicBezTo>
                  <a:pt x="6342947" y="1056581"/>
                  <a:pt x="6352716" y="1066646"/>
                  <a:pt x="6352716" y="1079062"/>
                </a:cubicBezTo>
                <a:cubicBezTo>
                  <a:pt x="6352716" y="1091478"/>
                  <a:pt x="6342947" y="1101543"/>
                  <a:pt x="6330896" y="1101543"/>
                </a:cubicBezTo>
                <a:cubicBezTo>
                  <a:pt x="6318845" y="1101543"/>
                  <a:pt x="6309076" y="1091478"/>
                  <a:pt x="6309076" y="1079062"/>
                </a:cubicBezTo>
                <a:cubicBezTo>
                  <a:pt x="6309076" y="1066646"/>
                  <a:pt x="6318845" y="1056581"/>
                  <a:pt x="6330896" y="1056581"/>
                </a:cubicBezTo>
                <a:close/>
                <a:moveTo>
                  <a:pt x="6252875" y="1056581"/>
                </a:moveTo>
                <a:cubicBezTo>
                  <a:pt x="6264926" y="1056581"/>
                  <a:pt x="6274695" y="1066646"/>
                  <a:pt x="6274695" y="1079062"/>
                </a:cubicBezTo>
                <a:cubicBezTo>
                  <a:pt x="6274695" y="1091478"/>
                  <a:pt x="6264926" y="1101543"/>
                  <a:pt x="6252875" y="1101543"/>
                </a:cubicBezTo>
                <a:cubicBezTo>
                  <a:pt x="6240824" y="1101543"/>
                  <a:pt x="6231055" y="1091478"/>
                  <a:pt x="6231055" y="1079062"/>
                </a:cubicBezTo>
                <a:cubicBezTo>
                  <a:pt x="6231055" y="1066646"/>
                  <a:pt x="6240824" y="1056581"/>
                  <a:pt x="6252875" y="1056581"/>
                </a:cubicBezTo>
                <a:close/>
                <a:moveTo>
                  <a:pt x="6174854" y="1056581"/>
                </a:moveTo>
                <a:cubicBezTo>
                  <a:pt x="6186905" y="1056581"/>
                  <a:pt x="6196674" y="1066646"/>
                  <a:pt x="6196674" y="1079062"/>
                </a:cubicBezTo>
                <a:cubicBezTo>
                  <a:pt x="6196674" y="1091478"/>
                  <a:pt x="6186905" y="1101543"/>
                  <a:pt x="6174854" y="1101543"/>
                </a:cubicBezTo>
                <a:cubicBezTo>
                  <a:pt x="6162803" y="1101543"/>
                  <a:pt x="6153034" y="1091478"/>
                  <a:pt x="6153034" y="1079062"/>
                </a:cubicBezTo>
                <a:cubicBezTo>
                  <a:pt x="6153034" y="1066646"/>
                  <a:pt x="6162803" y="1056581"/>
                  <a:pt x="6174854" y="1056581"/>
                </a:cubicBezTo>
                <a:close/>
                <a:moveTo>
                  <a:pt x="6096834" y="1056581"/>
                </a:moveTo>
                <a:cubicBezTo>
                  <a:pt x="6108885" y="1056581"/>
                  <a:pt x="6118654" y="1066646"/>
                  <a:pt x="6118654" y="1079062"/>
                </a:cubicBezTo>
                <a:cubicBezTo>
                  <a:pt x="6118654" y="1091478"/>
                  <a:pt x="6108885" y="1101543"/>
                  <a:pt x="6096834" y="1101543"/>
                </a:cubicBezTo>
                <a:cubicBezTo>
                  <a:pt x="6084783" y="1101543"/>
                  <a:pt x="6075014" y="1091478"/>
                  <a:pt x="6075014" y="1079062"/>
                </a:cubicBezTo>
                <a:cubicBezTo>
                  <a:pt x="6075014" y="1066646"/>
                  <a:pt x="6084783" y="1056581"/>
                  <a:pt x="6096834" y="1056581"/>
                </a:cubicBezTo>
                <a:close/>
                <a:moveTo>
                  <a:pt x="6018814" y="1056581"/>
                </a:moveTo>
                <a:cubicBezTo>
                  <a:pt x="6030865" y="1056581"/>
                  <a:pt x="6040634" y="1066646"/>
                  <a:pt x="6040634" y="1079062"/>
                </a:cubicBezTo>
                <a:cubicBezTo>
                  <a:pt x="6040634" y="1091478"/>
                  <a:pt x="6030865" y="1101543"/>
                  <a:pt x="6018814" y="1101543"/>
                </a:cubicBezTo>
                <a:cubicBezTo>
                  <a:pt x="6006763" y="1101543"/>
                  <a:pt x="5996994" y="1091478"/>
                  <a:pt x="5996994" y="1079062"/>
                </a:cubicBezTo>
                <a:cubicBezTo>
                  <a:pt x="5996994" y="1066646"/>
                  <a:pt x="6006763" y="1056581"/>
                  <a:pt x="6018814" y="1056581"/>
                </a:cubicBezTo>
                <a:close/>
                <a:moveTo>
                  <a:pt x="5940793" y="1056581"/>
                </a:moveTo>
                <a:cubicBezTo>
                  <a:pt x="5952844" y="1056581"/>
                  <a:pt x="5962613" y="1066646"/>
                  <a:pt x="5962613" y="1079062"/>
                </a:cubicBezTo>
                <a:cubicBezTo>
                  <a:pt x="5962613" y="1091478"/>
                  <a:pt x="5952844" y="1101543"/>
                  <a:pt x="5940793" y="1101543"/>
                </a:cubicBezTo>
                <a:cubicBezTo>
                  <a:pt x="5928742" y="1101543"/>
                  <a:pt x="5918973" y="1091478"/>
                  <a:pt x="5918973" y="1079062"/>
                </a:cubicBezTo>
                <a:cubicBezTo>
                  <a:pt x="5918973" y="1066646"/>
                  <a:pt x="5928742" y="1056581"/>
                  <a:pt x="5940793" y="1056581"/>
                </a:cubicBezTo>
                <a:close/>
                <a:moveTo>
                  <a:pt x="5862773" y="1056581"/>
                </a:moveTo>
                <a:cubicBezTo>
                  <a:pt x="5874824" y="1056581"/>
                  <a:pt x="5884593" y="1066646"/>
                  <a:pt x="5884593" y="1079062"/>
                </a:cubicBezTo>
                <a:cubicBezTo>
                  <a:pt x="5884593" y="1091478"/>
                  <a:pt x="5874824" y="1101543"/>
                  <a:pt x="5862773" y="1101543"/>
                </a:cubicBezTo>
                <a:cubicBezTo>
                  <a:pt x="5850722" y="1101543"/>
                  <a:pt x="5840953" y="1091478"/>
                  <a:pt x="5840953" y="1079062"/>
                </a:cubicBezTo>
                <a:cubicBezTo>
                  <a:pt x="5840953" y="1066646"/>
                  <a:pt x="5850722" y="1056581"/>
                  <a:pt x="5862773" y="1056581"/>
                </a:cubicBezTo>
                <a:close/>
                <a:moveTo>
                  <a:pt x="5785413" y="1056581"/>
                </a:moveTo>
                <a:cubicBezTo>
                  <a:pt x="5797829" y="1056581"/>
                  <a:pt x="5807894" y="1066646"/>
                  <a:pt x="5807894" y="1079062"/>
                </a:cubicBezTo>
                <a:cubicBezTo>
                  <a:pt x="5807894" y="1091478"/>
                  <a:pt x="5797829" y="1101543"/>
                  <a:pt x="5785413" y="1101543"/>
                </a:cubicBezTo>
                <a:cubicBezTo>
                  <a:pt x="5772997" y="1101543"/>
                  <a:pt x="5762932" y="1091478"/>
                  <a:pt x="5762932" y="1079062"/>
                </a:cubicBezTo>
                <a:cubicBezTo>
                  <a:pt x="5762932" y="1066646"/>
                  <a:pt x="5772997" y="1056581"/>
                  <a:pt x="5785413" y="1056581"/>
                </a:cubicBezTo>
                <a:close/>
                <a:moveTo>
                  <a:pt x="5708054" y="1056581"/>
                </a:moveTo>
                <a:cubicBezTo>
                  <a:pt x="5720105" y="1056581"/>
                  <a:pt x="5729874" y="1066646"/>
                  <a:pt x="5729874" y="1079062"/>
                </a:cubicBezTo>
                <a:cubicBezTo>
                  <a:pt x="5729874" y="1091478"/>
                  <a:pt x="5720105" y="1101543"/>
                  <a:pt x="5708054" y="1101543"/>
                </a:cubicBezTo>
                <a:cubicBezTo>
                  <a:pt x="5696003" y="1101543"/>
                  <a:pt x="5686234" y="1091478"/>
                  <a:pt x="5686234" y="1079062"/>
                </a:cubicBezTo>
                <a:cubicBezTo>
                  <a:pt x="5686234" y="1066646"/>
                  <a:pt x="5696003" y="1056581"/>
                  <a:pt x="5708054" y="1056581"/>
                </a:cubicBezTo>
                <a:close/>
                <a:moveTo>
                  <a:pt x="5630034" y="1056581"/>
                </a:moveTo>
                <a:cubicBezTo>
                  <a:pt x="5642085" y="1056581"/>
                  <a:pt x="5651854" y="1066646"/>
                  <a:pt x="5651854" y="1079062"/>
                </a:cubicBezTo>
                <a:cubicBezTo>
                  <a:pt x="5651854" y="1091478"/>
                  <a:pt x="5642085" y="1101543"/>
                  <a:pt x="5630034" y="1101543"/>
                </a:cubicBezTo>
                <a:cubicBezTo>
                  <a:pt x="5617983" y="1101543"/>
                  <a:pt x="5608214" y="1091478"/>
                  <a:pt x="5608214" y="1079062"/>
                </a:cubicBezTo>
                <a:cubicBezTo>
                  <a:pt x="5608214" y="1066646"/>
                  <a:pt x="5617983" y="1056581"/>
                  <a:pt x="5630034" y="1056581"/>
                </a:cubicBezTo>
                <a:close/>
                <a:moveTo>
                  <a:pt x="5552013" y="1056581"/>
                </a:moveTo>
                <a:cubicBezTo>
                  <a:pt x="5564064" y="1056581"/>
                  <a:pt x="5573833" y="1066646"/>
                  <a:pt x="5573833" y="1079062"/>
                </a:cubicBezTo>
                <a:cubicBezTo>
                  <a:pt x="5573833" y="1091478"/>
                  <a:pt x="5564064" y="1101543"/>
                  <a:pt x="5552013" y="1101543"/>
                </a:cubicBezTo>
                <a:cubicBezTo>
                  <a:pt x="5539962" y="1101543"/>
                  <a:pt x="5530193" y="1091478"/>
                  <a:pt x="5530193" y="1079062"/>
                </a:cubicBezTo>
                <a:cubicBezTo>
                  <a:pt x="5530193" y="1066646"/>
                  <a:pt x="5539962" y="1056581"/>
                  <a:pt x="5552013" y="1056581"/>
                </a:cubicBezTo>
                <a:close/>
                <a:moveTo>
                  <a:pt x="5473331" y="1056581"/>
                </a:moveTo>
                <a:cubicBezTo>
                  <a:pt x="5485747" y="1056581"/>
                  <a:pt x="5495812" y="1066646"/>
                  <a:pt x="5495812" y="1079062"/>
                </a:cubicBezTo>
                <a:cubicBezTo>
                  <a:pt x="5495812" y="1091478"/>
                  <a:pt x="5485747" y="1101543"/>
                  <a:pt x="5473331" y="1101543"/>
                </a:cubicBezTo>
                <a:cubicBezTo>
                  <a:pt x="5460915" y="1101543"/>
                  <a:pt x="5450850" y="1091478"/>
                  <a:pt x="5450850" y="1079062"/>
                </a:cubicBezTo>
                <a:cubicBezTo>
                  <a:pt x="5450850" y="1066646"/>
                  <a:pt x="5460915" y="1056581"/>
                  <a:pt x="5473331" y="1056581"/>
                </a:cubicBezTo>
                <a:close/>
                <a:moveTo>
                  <a:pt x="5395972" y="1056581"/>
                </a:moveTo>
                <a:cubicBezTo>
                  <a:pt x="5408023" y="1056581"/>
                  <a:pt x="5417792" y="1066646"/>
                  <a:pt x="5417792" y="1079062"/>
                </a:cubicBezTo>
                <a:cubicBezTo>
                  <a:pt x="5417792" y="1091478"/>
                  <a:pt x="5408023" y="1101543"/>
                  <a:pt x="5395972" y="1101543"/>
                </a:cubicBezTo>
                <a:cubicBezTo>
                  <a:pt x="5383921" y="1101543"/>
                  <a:pt x="5374152" y="1091478"/>
                  <a:pt x="5374152" y="1079062"/>
                </a:cubicBezTo>
                <a:cubicBezTo>
                  <a:pt x="5374152" y="1066646"/>
                  <a:pt x="5383921" y="1056581"/>
                  <a:pt x="5395972" y="1056581"/>
                </a:cubicBezTo>
                <a:close/>
                <a:moveTo>
                  <a:pt x="5317953" y="1056581"/>
                </a:moveTo>
                <a:cubicBezTo>
                  <a:pt x="5330004" y="1056581"/>
                  <a:pt x="5339773" y="1066646"/>
                  <a:pt x="5339773" y="1079062"/>
                </a:cubicBezTo>
                <a:cubicBezTo>
                  <a:pt x="5339773" y="1091478"/>
                  <a:pt x="5330004" y="1101543"/>
                  <a:pt x="5317953" y="1101543"/>
                </a:cubicBezTo>
                <a:cubicBezTo>
                  <a:pt x="5305902" y="1101543"/>
                  <a:pt x="5296133" y="1091478"/>
                  <a:pt x="5296133" y="1079062"/>
                </a:cubicBezTo>
                <a:cubicBezTo>
                  <a:pt x="5296133" y="1066646"/>
                  <a:pt x="5305902" y="1056581"/>
                  <a:pt x="5317953" y="1056581"/>
                </a:cubicBezTo>
                <a:close/>
                <a:moveTo>
                  <a:pt x="5239932" y="1056581"/>
                </a:moveTo>
                <a:cubicBezTo>
                  <a:pt x="5251983" y="1056581"/>
                  <a:pt x="5261752" y="1066646"/>
                  <a:pt x="5261752" y="1079062"/>
                </a:cubicBezTo>
                <a:cubicBezTo>
                  <a:pt x="5261752" y="1091478"/>
                  <a:pt x="5251983" y="1101543"/>
                  <a:pt x="5239932" y="1101543"/>
                </a:cubicBezTo>
                <a:cubicBezTo>
                  <a:pt x="5227881" y="1101543"/>
                  <a:pt x="5218112" y="1091478"/>
                  <a:pt x="5218112" y="1079062"/>
                </a:cubicBezTo>
                <a:cubicBezTo>
                  <a:pt x="5218112" y="1066646"/>
                  <a:pt x="5227881" y="1056581"/>
                  <a:pt x="5239932" y="1056581"/>
                </a:cubicBezTo>
                <a:close/>
                <a:moveTo>
                  <a:pt x="5162572" y="1056581"/>
                </a:moveTo>
                <a:cubicBezTo>
                  <a:pt x="5174988" y="1056581"/>
                  <a:pt x="5185053" y="1066646"/>
                  <a:pt x="5185053" y="1079062"/>
                </a:cubicBezTo>
                <a:cubicBezTo>
                  <a:pt x="5185053" y="1091478"/>
                  <a:pt x="5174988" y="1101543"/>
                  <a:pt x="5162572" y="1101543"/>
                </a:cubicBezTo>
                <a:cubicBezTo>
                  <a:pt x="5150156" y="1101543"/>
                  <a:pt x="5140091" y="1091478"/>
                  <a:pt x="5140091" y="1079062"/>
                </a:cubicBezTo>
                <a:cubicBezTo>
                  <a:pt x="5140091" y="1066646"/>
                  <a:pt x="5150156" y="1056581"/>
                  <a:pt x="5162572" y="1056581"/>
                </a:cubicBezTo>
                <a:close/>
                <a:moveTo>
                  <a:pt x="5085212" y="1056581"/>
                </a:moveTo>
                <a:cubicBezTo>
                  <a:pt x="5097263" y="1056581"/>
                  <a:pt x="5107032" y="1066646"/>
                  <a:pt x="5107032" y="1079062"/>
                </a:cubicBezTo>
                <a:cubicBezTo>
                  <a:pt x="5107032" y="1091478"/>
                  <a:pt x="5097263" y="1101543"/>
                  <a:pt x="5085212" y="1101543"/>
                </a:cubicBezTo>
                <a:cubicBezTo>
                  <a:pt x="5073161" y="1101543"/>
                  <a:pt x="5063392" y="1091478"/>
                  <a:pt x="5063392" y="1079062"/>
                </a:cubicBezTo>
                <a:cubicBezTo>
                  <a:pt x="5063392" y="1066646"/>
                  <a:pt x="5073161" y="1056581"/>
                  <a:pt x="5085212" y="1056581"/>
                </a:cubicBezTo>
                <a:close/>
                <a:moveTo>
                  <a:pt x="5007193" y="1056581"/>
                </a:moveTo>
                <a:cubicBezTo>
                  <a:pt x="5019244" y="1056581"/>
                  <a:pt x="5029013" y="1066646"/>
                  <a:pt x="5029013" y="1079062"/>
                </a:cubicBezTo>
                <a:cubicBezTo>
                  <a:pt x="5029013" y="1091478"/>
                  <a:pt x="5019244" y="1101543"/>
                  <a:pt x="5007193" y="1101543"/>
                </a:cubicBezTo>
                <a:cubicBezTo>
                  <a:pt x="4995142" y="1101543"/>
                  <a:pt x="4985373" y="1091478"/>
                  <a:pt x="4985373" y="1079062"/>
                </a:cubicBezTo>
                <a:cubicBezTo>
                  <a:pt x="4985373" y="1066646"/>
                  <a:pt x="4995142" y="1056581"/>
                  <a:pt x="5007193" y="1056581"/>
                </a:cubicBezTo>
                <a:close/>
                <a:moveTo>
                  <a:pt x="4928511" y="1056581"/>
                </a:moveTo>
                <a:cubicBezTo>
                  <a:pt x="4940927" y="1056581"/>
                  <a:pt x="4950992" y="1066646"/>
                  <a:pt x="4950992" y="1079062"/>
                </a:cubicBezTo>
                <a:cubicBezTo>
                  <a:pt x="4950992" y="1091478"/>
                  <a:pt x="4940927" y="1101543"/>
                  <a:pt x="4928511" y="1101543"/>
                </a:cubicBezTo>
                <a:cubicBezTo>
                  <a:pt x="4916095" y="1101543"/>
                  <a:pt x="4906030" y="1091478"/>
                  <a:pt x="4906030" y="1079062"/>
                </a:cubicBezTo>
                <a:cubicBezTo>
                  <a:pt x="4906030" y="1066646"/>
                  <a:pt x="4916095" y="1056581"/>
                  <a:pt x="4928511" y="1056581"/>
                </a:cubicBezTo>
                <a:close/>
                <a:moveTo>
                  <a:pt x="4850490" y="1056581"/>
                </a:moveTo>
                <a:cubicBezTo>
                  <a:pt x="4862906" y="1056581"/>
                  <a:pt x="4872971" y="1066646"/>
                  <a:pt x="4872971" y="1079062"/>
                </a:cubicBezTo>
                <a:cubicBezTo>
                  <a:pt x="4872971" y="1091478"/>
                  <a:pt x="4862906" y="1101543"/>
                  <a:pt x="4850490" y="1101543"/>
                </a:cubicBezTo>
                <a:cubicBezTo>
                  <a:pt x="4838074" y="1101543"/>
                  <a:pt x="4828009" y="1091478"/>
                  <a:pt x="4828009" y="1079062"/>
                </a:cubicBezTo>
                <a:cubicBezTo>
                  <a:pt x="4828009" y="1066646"/>
                  <a:pt x="4838074" y="1056581"/>
                  <a:pt x="4850490" y="1056581"/>
                </a:cubicBezTo>
                <a:close/>
                <a:moveTo>
                  <a:pt x="4773132" y="1056581"/>
                </a:moveTo>
                <a:cubicBezTo>
                  <a:pt x="4785183" y="1056581"/>
                  <a:pt x="4794952" y="1066646"/>
                  <a:pt x="4794952" y="1079062"/>
                </a:cubicBezTo>
                <a:cubicBezTo>
                  <a:pt x="4794952" y="1091478"/>
                  <a:pt x="4785183" y="1101543"/>
                  <a:pt x="4773132" y="1101543"/>
                </a:cubicBezTo>
                <a:cubicBezTo>
                  <a:pt x="4761081" y="1101543"/>
                  <a:pt x="4751312" y="1091478"/>
                  <a:pt x="4751312" y="1079062"/>
                </a:cubicBezTo>
                <a:cubicBezTo>
                  <a:pt x="4751312" y="1066646"/>
                  <a:pt x="4761081" y="1056581"/>
                  <a:pt x="4773132" y="1056581"/>
                </a:cubicBezTo>
                <a:close/>
                <a:moveTo>
                  <a:pt x="2670547" y="1056581"/>
                </a:moveTo>
                <a:cubicBezTo>
                  <a:pt x="2682598" y="1056581"/>
                  <a:pt x="2692367" y="1066646"/>
                  <a:pt x="2692367" y="1079062"/>
                </a:cubicBezTo>
                <a:cubicBezTo>
                  <a:pt x="2692367" y="1091478"/>
                  <a:pt x="2682598" y="1101543"/>
                  <a:pt x="2670547" y="1101543"/>
                </a:cubicBezTo>
                <a:cubicBezTo>
                  <a:pt x="2658496" y="1101543"/>
                  <a:pt x="2648727" y="1091478"/>
                  <a:pt x="2648727" y="1079062"/>
                </a:cubicBezTo>
                <a:cubicBezTo>
                  <a:pt x="2648727" y="1066646"/>
                  <a:pt x="2658496" y="1056581"/>
                  <a:pt x="2670547" y="1056581"/>
                </a:cubicBezTo>
                <a:close/>
                <a:moveTo>
                  <a:pt x="2592527" y="1056581"/>
                </a:moveTo>
                <a:cubicBezTo>
                  <a:pt x="2604578" y="1056581"/>
                  <a:pt x="2614347" y="1066646"/>
                  <a:pt x="2614347" y="1079062"/>
                </a:cubicBezTo>
                <a:cubicBezTo>
                  <a:pt x="2614347" y="1091478"/>
                  <a:pt x="2604578" y="1101543"/>
                  <a:pt x="2592527" y="1101543"/>
                </a:cubicBezTo>
                <a:cubicBezTo>
                  <a:pt x="2580476" y="1101543"/>
                  <a:pt x="2570707" y="1091478"/>
                  <a:pt x="2570707" y="1079062"/>
                </a:cubicBezTo>
                <a:cubicBezTo>
                  <a:pt x="2570707" y="1066646"/>
                  <a:pt x="2580476" y="1056581"/>
                  <a:pt x="2592527" y="1056581"/>
                </a:cubicBezTo>
                <a:close/>
                <a:moveTo>
                  <a:pt x="2513845" y="1056581"/>
                </a:moveTo>
                <a:cubicBezTo>
                  <a:pt x="2526261" y="1056581"/>
                  <a:pt x="2536326" y="1066646"/>
                  <a:pt x="2536326" y="1079062"/>
                </a:cubicBezTo>
                <a:cubicBezTo>
                  <a:pt x="2536326" y="1091478"/>
                  <a:pt x="2526261" y="1101543"/>
                  <a:pt x="2513845" y="1101543"/>
                </a:cubicBezTo>
                <a:cubicBezTo>
                  <a:pt x="2501429" y="1101543"/>
                  <a:pt x="2491364" y="1091478"/>
                  <a:pt x="2491364" y="1079062"/>
                </a:cubicBezTo>
                <a:cubicBezTo>
                  <a:pt x="2491364" y="1066646"/>
                  <a:pt x="2501429" y="1056581"/>
                  <a:pt x="2513845" y="1056581"/>
                </a:cubicBezTo>
                <a:close/>
                <a:moveTo>
                  <a:pt x="2358465" y="1056581"/>
                </a:moveTo>
                <a:cubicBezTo>
                  <a:pt x="2370516" y="1056581"/>
                  <a:pt x="2380285" y="1066646"/>
                  <a:pt x="2380285" y="1079062"/>
                </a:cubicBezTo>
                <a:cubicBezTo>
                  <a:pt x="2380285" y="1091478"/>
                  <a:pt x="2370516" y="1101543"/>
                  <a:pt x="2358465" y="1101543"/>
                </a:cubicBezTo>
                <a:cubicBezTo>
                  <a:pt x="2346414" y="1101543"/>
                  <a:pt x="2336645" y="1091478"/>
                  <a:pt x="2336645" y="1079062"/>
                </a:cubicBezTo>
                <a:cubicBezTo>
                  <a:pt x="2336645" y="1066646"/>
                  <a:pt x="2346414" y="1056581"/>
                  <a:pt x="2358465" y="1056581"/>
                </a:cubicBezTo>
                <a:close/>
                <a:moveTo>
                  <a:pt x="2203086" y="1056581"/>
                </a:moveTo>
                <a:cubicBezTo>
                  <a:pt x="2215502" y="1056581"/>
                  <a:pt x="2225567" y="1066646"/>
                  <a:pt x="2225567" y="1079062"/>
                </a:cubicBezTo>
                <a:cubicBezTo>
                  <a:pt x="2225567" y="1091478"/>
                  <a:pt x="2215502" y="1101543"/>
                  <a:pt x="2203086" y="1101543"/>
                </a:cubicBezTo>
                <a:cubicBezTo>
                  <a:pt x="2190670" y="1101543"/>
                  <a:pt x="2180605" y="1091478"/>
                  <a:pt x="2180605" y="1079062"/>
                </a:cubicBezTo>
                <a:cubicBezTo>
                  <a:pt x="2180605" y="1066646"/>
                  <a:pt x="2190670" y="1056581"/>
                  <a:pt x="2203086" y="1056581"/>
                </a:cubicBezTo>
                <a:close/>
                <a:moveTo>
                  <a:pt x="2125727" y="1056581"/>
                </a:moveTo>
                <a:cubicBezTo>
                  <a:pt x="2137778" y="1056581"/>
                  <a:pt x="2147547" y="1066646"/>
                  <a:pt x="2147547" y="1079062"/>
                </a:cubicBezTo>
                <a:cubicBezTo>
                  <a:pt x="2147547" y="1091478"/>
                  <a:pt x="2137778" y="1101543"/>
                  <a:pt x="2125727" y="1101543"/>
                </a:cubicBezTo>
                <a:cubicBezTo>
                  <a:pt x="2113676" y="1101543"/>
                  <a:pt x="2103907" y="1091478"/>
                  <a:pt x="2103907" y="1079062"/>
                </a:cubicBezTo>
                <a:cubicBezTo>
                  <a:pt x="2103907" y="1066646"/>
                  <a:pt x="2113676" y="1056581"/>
                  <a:pt x="2125727" y="1056581"/>
                </a:cubicBezTo>
                <a:close/>
                <a:moveTo>
                  <a:pt x="2047706" y="1056581"/>
                </a:moveTo>
                <a:cubicBezTo>
                  <a:pt x="2059757" y="1056581"/>
                  <a:pt x="2069526" y="1066646"/>
                  <a:pt x="2069526" y="1079062"/>
                </a:cubicBezTo>
                <a:cubicBezTo>
                  <a:pt x="2069526" y="1091478"/>
                  <a:pt x="2059757" y="1101543"/>
                  <a:pt x="2047706" y="1101543"/>
                </a:cubicBezTo>
                <a:cubicBezTo>
                  <a:pt x="2035655" y="1101543"/>
                  <a:pt x="2025886" y="1091478"/>
                  <a:pt x="2025886" y="1079062"/>
                </a:cubicBezTo>
                <a:cubicBezTo>
                  <a:pt x="2025886" y="1066646"/>
                  <a:pt x="2035655" y="1056581"/>
                  <a:pt x="2047706" y="1056581"/>
                </a:cubicBezTo>
                <a:close/>
                <a:moveTo>
                  <a:pt x="7888658" y="1056580"/>
                </a:moveTo>
                <a:cubicBezTo>
                  <a:pt x="7900709" y="1056580"/>
                  <a:pt x="7910478" y="1066645"/>
                  <a:pt x="7910478" y="1079061"/>
                </a:cubicBezTo>
                <a:cubicBezTo>
                  <a:pt x="7910478" y="1091477"/>
                  <a:pt x="7900709" y="1101542"/>
                  <a:pt x="7888658" y="1101542"/>
                </a:cubicBezTo>
                <a:cubicBezTo>
                  <a:pt x="7876607" y="1101542"/>
                  <a:pt x="7866838" y="1091477"/>
                  <a:pt x="7866838" y="1079061"/>
                </a:cubicBezTo>
                <a:cubicBezTo>
                  <a:pt x="7866838" y="1066645"/>
                  <a:pt x="7876607" y="1056580"/>
                  <a:pt x="7888658" y="1056580"/>
                </a:cubicBezTo>
                <a:close/>
                <a:moveTo>
                  <a:pt x="7809316" y="1056580"/>
                </a:moveTo>
                <a:cubicBezTo>
                  <a:pt x="7821367" y="1056580"/>
                  <a:pt x="7831136" y="1066645"/>
                  <a:pt x="7831136" y="1079061"/>
                </a:cubicBezTo>
                <a:cubicBezTo>
                  <a:pt x="7831136" y="1091477"/>
                  <a:pt x="7821367" y="1101542"/>
                  <a:pt x="7809316" y="1101542"/>
                </a:cubicBezTo>
                <a:cubicBezTo>
                  <a:pt x="7797265" y="1101542"/>
                  <a:pt x="7787496" y="1091477"/>
                  <a:pt x="7787496" y="1079061"/>
                </a:cubicBezTo>
                <a:cubicBezTo>
                  <a:pt x="7787496" y="1066645"/>
                  <a:pt x="7797265" y="1056580"/>
                  <a:pt x="7809316" y="1056580"/>
                </a:cubicBezTo>
                <a:close/>
                <a:moveTo>
                  <a:pt x="7731957" y="1056580"/>
                </a:moveTo>
                <a:cubicBezTo>
                  <a:pt x="7744373" y="1056580"/>
                  <a:pt x="7754438" y="1066645"/>
                  <a:pt x="7754438" y="1079061"/>
                </a:cubicBezTo>
                <a:cubicBezTo>
                  <a:pt x="7754438" y="1091477"/>
                  <a:pt x="7744373" y="1101542"/>
                  <a:pt x="7731957" y="1101542"/>
                </a:cubicBezTo>
                <a:cubicBezTo>
                  <a:pt x="7719541" y="1101542"/>
                  <a:pt x="7709476" y="1091477"/>
                  <a:pt x="7709476" y="1079061"/>
                </a:cubicBezTo>
                <a:cubicBezTo>
                  <a:pt x="7709476" y="1066645"/>
                  <a:pt x="7719541" y="1056580"/>
                  <a:pt x="7731957" y="1056580"/>
                </a:cubicBezTo>
                <a:close/>
                <a:moveTo>
                  <a:pt x="7654597" y="1056580"/>
                </a:moveTo>
                <a:cubicBezTo>
                  <a:pt x="7666648" y="1056580"/>
                  <a:pt x="7676417" y="1066645"/>
                  <a:pt x="7676417" y="1079061"/>
                </a:cubicBezTo>
                <a:cubicBezTo>
                  <a:pt x="7676417" y="1091477"/>
                  <a:pt x="7666648" y="1101542"/>
                  <a:pt x="7654597" y="1101542"/>
                </a:cubicBezTo>
                <a:cubicBezTo>
                  <a:pt x="7642546" y="1101542"/>
                  <a:pt x="7632777" y="1091477"/>
                  <a:pt x="7632777" y="1079061"/>
                </a:cubicBezTo>
                <a:cubicBezTo>
                  <a:pt x="7632777" y="1066645"/>
                  <a:pt x="7642546" y="1056580"/>
                  <a:pt x="7654597" y="1056580"/>
                </a:cubicBezTo>
                <a:close/>
                <a:moveTo>
                  <a:pt x="7576577" y="1056580"/>
                </a:moveTo>
                <a:cubicBezTo>
                  <a:pt x="7588628" y="1056580"/>
                  <a:pt x="7598397" y="1066645"/>
                  <a:pt x="7598397" y="1079061"/>
                </a:cubicBezTo>
                <a:cubicBezTo>
                  <a:pt x="7598397" y="1091477"/>
                  <a:pt x="7588628" y="1101542"/>
                  <a:pt x="7576577" y="1101542"/>
                </a:cubicBezTo>
                <a:cubicBezTo>
                  <a:pt x="7564526" y="1101542"/>
                  <a:pt x="7554757" y="1091477"/>
                  <a:pt x="7554757" y="1079061"/>
                </a:cubicBezTo>
                <a:cubicBezTo>
                  <a:pt x="7554757" y="1066645"/>
                  <a:pt x="7564526" y="1056580"/>
                  <a:pt x="7576577" y="1056580"/>
                </a:cubicBezTo>
                <a:close/>
                <a:moveTo>
                  <a:pt x="7498556" y="1056580"/>
                </a:moveTo>
                <a:cubicBezTo>
                  <a:pt x="7510607" y="1056580"/>
                  <a:pt x="7520376" y="1066645"/>
                  <a:pt x="7520376" y="1079061"/>
                </a:cubicBezTo>
                <a:cubicBezTo>
                  <a:pt x="7520376" y="1091477"/>
                  <a:pt x="7510607" y="1101542"/>
                  <a:pt x="7498556" y="1101542"/>
                </a:cubicBezTo>
                <a:cubicBezTo>
                  <a:pt x="7486505" y="1101542"/>
                  <a:pt x="7476736" y="1091477"/>
                  <a:pt x="7476736" y="1079061"/>
                </a:cubicBezTo>
                <a:cubicBezTo>
                  <a:pt x="7476736" y="1066645"/>
                  <a:pt x="7486505" y="1056580"/>
                  <a:pt x="7498556" y="1056580"/>
                </a:cubicBezTo>
                <a:close/>
                <a:moveTo>
                  <a:pt x="1968363" y="1056580"/>
                </a:moveTo>
                <a:cubicBezTo>
                  <a:pt x="1980414" y="1056580"/>
                  <a:pt x="1990183" y="1066645"/>
                  <a:pt x="1990183" y="1079061"/>
                </a:cubicBezTo>
                <a:cubicBezTo>
                  <a:pt x="1990183" y="1091477"/>
                  <a:pt x="1980414" y="1101542"/>
                  <a:pt x="1968363" y="1101542"/>
                </a:cubicBezTo>
                <a:cubicBezTo>
                  <a:pt x="1956312" y="1101542"/>
                  <a:pt x="1946543" y="1091477"/>
                  <a:pt x="1946543" y="1079061"/>
                </a:cubicBezTo>
                <a:cubicBezTo>
                  <a:pt x="1946543" y="1066645"/>
                  <a:pt x="1956312" y="1056580"/>
                  <a:pt x="1968363" y="1056580"/>
                </a:cubicBezTo>
                <a:close/>
                <a:moveTo>
                  <a:pt x="1891011" y="1056580"/>
                </a:moveTo>
                <a:cubicBezTo>
                  <a:pt x="1903431" y="1056580"/>
                  <a:pt x="1913495" y="1066645"/>
                  <a:pt x="1913495" y="1079061"/>
                </a:cubicBezTo>
                <a:cubicBezTo>
                  <a:pt x="1913495" y="1091477"/>
                  <a:pt x="1903431" y="1101542"/>
                  <a:pt x="1891011" y="1101542"/>
                </a:cubicBezTo>
                <a:cubicBezTo>
                  <a:pt x="1878594" y="1101542"/>
                  <a:pt x="1868529" y="1091477"/>
                  <a:pt x="1868529" y="1079061"/>
                </a:cubicBezTo>
                <a:cubicBezTo>
                  <a:pt x="1868529" y="1066645"/>
                  <a:pt x="1878594" y="1056580"/>
                  <a:pt x="1891011" y="1056580"/>
                </a:cubicBezTo>
                <a:close/>
                <a:moveTo>
                  <a:pt x="1813657" y="1056580"/>
                </a:moveTo>
                <a:cubicBezTo>
                  <a:pt x="1825704" y="1056580"/>
                  <a:pt x="1835474" y="1066645"/>
                  <a:pt x="1835474" y="1079061"/>
                </a:cubicBezTo>
                <a:cubicBezTo>
                  <a:pt x="1835474" y="1091477"/>
                  <a:pt x="1825704" y="1101542"/>
                  <a:pt x="1813657" y="1101542"/>
                </a:cubicBezTo>
                <a:cubicBezTo>
                  <a:pt x="1801603" y="1101542"/>
                  <a:pt x="1791833" y="1091477"/>
                  <a:pt x="1791833" y="1079061"/>
                </a:cubicBezTo>
                <a:cubicBezTo>
                  <a:pt x="1791833" y="1066645"/>
                  <a:pt x="1801603" y="1056580"/>
                  <a:pt x="1813657" y="1056580"/>
                </a:cubicBezTo>
                <a:close/>
                <a:moveTo>
                  <a:pt x="1735633" y="1056580"/>
                </a:moveTo>
                <a:cubicBezTo>
                  <a:pt x="1747685" y="1056580"/>
                  <a:pt x="1757457" y="1066645"/>
                  <a:pt x="1757457" y="1079061"/>
                </a:cubicBezTo>
                <a:cubicBezTo>
                  <a:pt x="1757457" y="1091477"/>
                  <a:pt x="1747685" y="1101542"/>
                  <a:pt x="1735633" y="1101542"/>
                </a:cubicBezTo>
                <a:cubicBezTo>
                  <a:pt x="1723586" y="1101542"/>
                  <a:pt x="1713819" y="1091477"/>
                  <a:pt x="1713819" y="1079061"/>
                </a:cubicBezTo>
                <a:cubicBezTo>
                  <a:pt x="1713819" y="1066645"/>
                  <a:pt x="1723586" y="1056580"/>
                  <a:pt x="1735633" y="1056580"/>
                </a:cubicBezTo>
                <a:close/>
                <a:moveTo>
                  <a:pt x="1657611" y="1056580"/>
                </a:moveTo>
                <a:cubicBezTo>
                  <a:pt x="1669659" y="1056580"/>
                  <a:pt x="1679436" y="1066645"/>
                  <a:pt x="1679436" y="1079061"/>
                </a:cubicBezTo>
                <a:cubicBezTo>
                  <a:pt x="1679436" y="1091477"/>
                  <a:pt x="1669659" y="1101542"/>
                  <a:pt x="1657611" y="1101542"/>
                </a:cubicBezTo>
                <a:cubicBezTo>
                  <a:pt x="1645568" y="1101542"/>
                  <a:pt x="1635796" y="1091477"/>
                  <a:pt x="1635796" y="1079061"/>
                </a:cubicBezTo>
                <a:cubicBezTo>
                  <a:pt x="1635796" y="1066645"/>
                  <a:pt x="1645568" y="1056580"/>
                  <a:pt x="1657611" y="1056580"/>
                </a:cubicBezTo>
                <a:close/>
                <a:moveTo>
                  <a:pt x="1580257" y="1056580"/>
                </a:moveTo>
                <a:cubicBezTo>
                  <a:pt x="1592669" y="1056580"/>
                  <a:pt x="1602734" y="1066645"/>
                  <a:pt x="1602734" y="1079061"/>
                </a:cubicBezTo>
                <a:cubicBezTo>
                  <a:pt x="1602734" y="1091477"/>
                  <a:pt x="1592669" y="1101542"/>
                  <a:pt x="1580257" y="1101542"/>
                </a:cubicBezTo>
                <a:cubicBezTo>
                  <a:pt x="1567839" y="1101542"/>
                  <a:pt x="1557771" y="1091477"/>
                  <a:pt x="1557771" y="1079061"/>
                </a:cubicBezTo>
                <a:cubicBezTo>
                  <a:pt x="1557771" y="1066645"/>
                  <a:pt x="1567839" y="1056580"/>
                  <a:pt x="1580257" y="1056580"/>
                </a:cubicBezTo>
                <a:close/>
                <a:moveTo>
                  <a:pt x="1345530" y="1056580"/>
                </a:moveTo>
                <a:cubicBezTo>
                  <a:pt x="1357582" y="1056580"/>
                  <a:pt x="1367350" y="1066645"/>
                  <a:pt x="1367350" y="1079061"/>
                </a:cubicBezTo>
                <a:cubicBezTo>
                  <a:pt x="1367350" y="1091477"/>
                  <a:pt x="1357582" y="1101542"/>
                  <a:pt x="1345530" y="1101542"/>
                </a:cubicBezTo>
                <a:cubicBezTo>
                  <a:pt x="1333479" y="1101542"/>
                  <a:pt x="1323709" y="1091477"/>
                  <a:pt x="1323709" y="1079061"/>
                </a:cubicBezTo>
                <a:cubicBezTo>
                  <a:pt x="1323709" y="1066645"/>
                  <a:pt x="1333479" y="1056580"/>
                  <a:pt x="1345530" y="1056580"/>
                </a:cubicBezTo>
                <a:close/>
                <a:moveTo>
                  <a:pt x="1268169" y="1056580"/>
                </a:moveTo>
                <a:cubicBezTo>
                  <a:pt x="1280590" y="1056580"/>
                  <a:pt x="1290660" y="1066645"/>
                  <a:pt x="1290660" y="1079061"/>
                </a:cubicBezTo>
                <a:cubicBezTo>
                  <a:pt x="1290660" y="1091477"/>
                  <a:pt x="1280590" y="1101542"/>
                  <a:pt x="1268169" y="1101542"/>
                </a:cubicBezTo>
                <a:cubicBezTo>
                  <a:pt x="1255755" y="1101542"/>
                  <a:pt x="1245691" y="1091477"/>
                  <a:pt x="1245691" y="1079061"/>
                </a:cubicBezTo>
                <a:cubicBezTo>
                  <a:pt x="1245691" y="1066645"/>
                  <a:pt x="1255755" y="1056580"/>
                  <a:pt x="1268169" y="1056580"/>
                </a:cubicBezTo>
                <a:close/>
                <a:moveTo>
                  <a:pt x="1190817" y="1056580"/>
                </a:moveTo>
                <a:cubicBezTo>
                  <a:pt x="1202861" y="1056580"/>
                  <a:pt x="1212636" y="1066645"/>
                  <a:pt x="1212636" y="1079061"/>
                </a:cubicBezTo>
                <a:cubicBezTo>
                  <a:pt x="1212636" y="1091477"/>
                  <a:pt x="1202861" y="1101542"/>
                  <a:pt x="1190817" y="1101542"/>
                </a:cubicBezTo>
                <a:cubicBezTo>
                  <a:pt x="1178762" y="1101542"/>
                  <a:pt x="1168996" y="1091477"/>
                  <a:pt x="1168996" y="1079061"/>
                </a:cubicBezTo>
                <a:cubicBezTo>
                  <a:pt x="1168996" y="1066645"/>
                  <a:pt x="1178762" y="1056580"/>
                  <a:pt x="1190817" y="1056580"/>
                </a:cubicBezTo>
                <a:close/>
                <a:moveTo>
                  <a:pt x="1112792" y="1056580"/>
                </a:moveTo>
                <a:cubicBezTo>
                  <a:pt x="1124847" y="1056580"/>
                  <a:pt x="1134615" y="1066645"/>
                  <a:pt x="1134615" y="1079061"/>
                </a:cubicBezTo>
                <a:cubicBezTo>
                  <a:pt x="1134615" y="1091477"/>
                  <a:pt x="1124847" y="1101542"/>
                  <a:pt x="1112792" y="1101542"/>
                </a:cubicBezTo>
                <a:cubicBezTo>
                  <a:pt x="1100740" y="1101542"/>
                  <a:pt x="1090972" y="1091477"/>
                  <a:pt x="1090972" y="1079061"/>
                </a:cubicBezTo>
                <a:cubicBezTo>
                  <a:pt x="1090972" y="1066645"/>
                  <a:pt x="1100740" y="1056580"/>
                  <a:pt x="1112792" y="1056580"/>
                </a:cubicBezTo>
                <a:close/>
                <a:moveTo>
                  <a:pt x="1034768" y="1056580"/>
                </a:moveTo>
                <a:cubicBezTo>
                  <a:pt x="1046824" y="1056580"/>
                  <a:pt x="1056586" y="1066645"/>
                  <a:pt x="1056586" y="1079061"/>
                </a:cubicBezTo>
                <a:cubicBezTo>
                  <a:pt x="1056586" y="1091477"/>
                  <a:pt x="1046824" y="1101542"/>
                  <a:pt x="1034768" y="1101542"/>
                </a:cubicBezTo>
                <a:cubicBezTo>
                  <a:pt x="1022720" y="1101542"/>
                  <a:pt x="1012952" y="1091477"/>
                  <a:pt x="1012952" y="1079061"/>
                </a:cubicBezTo>
                <a:cubicBezTo>
                  <a:pt x="1012952" y="1066645"/>
                  <a:pt x="1022720" y="1056580"/>
                  <a:pt x="1034768" y="1056580"/>
                </a:cubicBezTo>
                <a:close/>
                <a:moveTo>
                  <a:pt x="956746" y="1056580"/>
                </a:moveTo>
                <a:cubicBezTo>
                  <a:pt x="968802" y="1056580"/>
                  <a:pt x="978570" y="1066645"/>
                  <a:pt x="978570" y="1079061"/>
                </a:cubicBezTo>
                <a:cubicBezTo>
                  <a:pt x="978570" y="1091477"/>
                  <a:pt x="968802" y="1101542"/>
                  <a:pt x="956746" y="1101542"/>
                </a:cubicBezTo>
                <a:cubicBezTo>
                  <a:pt x="944697" y="1101542"/>
                  <a:pt x="934926" y="1091477"/>
                  <a:pt x="934926" y="1079061"/>
                </a:cubicBezTo>
                <a:cubicBezTo>
                  <a:pt x="934926" y="1066645"/>
                  <a:pt x="944697" y="1056580"/>
                  <a:pt x="956746" y="1056580"/>
                </a:cubicBezTo>
                <a:close/>
                <a:moveTo>
                  <a:pt x="880049" y="1056580"/>
                </a:moveTo>
                <a:cubicBezTo>
                  <a:pt x="892100" y="1056580"/>
                  <a:pt x="901874" y="1066645"/>
                  <a:pt x="901874" y="1079061"/>
                </a:cubicBezTo>
                <a:cubicBezTo>
                  <a:pt x="901874" y="1091477"/>
                  <a:pt x="892100" y="1101542"/>
                  <a:pt x="880049" y="1101542"/>
                </a:cubicBezTo>
                <a:cubicBezTo>
                  <a:pt x="867998" y="1101542"/>
                  <a:pt x="858229" y="1091477"/>
                  <a:pt x="858229" y="1079061"/>
                </a:cubicBezTo>
                <a:cubicBezTo>
                  <a:pt x="858229" y="1066645"/>
                  <a:pt x="867998" y="1056580"/>
                  <a:pt x="880049" y="1056580"/>
                </a:cubicBezTo>
                <a:close/>
                <a:moveTo>
                  <a:pt x="800708" y="1056580"/>
                </a:moveTo>
                <a:cubicBezTo>
                  <a:pt x="812759" y="1056580"/>
                  <a:pt x="822526" y="1066645"/>
                  <a:pt x="822526" y="1079061"/>
                </a:cubicBezTo>
                <a:cubicBezTo>
                  <a:pt x="822526" y="1091477"/>
                  <a:pt x="812759" y="1101542"/>
                  <a:pt x="800708" y="1101542"/>
                </a:cubicBezTo>
                <a:cubicBezTo>
                  <a:pt x="788656" y="1101542"/>
                  <a:pt x="778888" y="1091477"/>
                  <a:pt x="778888" y="1079061"/>
                </a:cubicBezTo>
                <a:cubicBezTo>
                  <a:pt x="778888" y="1066645"/>
                  <a:pt x="788656" y="1056580"/>
                  <a:pt x="800708" y="1056580"/>
                </a:cubicBezTo>
                <a:close/>
                <a:moveTo>
                  <a:pt x="722684" y="1056580"/>
                </a:moveTo>
                <a:cubicBezTo>
                  <a:pt x="734735" y="1056580"/>
                  <a:pt x="744504" y="1066645"/>
                  <a:pt x="744504" y="1079061"/>
                </a:cubicBezTo>
                <a:cubicBezTo>
                  <a:pt x="744504" y="1091477"/>
                  <a:pt x="734735" y="1101542"/>
                  <a:pt x="722684" y="1101542"/>
                </a:cubicBezTo>
                <a:cubicBezTo>
                  <a:pt x="710634" y="1101542"/>
                  <a:pt x="700862" y="1091477"/>
                  <a:pt x="700862" y="1079061"/>
                </a:cubicBezTo>
                <a:cubicBezTo>
                  <a:pt x="700862" y="1066645"/>
                  <a:pt x="710634" y="1056580"/>
                  <a:pt x="722684" y="1056580"/>
                </a:cubicBezTo>
                <a:close/>
                <a:moveTo>
                  <a:pt x="644665" y="1056580"/>
                </a:moveTo>
                <a:cubicBezTo>
                  <a:pt x="656717" y="1056580"/>
                  <a:pt x="666485" y="1066645"/>
                  <a:pt x="666485" y="1079061"/>
                </a:cubicBezTo>
                <a:cubicBezTo>
                  <a:pt x="666485" y="1091477"/>
                  <a:pt x="656717" y="1101542"/>
                  <a:pt x="644665" y="1101542"/>
                </a:cubicBezTo>
                <a:cubicBezTo>
                  <a:pt x="632612" y="1101542"/>
                  <a:pt x="622842" y="1091477"/>
                  <a:pt x="622842" y="1079061"/>
                </a:cubicBezTo>
                <a:cubicBezTo>
                  <a:pt x="622842" y="1066645"/>
                  <a:pt x="632612" y="1056580"/>
                  <a:pt x="644665" y="1056580"/>
                </a:cubicBezTo>
                <a:close/>
                <a:moveTo>
                  <a:pt x="567304" y="1056580"/>
                </a:moveTo>
                <a:cubicBezTo>
                  <a:pt x="579719" y="1056580"/>
                  <a:pt x="589784" y="1066645"/>
                  <a:pt x="589784" y="1079061"/>
                </a:cubicBezTo>
                <a:cubicBezTo>
                  <a:pt x="589784" y="1091477"/>
                  <a:pt x="579719" y="1101542"/>
                  <a:pt x="567304" y="1101542"/>
                </a:cubicBezTo>
                <a:cubicBezTo>
                  <a:pt x="554887" y="1101542"/>
                  <a:pt x="544822" y="1091477"/>
                  <a:pt x="544822" y="1079061"/>
                </a:cubicBezTo>
                <a:cubicBezTo>
                  <a:pt x="544822" y="1066645"/>
                  <a:pt x="554887" y="1056580"/>
                  <a:pt x="567304" y="1056580"/>
                </a:cubicBezTo>
                <a:close/>
                <a:moveTo>
                  <a:pt x="489945" y="1056580"/>
                </a:moveTo>
                <a:cubicBezTo>
                  <a:pt x="501996" y="1056580"/>
                  <a:pt x="511765" y="1066645"/>
                  <a:pt x="511765" y="1079061"/>
                </a:cubicBezTo>
                <a:cubicBezTo>
                  <a:pt x="511765" y="1091477"/>
                  <a:pt x="501996" y="1101542"/>
                  <a:pt x="489945" y="1101542"/>
                </a:cubicBezTo>
                <a:cubicBezTo>
                  <a:pt x="477894" y="1101542"/>
                  <a:pt x="468126" y="1091477"/>
                  <a:pt x="468126" y="1079061"/>
                </a:cubicBezTo>
                <a:cubicBezTo>
                  <a:pt x="468126" y="1066645"/>
                  <a:pt x="477894" y="1056580"/>
                  <a:pt x="489945" y="1056580"/>
                </a:cubicBezTo>
                <a:close/>
                <a:moveTo>
                  <a:pt x="411925" y="1056580"/>
                </a:moveTo>
                <a:cubicBezTo>
                  <a:pt x="423974" y="1056580"/>
                  <a:pt x="433742" y="1066645"/>
                  <a:pt x="433742" y="1079061"/>
                </a:cubicBezTo>
                <a:cubicBezTo>
                  <a:pt x="433742" y="1091477"/>
                  <a:pt x="423974" y="1101542"/>
                  <a:pt x="411925" y="1101542"/>
                </a:cubicBezTo>
                <a:cubicBezTo>
                  <a:pt x="399875" y="1101542"/>
                  <a:pt x="390105" y="1091477"/>
                  <a:pt x="390105" y="1079061"/>
                </a:cubicBezTo>
                <a:cubicBezTo>
                  <a:pt x="390105" y="1066645"/>
                  <a:pt x="399875" y="1056580"/>
                  <a:pt x="411925" y="1056580"/>
                </a:cubicBezTo>
                <a:close/>
                <a:moveTo>
                  <a:pt x="333903" y="1056580"/>
                </a:moveTo>
                <a:cubicBezTo>
                  <a:pt x="345953" y="1056580"/>
                  <a:pt x="355723" y="1066645"/>
                  <a:pt x="355723" y="1079061"/>
                </a:cubicBezTo>
                <a:cubicBezTo>
                  <a:pt x="355723" y="1091477"/>
                  <a:pt x="345953" y="1101542"/>
                  <a:pt x="333903" y="1101542"/>
                </a:cubicBezTo>
                <a:cubicBezTo>
                  <a:pt x="321852" y="1101542"/>
                  <a:pt x="312083" y="1091477"/>
                  <a:pt x="312083" y="1079061"/>
                </a:cubicBezTo>
                <a:cubicBezTo>
                  <a:pt x="312083" y="1066645"/>
                  <a:pt x="321852" y="1056580"/>
                  <a:pt x="333903" y="1056580"/>
                </a:cubicBezTo>
                <a:close/>
                <a:moveTo>
                  <a:pt x="255883" y="1056580"/>
                </a:moveTo>
                <a:cubicBezTo>
                  <a:pt x="267933" y="1056580"/>
                  <a:pt x="277701" y="1066645"/>
                  <a:pt x="277701" y="1079061"/>
                </a:cubicBezTo>
                <a:cubicBezTo>
                  <a:pt x="277701" y="1091477"/>
                  <a:pt x="267933" y="1101542"/>
                  <a:pt x="255883" y="1101542"/>
                </a:cubicBezTo>
                <a:cubicBezTo>
                  <a:pt x="243831" y="1101542"/>
                  <a:pt x="234062" y="1091477"/>
                  <a:pt x="234062" y="1079061"/>
                </a:cubicBezTo>
                <a:cubicBezTo>
                  <a:pt x="234062" y="1066645"/>
                  <a:pt x="243831" y="1056580"/>
                  <a:pt x="255883" y="1056580"/>
                </a:cubicBezTo>
                <a:close/>
                <a:moveTo>
                  <a:pt x="177862" y="1056580"/>
                </a:moveTo>
                <a:cubicBezTo>
                  <a:pt x="189913" y="1056580"/>
                  <a:pt x="199683" y="1066645"/>
                  <a:pt x="199683" y="1079061"/>
                </a:cubicBezTo>
                <a:cubicBezTo>
                  <a:pt x="199683" y="1091477"/>
                  <a:pt x="189913" y="1101542"/>
                  <a:pt x="177862" y="1101542"/>
                </a:cubicBezTo>
                <a:cubicBezTo>
                  <a:pt x="165812" y="1101542"/>
                  <a:pt x="156042" y="1091477"/>
                  <a:pt x="156042" y="1079061"/>
                </a:cubicBezTo>
                <a:cubicBezTo>
                  <a:pt x="156042" y="1066645"/>
                  <a:pt x="165812" y="1056580"/>
                  <a:pt x="177862" y="1056580"/>
                </a:cubicBezTo>
                <a:close/>
                <a:moveTo>
                  <a:pt x="99841" y="1056580"/>
                </a:moveTo>
                <a:cubicBezTo>
                  <a:pt x="111893" y="1056580"/>
                  <a:pt x="121661" y="1066645"/>
                  <a:pt x="121661" y="1079061"/>
                </a:cubicBezTo>
                <a:cubicBezTo>
                  <a:pt x="121661" y="1091477"/>
                  <a:pt x="111893" y="1101542"/>
                  <a:pt x="99841" y="1101542"/>
                </a:cubicBezTo>
                <a:cubicBezTo>
                  <a:pt x="87790" y="1101542"/>
                  <a:pt x="78021" y="1091477"/>
                  <a:pt x="78021" y="1079061"/>
                </a:cubicBezTo>
                <a:cubicBezTo>
                  <a:pt x="78021" y="1066645"/>
                  <a:pt x="87790" y="1056580"/>
                  <a:pt x="99841" y="1056580"/>
                </a:cubicBezTo>
                <a:close/>
                <a:moveTo>
                  <a:pt x="21820" y="1056580"/>
                </a:moveTo>
                <a:cubicBezTo>
                  <a:pt x="33871" y="1056580"/>
                  <a:pt x="43640" y="1066645"/>
                  <a:pt x="43640" y="1079061"/>
                </a:cubicBezTo>
                <a:cubicBezTo>
                  <a:pt x="43640" y="1091477"/>
                  <a:pt x="33871" y="1101542"/>
                  <a:pt x="21820" y="1101542"/>
                </a:cubicBezTo>
                <a:cubicBezTo>
                  <a:pt x="9769" y="1101542"/>
                  <a:pt x="0" y="1091477"/>
                  <a:pt x="0" y="1079061"/>
                </a:cubicBezTo>
                <a:cubicBezTo>
                  <a:pt x="0" y="1066645"/>
                  <a:pt x="9769" y="1056580"/>
                  <a:pt x="21820" y="1056580"/>
                </a:cubicBezTo>
                <a:close/>
                <a:moveTo>
                  <a:pt x="3371408" y="1012942"/>
                </a:moveTo>
                <a:cubicBezTo>
                  <a:pt x="3383459" y="1012942"/>
                  <a:pt x="3393228" y="1022711"/>
                  <a:pt x="3393228" y="1034762"/>
                </a:cubicBezTo>
                <a:cubicBezTo>
                  <a:pt x="3393228" y="1046813"/>
                  <a:pt x="3383459" y="1056582"/>
                  <a:pt x="3371408" y="1056582"/>
                </a:cubicBezTo>
                <a:cubicBezTo>
                  <a:pt x="3359357" y="1056582"/>
                  <a:pt x="3349588" y="1046813"/>
                  <a:pt x="3349588" y="1034762"/>
                </a:cubicBezTo>
                <a:cubicBezTo>
                  <a:pt x="3349588" y="1022711"/>
                  <a:pt x="3359357" y="1012942"/>
                  <a:pt x="3371408" y="1012942"/>
                </a:cubicBezTo>
                <a:close/>
                <a:moveTo>
                  <a:pt x="3293388" y="1012942"/>
                </a:moveTo>
                <a:cubicBezTo>
                  <a:pt x="3305439" y="1012942"/>
                  <a:pt x="3315208" y="1022711"/>
                  <a:pt x="3315208" y="1034762"/>
                </a:cubicBezTo>
                <a:cubicBezTo>
                  <a:pt x="3315208" y="1046813"/>
                  <a:pt x="3305439" y="1056582"/>
                  <a:pt x="3293388" y="1056582"/>
                </a:cubicBezTo>
                <a:cubicBezTo>
                  <a:pt x="3281337" y="1056582"/>
                  <a:pt x="3271568" y="1046813"/>
                  <a:pt x="3271568" y="1034762"/>
                </a:cubicBezTo>
                <a:cubicBezTo>
                  <a:pt x="3271568" y="1022711"/>
                  <a:pt x="3281337" y="1012942"/>
                  <a:pt x="3293388" y="1012942"/>
                </a:cubicBezTo>
                <a:close/>
                <a:moveTo>
                  <a:pt x="3215368" y="1012942"/>
                </a:moveTo>
                <a:cubicBezTo>
                  <a:pt x="3227419" y="1012942"/>
                  <a:pt x="3237188" y="1022711"/>
                  <a:pt x="3237188" y="1034762"/>
                </a:cubicBezTo>
                <a:cubicBezTo>
                  <a:pt x="3237188" y="1046813"/>
                  <a:pt x="3227419" y="1056582"/>
                  <a:pt x="3215368" y="1056582"/>
                </a:cubicBezTo>
                <a:cubicBezTo>
                  <a:pt x="3203317" y="1056582"/>
                  <a:pt x="3193548" y="1046813"/>
                  <a:pt x="3193548" y="1034762"/>
                </a:cubicBezTo>
                <a:cubicBezTo>
                  <a:pt x="3193548" y="1022711"/>
                  <a:pt x="3203317" y="1012942"/>
                  <a:pt x="3215368" y="1012942"/>
                </a:cubicBezTo>
                <a:close/>
                <a:moveTo>
                  <a:pt x="3137348" y="1012942"/>
                </a:moveTo>
                <a:cubicBezTo>
                  <a:pt x="3149399" y="1012942"/>
                  <a:pt x="3159168" y="1022711"/>
                  <a:pt x="3159168" y="1034762"/>
                </a:cubicBezTo>
                <a:cubicBezTo>
                  <a:pt x="3159168" y="1046813"/>
                  <a:pt x="3149399" y="1056582"/>
                  <a:pt x="3137348" y="1056582"/>
                </a:cubicBezTo>
                <a:cubicBezTo>
                  <a:pt x="3125297" y="1056582"/>
                  <a:pt x="3115528" y="1046813"/>
                  <a:pt x="3115528" y="1034762"/>
                </a:cubicBezTo>
                <a:cubicBezTo>
                  <a:pt x="3115528" y="1022711"/>
                  <a:pt x="3125297" y="1012942"/>
                  <a:pt x="3137348" y="1012942"/>
                </a:cubicBezTo>
                <a:close/>
                <a:moveTo>
                  <a:pt x="6953736" y="979883"/>
                </a:moveTo>
                <a:cubicBezTo>
                  <a:pt x="6965787" y="979883"/>
                  <a:pt x="6975556" y="989652"/>
                  <a:pt x="6975556" y="1001703"/>
                </a:cubicBezTo>
                <a:cubicBezTo>
                  <a:pt x="6975556" y="1013754"/>
                  <a:pt x="6965787" y="1023523"/>
                  <a:pt x="6953736" y="1023523"/>
                </a:cubicBezTo>
                <a:cubicBezTo>
                  <a:pt x="6941685" y="1023523"/>
                  <a:pt x="6931916" y="1013754"/>
                  <a:pt x="6931916" y="1001703"/>
                </a:cubicBezTo>
                <a:cubicBezTo>
                  <a:pt x="6931916" y="989652"/>
                  <a:pt x="6941685" y="979883"/>
                  <a:pt x="6953736" y="979883"/>
                </a:cubicBezTo>
                <a:close/>
                <a:moveTo>
                  <a:pt x="6875716" y="979883"/>
                </a:moveTo>
                <a:cubicBezTo>
                  <a:pt x="6887767" y="979883"/>
                  <a:pt x="6897536" y="989652"/>
                  <a:pt x="6897536" y="1001703"/>
                </a:cubicBezTo>
                <a:cubicBezTo>
                  <a:pt x="6897536" y="1013754"/>
                  <a:pt x="6887767" y="1023523"/>
                  <a:pt x="6875716" y="1023523"/>
                </a:cubicBezTo>
                <a:cubicBezTo>
                  <a:pt x="6863665" y="1023523"/>
                  <a:pt x="6853896" y="1013754"/>
                  <a:pt x="6853896" y="1001703"/>
                </a:cubicBezTo>
                <a:cubicBezTo>
                  <a:pt x="6853896" y="989652"/>
                  <a:pt x="6863665" y="979883"/>
                  <a:pt x="6875716" y="979883"/>
                </a:cubicBezTo>
                <a:close/>
                <a:moveTo>
                  <a:pt x="6798356" y="979883"/>
                </a:moveTo>
                <a:cubicBezTo>
                  <a:pt x="6810772" y="979883"/>
                  <a:pt x="6820837" y="989652"/>
                  <a:pt x="6820837" y="1001703"/>
                </a:cubicBezTo>
                <a:cubicBezTo>
                  <a:pt x="6820837" y="1013754"/>
                  <a:pt x="6810772" y="1023523"/>
                  <a:pt x="6798356" y="1023523"/>
                </a:cubicBezTo>
                <a:cubicBezTo>
                  <a:pt x="6785940" y="1023523"/>
                  <a:pt x="6775875" y="1013754"/>
                  <a:pt x="6775875" y="1001703"/>
                </a:cubicBezTo>
                <a:cubicBezTo>
                  <a:pt x="6775875" y="989652"/>
                  <a:pt x="6785940" y="979883"/>
                  <a:pt x="6798356" y="979883"/>
                </a:cubicBezTo>
                <a:close/>
                <a:moveTo>
                  <a:pt x="6719675" y="979883"/>
                </a:moveTo>
                <a:cubicBezTo>
                  <a:pt x="6731726" y="979883"/>
                  <a:pt x="6741495" y="989652"/>
                  <a:pt x="6741495" y="1001703"/>
                </a:cubicBezTo>
                <a:cubicBezTo>
                  <a:pt x="6741495" y="1013754"/>
                  <a:pt x="6731726" y="1023523"/>
                  <a:pt x="6719675" y="1023523"/>
                </a:cubicBezTo>
                <a:cubicBezTo>
                  <a:pt x="6707624" y="1023523"/>
                  <a:pt x="6697855" y="1013754"/>
                  <a:pt x="6697855" y="1001703"/>
                </a:cubicBezTo>
                <a:cubicBezTo>
                  <a:pt x="6697855" y="989652"/>
                  <a:pt x="6707624" y="979883"/>
                  <a:pt x="6719675" y="979883"/>
                </a:cubicBezTo>
                <a:close/>
                <a:moveTo>
                  <a:pt x="6641655" y="979883"/>
                </a:moveTo>
                <a:cubicBezTo>
                  <a:pt x="6653706" y="979883"/>
                  <a:pt x="6663475" y="989652"/>
                  <a:pt x="6663475" y="1001703"/>
                </a:cubicBezTo>
                <a:cubicBezTo>
                  <a:pt x="6663475" y="1013754"/>
                  <a:pt x="6653706" y="1023523"/>
                  <a:pt x="6641655" y="1023523"/>
                </a:cubicBezTo>
                <a:cubicBezTo>
                  <a:pt x="6629604" y="1023523"/>
                  <a:pt x="6619835" y="1013754"/>
                  <a:pt x="6619835" y="1001703"/>
                </a:cubicBezTo>
                <a:cubicBezTo>
                  <a:pt x="6619835" y="989652"/>
                  <a:pt x="6629604" y="979883"/>
                  <a:pt x="6641655" y="979883"/>
                </a:cubicBezTo>
                <a:close/>
                <a:moveTo>
                  <a:pt x="6563634" y="979883"/>
                </a:moveTo>
                <a:cubicBezTo>
                  <a:pt x="6575685" y="979883"/>
                  <a:pt x="6585454" y="989652"/>
                  <a:pt x="6585454" y="1001703"/>
                </a:cubicBezTo>
                <a:cubicBezTo>
                  <a:pt x="6585454" y="1013754"/>
                  <a:pt x="6575685" y="1023523"/>
                  <a:pt x="6563634" y="1023523"/>
                </a:cubicBezTo>
                <a:cubicBezTo>
                  <a:pt x="6551583" y="1023523"/>
                  <a:pt x="6541814" y="1013754"/>
                  <a:pt x="6541814" y="1001703"/>
                </a:cubicBezTo>
                <a:cubicBezTo>
                  <a:pt x="6541814" y="989652"/>
                  <a:pt x="6551583" y="979883"/>
                  <a:pt x="6563634" y="979883"/>
                </a:cubicBezTo>
                <a:close/>
                <a:moveTo>
                  <a:pt x="6485613" y="979883"/>
                </a:moveTo>
                <a:cubicBezTo>
                  <a:pt x="6497664" y="979883"/>
                  <a:pt x="6507433" y="989652"/>
                  <a:pt x="6507433" y="1001703"/>
                </a:cubicBezTo>
                <a:cubicBezTo>
                  <a:pt x="6507433" y="1013754"/>
                  <a:pt x="6497664" y="1023523"/>
                  <a:pt x="6485613" y="1023523"/>
                </a:cubicBezTo>
                <a:cubicBezTo>
                  <a:pt x="6473562" y="1023523"/>
                  <a:pt x="6463793" y="1013754"/>
                  <a:pt x="6463793" y="1001703"/>
                </a:cubicBezTo>
                <a:cubicBezTo>
                  <a:pt x="6463793" y="989652"/>
                  <a:pt x="6473562" y="979883"/>
                  <a:pt x="6485613" y="979883"/>
                </a:cubicBezTo>
                <a:close/>
                <a:moveTo>
                  <a:pt x="6408916" y="979883"/>
                </a:moveTo>
                <a:cubicBezTo>
                  <a:pt x="6420967" y="979883"/>
                  <a:pt x="6430736" y="989652"/>
                  <a:pt x="6430736" y="1001703"/>
                </a:cubicBezTo>
                <a:cubicBezTo>
                  <a:pt x="6430736" y="1013754"/>
                  <a:pt x="6420967" y="1023523"/>
                  <a:pt x="6408916" y="1023523"/>
                </a:cubicBezTo>
                <a:cubicBezTo>
                  <a:pt x="6396865" y="1023523"/>
                  <a:pt x="6387096" y="1013754"/>
                  <a:pt x="6387096" y="1001703"/>
                </a:cubicBezTo>
                <a:cubicBezTo>
                  <a:pt x="6387096" y="989652"/>
                  <a:pt x="6396865" y="979883"/>
                  <a:pt x="6408916" y="979883"/>
                </a:cubicBezTo>
                <a:close/>
                <a:moveTo>
                  <a:pt x="5630034" y="979883"/>
                </a:moveTo>
                <a:cubicBezTo>
                  <a:pt x="5642085" y="979883"/>
                  <a:pt x="5651854" y="989652"/>
                  <a:pt x="5651854" y="1001703"/>
                </a:cubicBezTo>
                <a:cubicBezTo>
                  <a:pt x="5651854" y="1013754"/>
                  <a:pt x="5642085" y="1023523"/>
                  <a:pt x="5630034" y="1023523"/>
                </a:cubicBezTo>
                <a:cubicBezTo>
                  <a:pt x="5617983" y="1023523"/>
                  <a:pt x="5608214" y="1013754"/>
                  <a:pt x="5608214" y="1001703"/>
                </a:cubicBezTo>
                <a:cubicBezTo>
                  <a:pt x="5608214" y="989652"/>
                  <a:pt x="5617983" y="979883"/>
                  <a:pt x="5630034" y="979883"/>
                </a:cubicBezTo>
                <a:close/>
                <a:moveTo>
                  <a:pt x="2592527" y="979883"/>
                </a:moveTo>
                <a:cubicBezTo>
                  <a:pt x="2604578" y="979883"/>
                  <a:pt x="2614347" y="989652"/>
                  <a:pt x="2614347" y="1001703"/>
                </a:cubicBezTo>
                <a:cubicBezTo>
                  <a:pt x="2614347" y="1013754"/>
                  <a:pt x="2604578" y="1023523"/>
                  <a:pt x="2592527" y="1023523"/>
                </a:cubicBezTo>
                <a:cubicBezTo>
                  <a:pt x="2580476" y="1023523"/>
                  <a:pt x="2570707" y="1013754"/>
                  <a:pt x="2570707" y="1001703"/>
                </a:cubicBezTo>
                <a:cubicBezTo>
                  <a:pt x="2570707" y="989652"/>
                  <a:pt x="2580476" y="979883"/>
                  <a:pt x="2592527" y="979883"/>
                </a:cubicBezTo>
                <a:close/>
                <a:moveTo>
                  <a:pt x="2513845" y="979883"/>
                </a:moveTo>
                <a:cubicBezTo>
                  <a:pt x="2526261" y="979883"/>
                  <a:pt x="2536326" y="989652"/>
                  <a:pt x="2536326" y="1001703"/>
                </a:cubicBezTo>
                <a:cubicBezTo>
                  <a:pt x="2536326" y="1013754"/>
                  <a:pt x="2526261" y="1023523"/>
                  <a:pt x="2513845" y="1023523"/>
                </a:cubicBezTo>
                <a:cubicBezTo>
                  <a:pt x="2501429" y="1023523"/>
                  <a:pt x="2491364" y="1013754"/>
                  <a:pt x="2491364" y="1001703"/>
                </a:cubicBezTo>
                <a:cubicBezTo>
                  <a:pt x="2491364" y="989652"/>
                  <a:pt x="2501429" y="979883"/>
                  <a:pt x="2513845" y="979883"/>
                </a:cubicBezTo>
                <a:close/>
                <a:moveTo>
                  <a:pt x="2436486" y="979883"/>
                </a:moveTo>
                <a:cubicBezTo>
                  <a:pt x="2448537" y="979883"/>
                  <a:pt x="2458306" y="989652"/>
                  <a:pt x="2458306" y="1001703"/>
                </a:cubicBezTo>
                <a:cubicBezTo>
                  <a:pt x="2458306" y="1013754"/>
                  <a:pt x="2448537" y="1023523"/>
                  <a:pt x="2436486" y="1023523"/>
                </a:cubicBezTo>
                <a:cubicBezTo>
                  <a:pt x="2424435" y="1023523"/>
                  <a:pt x="2414666" y="1013754"/>
                  <a:pt x="2414666" y="1001703"/>
                </a:cubicBezTo>
                <a:cubicBezTo>
                  <a:pt x="2414666" y="989652"/>
                  <a:pt x="2424435" y="979883"/>
                  <a:pt x="2436486" y="979883"/>
                </a:cubicBezTo>
                <a:close/>
                <a:moveTo>
                  <a:pt x="2358465" y="979883"/>
                </a:moveTo>
                <a:cubicBezTo>
                  <a:pt x="2370516" y="979883"/>
                  <a:pt x="2380285" y="989652"/>
                  <a:pt x="2380285" y="1001703"/>
                </a:cubicBezTo>
                <a:cubicBezTo>
                  <a:pt x="2380285" y="1013754"/>
                  <a:pt x="2370516" y="1023523"/>
                  <a:pt x="2358465" y="1023523"/>
                </a:cubicBezTo>
                <a:cubicBezTo>
                  <a:pt x="2346414" y="1023523"/>
                  <a:pt x="2336645" y="1013754"/>
                  <a:pt x="2336645" y="1001703"/>
                </a:cubicBezTo>
                <a:cubicBezTo>
                  <a:pt x="2336645" y="989652"/>
                  <a:pt x="2346414" y="979883"/>
                  <a:pt x="2358465" y="979883"/>
                </a:cubicBezTo>
                <a:close/>
                <a:moveTo>
                  <a:pt x="2280445" y="979883"/>
                </a:moveTo>
                <a:cubicBezTo>
                  <a:pt x="2292496" y="979883"/>
                  <a:pt x="2302265" y="989652"/>
                  <a:pt x="2302265" y="1001703"/>
                </a:cubicBezTo>
                <a:cubicBezTo>
                  <a:pt x="2302265" y="1013754"/>
                  <a:pt x="2292496" y="1023523"/>
                  <a:pt x="2280445" y="1023523"/>
                </a:cubicBezTo>
                <a:cubicBezTo>
                  <a:pt x="2268394" y="1023523"/>
                  <a:pt x="2258625" y="1013754"/>
                  <a:pt x="2258625" y="1001703"/>
                </a:cubicBezTo>
                <a:cubicBezTo>
                  <a:pt x="2258625" y="989652"/>
                  <a:pt x="2268394" y="979883"/>
                  <a:pt x="2280445" y="979883"/>
                </a:cubicBezTo>
                <a:close/>
                <a:moveTo>
                  <a:pt x="2203086" y="979883"/>
                </a:moveTo>
                <a:cubicBezTo>
                  <a:pt x="2215502" y="979883"/>
                  <a:pt x="2225567" y="989652"/>
                  <a:pt x="2225567" y="1001703"/>
                </a:cubicBezTo>
                <a:cubicBezTo>
                  <a:pt x="2225567" y="1013754"/>
                  <a:pt x="2215502" y="1023523"/>
                  <a:pt x="2203086" y="1023523"/>
                </a:cubicBezTo>
                <a:cubicBezTo>
                  <a:pt x="2190670" y="1023523"/>
                  <a:pt x="2180605" y="1013754"/>
                  <a:pt x="2180605" y="1001703"/>
                </a:cubicBezTo>
                <a:cubicBezTo>
                  <a:pt x="2180605" y="989652"/>
                  <a:pt x="2190670" y="979883"/>
                  <a:pt x="2203086" y="979883"/>
                </a:cubicBezTo>
                <a:close/>
                <a:moveTo>
                  <a:pt x="2125727" y="979883"/>
                </a:moveTo>
                <a:cubicBezTo>
                  <a:pt x="2137778" y="979883"/>
                  <a:pt x="2147547" y="989652"/>
                  <a:pt x="2147547" y="1001703"/>
                </a:cubicBezTo>
                <a:cubicBezTo>
                  <a:pt x="2147547" y="1013754"/>
                  <a:pt x="2137778" y="1023523"/>
                  <a:pt x="2125727" y="1023523"/>
                </a:cubicBezTo>
                <a:cubicBezTo>
                  <a:pt x="2113676" y="1023523"/>
                  <a:pt x="2103907" y="1013754"/>
                  <a:pt x="2103907" y="1001703"/>
                </a:cubicBezTo>
                <a:cubicBezTo>
                  <a:pt x="2103907" y="989652"/>
                  <a:pt x="2113676" y="979883"/>
                  <a:pt x="2125727" y="979883"/>
                </a:cubicBezTo>
                <a:close/>
                <a:moveTo>
                  <a:pt x="8978300" y="979882"/>
                </a:moveTo>
                <a:cubicBezTo>
                  <a:pt x="8990351" y="979882"/>
                  <a:pt x="9000120" y="989651"/>
                  <a:pt x="9000120" y="1001702"/>
                </a:cubicBezTo>
                <a:cubicBezTo>
                  <a:pt x="9000120" y="1013753"/>
                  <a:pt x="8990351" y="1023522"/>
                  <a:pt x="8978300" y="1023522"/>
                </a:cubicBezTo>
                <a:cubicBezTo>
                  <a:pt x="8966249" y="1023522"/>
                  <a:pt x="8956480" y="1013753"/>
                  <a:pt x="8956480" y="1001702"/>
                </a:cubicBezTo>
                <a:cubicBezTo>
                  <a:pt x="8956480" y="989651"/>
                  <a:pt x="8966249" y="979882"/>
                  <a:pt x="8978300" y="979882"/>
                </a:cubicBezTo>
                <a:close/>
                <a:moveTo>
                  <a:pt x="8900279" y="979882"/>
                </a:moveTo>
                <a:cubicBezTo>
                  <a:pt x="8912330" y="979882"/>
                  <a:pt x="8922099" y="989651"/>
                  <a:pt x="8922099" y="1001702"/>
                </a:cubicBezTo>
                <a:cubicBezTo>
                  <a:pt x="8922099" y="1013753"/>
                  <a:pt x="8912330" y="1023522"/>
                  <a:pt x="8900279" y="1023522"/>
                </a:cubicBezTo>
                <a:cubicBezTo>
                  <a:pt x="8888228" y="1023522"/>
                  <a:pt x="8878459" y="1013753"/>
                  <a:pt x="8878459" y="1001702"/>
                </a:cubicBezTo>
                <a:cubicBezTo>
                  <a:pt x="8878459" y="989651"/>
                  <a:pt x="8888228" y="979882"/>
                  <a:pt x="8900279" y="979882"/>
                </a:cubicBezTo>
                <a:close/>
                <a:moveTo>
                  <a:pt x="8822259" y="979882"/>
                </a:moveTo>
                <a:cubicBezTo>
                  <a:pt x="8834310" y="979882"/>
                  <a:pt x="8844079" y="989651"/>
                  <a:pt x="8844079" y="1001702"/>
                </a:cubicBezTo>
                <a:cubicBezTo>
                  <a:pt x="8844079" y="1013753"/>
                  <a:pt x="8834310" y="1023522"/>
                  <a:pt x="8822259" y="1023522"/>
                </a:cubicBezTo>
                <a:cubicBezTo>
                  <a:pt x="8810208" y="1023522"/>
                  <a:pt x="8800439" y="1013753"/>
                  <a:pt x="8800439" y="1001702"/>
                </a:cubicBezTo>
                <a:cubicBezTo>
                  <a:pt x="8800439" y="989651"/>
                  <a:pt x="8810208" y="979882"/>
                  <a:pt x="8822259" y="979882"/>
                </a:cubicBezTo>
                <a:close/>
                <a:moveTo>
                  <a:pt x="8744900" y="979882"/>
                </a:moveTo>
                <a:cubicBezTo>
                  <a:pt x="8757316" y="979882"/>
                  <a:pt x="8767381" y="989651"/>
                  <a:pt x="8767381" y="1001702"/>
                </a:cubicBezTo>
                <a:cubicBezTo>
                  <a:pt x="8767381" y="1013753"/>
                  <a:pt x="8757316" y="1023522"/>
                  <a:pt x="8744900" y="1023522"/>
                </a:cubicBezTo>
                <a:cubicBezTo>
                  <a:pt x="8732484" y="1023522"/>
                  <a:pt x="8722419" y="1013753"/>
                  <a:pt x="8722419" y="1001702"/>
                </a:cubicBezTo>
                <a:cubicBezTo>
                  <a:pt x="8722419" y="989651"/>
                  <a:pt x="8732484" y="979882"/>
                  <a:pt x="8744900" y="979882"/>
                </a:cubicBezTo>
                <a:close/>
                <a:moveTo>
                  <a:pt x="8667540" y="979882"/>
                </a:moveTo>
                <a:cubicBezTo>
                  <a:pt x="8679591" y="979882"/>
                  <a:pt x="8689360" y="989651"/>
                  <a:pt x="8689360" y="1001702"/>
                </a:cubicBezTo>
                <a:cubicBezTo>
                  <a:pt x="8689360" y="1013753"/>
                  <a:pt x="8679591" y="1023522"/>
                  <a:pt x="8667540" y="1023522"/>
                </a:cubicBezTo>
                <a:cubicBezTo>
                  <a:pt x="8655489" y="1023522"/>
                  <a:pt x="8645720" y="1013753"/>
                  <a:pt x="8645720" y="1001702"/>
                </a:cubicBezTo>
                <a:cubicBezTo>
                  <a:pt x="8645720" y="989651"/>
                  <a:pt x="8655489" y="979882"/>
                  <a:pt x="8667540" y="979882"/>
                </a:cubicBezTo>
                <a:close/>
                <a:moveTo>
                  <a:pt x="8589520" y="979882"/>
                </a:moveTo>
                <a:cubicBezTo>
                  <a:pt x="8601571" y="979882"/>
                  <a:pt x="8611340" y="989651"/>
                  <a:pt x="8611340" y="1001702"/>
                </a:cubicBezTo>
                <a:cubicBezTo>
                  <a:pt x="8611340" y="1013753"/>
                  <a:pt x="8601571" y="1023522"/>
                  <a:pt x="8589520" y="1023522"/>
                </a:cubicBezTo>
                <a:cubicBezTo>
                  <a:pt x="8577469" y="1023522"/>
                  <a:pt x="8567700" y="1013753"/>
                  <a:pt x="8567700" y="1001702"/>
                </a:cubicBezTo>
                <a:cubicBezTo>
                  <a:pt x="8567700" y="989651"/>
                  <a:pt x="8577469" y="979882"/>
                  <a:pt x="8589520" y="979882"/>
                </a:cubicBezTo>
                <a:close/>
                <a:moveTo>
                  <a:pt x="8511500" y="979882"/>
                </a:moveTo>
                <a:cubicBezTo>
                  <a:pt x="8523551" y="979882"/>
                  <a:pt x="8533320" y="989651"/>
                  <a:pt x="8533320" y="1001702"/>
                </a:cubicBezTo>
                <a:cubicBezTo>
                  <a:pt x="8533320" y="1013753"/>
                  <a:pt x="8523551" y="1023522"/>
                  <a:pt x="8511500" y="1023522"/>
                </a:cubicBezTo>
                <a:cubicBezTo>
                  <a:pt x="8499449" y="1023522"/>
                  <a:pt x="8489680" y="1013753"/>
                  <a:pt x="8489680" y="1001702"/>
                </a:cubicBezTo>
                <a:cubicBezTo>
                  <a:pt x="8489680" y="989651"/>
                  <a:pt x="8499449" y="979882"/>
                  <a:pt x="8511500" y="979882"/>
                </a:cubicBezTo>
                <a:close/>
                <a:moveTo>
                  <a:pt x="8432818" y="979882"/>
                </a:moveTo>
                <a:cubicBezTo>
                  <a:pt x="8445234" y="979882"/>
                  <a:pt x="8455299" y="989651"/>
                  <a:pt x="8455299" y="1001702"/>
                </a:cubicBezTo>
                <a:cubicBezTo>
                  <a:pt x="8455299" y="1013753"/>
                  <a:pt x="8445234" y="1023522"/>
                  <a:pt x="8432818" y="1023522"/>
                </a:cubicBezTo>
                <a:cubicBezTo>
                  <a:pt x="8420402" y="1023522"/>
                  <a:pt x="8410337" y="1013753"/>
                  <a:pt x="8410337" y="1001702"/>
                </a:cubicBezTo>
                <a:cubicBezTo>
                  <a:pt x="8410337" y="989651"/>
                  <a:pt x="8420402" y="979882"/>
                  <a:pt x="8432818" y="979882"/>
                </a:cubicBezTo>
                <a:close/>
                <a:moveTo>
                  <a:pt x="8355459" y="979882"/>
                </a:moveTo>
                <a:cubicBezTo>
                  <a:pt x="8367510" y="979882"/>
                  <a:pt x="8377279" y="989651"/>
                  <a:pt x="8377279" y="1001702"/>
                </a:cubicBezTo>
                <a:cubicBezTo>
                  <a:pt x="8377279" y="1013753"/>
                  <a:pt x="8367510" y="1023522"/>
                  <a:pt x="8355459" y="1023522"/>
                </a:cubicBezTo>
                <a:cubicBezTo>
                  <a:pt x="8343408" y="1023522"/>
                  <a:pt x="8333639" y="1013753"/>
                  <a:pt x="8333639" y="1001702"/>
                </a:cubicBezTo>
                <a:cubicBezTo>
                  <a:pt x="8333639" y="989651"/>
                  <a:pt x="8343408" y="979882"/>
                  <a:pt x="8355459" y="979882"/>
                </a:cubicBezTo>
                <a:close/>
                <a:moveTo>
                  <a:pt x="8277438" y="979882"/>
                </a:moveTo>
                <a:cubicBezTo>
                  <a:pt x="8289489" y="979882"/>
                  <a:pt x="8299258" y="989651"/>
                  <a:pt x="8299258" y="1001702"/>
                </a:cubicBezTo>
                <a:cubicBezTo>
                  <a:pt x="8299258" y="1013753"/>
                  <a:pt x="8289489" y="1023522"/>
                  <a:pt x="8277438" y="1023522"/>
                </a:cubicBezTo>
                <a:cubicBezTo>
                  <a:pt x="8265387" y="1023522"/>
                  <a:pt x="8255618" y="1013753"/>
                  <a:pt x="8255618" y="1001702"/>
                </a:cubicBezTo>
                <a:cubicBezTo>
                  <a:pt x="8255618" y="989651"/>
                  <a:pt x="8265387" y="979882"/>
                  <a:pt x="8277438" y="979882"/>
                </a:cubicBezTo>
                <a:close/>
                <a:moveTo>
                  <a:pt x="8199418" y="979882"/>
                </a:moveTo>
                <a:cubicBezTo>
                  <a:pt x="8211469" y="979882"/>
                  <a:pt x="8221238" y="989651"/>
                  <a:pt x="8221238" y="1001702"/>
                </a:cubicBezTo>
                <a:cubicBezTo>
                  <a:pt x="8221238" y="1013753"/>
                  <a:pt x="8211469" y="1023522"/>
                  <a:pt x="8199418" y="1023522"/>
                </a:cubicBezTo>
                <a:cubicBezTo>
                  <a:pt x="8187367" y="1023522"/>
                  <a:pt x="8177598" y="1013753"/>
                  <a:pt x="8177598" y="1001702"/>
                </a:cubicBezTo>
                <a:cubicBezTo>
                  <a:pt x="8177598" y="989651"/>
                  <a:pt x="8187367" y="979882"/>
                  <a:pt x="8199418" y="979882"/>
                </a:cubicBezTo>
                <a:close/>
                <a:moveTo>
                  <a:pt x="8121398" y="979882"/>
                </a:moveTo>
                <a:cubicBezTo>
                  <a:pt x="8133449" y="979882"/>
                  <a:pt x="8143218" y="989651"/>
                  <a:pt x="8143218" y="1001702"/>
                </a:cubicBezTo>
                <a:cubicBezTo>
                  <a:pt x="8143218" y="1013753"/>
                  <a:pt x="8133449" y="1023522"/>
                  <a:pt x="8121398" y="1023522"/>
                </a:cubicBezTo>
                <a:cubicBezTo>
                  <a:pt x="8109347" y="1023522"/>
                  <a:pt x="8099578" y="1013753"/>
                  <a:pt x="8099578" y="1001702"/>
                </a:cubicBezTo>
                <a:cubicBezTo>
                  <a:pt x="8099578" y="989651"/>
                  <a:pt x="8109347" y="979882"/>
                  <a:pt x="8121398" y="979882"/>
                </a:cubicBezTo>
                <a:close/>
                <a:moveTo>
                  <a:pt x="8044700" y="979882"/>
                </a:moveTo>
                <a:cubicBezTo>
                  <a:pt x="8056751" y="979882"/>
                  <a:pt x="8066520" y="989651"/>
                  <a:pt x="8066520" y="1001702"/>
                </a:cubicBezTo>
                <a:cubicBezTo>
                  <a:pt x="8066520" y="1013753"/>
                  <a:pt x="8056751" y="1023522"/>
                  <a:pt x="8044700" y="1023522"/>
                </a:cubicBezTo>
                <a:cubicBezTo>
                  <a:pt x="8032649" y="1023522"/>
                  <a:pt x="8022880" y="1013753"/>
                  <a:pt x="8022880" y="1001702"/>
                </a:cubicBezTo>
                <a:cubicBezTo>
                  <a:pt x="8022880" y="989651"/>
                  <a:pt x="8032649" y="979882"/>
                  <a:pt x="8044700" y="979882"/>
                </a:cubicBezTo>
                <a:close/>
                <a:moveTo>
                  <a:pt x="7966679" y="979882"/>
                </a:moveTo>
                <a:cubicBezTo>
                  <a:pt x="7978730" y="979882"/>
                  <a:pt x="7988499" y="989651"/>
                  <a:pt x="7988499" y="1001702"/>
                </a:cubicBezTo>
                <a:cubicBezTo>
                  <a:pt x="7988499" y="1013753"/>
                  <a:pt x="7978730" y="1023522"/>
                  <a:pt x="7966679" y="1023522"/>
                </a:cubicBezTo>
                <a:cubicBezTo>
                  <a:pt x="7954628" y="1023522"/>
                  <a:pt x="7944859" y="1013753"/>
                  <a:pt x="7944859" y="1001702"/>
                </a:cubicBezTo>
                <a:cubicBezTo>
                  <a:pt x="7944859" y="989651"/>
                  <a:pt x="7954628" y="979882"/>
                  <a:pt x="7966679" y="979882"/>
                </a:cubicBezTo>
                <a:close/>
                <a:moveTo>
                  <a:pt x="7888658" y="979882"/>
                </a:moveTo>
                <a:cubicBezTo>
                  <a:pt x="7900709" y="979882"/>
                  <a:pt x="7910478" y="989651"/>
                  <a:pt x="7910478" y="1001702"/>
                </a:cubicBezTo>
                <a:cubicBezTo>
                  <a:pt x="7910478" y="1013753"/>
                  <a:pt x="7900709" y="1023522"/>
                  <a:pt x="7888658" y="1023522"/>
                </a:cubicBezTo>
                <a:cubicBezTo>
                  <a:pt x="7876607" y="1023522"/>
                  <a:pt x="7866838" y="1013753"/>
                  <a:pt x="7866838" y="1001702"/>
                </a:cubicBezTo>
                <a:cubicBezTo>
                  <a:pt x="7866838" y="989651"/>
                  <a:pt x="7876607" y="979882"/>
                  <a:pt x="7888658" y="979882"/>
                </a:cubicBezTo>
                <a:close/>
                <a:moveTo>
                  <a:pt x="7809316" y="979882"/>
                </a:moveTo>
                <a:cubicBezTo>
                  <a:pt x="7821367" y="979882"/>
                  <a:pt x="7831136" y="989651"/>
                  <a:pt x="7831136" y="1001702"/>
                </a:cubicBezTo>
                <a:cubicBezTo>
                  <a:pt x="7831136" y="1013753"/>
                  <a:pt x="7821367" y="1023522"/>
                  <a:pt x="7809316" y="1023522"/>
                </a:cubicBezTo>
                <a:cubicBezTo>
                  <a:pt x="7797265" y="1023522"/>
                  <a:pt x="7787496" y="1013753"/>
                  <a:pt x="7787496" y="1001702"/>
                </a:cubicBezTo>
                <a:cubicBezTo>
                  <a:pt x="7787496" y="989651"/>
                  <a:pt x="7797265" y="979882"/>
                  <a:pt x="7809316" y="979882"/>
                </a:cubicBezTo>
                <a:close/>
                <a:moveTo>
                  <a:pt x="7731957" y="979882"/>
                </a:moveTo>
                <a:cubicBezTo>
                  <a:pt x="7744373" y="979882"/>
                  <a:pt x="7754438" y="989651"/>
                  <a:pt x="7754438" y="1001702"/>
                </a:cubicBezTo>
                <a:cubicBezTo>
                  <a:pt x="7754438" y="1013753"/>
                  <a:pt x="7744373" y="1023522"/>
                  <a:pt x="7731957" y="1023522"/>
                </a:cubicBezTo>
                <a:cubicBezTo>
                  <a:pt x="7719541" y="1023522"/>
                  <a:pt x="7709476" y="1013753"/>
                  <a:pt x="7709476" y="1001702"/>
                </a:cubicBezTo>
                <a:cubicBezTo>
                  <a:pt x="7709476" y="989651"/>
                  <a:pt x="7719541" y="979882"/>
                  <a:pt x="7731957" y="979882"/>
                </a:cubicBezTo>
                <a:close/>
                <a:moveTo>
                  <a:pt x="7654597" y="979882"/>
                </a:moveTo>
                <a:cubicBezTo>
                  <a:pt x="7666648" y="979882"/>
                  <a:pt x="7676417" y="989651"/>
                  <a:pt x="7676417" y="1001702"/>
                </a:cubicBezTo>
                <a:cubicBezTo>
                  <a:pt x="7676417" y="1013753"/>
                  <a:pt x="7666648" y="1023522"/>
                  <a:pt x="7654597" y="1023522"/>
                </a:cubicBezTo>
                <a:cubicBezTo>
                  <a:pt x="7642546" y="1023522"/>
                  <a:pt x="7632777" y="1013753"/>
                  <a:pt x="7632777" y="1001702"/>
                </a:cubicBezTo>
                <a:cubicBezTo>
                  <a:pt x="7632777" y="989651"/>
                  <a:pt x="7642546" y="979882"/>
                  <a:pt x="7654597" y="979882"/>
                </a:cubicBezTo>
                <a:close/>
                <a:moveTo>
                  <a:pt x="7576577" y="979882"/>
                </a:moveTo>
                <a:cubicBezTo>
                  <a:pt x="7588628" y="979882"/>
                  <a:pt x="7598397" y="989651"/>
                  <a:pt x="7598397" y="1001702"/>
                </a:cubicBezTo>
                <a:cubicBezTo>
                  <a:pt x="7598397" y="1013753"/>
                  <a:pt x="7588628" y="1023522"/>
                  <a:pt x="7576577" y="1023522"/>
                </a:cubicBezTo>
                <a:cubicBezTo>
                  <a:pt x="7564526" y="1023522"/>
                  <a:pt x="7554757" y="1013753"/>
                  <a:pt x="7554757" y="1001702"/>
                </a:cubicBezTo>
                <a:cubicBezTo>
                  <a:pt x="7554757" y="989651"/>
                  <a:pt x="7564526" y="979882"/>
                  <a:pt x="7576577" y="979882"/>
                </a:cubicBezTo>
                <a:close/>
                <a:moveTo>
                  <a:pt x="7498556" y="979882"/>
                </a:moveTo>
                <a:cubicBezTo>
                  <a:pt x="7510607" y="979882"/>
                  <a:pt x="7520376" y="989651"/>
                  <a:pt x="7520376" y="1001702"/>
                </a:cubicBezTo>
                <a:cubicBezTo>
                  <a:pt x="7520376" y="1013753"/>
                  <a:pt x="7510607" y="1023522"/>
                  <a:pt x="7498556" y="1023522"/>
                </a:cubicBezTo>
                <a:cubicBezTo>
                  <a:pt x="7486505" y="1023522"/>
                  <a:pt x="7476736" y="1013753"/>
                  <a:pt x="7476736" y="1001702"/>
                </a:cubicBezTo>
                <a:cubicBezTo>
                  <a:pt x="7476736" y="989651"/>
                  <a:pt x="7486505" y="979882"/>
                  <a:pt x="7498556" y="979882"/>
                </a:cubicBezTo>
                <a:close/>
                <a:moveTo>
                  <a:pt x="7421198" y="979882"/>
                </a:moveTo>
                <a:cubicBezTo>
                  <a:pt x="7433614" y="979882"/>
                  <a:pt x="7443679" y="989651"/>
                  <a:pt x="7443679" y="1001702"/>
                </a:cubicBezTo>
                <a:cubicBezTo>
                  <a:pt x="7443679" y="1013753"/>
                  <a:pt x="7433614" y="1023522"/>
                  <a:pt x="7421198" y="1023522"/>
                </a:cubicBezTo>
                <a:cubicBezTo>
                  <a:pt x="7408782" y="1023522"/>
                  <a:pt x="7398717" y="1013753"/>
                  <a:pt x="7398717" y="1001702"/>
                </a:cubicBezTo>
                <a:cubicBezTo>
                  <a:pt x="7398717" y="989651"/>
                  <a:pt x="7408782" y="979882"/>
                  <a:pt x="7421198" y="979882"/>
                </a:cubicBezTo>
                <a:close/>
                <a:moveTo>
                  <a:pt x="7343838" y="979882"/>
                </a:moveTo>
                <a:cubicBezTo>
                  <a:pt x="7355889" y="979882"/>
                  <a:pt x="7365658" y="989651"/>
                  <a:pt x="7365658" y="1001702"/>
                </a:cubicBezTo>
                <a:cubicBezTo>
                  <a:pt x="7365658" y="1013753"/>
                  <a:pt x="7355889" y="1023522"/>
                  <a:pt x="7343838" y="1023522"/>
                </a:cubicBezTo>
                <a:cubicBezTo>
                  <a:pt x="7331787" y="1023522"/>
                  <a:pt x="7322018" y="1013753"/>
                  <a:pt x="7322018" y="1001702"/>
                </a:cubicBezTo>
                <a:cubicBezTo>
                  <a:pt x="7322018" y="989651"/>
                  <a:pt x="7331787" y="979882"/>
                  <a:pt x="7343838" y="979882"/>
                </a:cubicBezTo>
                <a:close/>
                <a:moveTo>
                  <a:pt x="7264495" y="979882"/>
                </a:moveTo>
                <a:cubicBezTo>
                  <a:pt x="7276546" y="979882"/>
                  <a:pt x="7286315" y="989651"/>
                  <a:pt x="7286315" y="1001702"/>
                </a:cubicBezTo>
                <a:cubicBezTo>
                  <a:pt x="7286315" y="1013753"/>
                  <a:pt x="7276546" y="1023522"/>
                  <a:pt x="7264495" y="1023522"/>
                </a:cubicBezTo>
                <a:cubicBezTo>
                  <a:pt x="7252444" y="1023522"/>
                  <a:pt x="7242675" y="1013753"/>
                  <a:pt x="7242675" y="1001702"/>
                </a:cubicBezTo>
                <a:cubicBezTo>
                  <a:pt x="7242675" y="989651"/>
                  <a:pt x="7252444" y="979882"/>
                  <a:pt x="7264495" y="979882"/>
                </a:cubicBezTo>
                <a:close/>
                <a:moveTo>
                  <a:pt x="7186475" y="979882"/>
                </a:moveTo>
                <a:cubicBezTo>
                  <a:pt x="7198526" y="979882"/>
                  <a:pt x="7208295" y="989651"/>
                  <a:pt x="7208295" y="1001702"/>
                </a:cubicBezTo>
                <a:cubicBezTo>
                  <a:pt x="7208295" y="1013753"/>
                  <a:pt x="7198526" y="1023522"/>
                  <a:pt x="7186475" y="1023522"/>
                </a:cubicBezTo>
                <a:cubicBezTo>
                  <a:pt x="7174424" y="1023522"/>
                  <a:pt x="7164655" y="1013753"/>
                  <a:pt x="7164655" y="1001702"/>
                </a:cubicBezTo>
                <a:cubicBezTo>
                  <a:pt x="7164655" y="989651"/>
                  <a:pt x="7174424" y="979882"/>
                  <a:pt x="7186475" y="979882"/>
                </a:cubicBezTo>
                <a:close/>
                <a:moveTo>
                  <a:pt x="7109116" y="979882"/>
                </a:moveTo>
                <a:cubicBezTo>
                  <a:pt x="7121532" y="979882"/>
                  <a:pt x="7131597" y="989651"/>
                  <a:pt x="7131597" y="1001702"/>
                </a:cubicBezTo>
                <a:cubicBezTo>
                  <a:pt x="7131597" y="1013753"/>
                  <a:pt x="7121532" y="1023522"/>
                  <a:pt x="7109116" y="1023522"/>
                </a:cubicBezTo>
                <a:cubicBezTo>
                  <a:pt x="7096700" y="1023522"/>
                  <a:pt x="7086635" y="1013753"/>
                  <a:pt x="7086635" y="1001702"/>
                </a:cubicBezTo>
                <a:cubicBezTo>
                  <a:pt x="7086635" y="989651"/>
                  <a:pt x="7096700" y="979882"/>
                  <a:pt x="7109116" y="979882"/>
                </a:cubicBezTo>
                <a:close/>
                <a:moveTo>
                  <a:pt x="7031757" y="979882"/>
                </a:moveTo>
                <a:cubicBezTo>
                  <a:pt x="7043808" y="979882"/>
                  <a:pt x="7053577" y="989651"/>
                  <a:pt x="7053577" y="1001702"/>
                </a:cubicBezTo>
                <a:cubicBezTo>
                  <a:pt x="7053577" y="1013753"/>
                  <a:pt x="7043808" y="1023522"/>
                  <a:pt x="7031757" y="1023522"/>
                </a:cubicBezTo>
                <a:cubicBezTo>
                  <a:pt x="7019706" y="1023522"/>
                  <a:pt x="7009937" y="1013753"/>
                  <a:pt x="7009937" y="1001702"/>
                </a:cubicBezTo>
                <a:cubicBezTo>
                  <a:pt x="7009937" y="989651"/>
                  <a:pt x="7019706" y="979882"/>
                  <a:pt x="7031757" y="979882"/>
                </a:cubicBezTo>
                <a:close/>
                <a:moveTo>
                  <a:pt x="6330896" y="979882"/>
                </a:moveTo>
                <a:cubicBezTo>
                  <a:pt x="6342947" y="979882"/>
                  <a:pt x="6352716" y="989651"/>
                  <a:pt x="6352716" y="1001702"/>
                </a:cubicBezTo>
                <a:cubicBezTo>
                  <a:pt x="6352716" y="1013753"/>
                  <a:pt x="6342947" y="1023522"/>
                  <a:pt x="6330896" y="1023522"/>
                </a:cubicBezTo>
                <a:cubicBezTo>
                  <a:pt x="6318845" y="1023522"/>
                  <a:pt x="6309076" y="1013753"/>
                  <a:pt x="6309076" y="1001702"/>
                </a:cubicBezTo>
                <a:cubicBezTo>
                  <a:pt x="6309076" y="989651"/>
                  <a:pt x="6318845" y="979882"/>
                  <a:pt x="6330896" y="979882"/>
                </a:cubicBezTo>
                <a:close/>
                <a:moveTo>
                  <a:pt x="6252875" y="979882"/>
                </a:moveTo>
                <a:cubicBezTo>
                  <a:pt x="6264926" y="979882"/>
                  <a:pt x="6274695" y="989651"/>
                  <a:pt x="6274695" y="1001702"/>
                </a:cubicBezTo>
                <a:cubicBezTo>
                  <a:pt x="6274695" y="1013753"/>
                  <a:pt x="6264926" y="1023522"/>
                  <a:pt x="6252875" y="1023522"/>
                </a:cubicBezTo>
                <a:cubicBezTo>
                  <a:pt x="6240824" y="1023522"/>
                  <a:pt x="6231055" y="1013753"/>
                  <a:pt x="6231055" y="1001702"/>
                </a:cubicBezTo>
                <a:cubicBezTo>
                  <a:pt x="6231055" y="989651"/>
                  <a:pt x="6240824" y="979882"/>
                  <a:pt x="6252875" y="979882"/>
                </a:cubicBezTo>
                <a:close/>
                <a:moveTo>
                  <a:pt x="6174854" y="979882"/>
                </a:moveTo>
                <a:cubicBezTo>
                  <a:pt x="6186905" y="979882"/>
                  <a:pt x="6196674" y="989651"/>
                  <a:pt x="6196674" y="1001702"/>
                </a:cubicBezTo>
                <a:cubicBezTo>
                  <a:pt x="6196674" y="1013753"/>
                  <a:pt x="6186905" y="1023522"/>
                  <a:pt x="6174854" y="1023522"/>
                </a:cubicBezTo>
                <a:cubicBezTo>
                  <a:pt x="6162803" y="1023522"/>
                  <a:pt x="6153034" y="1013753"/>
                  <a:pt x="6153034" y="1001702"/>
                </a:cubicBezTo>
                <a:cubicBezTo>
                  <a:pt x="6153034" y="989651"/>
                  <a:pt x="6162803" y="979882"/>
                  <a:pt x="6174854" y="979882"/>
                </a:cubicBezTo>
                <a:close/>
                <a:moveTo>
                  <a:pt x="6096834" y="979882"/>
                </a:moveTo>
                <a:cubicBezTo>
                  <a:pt x="6108885" y="979882"/>
                  <a:pt x="6118654" y="989651"/>
                  <a:pt x="6118654" y="1001702"/>
                </a:cubicBezTo>
                <a:cubicBezTo>
                  <a:pt x="6118654" y="1013753"/>
                  <a:pt x="6108885" y="1023522"/>
                  <a:pt x="6096834" y="1023522"/>
                </a:cubicBezTo>
                <a:cubicBezTo>
                  <a:pt x="6084783" y="1023522"/>
                  <a:pt x="6075014" y="1013753"/>
                  <a:pt x="6075014" y="1001702"/>
                </a:cubicBezTo>
                <a:cubicBezTo>
                  <a:pt x="6075014" y="989651"/>
                  <a:pt x="6084783" y="979882"/>
                  <a:pt x="6096834" y="979882"/>
                </a:cubicBezTo>
                <a:close/>
                <a:moveTo>
                  <a:pt x="6018814" y="979882"/>
                </a:moveTo>
                <a:cubicBezTo>
                  <a:pt x="6030865" y="979882"/>
                  <a:pt x="6040634" y="989651"/>
                  <a:pt x="6040634" y="1001702"/>
                </a:cubicBezTo>
                <a:cubicBezTo>
                  <a:pt x="6040634" y="1013753"/>
                  <a:pt x="6030865" y="1023522"/>
                  <a:pt x="6018814" y="1023522"/>
                </a:cubicBezTo>
                <a:cubicBezTo>
                  <a:pt x="6006763" y="1023522"/>
                  <a:pt x="5996994" y="1013753"/>
                  <a:pt x="5996994" y="1001702"/>
                </a:cubicBezTo>
                <a:cubicBezTo>
                  <a:pt x="5996994" y="989651"/>
                  <a:pt x="6006763" y="979882"/>
                  <a:pt x="6018814" y="979882"/>
                </a:cubicBezTo>
                <a:close/>
                <a:moveTo>
                  <a:pt x="5940793" y="979882"/>
                </a:moveTo>
                <a:cubicBezTo>
                  <a:pt x="5952844" y="979882"/>
                  <a:pt x="5962613" y="989651"/>
                  <a:pt x="5962613" y="1001702"/>
                </a:cubicBezTo>
                <a:cubicBezTo>
                  <a:pt x="5962613" y="1013753"/>
                  <a:pt x="5952844" y="1023522"/>
                  <a:pt x="5940793" y="1023522"/>
                </a:cubicBezTo>
                <a:cubicBezTo>
                  <a:pt x="5928742" y="1023522"/>
                  <a:pt x="5918973" y="1013753"/>
                  <a:pt x="5918973" y="1001702"/>
                </a:cubicBezTo>
                <a:cubicBezTo>
                  <a:pt x="5918973" y="989651"/>
                  <a:pt x="5928742" y="979882"/>
                  <a:pt x="5940793" y="979882"/>
                </a:cubicBezTo>
                <a:close/>
                <a:moveTo>
                  <a:pt x="5162572" y="979882"/>
                </a:moveTo>
                <a:cubicBezTo>
                  <a:pt x="5174988" y="979882"/>
                  <a:pt x="5185053" y="989651"/>
                  <a:pt x="5185053" y="1001702"/>
                </a:cubicBezTo>
                <a:cubicBezTo>
                  <a:pt x="5185053" y="1013753"/>
                  <a:pt x="5174988" y="1023522"/>
                  <a:pt x="5162572" y="1023522"/>
                </a:cubicBezTo>
                <a:cubicBezTo>
                  <a:pt x="5150156" y="1023522"/>
                  <a:pt x="5140091" y="1013753"/>
                  <a:pt x="5140091" y="1001702"/>
                </a:cubicBezTo>
                <a:cubicBezTo>
                  <a:pt x="5140091" y="989651"/>
                  <a:pt x="5150156" y="979882"/>
                  <a:pt x="5162572" y="979882"/>
                </a:cubicBezTo>
                <a:close/>
                <a:moveTo>
                  <a:pt x="5085212" y="979882"/>
                </a:moveTo>
                <a:cubicBezTo>
                  <a:pt x="5097263" y="979882"/>
                  <a:pt x="5107032" y="989651"/>
                  <a:pt x="5107032" y="1001702"/>
                </a:cubicBezTo>
                <a:cubicBezTo>
                  <a:pt x="5107032" y="1013753"/>
                  <a:pt x="5097263" y="1023522"/>
                  <a:pt x="5085212" y="1023522"/>
                </a:cubicBezTo>
                <a:cubicBezTo>
                  <a:pt x="5073161" y="1023522"/>
                  <a:pt x="5063392" y="1013753"/>
                  <a:pt x="5063392" y="1001702"/>
                </a:cubicBezTo>
                <a:cubicBezTo>
                  <a:pt x="5063392" y="989651"/>
                  <a:pt x="5073161" y="979882"/>
                  <a:pt x="5085212" y="979882"/>
                </a:cubicBezTo>
                <a:close/>
                <a:moveTo>
                  <a:pt x="5007193" y="979882"/>
                </a:moveTo>
                <a:cubicBezTo>
                  <a:pt x="5019244" y="979882"/>
                  <a:pt x="5029013" y="989651"/>
                  <a:pt x="5029013" y="1001702"/>
                </a:cubicBezTo>
                <a:cubicBezTo>
                  <a:pt x="5029013" y="1013753"/>
                  <a:pt x="5019244" y="1023522"/>
                  <a:pt x="5007193" y="1023522"/>
                </a:cubicBezTo>
                <a:cubicBezTo>
                  <a:pt x="4995142" y="1023522"/>
                  <a:pt x="4985373" y="1013753"/>
                  <a:pt x="4985373" y="1001702"/>
                </a:cubicBezTo>
                <a:cubicBezTo>
                  <a:pt x="4985373" y="989651"/>
                  <a:pt x="4995142" y="979882"/>
                  <a:pt x="5007193" y="979882"/>
                </a:cubicBezTo>
                <a:close/>
                <a:moveTo>
                  <a:pt x="4928511" y="979882"/>
                </a:moveTo>
                <a:cubicBezTo>
                  <a:pt x="4940927" y="979882"/>
                  <a:pt x="4950992" y="989651"/>
                  <a:pt x="4950992" y="1001702"/>
                </a:cubicBezTo>
                <a:cubicBezTo>
                  <a:pt x="4950992" y="1013753"/>
                  <a:pt x="4940927" y="1023522"/>
                  <a:pt x="4928511" y="1023522"/>
                </a:cubicBezTo>
                <a:cubicBezTo>
                  <a:pt x="4916095" y="1023522"/>
                  <a:pt x="4906030" y="1013753"/>
                  <a:pt x="4906030" y="1001702"/>
                </a:cubicBezTo>
                <a:cubicBezTo>
                  <a:pt x="4906030" y="989651"/>
                  <a:pt x="4916095" y="979882"/>
                  <a:pt x="4928511" y="979882"/>
                </a:cubicBezTo>
                <a:close/>
                <a:moveTo>
                  <a:pt x="4850490" y="979882"/>
                </a:moveTo>
                <a:cubicBezTo>
                  <a:pt x="4862906" y="979882"/>
                  <a:pt x="4872971" y="989651"/>
                  <a:pt x="4872971" y="1001702"/>
                </a:cubicBezTo>
                <a:cubicBezTo>
                  <a:pt x="4872971" y="1013753"/>
                  <a:pt x="4862906" y="1023522"/>
                  <a:pt x="4850490" y="1023522"/>
                </a:cubicBezTo>
                <a:cubicBezTo>
                  <a:pt x="4838074" y="1023522"/>
                  <a:pt x="4828009" y="1013753"/>
                  <a:pt x="4828009" y="1001702"/>
                </a:cubicBezTo>
                <a:cubicBezTo>
                  <a:pt x="4828009" y="989651"/>
                  <a:pt x="4838074" y="979882"/>
                  <a:pt x="4850490" y="979882"/>
                </a:cubicBezTo>
                <a:close/>
                <a:moveTo>
                  <a:pt x="1968363" y="979882"/>
                </a:moveTo>
                <a:cubicBezTo>
                  <a:pt x="1980414" y="979882"/>
                  <a:pt x="1990183" y="989651"/>
                  <a:pt x="1990183" y="1001702"/>
                </a:cubicBezTo>
                <a:cubicBezTo>
                  <a:pt x="1990183" y="1013753"/>
                  <a:pt x="1980414" y="1023522"/>
                  <a:pt x="1968363" y="1023522"/>
                </a:cubicBezTo>
                <a:cubicBezTo>
                  <a:pt x="1956312" y="1023522"/>
                  <a:pt x="1946543" y="1013753"/>
                  <a:pt x="1946543" y="1001702"/>
                </a:cubicBezTo>
                <a:cubicBezTo>
                  <a:pt x="1946543" y="989651"/>
                  <a:pt x="1956312" y="979882"/>
                  <a:pt x="1968363" y="979882"/>
                </a:cubicBezTo>
                <a:close/>
                <a:moveTo>
                  <a:pt x="1891011" y="979882"/>
                </a:moveTo>
                <a:cubicBezTo>
                  <a:pt x="1903431" y="979882"/>
                  <a:pt x="1913495" y="989651"/>
                  <a:pt x="1913495" y="1001702"/>
                </a:cubicBezTo>
                <a:cubicBezTo>
                  <a:pt x="1913495" y="1013753"/>
                  <a:pt x="1903431" y="1023522"/>
                  <a:pt x="1891011" y="1023522"/>
                </a:cubicBezTo>
                <a:cubicBezTo>
                  <a:pt x="1878594" y="1023522"/>
                  <a:pt x="1868529" y="1013753"/>
                  <a:pt x="1868529" y="1001702"/>
                </a:cubicBezTo>
                <a:cubicBezTo>
                  <a:pt x="1868529" y="989651"/>
                  <a:pt x="1878594" y="979882"/>
                  <a:pt x="1891011" y="979882"/>
                </a:cubicBezTo>
                <a:close/>
                <a:moveTo>
                  <a:pt x="1813657" y="979882"/>
                </a:moveTo>
                <a:cubicBezTo>
                  <a:pt x="1825704" y="979882"/>
                  <a:pt x="1835474" y="989651"/>
                  <a:pt x="1835474" y="1001702"/>
                </a:cubicBezTo>
                <a:cubicBezTo>
                  <a:pt x="1835474" y="1013753"/>
                  <a:pt x="1825704" y="1023522"/>
                  <a:pt x="1813657" y="1023522"/>
                </a:cubicBezTo>
                <a:cubicBezTo>
                  <a:pt x="1801603" y="1023522"/>
                  <a:pt x="1791833" y="1013753"/>
                  <a:pt x="1791833" y="1001702"/>
                </a:cubicBezTo>
                <a:cubicBezTo>
                  <a:pt x="1791833" y="989651"/>
                  <a:pt x="1801603" y="979882"/>
                  <a:pt x="1813657" y="979882"/>
                </a:cubicBezTo>
                <a:close/>
                <a:moveTo>
                  <a:pt x="1735633" y="979882"/>
                </a:moveTo>
                <a:cubicBezTo>
                  <a:pt x="1747685" y="979882"/>
                  <a:pt x="1757457" y="989651"/>
                  <a:pt x="1757457" y="1001702"/>
                </a:cubicBezTo>
                <a:cubicBezTo>
                  <a:pt x="1757457" y="1013753"/>
                  <a:pt x="1747685" y="1023522"/>
                  <a:pt x="1735633" y="1023522"/>
                </a:cubicBezTo>
                <a:cubicBezTo>
                  <a:pt x="1723586" y="1023522"/>
                  <a:pt x="1713819" y="1013753"/>
                  <a:pt x="1713819" y="1001702"/>
                </a:cubicBezTo>
                <a:cubicBezTo>
                  <a:pt x="1713819" y="989651"/>
                  <a:pt x="1723586" y="979882"/>
                  <a:pt x="1735633" y="979882"/>
                </a:cubicBezTo>
                <a:close/>
                <a:moveTo>
                  <a:pt x="1657611" y="979882"/>
                </a:moveTo>
                <a:cubicBezTo>
                  <a:pt x="1669659" y="979882"/>
                  <a:pt x="1679436" y="989651"/>
                  <a:pt x="1679436" y="1001702"/>
                </a:cubicBezTo>
                <a:cubicBezTo>
                  <a:pt x="1679436" y="1013753"/>
                  <a:pt x="1669659" y="1023522"/>
                  <a:pt x="1657611" y="1023522"/>
                </a:cubicBezTo>
                <a:cubicBezTo>
                  <a:pt x="1645568" y="1023522"/>
                  <a:pt x="1635796" y="1013753"/>
                  <a:pt x="1635796" y="1001702"/>
                </a:cubicBezTo>
                <a:cubicBezTo>
                  <a:pt x="1635796" y="989651"/>
                  <a:pt x="1645568" y="979882"/>
                  <a:pt x="1657611" y="979882"/>
                </a:cubicBezTo>
                <a:close/>
                <a:moveTo>
                  <a:pt x="1580257" y="979882"/>
                </a:moveTo>
                <a:cubicBezTo>
                  <a:pt x="1592669" y="979882"/>
                  <a:pt x="1602734" y="989651"/>
                  <a:pt x="1602734" y="1001702"/>
                </a:cubicBezTo>
                <a:cubicBezTo>
                  <a:pt x="1602734" y="1013753"/>
                  <a:pt x="1592669" y="1023522"/>
                  <a:pt x="1580257" y="1023522"/>
                </a:cubicBezTo>
                <a:cubicBezTo>
                  <a:pt x="1567839" y="1023522"/>
                  <a:pt x="1557771" y="1013753"/>
                  <a:pt x="1557771" y="1001702"/>
                </a:cubicBezTo>
                <a:cubicBezTo>
                  <a:pt x="1557771" y="989651"/>
                  <a:pt x="1567839" y="979882"/>
                  <a:pt x="1580257" y="979882"/>
                </a:cubicBezTo>
                <a:close/>
                <a:moveTo>
                  <a:pt x="1502899" y="979882"/>
                </a:moveTo>
                <a:cubicBezTo>
                  <a:pt x="1514943" y="979882"/>
                  <a:pt x="1524717" y="989651"/>
                  <a:pt x="1524717" y="1001702"/>
                </a:cubicBezTo>
                <a:cubicBezTo>
                  <a:pt x="1524717" y="1013753"/>
                  <a:pt x="1514943" y="1023522"/>
                  <a:pt x="1502899" y="1023522"/>
                </a:cubicBezTo>
                <a:cubicBezTo>
                  <a:pt x="1490842" y="1023522"/>
                  <a:pt x="1481077" y="1013753"/>
                  <a:pt x="1481077" y="1001702"/>
                </a:cubicBezTo>
                <a:cubicBezTo>
                  <a:pt x="1481077" y="989651"/>
                  <a:pt x="1490842" y="979882"/>
                  <a:pt x="1502899" y="979882"/>
                </a:cubicBezTo>
                <a:close/>
                <a:moveTo>
                  <a:pt x="1424212" y="979882"/>
                </a:moveTo>
                <a:cubicBezTo>
                  <a:pt x="1436628" y="979882"/>
                  <a:pt x="1446695" y="989651"/>
                  <a:pt x="1446695" y="1001702"/>
                </a:cubicBezTo>
                <a:cubicBezTo>
                  <a:pt x="1446695" y="1013753"/>
                  <a:pt x="1436628" y="1023522"/>
                  <a:pt x="1424212" y="1023522"/>
                </a:cubicBezTo>
                <a:cubicBezTo>
                  <a:pt x="1411799" y="1023522"/>
                  <a:pt x="1401732" y="1013753"/>
                  <a:pt x="1401732" y="1001702"/>
                </a:cubicBezTo>
                <a:cubicBezTo>
                  <a:pt x="1401732" y="989651"/>
                  <a:pt x="1411799" y="979882"/>
                  <a:pt x="1424212" y="979882"/>
                </a:cubicBezTo>
                <a:close/>
                <a:moveTo>
                  <a:pt x="1345530" y="979882"/>
                </a:moveTo>
                <a:cubicBezTo>
                  <a:pt x="1357582" y="979882"/>
                  <a:pt x="1367350" y="989651"/>
                  <a:pt x="1367350" y="1001702"/>
                </a:cubicBezTo>
                <a:cubicBezTo>
                  <a:pt x="1367350" y="1013753"/>
                  <a:pt x="1357582" y="1023522"/>
                  <a:pt x="1345530" y="1023522"/>
                </a:cubicBezTo>
                <a:cubicBezTo>
                  <a:pt x="1333479" y="1023522"/>
                  <a:pt x="1323709" y="1013753"/>
                  <a:pt x="1323709" y="1001702"/>
                </a:cubicBezTo>
                <a:cubicBezTo>
                  <a:pt x="1323709" y="989651"/>
                  <a:pt x="1333479" y="979882"/>
                  <a:pt x="1345530" y="979882"/>
                </a:cubicBezTo>
                <a:close/>
                <a:moveTo>
                  <a:pt x="1190817" y="979882"/>
                </a:moveTo>
                <a:cubicBezTo>
                  <a:pt x="1202861" y="979882"/>
                  <a:pt x="1212636" y="989651"/>
                  <a:pt x="1212636" y="1001702"/>
                </a:cubicBezTo>
                <a:cubicBezTo>
                  <a:pt x="1212636" y="1013753"/>
                  <a:pt x="1202861" y="1023522"/>
                  <a:pt x="1190817" y="1023522"/>
                </a:cubicBezTo>
                <a:cubicBezTo>
                  <a:pt x="1178762" y="1023522"/>
                  <a:pt x="1168996" y="1013753"/>
                  <a:pt x="1168996" y="1001702"/>
                </a:cubicBezTo>
                <a:cubicBezTo>
                  <a:pt x="1168996" y="989651"/>
                  <a:pt x="1178762" y="979882"/>
                  <a:pt x="1190817" y="979882"/>
                </a:cubicBezTo>
                <a:close/>
                <a:moveTo>
                  <a:pt x="1112792" y="979882"/>
                </a:moveTo>
                <a:cubicBezTo>
                  <a:pt x="1124847" y="979882"/>
                  <a:pt x="1134615" y="989651"/>
                  <a:pt x="1134615" y="1001702"/>
                </a:cubicBezTo>
                <a:cubicBezTo>
                  <a:pt x="1134615" y="1013753"/>
                  <a:pt x="1124847" y="1023522"/>
                  <a:pt x="1112792" y="1023522"/>
                </a:cubicBezTo>
                <a:cubicBezTo>
                  <a:pt x="1100740" y="1023522"/>
                  <a:pt x="1090972" y="1013753"/>
                  <a:pt x="1090972" y="1001702"/>
                </a:cubicBezTo>
                <a:cubicBezTo>
                  <a:pt x="1090972" y="989651"/>
                  <a:pt x="1100740" y="979882"/>
                  <a:pt x="1112792" y="979882"/>
                </a:cubicBezTo>
                <a:close/>
                <a:moveTo>
                  <a:pt x="1034768" y="979882"/>
                </a:moveTo>
                <a:cubicBezTo>
                  <a:pt x="1046824" y="979882"/>
                  <a:pt x="1056586" y="989651"/>
                  <a:pt x="1056586" y="1001702"/>
                </a:cubicBezTo>
                <a:cubicBezTo>
                  <a:pt x="1056586" y="1013753"/>
                  <a:pt x="1046824" y="1023522"/>
                  <a:pt x="1034768" y="1023522"/>
                </a:cubicBezTo>
                <a:cubicBezTo>
                  <a:pt x="1022720" y="1023522"/>
                  <a:pt x="1012952" y="1013753"/>
                  <a:pt x="1012952" y="1001702"/>
                </a:cubicBezTo>
                <a:cubicBezTo>
                  <a:pt x="1012952" y="989651"/>
                  <a:pt x="1022720" y="979882"/>
                  <a:pt x="1034768" y="979882"/>
                </a:cubicBezTo>
                <a:close/>
                <a:moveTo>
                  <a:pt x="956746" y="979882"/>
                </a:moveTo>
                <a:cubicBezTo>
                  <a:pt x="968805" y="979882"/>
                  <a:pt x="978570" y="989651"/>
                  <a:pt x="978570" y="1001702"/>
                </a:cubicBezTo>
                <a:cubicBezTo>
                  <a:pt x="978570" y="1013753"/>
                  <a:pt x="968805" y="1023522"/>
                  <a:pt x="956746" y="1023522"/>
                </a:cubicBezTo>
                <a:cubicBezTo>
                  <a:pt x="944697" y="1023522"/>
                  <a:pt x="934926" y="1013753"/>
                  <a:pt x="934926" y="1001702"/>
                </a:cubicBezTo>
                <a:cubicBezTo>
                  <a:pt x="934926" y="989651"/>
                  <a:pt x="944697" y="979882"/>
                  <a:pt x="956746" y="979882"/>
                </a:cubicBezTo>
                <a:close/>
                <a:moveTo>
                  <a:pt x="722684" y="979882"/>
                </a:moveTo>
                <a:cubicBezTo>
                  <a:pt x="734735" y="979882"/>
                  <a:pt x="744504" y="989651"/>
                  <a:pt x="744504" y="1001702"/>
                </a:cubicBezTo>
                <a:cubicBezTo>
                  <a:pt x="744504" y="1013753"/>
                  <a:pt x="734735" y="1023522"/>
                  <a:pt x="722684" y="1023522"/>
                </a:cubicBezTo>
                <a:cubicBezTo>
                  <a:pt x="710634" y="1023522"/>
                  <a:pt x="700862" y="1013753"/>
                  <a:pt x="700862" y="1001702"/>
                </a:cubicBezTo>
                <a:cubicBezTo>
                  <a:pt x="700862" y="989651"/>
                  <a:pt x="710634" y="979882"/>
                  <a:pt x="722684" y="979882"/>
                </a:cubicBezTo>
                <a:close/>
                <a:moveTo>
                  <a:pt x="644665" y="979882"/>
                </a:moveTo>
                <a:cubicBezTo>
                  <a:pt x="656717" y="979882"/>
                  <a:pt x="666485" y="989651"/>
                  <a:pt x="666485" y="1001702"/>
                </a:cubicBezTo>
                <a:cubicBezTo>
                  <a:pt x="666485" y="1013753"/>
                  <a:pt x="656717" y="1023522"/>
                  <a:pt x="644665" y="1023522"/>
                </a:cubicBezTo>
                <a:cubicBezTo>
                  <a:pt x="632612" y="1023522"/>
                  <a:pt x="622842" y="1013753"/>
                  <a:pt x="622842" y="1001702"/>
                </a:cubicBezTo>
                <a:cubicBezTo>
                  <a:pt x="622842" y="989651"/>
                  <a:pt x="632612" y="979882"/>
                  <a:pt x="644665" y="979882"/>
                </a:cubicBezTo>
                <a:close/>
                <a:moveTo>
                  <a:pt x="567304" y="979882"/>
                </a:moveTo>
                <a:cubicBezTo>
                  <a:pt x="579719" y="979882"/>
                  <a:pt x="589784" y="989651"/>
                  <a:pt x="589784" y="1001702"/>
                </a:cubicBezTo>
                <a:cubicBezTo>
                  <a:pt x="589784" y="1013753"/>
                  <a:pt x="579719" y="1023522"/>
                  <a:pt x="567304" y="1023522"/>
                </a:cubicBezTo>
                <a:cubicBezTo>
                  <a:pt x="554887" y="1023522"/>
                  <a:pt x="544822" y="1013753"/>
                  <a:pt x="544822" y="1001702"/>
                </a:cubicBezTo>
                <a:cubicBezTo>
                  <a:pt x="544822" y="989651"/>
                  <a:pt x="554887" y="979882"/>
                  <a:pt x="567304" y="979882"/>
                </a:cubicBezTo>
                <a:close/>
                <a:moveTo>
                  <a:pt x="489945" y="979882"/>
                </a:moveTo>
                <a:cubicBezTo>
                  <a:pt x="501996" y="979882"/>
                  <a:pt x="511765" y="989651"/>
                  <a:pt x="511765" y="1001702"/>
                </a:cubicBezTo>
                <a:cubicBezTo>
                  <a:pt x="511765" y="1013753"/>
                  <a:pt x="501996" y="1023522"/>
                  <a:pt x="489945" y="1023522"/>
                </a:cubicBezTo>
                <a:cubicBezTo>
                  <a:pt x="477894" y="1023522"/>
                  <a:pt x="468126" y="1013753"/>
                  <a:pt x="468126" y="1001702"/>
                </a:cubicBezTo>
                <a:cubicBezTo>
                  <a:pt x="468126" y="989651"/>
                  <a:pt x="477894" y="979882"/>
                  <a:pt x="489945" y="979882"/>
                </a:cubicBezTo>
                <a:close/>
                <a:moveTo>
                  <a:pt x="411925" y="979882"/>
                </a:moveTo>
                <a:cubicBezTo>
                  <a:pt x="423974" y="979882"/>
                  <a:pt x="433742" y="989651"/>
                  <a:pt x="433742" y="1001702"/>
                </a:cubicBezTo>
                <a:cubicBezTo>
                  <a:pt x="433742" y="1013753"/>
                  <a:pt x="423974" y="1023522"/>
                  <a:pt x="411925" y="1023522"/>
                </a:cubicBezTo>
                <a:cubicBezTo>
                  <a:pt x="399875" y="1023522"/>
                  <a:pt x="390105" y="1013753"/>
                  <a:pt x="390105" y="1001702"/>
                </a:cubicBezTo>
                <a:cubicBezTo>
                  <a:pt x="390105" y="989651"/>
                  <a:pt x="399875" y="979882"/>
                  <a:pt x="411925" y="979882"/>
                </a:cubicBezTo>
                <a:close/>
                <a:moveTo>
                  <a:pt x="333903" y="979882"/>
                </a:moveTo>
                <a:cubicBezTo>
                  <a:pt x="345953" y="979882"/>
                  <a:pt x="355723" y="989651"/>
                  <a:pt x="355723" y="1001702"/>
                </a:cubicBezTo>
                <a:cubicBezTo>
                  <a:pt x="355723" y="1013753"/>
                  <a:pt x="345953" y="1023522"/>
                  <a:pt x="333903" y="1023522"/>
                </a:cubicBezTo>
                <a:cubicBezTo>
                  <a:pt x="321852" y="1023522"/>
                  <a:pt x="312083" y="1013753"/>
                  <a:pt x="312083" y="1001702"/>
                </a:cubicBezTo>
                <a:cubicBezTo>
                  <a:pt x="312083" y="989651"/>
                  <a:pt x="321852" y="979882"/>
                  <a:pt x="333903" y="979882"/>
                </a:cubicBezTo>
                <a:close/>
                <a:moveTo>
                  <a:pt x="255883" y="979882"/>
                </a:moveTo>
                <a:cubicBezTo>
                  <a:pt x="267933" y="979882"/>
                  <a:pt x="277701" y="989651"/>
                  <a:pt x="277701" y="1001702"/>
                </a:cubicBezTo>
                <a:cubicBezTo>
                  <a:pt x="277701" y="1013753"/>
                  <a:pt x="267933" y="1023522"/>
                  <a:pt x="255883" y="1023522"/>
                </a:cubicBezTo>
                <a:cubicBezTo>
                  <a:pt x="243831" y="1023522"/>
                  <a:pt x="234062" y="1013753"/>
                  <a:pt x="234062" y="1001702"/>
                </a:cubicBezTo>
                <a:cubicBezTo>
                  <a:pt x="234062" y="989651"/>
                  <a:pt x="243831" y="979882"/>
                  <a:pt x="255883" y="979882"/>
                </a:cubicBezTo>
                <a:close/>
                <a:moveTo>
                  <a:pt x="177862" y="979882"/>
                </a:moveTo>
                <a:cubicBezTo>
                  <a:pt x="189913" y="979882"/>
                  <a:pt x="199683" y="989651"/>
                  <a:pt x="199683" y="1001702"/>
                </a:cubicBezTo>
                <a:cubicBezTo>
                  <a:pt x="199683" y="1013753"/>
                  <a:pt x="189913" y="1023522"/>
                  <a:pt x="177862" y="1023522"/>
                </a:cubicBezTo>
                <a:cubicBezTo>
                  <a:pt x="165812" y="1023522"/>
                  <a:pt x="156042" y="1013753"/>
                  <a:pt x="156042" y="1001702"/>
                </a:cubicBezTo>
                <a:cubicBezTo>
                  <a:pt x="156042" y="989651"/>
                  <a:pt x="165812" y="979882"/>
                  <a:pt x="177862" y="979882"/>
                </a:cubicBezTo>
                <a:close/>
                <a:moveTo>
                  <a:pt x="3526788" y="934921"/>
                </a:moveTo>
                <a:cubicBezTo>
                  <a:pt x="3539204" y="934921"/>
                  <a:pt x="3549269" y="944986"/>
                  <a:pt x="3549269" y="957402"/>
                </a:cubicBezTo>
                <a:cubicBezTo>
                  <a:pt x="3549269" y="969818"/>
                  <a:pt x="3539204" y="979883"/>
                  <a:pt x="3526788" y="979883"/>
                </a:cubicBezTo>
                <a:cubicBezTo>
                  <a:pt x="3514372" y="979883"/>
                  <a:pt x="3504307" y="969818"/>
                  <a:pt x="3504307" y="957402"/>
                </a:cubicBezTo>
                <a:cubicBezTo>
                  <a:pt x="3504307" y="944986"/>
                  <a:pt x="3514372" y="934921"/>
                  <a:pt x="3526788" y="934921"/>
                </a:cubicBezTo>
                <a:close/>
                <a:moveTo>
                  <a:pt x="3449429" y="934921"/>
                </a:moveTo>
                <a:cubicBezTo>
                  <a:pt x="3461480" y="934921"/>
                  <a:pt x="3471249" y="944986"/>
                  <a:pt x="3471249" y="957402"/>
                </a:cubicBezTo>
                <a:cubicBezTo>
                  <a:pt x="3471249" y="969818"/>
                  <a:pt x="3461480" y="979883"/>
                  <a:pt x="3449429" y="979883"/>
                </a:cubicBezTo>
                <a:cubicBezTo>
                  <a:pt x="3437378" y="979883"/>
                  <a:pt x="3427609" y="969818"/>
                  <a:pt x="3427609" y="957402"/>
                </a:cubicBezTo>
                <a:cubicBezTo>
                  <a:pt x="3427609" y="944986"/>
                  <a:pt x="3437378" y="934921"/>
                  <a:pt x="3449429" y="934921"/>
                </a:cubicBezTo>
                <a:close/>
                <a:moveTo>
                  <a:pt x="3371408" y="934921"/>
                </a:moveTo>
                <a:cubicBezTo>
                  <a:pt x="3383459" y="934921"/>
                  <a:pt x="3393228" y="944986"/>
                  <a:pt x="3393228" y="957402"/>
                </a:cubicBezTo>
                <a:cubicBezTo>
                  <a:pt x="3393228" y="969818"/>
                  <a:pt x="3383459" y="979883"/>
                  <a:pt x="3371408" y="979883"/>
                </a:cubicBezTo>
                <a:cubicBezTo>
                  <a:pt x="3359357" y="979883"/>
                  <a:pt x="3349588" y="969818"/>
                  <a:pt x="3349588" y="957402"/>
                </a:cubicBezTo>
                <a:cubicBezTo>
                  <a:pt x="3349588" y="944986"/>
                  <a:pt x="3359357" y="934921"/>
                  <a:pt x="3371408" y="934921"/>
                </a:cubicBezTo>
                <a:close/>
                <a:moveTo>
                  <a:pt x="3293388" y="934921"/>
                </a:moveTo>
                <a:cubicBezTo>
                  <a:pt x="3305439" y="934921"/>
                  <a:pt x="3315208" y="944986"/>
                  <a:pt x="3315208" y="957402"/>
                </a:cubicBezTo>
                <a:cubicBezTo>
                  <a:pt x="3315208" y="969818"/>
                  <a:pt x="3305439" y="979883"/>
                  <a:pt x="3293388" y="979883"/>
                </a:cubicBezTo>
                <a:cubicBezTo>
                  <a:pt x="3281337" y="979883"/>
                  <a:pt x="3271568" y="969818"/>
                  <a:pt x="3271568" y="957402"/>
                </a:cubicBezTo>
                <a:cubicBezTo>
                  <a:pt x="3271568" y="944986"/>
                  <a:pt x="3281337" y="934921"/>
                  <a:pt x="3293388" y="934921"/>
                </a:cubicBezTo>
                <a:close/>
                <a:moveTo>
                  <a:pt x="3215368" y="934921"/>
                </a:moveTo>
                <a:cubicBezTo>
                  <a:pt x="3227419" y="934921"/>
                  <a:pt x="3237188" y="944986"/>
                  <a:pt x="3237188" y="957402"/>
                </a:cubicBezTo>
                <a:cubicBezTo>
                  <a:pt x="3237188" y="969818"/>
                  <a:pt x="3227419" y="979883"/>
                  <a:pt x="3215368" y="979883"/>
                </a:cubicBezTo>
                <a:cubicBezTo>
                  <a:pt x="3203317" y="979883"/>
                  <a:pt x="3193548" y="969818"/>
                  <a:pt x="3193548" y="957402"/>
                </a:cubicBezTo>
                <a:cubicBezTo>
                  <a:pt x="3193548" y="944986"/>
                  <a:pt x="3203317" y="934921"/>
                  <a:pt x="3215368" y="934921"/>
                </a:cubicBezTo>
                <a:close/>
                <a:moveTo>
                  <a:pt x="3137348" y="934921"/>
                </a:moveTo>
                <a:cubicBezTo>
                  <a:pt x="3149399" y="934921"/>
                  <a:pt x="3159168" y="944986"/>
                  <a:pt x="3159168" y="957402"/>
                </a:cubicBezTo>
                <a:cubicBezTo>
                  <a:pt x="3159168" y="969818"/>
                  <a:pt x="3149399" y="979883"/>
                  <a:pt x="3137348" y="979883"/>
                </a:cubicBezTo>
                <a:cubicBezTo>
                  <a:pt x="3125297" y="979883"/>
                  <a:pt x="3115528" y="969818"/>
                  <a:pt x="3115528" y="957402"/>
                </a:cubicBezTo>
                <a:cubicBezTo>
                  <a:pt x="3115528" y="944986"/>
                  <a:pt x="3125297" y="934921"/>
                  <a:pt x="3137348" y="934921"/>
                </a:cubicBezTo>
                <a:close/>
                <a:moveTo>
                  <a:pt x="3059326" y="934921"/>
                </a:moveTo>
                <a:cubicBezTo>
                  <a:pt x="3071377" y="934921"/>
                  <a:pt x="3081146" y="944986"/>
                  <a:pt x="3081146" y="957402"/>
                </a:cubicBezTo>
                <a:cubicBezTo>
                  <a:pt x="3081146" y="969818"/>
                  <a:pt x="3071377" y="979883"/>
                  <a:pt x="3059326" y="979883"/>
                </a:cubicBezTo>
                <a:cubicBezTo>
                  <a:pt x="3047275" y="979883"/>
                  <a:pt x="3037506" y="969818"/>
                  <a:pt x="3037506" y="957402"/>
                </a:cubicBezTo>
                <a:cubicBezTo>
                  <a:pt x="3037506" y="944986"/>
                  <a:pt x="3047275" y="934921"/>
                  <a:pt x="3059326" y="934921"/>
                </a:cubicBezTo>
                <a:close/>
                <a:moveTo>
                  <a:pt x="8355459" y="901862"/>
                </a:moveTo>
                <a:cubicBezTo>
                  <a:pt x="8367510" y="901862"/>
                  <a:pt x="8377279" y="911631"/>
                  <a:pt x="8377279" y="923682"/>
                </a:cubicBezTo>
                <a:cubicBezTo>
                  <a:pt x="8377279" y="935733"/>
                  <a:pt x="8367510" y="945502"/>
                  <a:pt x="8355459" y="945502"/>
                </a:cubicBezTo>
                <a:cubicBezTo>
                  <a:pt x="8343408" y="945502"/>
                  <a:pt x="8333639" y="935733"/>
                  <a:pt x="8333639" y="923682"/>
                </a:cubicBezTo>
                <a:cubicBezTo>
                  <a:pt x="8333639" y="911631"/>
                  <a:pt x="8343408" y="901862"/>
                  <a:pt x="8355459" y="901862"/>
                </a:cubicBezTo>
                <a:close/>
                <a:moveTo>
                  <a:pt x="8277438" y="901862"/>
                </a:moveTo>
                <a:cubicBezTo>
                  <a:pt x="8289489" y="901862"/>
                  <a:pt x="8299258" y="911631"/>
                  <a:pt x="8299258" y="923682"/>
                </a:cubicBezTo>
                <a:cubicBezTo>
                  <a:pt x="8299258" y="935733"/>
                  <a:pt x="8289489" y="945502"/>
                  <a:pt x="8277438" y="945502"/>
                </a:cubicBezTo>
                <a:cubicBezTo>
                  <a:pt x="8265387" y="945502"/>
                  <a:pt x="8255618" y="935733"/>
                  <a:pt x="8255618" y="923682"/>
                </a:cubicBezTo>
                <a:cubicBezTo>
                  <a:pt x="8255618" y="911631"/>
                  <a:pt x="8265387" y="901862"/>
                  <a:pt x="8277438" y="901862"/>
                </a:cubicBezTo>
                <a:close/>
                <a:moveTo>
                  <a:pt x="8199418" y="901862"/>
                </a:moveTo>
                <a:cubicBezTo>
                  <a:pt x="8211469" y="901862"/>
                  <a:pt x="8221238" y="911631"/>
                  <a:pt x="8221238" y="923682"/>
                </a:cubicBezTo>
                <a:cubicBezTo>
                  <a:pt x="8221238" y="935733"/>
                  <a:pt x="8211469" y="945502"/>
                  <a:pt x="8199418" y="945502"/>
                </a:cubicBezTo>
                <a:cubicBezTo>
                  <a:pt x="8187367" y="945502"/>
                  <a:pt x="8177598" y="935733"/>
                  <a:pt x="8177598" y="923682"/>
                </a:cubicBezTo>
                <a:cubicBezTo>
                  <a:pt x="8177598" y="911631"/>
                  <a:pt x="8187367" y="901862"/>
                  <a:pt x="8199418" y="901862"/>
                </a:cubicBezTo>
                <a:close/>
                <a:moveTo>
                  <a:pt x="8121398" y="901862"/>
                </a:moveTo>
                <a:cubicBezTo>
                  <a:pt x="8133449" y="901862"/>
                  <a:pt x="8143218" y="911631"/>
                  <a:pt x="8143218" y="923682"/>
                </a:cubicBezTo>
                <a:cubicBezTo>
                  <a:pt x="8143218" y="935733"/>
                  <a:pt x="8133449" y="945502"/>
                  <a:pt x="8121398" y="945502"/>
                </a:cubicBezTo>
                <a:cubicBezTo>
                  <a:pt x="8109347" y="945502"/>
                  <a:pt x="8099578" y="935733"/>
                  <a:pt x="8099578" y="923682"/>
                </a:cubicBezTo>
                <a:cubicBezTo>
                  <a:pt x="8099578" y="911631"/>
                  <a:pt x="8109347" y="901862"/>
                  <a:pt x="8121398" y="901862"/>
                </a:cubicBezTo>
                <a:close/>
                <a:moveTo>
                  <a:pt x="8044700" y="901862"/>
                </a:moveTo>
                <a:cubicBezTo>
                  <a:pt x="8056751" y="901862"/>
                  <a:pt x="8066520" y="911631"/>
                  <a:pt x="8066520" y="923682"/>
                </a:cubicBezTo>
                <a:cubicBezTo>
                  <a:pt x="8066520" y="935733"/>
                  <a:pt x="8056751" y="945502"/>
                  <a:pt x="8044700" y="945502"/>
                </a:cubicBezTo>
                <a:cubicBezTo>
                  <a:pt x="8032649" y="945502"/>
                  <a:pt x="8022880" y="935733"/>
                  <a:pt x="8022880" y="923682"/>
                </a:cubicBezTo>
                <a:cubicBezTo>
                  <a:pt x="8022880" y="911631"/>
                  <a:pt x="8032649" y="901862"/>
                  <a:pt x="8044700" y="901862"/>
                </a:cubicBezTo>
                <a:close/>
                <a:moveTo>
                  <a:pt x="7966679" y="901862"/>
                </a:moveTo>
                <a:cubicBezTo>
                  <a:pt x="7978730" y="901862"/>
                  <a:pt x="7988499" y="911631"/>
                  <a:pt x="7988499" y="923682"/>
                </a:cubicBezTo>
                <a:cubicBezTo>
                  <a:pt x="7988499" y="935733"/>
                  <a:pt x="7978730" y="945502"/>
                  <a:pt x="7966679" y="945502"/>
                </a:cubicBezTo>
                <a:cubicBezTo>
                  <a:pt x="7954628" y="945502"/>
                  <a:pt x="7944859" y="935733"/>
                  <a:pt x="7944859" y="923682"/>
                </a:cubicBezTo>
                <a:cubicBezTo>
                  <a:pt x="7944859" y="911631"/>
                  <a:pt x="7954628" y="901862"/>
                  <a:pt x="7966679" y="901862"/>
                </a:cubicBezTo>
                <a:close/>
                <a:moveTo>
                  <a:pt x="7888658" y="901862"/>
                </a:moveTo>
                <a:cubicBezTo>
                  <a:pt x="7900709" y="901862"/>
                  <a:pt x="7910478" y="911631"/>
                  <a:pt x="7910478" y="923682"/>
                </a:cubicBezTo>
                <a:cubicBezTo>
                  <a:pt x="7910478" y="935733"/>
                  <a:pt x="7900709" y="945502"/>
                  <a:pt x="7888658" y="945502"/>
                </a:cubicBezTo>
                <a:cubicBezTo>
                  <a:pt x="7876607" y="945502"/>
                  <a:pt x="7866838" y="935733"/>
                  <a:pt x="7866838" y="923682"/>
                </a:cubicBezTo>
                <a:cubicBezTo>
                  <a:pt x="7866838" y="911631"/>
                  <a:pt x="7876607" y="901862"/>
                  <a:pt x="7888658" y="901862"/>
                </a:cubicBezTo>
                <a:close/>
                <a:moveTo>
                  <a:pt x="7809316" y="901862"/>
                </a:moveTo>
                <a:cubicBezTo>
                  <a:pt x="7821367" y="901862"/>
                  <a:pt x="7831136" y="911631"/>
                  <a:pt x="7831136" y="923682"/>
                </a:cubicBezTo>
                <a:cubicBezTo>
                  <a:pt x="7831136" y="935733"/>
                  <a:pt x="7821367" y="945502"/>
                  <a:pt x="7809316" y="945502"/>
                </a:cubicBezTo>
                <a:cubicBezTo>
                  <a:pt x="7797265" y="945502"/>
                  <a:pt x="7787496" y="935733"/>
                  <a:pt x="7787496" y="923682"/>
                </a:cubicBezTo>
                <a:cubicBezTo>
                  <a:pt x="7787496" y="911631"/>
                  <a:pt x="7797265" y="901862"/>
                  <a:pt x="7809316" y="901862"/>
                </a:cubicBezTo>
                <a:close/>
                <a:moveTo>
                  <a:pt x="7731957" y="901862"/>
                </a:moveTo>
                <a:cubicBezTo>
                  <a:pt x="7744373" y="901862"/>
                  <a:pt x="7754438" y="911631"/>
                  <a:pt x="7754438" y="923682"/>
                </a:cubicBezTo>
                <a:cubicBezTo>
                  <a:pt x="7754438" y="935733"/>
                  <a:pt x="7744373" y="945502"/>
                  <a:pt x="7731957" y="945502"/>
                </a:cubicBezTo>
                <a:cubicBezTo>
                  <a:pt x="7719541" y="945502"/>
                  <a:pt x="7709476" y="935733"/>
                  <a:pt x="7709476" y="923682"/>
                </a:cubicBezTo>
                <a:cubicBezTo>
                  <a:pt x="7709476" y="911631"/>
                  <a:pt x="7719541" y="901862"/>
                  <a:pt x="7731957" y="901862"/>
                </a:cubicBezTo>
                <a:close/>
                <a:moveTo>
                  <a:pt x="7654597" y="901862"/>
                </a:moveTo>
                <a:cubicBezTo>
                  <a:pt x="7666648" y="901862"/>
                  <a:pt x="7676417" y="911631"/>
                  <a:pt x="7676417" y="923682"/>
                </a:cubicBezTo>
                <a:cubicBezTo>
                  <a:pt x="7676417" y="935733"/>
                  <a:pt x="7666648" y="945502"/>
                  <a:pt x="7654597" y="945502"/>
                </a:cubicBezTo>
                <a:cubicBezTo>
                  <a:pt x="7642546" y="945502"/>
                  <a:pt x="7632777" y="935733"/>
                  <a:pt x="7632777" y="923682"/>
                </a:cubicBezTo>
                <a:cubicBezTo>
                  <a:pt x="7632777" y="911631"/>
                  <a:pt x="7642546" y="901862"/>
                  <a:pt x="7654597" y="901862"/>
                </a:cubicBezTo>
                <a:close/>
                <a:moveTo>
                  <a:pt x="7576577" y="901862"/>
                </a:moveTo>
                <a:cubicBezTo>
                  <a:pt x="7588628" y="901862"/>
                  <a:pt x="7598397" y="911631"/>
                  <a:pt x="7598397" y="923682"/>
                </a:cubicBezTo>
                <a:cubicBezTo>
                  <a:pt x="7598397" y="935733"/>
                  <a:pt x="7588628" y="945502"/>
                  <a:pt x="7576577" y="945502"/>
                </a:cubicBezTo>
                <a:cubicBezTo>
                  <a:pt x="7564526" y="945502"/>
                  <a:pt x="7554757" y="935733"/>
                  <a:pt x="7554757" y="923682"/>
                </a:cubicBezTo>
                <a:cubicBezTo>
                  <a:pt x="7554757" y="911631"/>
                  <a:pt x="7564526" y="901862"/>
                  <a:pt x="7576577" y="901862"/>
                </a:cubicBezTo>
                <a:close/>
                <a:moveTo>
                  <a:pt x="7498556" y="901862"/>
                </a:moveTo>
                <a:cubicBezTo>
                  <a:pt x="7510607" y="901862"/>
                  <a:pt x="7520376" y="911631"/>
                  <a:pt x="7520376" y="923682"/>
                </a:cubicBezTo>
                <a:cubicBezTo>
                  <a:pt x="7520376" y="935733"/>
                  <a:pt x="7510607" y="945502"/>
                  <a:pt x="7498556" y="945502"/>
                </a:cubicBezTo>
                <a:cubicBezTo>
                  <a:pt x="7486505" y="945502"/>
                  <a:pt x="7476736" y="935733"/>
                  <a:pt x="7476736" y="923682"/>
                </a:cubicBezTo>
                <a:cubicBezTo>
                  <a:pt x="7476736" y="911631"/>
                  <a:pt x="7486505" y="901862"/>
                  <a:pt x="7498556" y="901862"/>
                </a:cubicBezTo>
                <a:close/>
                <a:moveTo>
                  <a:pt x="7421198" y="901862"/>
                </a:moveTo>
                <a:cubicBezTo>
                  <a:pt x="7433614" y="901862"/>
                  <a:pt x="7443679" y="911631"/>
                  <a:pt x="7443679" y="923682"/>
                </a:cubicBezTo>
                <a:cubicBezTo>
                  <a:pt x="7443679" y="935733"/>
                  <a:pt x="7433614" y="945502"/>
                  <a:pt x="7421198" y="945502"/>
                </a:cubicBezTo>
                <a:cubicBezTo>
                  <a:pt x="7408782" y="945502"/>
                  <a:pt x="7398717" y="935733"/>
                  <a:pt x="7398717" y="923682"/>
                </a:cubicBezTo>
                <a:cubicBezTo>
                  <a:pt x="7398717" y="911631"/>
                  <a:pt x="7408782" y="901862"/>
                  <a:pt x="7421198" y="901862"/>
                </a:cubicBezTo>
                <a:close/>
                <a:moveTo>
                  <a:pt x="7343838" y="901862"/>
                </a:moveTo>
                <a:cubicBezTo>
                  <a:pt x="7355889" y="901862"/>
                  <a:pt x="7365658" y="911631"/>
                  <a:pt x="7365658" y="923682"/>
                </a:cubicBezTo>
                <a:cubicBezTo>
                  <a:pt x="7365658" y="935733"/>
                  <a:pt x="7355889" y="945502"/>
                  <a:pt x="7343838" y="945502"/>
                </a:cubicBezTo>
                <a:cubicBezTo>
                  <a:pt x="7331787" y="945502"/>
                  <a:pt x="7322018" y="935733"/>
                  <a:pt x="7322018" y="923682"/>
                </a:cubicBezTo>
                <a:cubicBezTo>
                  <a:pt x="7322018" y="911631"/>
                  <a:pt x="7331787" y="901862"/>
                  <a:pt x="7343838" y="901862"/>
                </a:cubicBezTo>
                <a:close/>
                <a:moveTo>
                  <a:pt x="7264495" y="901862"/>
                </a:moveTo>
                <a:cubicBezTo>
                  <a:pt x="7276546" y="901862"/>
                  <a:pt x="7286315" y="911631"/>
                  <a:pt x="7286315" y="923682"/>
                </a:cubicBezTo>
                <a:cubicBezTo>
                  <a:pt x="7286315" y="935733"/>
                  <a:pt x="7276546" y="945502"/>
                  <a:pt x="7264495" y="945502"/>
                </a:cubicBezTo>
                <a:cubicBezTo>
                  <a:pt x="7252444" y="945502"/>
                  <a:pt x="7242675" y="935733"/>
                  <a:pt x="7242675" y="923682"/>
                </a:cubicBezTo>
                <a:cubicBezTo>
                  <a:pt x="7242675" y="911631"/>
                  <a:pt x="7252444" y="901862"/>
                  <a:pt x="7264495" y="901862"/>
                </a:cubicBezTo>
                <a:close/>
                <a:moveTo>
                  <a:pt x="7186475" y="901862"/>
                </a:moveTo>
                <a:cubicBezTo>
                  <a:pt x="7198526" y="901862"/>
                  <a:pt x="7208295" y="911631"/>
                  <a:pt x="7208295" y="923682"/>
                </a:cubicBezTo>
                <a:cubicBezTo>
                  <a:pt x="7208295" y="935733"/>
                  <a:pt x="7198526" y="945502"/>
                  <a:pt x="7186475" y="945502"/>
                </a:cubicBezTo>
                <a:cubicBezTo>
                  <a:pt x="7174424" y="945502"/>
                  <a:pt x="7164655" y="935733"/>
                  <a:pt x="7164655" y="923682"/>
                </a:cubicBezTo>
                <a:cubicBezTo>
                  <a:pt x="7164655" y="911631"/>
                  <a:pt x="7174424" y="901862"/>
                  <a:pt x="7186475" y="901862"/>
                </a:cubicBezTo>
                <a:close/>
                <a:moveTo>
                  <a:pt x="7109116" y="901862"/>
                </a:moveTo>
                <a:cubicBezTo>
                  <a:pt x="7121532" y="901862"/>
                  <a:pt x="7131597" y="911631"/>
                  <a:pt x="7131597" y="923682"/>
                </a:cubicBezTo>
                <a:cubicBezTo>
                  <a:pt x="7131597" y="935733"/>
                  <a:pt x="7121532" y="945502"/>
                  <a:pt x="7109116" y="945502"/>
                </a:cubicBezTo>
                <a:cubicBezTo>
                  <a:pt x="7096700" y="945502"/>
                  <a:pt x="7086635" y="935733"/>
                  <a:pt x="7086635" y="923682"/>
                </a:cubicBezTo>
                <a:cubicBezTo>
                  <a:pt x="7086635" y="911631"/>
                  <a:pt x="7096700" y="901862"/>
                  <a:pt x="7109116" y="901862"/>
                </a:cubicBezTo>
                <a:close/>
                <a:moveTo>
                  <a:pt x="7031757" y="901862"/>
                </a:moveTo>
                <a:cubicBezTo>
                  <a:pt x="7043808" y="901862"/>
                  <a:pt x="7053577" y="911631"/>
                  <a:pt x="7053577" y="923682"/>
                </a:cubicBezTo>
                <a:cubicBezTo>
                  <a:pt x="7053577" y="935733"/>
                  <a:pt x="7043808" y="945502"/>
                  <a:pt x="7031757" y="945502"/>
                </a:cubicBezTo>
                <a:cubicBezTo>
                  <a:pt x="7019706" y="945502"/>
                  <a:pt x="7009937" y="935733"/>
                  <a:pt x="7009937" y="923682"/>
                </a:cubicBezTo>
                <a:cubicBezTo>
                  <a:pt x="7009937" y="911631"/>
                  <a:pt x="7019706" y="901862"/>
                  <a:pt x="7031757" y="901862"/>
                </a:cubicBezTo>
                <a:close/>
                <a:moveTo>
                  <a:pt x="6953736" y="901862"/>
                </a:moveTo>
                <a:cubicBezTo>
                  <a:pt x="6965787" y="901862"/>
                  <a:pt x="6975556" y="911631"/>
                  <a:pt x="6975556" y="923682"/>
                </a:cubicBezTo>
                <a:cubicBezTo>
                  <a:pt x="6975556" y="935733"/>
                  <a:pt x="6965787" y="945502"/>
                  <a:pt x="6953736" y="945502"/>
                </a:cubicBezTo>
                <a:cubicBezTo>
                  <a:pt x="6941685" y="945502"/>
                  <a:pt x="6931916" y="935733"/>
                  <a:pt x="6931916" y="923682"/>
                </a:cubicBezTo>
                <a:cubicBezTo>
                  <a:pt x="6931916" y="911631"/>
                  <a:pt x="6941685" y="901862"/>
                  <a:pt x="6953736" y="901862"/>
                </a:cubicBezTo>
                <a:close/>
                <a:moveTo>
                  <a:pt x="6875716" y="901862"/>
                </a:moveTo>
                <a:cubicBezTo>
                  <a:pt x="6887767" y="901862"/>
                  <a:pt x="6897536" y="911631"/>
                  <a:pt x="6897536" y="923682"/>
                </a:cubicBezTo>
                <a:cubicBezTo>
                  <a:pt x="6897536" y="935733"/>
                  <a:pt x="6887767" y="945502"/>
                  <a:pt x="6875716" y="945502"/>
                </a:cubicBezTo>
                <a:cubicBezTo>
                  <a:pt x="6863665" y="945502"/>
                  <a:pt x="6853896" y="935733"/>
                  <a:pt x="6853896" y="923682"/>
                </a:cubicBezTo>
                <a:cubicBezTo>
                  <a:pt x="6853896" y="911631"/>
                  <a:pt x="6863665" y="901862"/>
                  <a:pt x="6875716" y="901862"/>
                </a:cubicBezTo>
                <a:close/>
                <a:moveTo>
                  <a:pt x="6798356" y="901862"/>
                </a:moveTo>
                <a:cubicBezTo>
                  <a:pt x="6810772" y="901862"/>
                  <a:pt x="6820837" y="911631"/>
                  <a:pt x="6820837" y="923682"/>
                </a:cubicBezTo>
                <a:cubicBezTo>
                  <a:pt x="6820837" y="935733"/>
                  <a:pt x="6810772" y="945502"/>
                  <a:pt x="6798356" y="945502"/>
                </a:cubicBezTo>
                <a:cubicBezTo>
                  <a:pt x="6785940" y="945502"/>
                  <a:pt x="6775875" y="935733"/>
                  <a:pt x="6775875" y="923682"/>
                </a:cubicBezTo>
                <a:cubicBezTo>
                  <a:pt x="6775875" y="911631"/>
                  <a:pt x="6785940" y="901862"/>
                  <a:pt x="6798356" y="901862"/>
                </a:cubicBezTo>
                <a:close/>
                <a:moveTo>
                  <a:pt x="6719675" y="901862"/>
                </a:moveTo>
                <a:cubicBezTo>
                  <a:pt x="6731726" y="901862"/>
                  <a:pt x="6741495" y="911631"/>
                  <a:pt x="6741495" y="923682"/>
                </a:cubicBezTo>
                <a:cubicBezTo>
                  <a:pt x="6741495" y="935733"/>
                  <a:pt x="6731726" y="945502"/>
                  <a:pt x="6719675" y="945502"/>
                </a:cubicBezTo>
                <a:cubicBezTo>
                  <a:pt x="6707624" y="945502"/>
                  <a:pt x="6697855" y="935733"/>
                  <a:pt x="6697855" y="923682"/>
                </a:cubicBezTo>
                <a:cubicBezTo>
                  <a:pt x="6697855" y="911631"/>
                  <a:pt x="6707624" y="901862"/>
                  <a:pt x="6719675" y="901862"/>
                </a:cubicBezTo>
                <a:close/>
                <a:moveTo>
                  <a:pt x="6641655" y="901862"/>
                </a:moveTo>
                <a:cubicBezTo>
                  <a:pt x="6653706" y="901862"/>
                  <a:pt x="6663475" y="911631"/>
                  <a:pt x="6663475" y="923682"/>
                </a:cubicBezTo>
                <a:cubicBezTo>
                  <a:pt x="6663475" y="935733"/>
                  <a:pt x="6653706" y="945502"/>
                  <a:pt x="6641655" y="945502"/>
                </a:cubicBezTo>
                <a:cubicBezTo>
                  <a:pt x="6629604" y="945502"/>
                  <a:pt x="6619835" y="935733"/>
                  <a:pt x="6619835" y="923682"/>
                </a:cubicBezTo>
                <a:cubicBezTo>
                  <a:pt x="6619835" y="911631"/>
                  <a:pt x="6629604" y="901862"/>
                  <a:pt x="6641655" y="901862"/>
                </a:cubicBezTo>
                <a:close/>
                <a:moveTo>
                  <a:pt x="6563634" y="901862"/>
                </a:moveTo>
                <a:cubicBezTo>
                  <a:pt x="6575685" y="901862"/>
                  <a:pt x="6585454" y="911631"/>
                  <a:pt x="6585454" y="923682"/>
                </a:cubicBezTo>
                <a:cubicBezTo>
                  <a:pt x="6585454" y="935733"/>
                  <a:pt x="6575685" y="945502"/>
                  <a:pt x="6563634" y="945502"/>
                </a:cubicBezTo>
                <a:cubicBezTo>
                  <a:pt x="6551583" y="945502"/>
                  <a:pt x="6541814" y="935733"/>
                  <a:pt x="6541814" y="923682"/>
                </a:cubicBezTo>
                <a:cubicBezTo>
                  <a:pt x="6541814" y="911631"/>
                  <a:pt x="6551583" y="901862"/>
                  <a:pt x="6563634" y="901862"/>
                </a:cubicBezTo>
                <a:close/>
                <a:moveTo>
                  <a:pt x="6485613" y="901862"/>
                </a:moveTo>
                <a:cubicBezTo>
                  <a:pt x="6497664" y="901862"/>
                  <a:pt x="6507433" y="911631"/>
                  <a:pt x="6507433" y="923682"/>
                </a:cubicBezTo>
                <a:cubicBezTo>
                  <a:pt x="6507433" y="935733"/>
                  <a:pt x="6497664" y="945502"/>
                  <a:pt x="6485613" y="945502"/>
                </a:cubicBezTo>
                <a:cubicBezTo>
                  <a:pt x="6473562" y="945502"/>
                  <a:pt x="6463793" y="935733"/>
                  <a:pt x="6463793" y="923682"/>
                </a:cubicBezTo>
                <a:cubicBezTo>
                  <a:pt x="6463793" y="911631"/>
                  <a:pt x="6473562" y="901862"/>
                  <a:pt x="6485613" y="901862"/>
                </a:cubicBezTo>
                <a:close/>
                <a:moveTo>
                  <a:pt x="6408916" y="901862"/>
                </a:moveTo>
                <a:cubicBezTo>
                  <a:pt x="6420967" y="901862"/>
                  <a:pt x="6430736" y="911631"/>
                  <a:pt x="6430736" y="923682"/>
                </a:cubicBezTo>
                <a:cubicBezTo>
                  <a:pt x="6430736" y="935733"/>
                  <a:pt x="6420967" y="945502"/>
                  <a:pt x="6408916" y="945502"/>
                </a:cubicBezTo>
                <a:cubicBezTo>
                  <a:pt x="6396865" y="945502"/>
                  <a:pt x="6387096" y="935733"/>
                  <a:pt x="6387096" y="923682"/>
                </a:cubicBezTo>
                <a:cubicBezTo>
                  <a:pt x="6387096" y="911631"/>
                  <a:pt x="6396865" y="901862"/>
                  <a:pt x="6408916" y="901862"/>
                </a:cubicBezTo>
                <a:close/>
                <a:moveTo>
                  <a:pt x="6330896" y="901862"/>
                </a:moveTo>
                <a:cubicBezTo>
                  <a:pt x="6342947" y="901862"/>
                  <a:pt x="6352716" y="911631"/>
                  <a:pt x="6352716" y="923682"/>
                </a:cubicBezTo>
                <a:cubicBezTo>
                  <a:pt x="6352716" y="935733"/>
                  <a:pt x="6342947" y="945502"/>
                  <a:pt x="6330896" y="945502"/>
                </a:cubicBezTo>
                <a:cubicBezTo>
                  <a:pt x="6318845" y="945502"/>
                  <a:pt x="6309076" y="935733"/>
                  <a:pt x="6309076" y="923682"/>
                </a:cubicBezTo>
                <a:cubicBezTo>
                  <a:pt x="6309076" y="911631"/>
                  <a:pt x="6318845" y="901862"/>
                  <a:pt x="6330896" y="901862"/>
                </a:cubicBezTo>
                <a:close/>
                <a:moveTo>
                  <a:pt x="6252875" y="901862"/>
                </a:moveTo>
                <a:cubicBezTo>
                  <a:pt x="6264926" y="901862"/>
                  <a:pt x="6274695" y="911631"/>
                  <a:pt x="6274695" y="923682"/>
                </a:cubicBezTo>
                <a:cubicBezTo>
                  <a:pt x="6274695" y="935733"/>
                  <a:pt x="6264926" y="945502"/>
                  <a:pt x="6252875" y="945502"/>
                </a:cubicBezTo>
                <a:cubicBezTo>
                  <a:pt x="6240824" y="945502"/>
                  <a:pt x="6231055" y="935733"/>
                  <a:pt x="6231055" y="923682"/>
                </a:cubicBezTo>
                <a:cubicBezTo>
                  <a:pt x="6231055" y="911631"/>
                  <a:pt x="6240824" y="901862"/>
                  <a:pt x="6252875" y="901862"/>
                </a:cubicBezTo>
                <a:close/>
                <a:moveTo>
                  <a:pt x="6174854" y="901862"/>
                </a:moveTo>
                <a:cubicBezTo>
                  <a:pt x="6186905" y="901862"/>
                  <a:pt x="6196674" y="911631"/>
                  <a:pt x="6196674" y="923682"/>
                </a:cubicBezTo>
                <a:cubicBezTo>
                  <a:pt x="6196674" y="935733"/>
                  <a:pt x="6186905" y="945502"/>
                  <a:pt x="6174854" y="945502"/>
                </a:cubicBezTo>
                <a:cubicBezTo>
                  <a:pt x="6162803" y="945502"/>
                  <a:pt x="6153034" y="935733"/>
                  <a:pt x="6153034" y="923682"/>
                </a:cubicBezTo>
                <a:cubicBezTo>
                  <a:pt x="6153034" y="911631"/>
                  <a:pt x="6162803" y="901862"/>
                  <a:pt x="6174854" y="901862"/>
                </a:cubicBezTo>
                <a:close/>
                <a:moveTo>
                  <a:pt x="6096834" y="901862"/>
                </a:moveTo>
                <a:cubicBezTo>
                  <a:pt x="6108885" y="901862"/>
                  <a:pt x="6118654" y="911631"/>
                  <a:pt x="6118654" y="923682"/>
                </a:cubicBezTo>
                <a:cubicBezTo>
                  <a:pt x="6118654" y="935733"/>
                  <a:pt x="6108885" y="945502"/>
                  <a:pt x="6096834" y="945502"/>
                </a:cubicBezTo>
                <a:cubicBezTo>
                  <a:pt x="6084783" y="945502"/>
                  <a:pt x="6075014" y="935733"/>
                  <a:pt x="6075014" y="923682"/>
                </a:cubicBezTo>
                <a:cubicBezTo>
                  <a:pt x="6075014" y="911631"/>
                  <a:pt x="6084783" y="901862"/>
                  <a:pt x="6096834" y="901862"/>
                </a:cubicBezTo>
                <a:close/>
                <a:moveTo>
                  <a:pt x="5862773" y="901862"/>
                </a:moveTo>
                <a:cubicBezTo>
                  <a:pt x="5874824" y="901862"/>
                  <a:pt x="5884593" y="911631"/>
                  <a:pt x="5884593" y="923682"/>
                </a:cubicBezTo>
                <a:cubicBezTo>
                  <a:pt x="5884593" y="935733"/>
                  <a:pt x="5874824" y="945502"/>
                  <a:pt x="5862773" y="945502"/>
                </a:cubicBezTo>
                <a:cubicBezTo>
                  <a:pt x="5850722" y="945502"/>
                  <a:pt x="5840953" y="935733"/>
                  <a:pt x="5840953" y="923682"/>
                </a:cubicBezTo>
                <a:cubicBezTo>
                  <a:pt x="5840953" y="911631"/>
                  <a:pt x="5850722" y="901862"/>
                  <a:pt x="5862773" y="901862"/>
                </a:cubicBezTo>
                <a:close/>
                <a:moveTo>
                  <a:pt x="5785413" y="901862"/>
                </a:moveTo>
                <a:cubicBezTo>
                  <a:pt x="5797829" y="901862"/>
                  <a:pt x="5807894" y="911631"/>
                  <a:pt x="5807894" y="923682"/>
                </a:cubicBezTo>
                <a:cubicBezTo>
                  <a:pt x="5807894" y="935733"/>
                  <a:pt x="5797829" y="945502"/>
                  <a:pt x="5785413" y="945502"/>
                </a:cubicBezTo>
                <a:cubicBezTo>
                  <a:pt x="5772997" y="945502"/>
                  <a:pt x="5762932" y="935733"/>
                  <a:pt x="5762932" y="923682"/>
                </a:cubicBezTo>
                <a:cubicBezTo>
                  <a:pt x="5762932" y="911631"/>
                  <a:pt x="5772997" y="901862"/>
                  <a:pt x="5785413" y="901862"/>
                </a:cubicBezTo>
                <a:close/>
                <a:moveTo>
                  <a:pt x="5708054" y="901862"/>
                </a:moveTo>
                <a:cubicBezTo>
                  <a:pt x="5720105" y="901862"/>
                  <a:pt x="5729874" y="911631"/>
                  <a:pt x="5729874" y="923682"/>
                </a:cubicBezTo>
                <a:cubicBezTo>
                  <a:pt x="5729874" y="935733"/>
                  <a:pt x="5720105" y="945502"/>
                  <a:pt x="5708054" y="945502"/>
                </a:cubicBezTo>
                <a:cubicBezTo>
                  <a:pt x="5696003" y="945502"/>
                  <a:pt x="5686234" y="935733"/>
                  <a:pt x="5686234" y="923682"/>
                </a:cubicBezTo>
                <a:cubicBezTo>
                  <a:pt x="5686234" y="911631"/>
                  <a:pt x="5696003" y="901862"/>
                  <a:pt x="5708054" y="901862"/>
                </a:cubicBezTo>
                <a:close/>
                <a:moveTo>
                  <a:pt x="5162572" y="901862"/>
                </a:moveTo>
                <a:cubicBezTo>
                  <a:pt x="5174988" y="901862"/>
                  <a:pt x="5185053" y="911631"/>
                  <a:pt x="5185053" y="923682"/>
                </a:cubicBezTo>
                <a:cubicBezTo>
                  <a:pt x="5185053" y="935733"/>
                  <a:pt x="5174988" y="945502"/>
                  <a:pt x="5162572" y="945502"/>
                </a:cubicBezTo>
                <a:cubicBezTo>
                  <a:pt x="5150156" y="945502"/>
                  <a:pt x="5140091" y="935733"/>
                  <a:pt x="5140091" y="923682"/>
                </a:cubicBezTo>
                <a:cubicBezTo>
                  <a:pt x="5140091" y="911631"/>
                  <a:pt x="5150156" y="901862"/>
                  <a:pt x="5162572" y="901862"/>
                </a:cubicBezTo>
                <a:close/>
                <a:moveTo>
                  <a:pt x="5085212" y="901862"/>
                </a:moveTo>
                <a:cubicBezTo>
                  <a:pt x="5097263" y="901862"/>
                  <a:pt x="5107032" y="911631"/>
                  <a:pt x="5107032" y="923682"/>
                </a:cubicBezTo>
                <a:cubicBezTo>
                  <a:pt x="5107032" y="935733"/>
                  <a:pt x="5097263" y="945502"/>
                  <a:pt x="5085212" y="945502"/>
                </a:cubicBezTo>
                <a:cubicBezTo>
                  <a:pt x="5073161" y="945502"/>
                  <a:pt x="5063392" y="935733"/>
                  <a:pt x="5063392" y="923682"/>
                </a:cubicBezTo>
                <a:cubicBezTo>
                  <a:pt x="5063392" y="911631"/>
                  <a:pt x="5073161" y="901862"/>
                  <a:pt x="5085212" y="901862"/>
                </a:cubicBezTo>
                <a:close/>
                <a:moveTo>
                  <a:pt x="2513845" y="901862"/>
                </a:moveTo>
                <a:cubicBezTo>
                  <a:pt x="2526261" y="901862"/>
                  <a:pt x="2536326" y="911631"/>
                  <a:pt x="2536326" y="923682"/>
                </a:cubicBezTo>
                <a:cubicBezTo>
                  <a:pt x="2536326" y="935733"/>
                  <a:pt x="2526261" y="945502"/>
                  <a:pt x="2513845" y="945502"/>
                </a:cubicBezTo>
                <a:cubicBezTo>
                  <a:pt x="2501429" y="945502"/>
                  <a:pt x="2491364" y="935733"/>
                  <a:pt x="2491364" y="923682"/>
                </a:cubicBezTo>
                <a:cubicBezTo>
                  <a:pt x="2491364" y="911631"/>
                  <a:pt x="2501429" y="901862"/>
                  <a:pt x="2513845" y="901862"/>
                </a:cubicBezTo>
                <a:close/>
                <a:moveTo>
                  <a:pt x="2436486" y="901862"/>
                </a:moveTo>
                <a:cubicBezTo>
                  <a:pt x="2448537" y="901862"/>
                  <a:pt x="2458306" y="911631"/>
                  <a:pt x="2458306" y="923682"/>
                </a:cubicBezTo>
                <a:cubicBezTo>
                  <a:pt x="2458306" y="935733"/>
                  <a:pt x="2448537" y="945502"/>
                  <a:pt x="2436486" y="945502"/>
                </a:cubicBezTo>
                <a:cubicBezTo>
                  <a:pt x="2424435" y="945502"/>
                  <a:pt x="2414666" y="935733"/>
                  <a:pt x="2414666" y="923682"/>
                </a:cubicBezTo>
                <a:cubicBezTo>
                  <a:pt x="2414666" y="911631"/>
                  <a:pt x="2424435" y="901862"/>
                  <a:pt x="2436486" y="901862"/>
                </a:cubicBezTo>
                <a:close/>
                <a:moveTo>
                  <a:pt x="2358465" y="901862"/>
                </a:moveTo>
                <a:cubicBezTo>
                  <a:pt x="2370516" y="901862"/>
                  <a:pt x="2380285" y="911631"/>
                  <a:pt x="2380285" y="923682"/>
                </a:cubicBezTo>
                <a:cubicBezTo>
                  <a:pt x="2380285" y="935733"/>
                  <a:pt x="2370516" y="945502"/>
                  <a:pt x="2358465" y="945502"/>
                </a:cubicBezTo>
                <a:cubicBezTo>
                  <a:pt x="2346414" y="945502"/>
                  <a:pt x="2336645" y="935733"/>
                  <a:pt x="2336645" y="923682"/>
                </a:cubicBezTo>
                <a:cubicBezTo>
                  <a:pt x="2336645" y="911631"/>
                  <a:pt x="2346414" y="901862"/>
                  <a:pt x="2358465" y="901862"/>
                </a:cubicBezTo>
                <a:close/>
                <a:moveTo>
                  <a:pt x="2280445" y="901862"/>
                </a:moveTo>
                <a:cubicBezTo>
                  <a:pt x="2292496" y="901862"/>
                  <a:pt x="2302265" y="911631"/>
                  <a:pt x="2302265" y="923682"/>
                </a:cubicBezTo>
                <a:cubicBezTo>
                  <a:pt x="2302265" y="935733"/>
                  <a:pt x="2292496" y="945502"/>
                  <a:pt x="2280445" y="945502"/>
                </a:cubicBezTo>
                <a:cubicBezTo>
                  <a:pt x="2268394" y="945502"/>
                  <a:pt x="2258625" y="935733"/>
                  <a:pt x="2258625" y="923682"/>
                </a:cubicBezTo>
                <a:cubicBezTo>
                  <a:pt x="2258625" y="911631"/>
                  <a:pt x="2268394" y="901862"/>
                  <a:pt x="2280445" y="901862"/>
                </a:cubicBezTo>
                <a:close/>
                <a:moveTo>
                  <a:pt x="2203086" y="901862"/>
                </a:moveTo>
                <a:cubicBezTo>
                  <a:pt x="2215502" y="901862"/>
                  <a:pt x="2225567" y="911631"/>
                  <a:pt x="2225567" y="923682"/>
                </a:cubicBezTo>
                <a:cubicBezTo>
                  <a:pt x="2225567" y="935733"/>
                  <a:pt x="2215502" y="945502"/>
                  <a:pt x="2203086" y="945502"/>
                </a:cubicBezTo>
                <a:cubicBezTo>
                  <a:pt x="2190670" y="945502"/>
                  <a:pt x="2180605" y="935733"/>
                  <a:pt x="2180605" y="923682"/>
                </a:cubicBezTo>
                <a:cubicBezTo>
                  <a:pt x="2180605" y="911631"/>
                  <a:pt x="2190670" y="901862"/>
                  <a:pt x="2203086" y="901862"/>
                </a:cubicBezTo>
                <a:close/>
                <a:moveTo>
                  <a:pt x="2125727" y="901862"/>
                </a:moveTo>
                <a:cubicBezTo>
                  <a:pt x="2137778" y="901862"/>
                  <a:pt x="2147547" y="911631"/>
                  <a:pt x="2147547" y="923682"/>
                </a:cubicBezTo>
                <a:cubicBezTo>
                  <a:pt x="2147547" y="935733"/>
                  <a:pt x="2137778" y="945502"/>
                  <a:pt x="2125727" y="945502"/>
                </a:cubicBezTo>
                <a:cubicBezTo>
                  <a:pt x="2113676" y="945502"/>
                  <a:pt x="2103907" y="935733"/>
                  <a:pt x="2103907" y="923682"/>
                </a:cubicBezTo>
                <a:cubicBezTo>
                  <a:pt x="2103907" y="911631"/>
                  <a:pt x="2113676" y="901862"/>
                  <a:pt x="2125727" y="901862"/>
                </a:cubicBezTo>
                <a:close/>
                <a:moveTo>
                  <a:pt x="2047706" y="901862"/>
                </a:moveTo>
                <a:cubicBezTo>
                  <a:pt x="2059757" y="901862"/>
                  <a:pt x="2069526" y="911631"/>
                  <a:pt x="2069526" y="923682"/>
                </a:cubicBezTo>
                <a:cubicBezTo>
                  <a:pt x="2069526" y="935733"/>
                  <a:pt x="2059757" y="945502"/>
                  <a:pt x="2047706" y="945502"/>
                </a:cubicBezTo>
                <a:cubicBezTo>
                  <a:pt x="2035655" y="945502"/>
                  <a:pt x="2025886" y="935733"/>
                  <a:pt x="2025886" y="923682"/>
                </a:cubicBezTo>
                <a:cubicBezTo>
                  <a:pt x="2025886" y="911631"/>
                  <a:pt x="2035655" y="901862"/>
                  <a:pt x="2047706" y="901862"/>
                </a:cubicBezTo>
                <a:close/>
                <a:moveTo>
                  <a:pt x="1345530" y="901862"/>
                </a:moveTo>
                <a:cubicBezTo>
                  <a:pt x="1357582" y="901862"/>
                  <a:pt x="1367350" y="911631"/>
                  <a:pt x="1367350" y="923682"/>
                </a:cubicBezTo>
                <a:cubicBezTo>
                  <a:pt x="1367350" y="935733"/>
                  <a:pt x="1357582" y="945502"/>
                  <a:pt x="1345530" y="945502"/>
                </a:cubicBezTo>
                <a:cubicBezTo>
                  <a:pt x="1333479" y="945502"/>
                  <a:pt x="1323709" y="935733"/>
                  <a:pt x="1323709" y="923682"/>
                </a:cubicBezTo>
                <a:cubicBezTo>
                  <a:pt x="1323709" y="911631"/>
                  <a:pt x="1333479" y="901862"/>
                  <a:pt x="1345530" y="901862"/>
                </a:cubicBezTo>
                <a:close/>
                <a:moveTo>
                  <a:pt x="1268169" y="901862"/>
                </a:moveTo>
                <a:cubicBezTo>
                  <a:pt x="1280590" y="901862"/>
                  <a:pt x="1290660" y="911631"/>
                  <a:pt x="1290660" y="923682"/>
                </a:cubicBezTo>
                <a:cubicBezTo>
                  <a:pt x="1290660" y="935733"/>
                  <a:pt x="1280590" y="945502"/>
                  <a:pt x="1268169" y="945502"/>
                </a:cubicBezTo>
                <a:cubicBezTo>
                  <a:pt x="1255755" y="945502"/>
                  <a:pt x="1245691" y="935733"/>
                  <a:pt x="1245691" y="923682"/>
                </a:cubicBezTo>
                <a:cubicBezTo>
                  <a:pt x="1245691" y="911631"/>
                  <a:pt x="1255755" y="901862"/>
                  <a:pt x="1268169" y="901862"/>
                </a:cubicBezTo>
                <a:close/>
                <a:moveTo>
                  <a:pt x="1190817" y="901862"/>
                </a:moveTo>
                <a:cubicBezTo>
                  <a:pt x="1202861" y="901862"/>
                  <a:pt x="1212636" y="911631"/>
                  <a:pt x="1212636" y="923682"/>
                </a:cubicBezTo>
                <a:cubicBezTo>
                  <a:pt x="1212636" y="935733"/>
                  <a:pt x="1202861" y="945502"/>
                  <a:pt x="1190817" y="945502"/>
                </a:cubicBezTo>
                <a:cubicBezTo>
                  <a:pt x="1178762" y="945502"/>
                  <a:pt x="1168996" y="935733"/>
                  <a:pt x="1168996" y="923682"/>
                </a:cubicBezTo>
                <a:cubicBezTo>
                  <a:pt x="1168996" y="911631"/>
                  <a:pt x="1178762" y="901862"/>
                  <a:pt x="1190817" y="901862"/>
                </a:cubicBezTo>
                <a:close/>
                <a:moveTo>
                  <a:pt x="1112792" y="901862"/>
                </a:moveTo>
                <a:cubicBezTo>
                  <a:pt x="1124847" y="901862"/>
                  <a:pt x="1134615" y="911631"/>
                  <a:pt x="1134615" y="923682"/>
                </a:cubicBezTo>
                <a:cubicBezTo>
                  <a:pt x="1134615" y="935733"/>
                  <a:pt x="1124847" y="945502"/>
                  <a:pt x="1112792" y="945502"/>
                </a:cubicBezTo>
                <a:cubicBezTo>
                  <a:pt x="1100740" y="945502"/>
                  <a:pt x="1090972" y="935733"/>
                  <a:pt x="1090972" y="923682"/>
                </a:cubicBezTo>
                <a:cubicBezTo>
                  <a:pt x="1090972" y="911631"/>
                  <a:pt x="1100740" y="901862"/>
                  <a:pt x="1112792" y="901862"/>
                </a:cubicBezTo>
                <a:close/>
                <a:moveTo>
                  <a:pt x="333903" y="901862"/>
                </a:moveTo>
                <a:cubicBezTo>
                  <a:pt x="345953" y="901862"/>
                  <a:pt x="355723" y="911631"/>
                  <a:pt x="355723" y="923682"/>
                </a:cubicBezTo>
                <a:cubicBezTo>
                  <a:pt x="355723" y="935733"/>
                  <a:pt x="345953" y="945502"/>
                  <a:pt x="333903" y="945502"/>
                </a:cubicBezTo>
                <a:cubicBezTo>
                  <a:pt x="321852" y="945502"/>
                  <a:pt x="312083" y="935733"/>
                  <a:pt x="312083" y="923682"/>
                </a:cubicBezTo>
                <a:cubicBezTo>
                  <a:pt x="312083" y="911631"/>
                  <a:pt x="321852" y="901862"/>
                  <a:pt x="333903" y="901862"/>
                </a:cubicBezTo>
                <a:close/>
                <a:moveTo>
                  <a:pt x="255883" y="901862"/>
                </a:moveTo>
                <a:cubicBezTo>
                  <a:pt x="267933" y="901862"/>
                  <a:pt x="277701" y="911631"/>
                  <a:pt x="277701" y="923682"/>
                </a:cubicBezTo>
                <a:cubicBezTo>
                  <a:pt x="277701" y="935733"/>
                  <a:pt x="267933" y="945502"/>
                  <a:pt x="255883" y="945502"/>
                </a:cubicBezTo>
                <a:cubicBezTo>
                  <a:pt x="243831" y="945502"/>
                  <a:pt x="234062" y="935733"/>
                  <a:pt x="234062" y="923682"/>
                </a:cubicBezTo>
                <a:cubicBezTo>
                  <a:pt x="234062" y="911631"/>
                  <a:pt x="243831" y="901862"/>
                  <a:pt x="255883" y="901862"/>
                </a:cubicBezTo>
                <a:close/>
                <a:moveTo>
                  <a:pt x="1891011" y="901861"/>
                </a:moveTo>
                <a:cubicBezTo>
                  <a:pt x="1903431" y="901861"/>
                  <a:pt x="1913495" y="911630"/>
                  <a:pt x="1913495" y="923681"/>
                </a:cubicBezTo>
                <a:cubicBezTo>
                  <a:pt x="1913495" y="935732"/>
                  <a:pt x="1903431" y="945501"/>
                  <a:pt x="1891011" y="945501"/>
                </a:cubicBezTo>
                <a:cubicBezTo>
                  <a:pt x="1878594" y="945501"/>
                  <a:pt x="1868529" y="935732"/>
                  <a:pt x="1868529" y="923681"/>
                </a:cubicBezTo>
                <a:cubicBezTo>
                  <a:pt x="1868529" y="911630"/>
                  <a:pt x="1878594" y="901861"/>
                  <a:pt x="1891011" y="901861"/>
                </a:cubicBezTo>
                <a:close/>
                <a:moveTo>
                  <a:pt x="1813657" y="901861"/>
                </a:moveTo>
                <a:cubicBezTo>
                  <a:pt x="1825704" y="901861"/>
                  <a:pt x="1835474" y="911630"/>
                  <a:pt x="1835474" y="923681"/>
                </a:cubicBezTo>
                <a:cubicBezTo>
                  <a:pt x="1835474" y="935732"/>
                  <a:pt x="1825704" y="945501"/>
                  <a:pt x="1813657" y="945501"/>
                </a:cubicBezTo>
                <a:cubicBezTo>
                  <a:pt x="1801603" y="945501"/>
                  <a:pt x="1791833" y="935732"/>
                  <a:pt x="1791833" y="923681"/>
                </a:cubicBezTo>
                <a:cubicBezTo>
                  <a:pt x="1791833" y="911630"/>
                  <a:pt x="1801603" y="901861"/>
                  <a:pt x="1813657" y="901861"/>
                </a:cubicBezTo>
                <a:close/>
                <a:moveTo>
                  <a:pt x="1657611" y="901861"/>
                </a:moveTo>
                <a:cubicBezTo>
                  <a:pt x="1669659" y="901861"/>
                  <a:pt x="1679436" y="911630"/>
                  <a:pt x="1679436" y="923681"/>
                </a:cubicBezTo>
                <a:cubicBezTo>
                  <a:pt x="1679436" y="935732"/>
                  <a:pt x="1669659" y="945501"/>
                  <a:pt x="1657611" y="945501"/>
                </a:cubicBezTo>
                <a:cubicBezTo>
                  <a:pt x="1645568" y="945501"/>
                  <a:pt x="1635796" y="935732"/>
                  <a:pt x="1635796" y="923681"/>
                </a:cubicBezTo>
                <a:cubicBezTo>
                  <a:pt x="1635796" y="911630"/>
                  <a:pt x="1645568" y="901861"/>
                  <a:pt x="1657611" y="901861"/>
                </a:cubicBezTo>
                <a:close/>
                <a:moveTo>
                  <a:pt x="1580257" y="901861"/>
                </a:moveTo>
                <a:cubicBezTo>
                  <a:pt x="1592669" y="901861"/>
                  <a:pt x="1602734" y="911630"/>
                  <a:pt x="1602734" y="923681"/>
                </a:cubicBezTo>
                <a:cubicBezTo>
                  <a:pt x="1602734" y="935732"/>
                  <a:pt x="1592669" y="945501"/>
                  <a:pt x="1580257" y="945501"/>
                </a:cubicBezTo>
                <a:cubicBezTo>
                  <a:pt x="1567839" y="945501"/>
                  <a:pt x="1557771" y="935732"/>
                  <a:pt x="1557771" y="923681"/>
                </a:cubicBezTo>
                <a:cubicBezTo>
                  <a:pt x="1557771" y="911630"/>
                  <a:pt x="1567839" y="901861"/>
                  <a:pt x="1580257" y="901861"/>
                </a:cubicBezTo>
                <a:close/>
                <a:moveTo>
                  <a:pt x="1502899" y="901861"/>
                </a:moveTo>
                <a:cubicBezTo>
                  <a:pt x="1514943" y="901861"/>
                  <a:pt x="1524717" y="911630"/>
                  <a:pt x="1524717" y="923681"/>
                </a:cubicBezTo>
                <a:cubicBezTo>
                  <a:pt x="1524717" y="935732"/>
                  <a:pt x="1514943" y="945501"/>
                  <a:pt x="1502899" y="945501"/>
                </a:cubicBezTo>
                <a:cubicBezTo>
                  <a:pt x="1490842" y="945501"/>
                  <a:pt x="1481077" y="935732"/>
                  <a:pt x="1481077" y="923681"/>
                </a:cubicBezTo>
                <a:cubicBezTo>
                  <a:pt x="1481077" y="911630"/>
                  <a:pt x="1490842" y="901861"/>
                  <a:pt x="1502899" y="901861"/>
                </a:cubicBezTo>
                <a:close/>
                <a:moveTo>
                  <a:pt x="1424212" y="901861"/>
                </a:moveTo>
                <a:cubicBezTo>
                  <a:pt x="1436628" y="901861"/>
                  <a:pt x="1446695" y="911630"/>
                  <a:pt x="1446695" y="923681"/>
                </a:cubicBezTo>
                <a:cubicBezTo>
                  <a:pt x="1446695" y="935732"/>
                  <a:pt x="1436628" y="945501"/>
                  <a:pt x="1424212" y="945501"/>
                </a:cubicBezTo>
                <a:cubicBezTo>
                  <a:pt x="1411799" y="945501"/>
                  <a:pt x="1401732" y="935732"/>
                  <a:pt x="1401732" y="923681"/>
                </a:cubicBezTo>
                <a:cubicBezTo>
                  <a:pt x="1401732" y="911630"/>
                  <a:pt x="1411799" y="901861"/>
                  <a:pt x="1424212" y="901861"/>
                </a:cubicBezTo>
                <a:close/>
                <a:moveTo>
                  <a:pt x="3682168" y="858223"/>
                </a:moveTo>
                <a:cubicBezTo>
                  <a:pt x="3694219" y="858223"/>
                  <a:pt x="3703988" y="867992"/>
                  <a:pt x="3703988" y="880043"/>
                </a:cubicBezTo>
                <a:cubicBezTo>
                  <a:pt x="3703988" y="892094"/>
                  <a:pt x="3694219" y="901863"/>
                  <a:pt x="3682168" y="901863"/>
                </a:cubicBezTo>
                <a:cubicBezTo>
                  <a:pt x="3670117" y="901863"/>
                  <a:pt x="3660348" y="892094"/>
                  <a:pt x="3660348" y="880043"/>
                </a:cubicBezTo>
                <a:cubicBezTo>
                  <a:pt x="3660348" y="867992"/>
                  <a:pt x="3670117" y="858223"/>
                  <a:pt x="3682168" y="858223"/>
                </a:cubicBezTo>
                <a:close/>
                <a:moveTo>
                  <a:pt x="3604148" y="858223"/>
                </a:moveTo>
                <a:cubicBezTo>
                  <a:pt x="3616199" y="858223"/>
                  <a:pt x="3625968" y="867992"/>
                  <a:pt x="3625968" y="880043"/>
                </a:cubicBezTo>
                <a:cubicBezTo>
                  <a:pt x="3625968" y="892094"/>
                  <a:pt x="3616199" y="901863"/>
                  <a:pt x="3604148" y="901863"/>
                </a:cubicBezTo>
                <a:cubicBezTo>
                  <a:pt x="3592097" y="901863"/>
                  <a:pt x="3582328" y="892094"/>
                  <a:pt x="3582328" y="880043"/>
                </a:cubicBezTo>
                <a:cubicBezTo>
                  <a:pt x="3582328" y="867992"/>
                  <a:pt x="3592097" y="858223"/>
                  <a:pt x="3604148" y="858223"/>
                </a:cubicBezTo>
                <a:close/>
                <a:moveTo>
                  <a:pt x="3526788" y="858223"/>
                </a:moveTo>
                <a:cubicBezTo>
                  <a:pt x="3539204" y="858223"/>
                  <a:pt x="3549269" y="867992"/>
                  <a:pt x="3549269" y="880043"/>
                </a:cubicBezTo>
                <a:cubicBezTo>
                  <a:pt x="3549269" y="892094"/>
                  <a:pt x="3539204" y="901863"/>
                  <a:pt x="3526788" y="901863"/>
                </a:cubicBezTo>
                <a:cubicBezTo>
                  <a:pt x="3514372" y="901863"/>
                  <a:pt x="3504307" y="892094"/>
                  <a:pt x="3504307" y="880043"/>
                </a:cubicBezTo>
                <a:cubicBezTo>
                  <a:pt x="3504307" y="867992"/>
                  <a:pt x="3514372" y="858223"/>
                  <a:pt x="3526788" y="858223"/>
                </a:cubicBezTo>
                <a:close/>
                <a:moveTo>
                  <a:pt x="3449429" y="858223"/>
                </a:moveTo>
                <a:cubicBezTo>
                  <a:pt x="3461480" y="858223"/>
                  <a:pt x="3471249" y="867992"/>
                  <a:pt x="3471249" y="880043"/>
                </a:cubicBezTo>
                <a:cubicBezTo>
                  <a:pt x="3471249" y="892094"/>
                  <a:pt x="3461480" y="901863"/>
                  <a:pt x="3449429" y="901863"/>
                </a:cubicBezTo>
                <a:cubicBezTo>
                  <a:pt x="3437378" y="901863"/>
                  <a:pt x="3427609" y="892094"/>
                  <a:pt x="3427609" y="880043"/>
                </a:cubicBezTo>
                <a:cubicBezTo>
                  <a:pt x="3427609" y="867992"/>
                  <a:pt x="3437378" y="858223"/>
                  <a:pt x="3449429" y="858223"/>
                </a:cubicBezTo>
                <a:close/>
                <a:moveTo>
                  <a:pt x="3371408" y="858223"/>
                </a:moveTo>
                <a:cubicBezTo>
                  <a:pt x="3383459" y="858223"/>
                  <a:pt x="3393228" y="867992"/>
                  <a:pt x="3393228" y="880043"/>
                </a:cubicBezTo>
                <a:cubicBezTo>
                  <a:pt x="3393228" y="892094"/>
                  <a:pt x="3383459" y="901863"/>
                  <a:pt x="3371408" y="901863"/>
                </a:cubicBezTo>
                <a:cubicBezTo>
                  <a:pt x="3359357" y="901863"/>
                  <a:pt x="3349588" y="892094"/>
                  <a:pt x="3349588" y="880043"/>
                </a:cubicBezTo>
                <a:cubicBezTo>
                  <a:pt x="3349588" y="867992"/>
                  <a:pt x="3359357" y="858223"/>
                  <a:pt x="3371408" y="858223"/>
                </a:cubicBezTo>
                <a:close/>
                <a:moveTo>
                  <a:pt x="3293388" y="858223"/>
                </a:moveTo>
                <a:cubicBezTo>
                  <a:pt x="3305439" y="858223"/>
                  <a:pt x="3315208" y="867992"/>
                  <a:pt x="3315208" y="880043"/>
                </a:cubicBezTo>
                <a:cubicBezTo>
                  <a:pt x="3315208" y="892094"/>
                  <a:pt x="3305439" y="901863"/>
                  <a:pt x="3293388" y="901863"/>
                </a:cubicBezTo>
                <a:cubicBezTo>
                  <a:pt x="3281337" y="901863"/>
                  <a:pt x="3271568" y="892094"/>
                  <a:pt x="3271568" y="880043"/>
                </a:cubicBezTo>
                <a:cubicBezTo>
                  <a:pt x="3271568" y="867992"/>
                  <a:pt x="3281337" y="858223"/>
                  <a:pt x="3293388" y="858223"/>
                </a:cubicBezTo>
                <a:close/>
                <a:moveTo>
                  <a:pt x="3215368" y="858223"/>
                </a:moveTo>
                <a:cubicBezTo>
                  <a:pt x="3227419" y="858223"/>
                  <a:pt x="3237188" y="867992"/>
                  <a:pt x="3237188" y="880043"/>
                </a:cubicBezTo>
                <a:cubicBezTo>
                  <a:pt x="3237188" y="892094"/>
                  <a:pt x="3227419" y="901863"/>
                  <a:pt x="3215368" y="901863"/>
                </a:cubicBezTo>
                <a:cubicBezTo>
                  <a:pt x="3203317" y="901863"/>
                  <a:pt x="3193548" y="892094"/>
                  <a:pt x="3193548" y="880043"/>
                </a:cubicBezTo>
                <a:cubicBezTo>
                  <a:pt x="3193548" y="867992"/>
                  <a:pt x="3203317" y="858223"/>
                  <a:pt x="3215368" y="858223"/>
                </a:cubicBezTo>
                <a:close/>
                <a:moveTo>
                  <a:pt x="3137348" y="858223"/>
                </a:moveTo>
                <a:cubicBezTo>
                  <a:pt x="3149399" y="858223"/>
                  <a:pt x="3159168" y="867992"/>
                  <a:pt x="3159168" y="880043"/>
                </a:cubicBezTo>
                <a:cubicBezTo>
                  <a:pt x="3159168" y="892094"/>
                  <a:pt x="3149399" y="901863"/>
                  <a:pt x="3137348" y="901863"/>
                </a:cubicBezTo>
                <a:cubicBezTo>
                  <a:pt x="3125297" y="901863"/>
                  <a:pt x="3115528" y="892094"/>
                  <a:pt x="3115528" y="880043"/>
                </a:cubicBezTo>
                <a:cubicBezTo>
                  <a:pt x="3115528" y="867992"/>
                  <a:pt x="3125297" y="858223"/>
                  <a:pt x="3137348" y="858223"/>
                </a:cubicBezTo>
                <a:close/>
                <a:moveTo>
                  <a:pt x="3059326" y="858223"/>
                </a:moveTo>
                <a:cubicBezTo>
                  <a:pt x="3071377" y="858223"/>
                  <a:pt x="3081146" y="867992"/>
                  <a:pt x="3081146" y="880043"/>
                </a:cubicBezTo>
                <a:cubicBezTo>
                  <a:pt x="3081146" y="892094"/>
                  <a:pt x="3071377" y="901863"/>
                  <a:pt x="3059326" y="901863"/>
                </a:cubicBezTo>
                <a:cubicBezTo>
                  <a:pt x="3047275" y="901863"/>
                  <a:pt x="3037506" y="892094"/>
                  <a:pt x="3037506" y="880043"/>
                </a:cubicBezTo>
                <a:cubicBezTo>
                  <a:pt x="3037506" y="867992"/>
                  <a:pt x="3047275" y="858223"/>
                  <a:pt x="3059326" y="858223"/>
                </a:cubicBezTo>
                <a:close/>
                <a:moveTo>
                  <a:pt x="8121398" y="823849"/>
                </a:moveTo>
                <a:cubicBezTo>
                  <a:pt x="8133449" y="823849"/>
                  <a:pt x="8143218" y="833614"/>
                  <a:pt x="8143218" y="845667"/>
                </a:cubicBezTo>
                <a:cubicBezTo>
                  <a:pt x="8143218" y="857712"/>
                  <a:pt x="8133449" y="867481"/>
                  <a:pt x="8121398" y="867481"/>
                </a:cubicBezTo>
                <a:cubicBezTo>
                  <a:pt x="8109347" y="867481"/>
                  <a:pt x="8099578" y="857712"/>
                  <a:pt x="8099578" y="845667"/>
                </a:cubicBezTo>
                <a:cubicBezTo>
                  <a:pt x="8099578" y="833614"/>
                  <a:pt x="8109347" y="823849"/>
                  <a:pt x="8121398" y="823849"/>
                </a:cubicBezTo>
                <a:close/>
                <a:moveTo>
                  <a:pt x="8044700" y="823849"/>
                </a:moveTo>
                <a:cubicBezTo>
                  <a:pt x="8056751" y="823849"/>
                  <a:pt x="8066520" y="833614"/>
                  <a:pt x="8066520" y="845667"/>
                </a:cubicBezTo>
                <a:cubicBezTo>
                  <a:pt x="8066520" y="857712"/>
                  <a:pt x="8056751" y="867481"/>
                  <a:pt x="8044700" y="867481"/>
                </a:cubicBezTo>
                <a:cubicBezTo>
                  <a:pt x="8032649" y="867481"/>
                  <a:pt x="8022880" y="857712"/>
                  <a:pt x="8022880" y="845667"/>
                </a:cubicBezTo>
                <a:cubicBezTo>
                  <a:pt x="8022880" y="833614"/>
                  <a:pt x="8032649" y="823849"/>
                  <a:pt x="8044700" y="823849"/>
                </a:cubicBezTo>
                <a:close/>
                <a:moveTo>
                  <a:pt x="7731957" y="823849"/>
                </a:moveTo>
                <a:cubicBezTo>
                  <a:pt x="7744373" y="823849"/>
                  <a:pt x="7754438" y="833614"/>
                  <a:pt x="7754438" y="845667"/>
                </a:cubicBezTo>
                <a:cubicBezTo>
                  <a:pt x="7754438" y="857712"/>
                  <a:pt x="7744373" y="867481"/>
                  <a:pt x="7731957" y="867481"/>
                </a:cubicBezTo>
                <a:cubicBezTo>
                  <a:pt x="7719541" y="867481"/>
                  <a:pt x="7709476" y="857712"/>
                  <a:pt x="7709476" y="845667"/>
                </a:cubicBezTo>
                <a:cubicBezTo>
                  <a:pt x="7709476" y="833614"/>
                  <a:pt x="7719541" y="823849"/>
                  <a:pt x="7731957" y="823849"/>
                </a:cubicBezTo>
                <a:close/>
                <a:moveTo>
                  <a:pt x="7654597" y="823849"/>
                </a:moveTo>
                <a:cubicBezTo>
                  <a:pt x="7666648" y="823849"/>
                  <a:pt x="7676417" y="833614"/>
                  <a:pt x="7676417" y="845667"/>
                </a:cubicBezTo>
                <a:cubicBezTo>
                  <a:pt x="7676417" y="857712"/>
                  <a:pt x="7666648" y="867481"/>
                  <a:pt x="7654597" y="867481"/>
                </a:cubicBezTo>
                <a:cubicBezTo>
                  <a:pt x="7642546" y="867481"/>
                  <a:pt x="7632777" y="857712"/>
                  <a:pt x="7632777" y="845667"/>
                </a:cubicBezTo>
                <a:cubicBezTo>
                  <a:pt x="7632777" y="833614"/>
                  <a:pt x="7642546" y="823849"/>
                  <a:pt x="7654597" y="823849"/>
                </a:cubicBezTo>
                <a:close/>
                <a:moveTo>
                  <a:pt x="7576577" y="823849"/>
                </a:moveTo>
                <a:cubicBezTo>
                  <a:pt x="7588628" y="823849"/>
                  <a:pt x="7598397" y="833614"/>
                  <a:pt x="7598397" y="845667"/>
                </a:cubicBezTo>
                <a:cubicBezTo>
                  <a:pt x="7598397" y="857712"/>
                  <a:pt x="7588628" y="867481"/>
                  <a:pt x="7576577" y="867481"/>
                </a:cubicBezTo>
                <a:cubicBezTo>
                  <a:pt x="7564526" y="867481"/>
                  <a:pt x="7554757" y="857712"/>
                  <a:pt x="7554757" y="845667"/>
                </a:cubicBezTo>
                <a:cubicBezTo>
                  <a:pt x="7554757" y="833614"/>
                  <a:pt x="7564526" y="823849"/>
                  <a:pt x="7576577" y="823849"/>
                </a:cubicBezTo>
                <a:close/>
                <a:moveTo>
                  <a:pt x="7498556" y="823849"/>
                </a:moveTo>
                <a:cubicBezTo>
                  <a:pt x="7510607" y="823849"/>
                  <a:pt x="7520376" y="833614"/>
                  <a:pt x="7520376" y="845667"/>
                </a:cubicBezTo>
                <a:cubicBezTo>
                  <a:pt x="7520376" y="857712"/>
                  <a:pt x="7510607" y="867481"/>
                  <a:pt x="7498556" y="867481"/>
                </a:cubicBezTo>
                <a:cubicBezTo>
                  <a:pt x="7486505" y="867481"/>
                  <a:pt x="7476736" y="857712"/>
                  <a:pt x="7476736" y="845667"/>
                </a:cubicBezTo>
                <a:cubicBezTo>
                  <a:pt x="7476736" y="833614"/>
                  <a:pt x="7486505" y="823849"/>
                  <a:pt x="7498556" y="823849"/>
                </a:cubicBezTo>
                <a:close/>
                <a:moveTo>
                  <a:pt x="7421198" y="823849"/>
                </a:moveTo>
                <a:cubicBezTo>
                  <a:pt x="7433614" y="823849"/>
                  <a:pt x="7443679" y="833614"/>
                  <a:pt x="7443679" y="845667"/>
                </a:cubicBezTo>
                <a:cubicBezTo>
                  <a:pt x="7443679" y="857712"/>
                  <a:pt x="7433614" y="867481"/>
                  <a:pt x="7421198" y="867481"/>
                </a:cubicBezTo>
                <a:cubicBezTo>
                  <a:pt x="7408782" y="867481"/>
                  <a:pt x="7398717" y="857712"/>
                  <a:pt x="7398717" y="845667"/>
                </a:cubicBezTo>
                <a:cubicBezTo>
                  <a:pt x="7398717" y="833614"/>
                  <a:pt x="7408782" y="823849"/>
                  <a:pt x="7421198" y="823849"/>
                </a:cubicBezTo>
                <a:close/>
                <a:moveTo>
                  <a:pt x="7343838" y="823849"/>
                </a:moveTo>
                <a:cubicBezTo>
                  <a:pt x="7355889" y="823849"/>
                  <a:pt x="7365658" y="833614"/>
                  <a:pt x="7365658" y="845667"/>
                </a:cubicBezTo>
                <a:cubicBezTo>
                  <a:pt x="7365658" y="857712"/>
                  <a:pt x="7355889" y="867481"/>
                  <a:pt x="7343838" y="867481"/>
                </a:cubicBezTo>
                <a:cubicBezTo>
                  <a:pt x="7331787" y="867481"/>
                  <a:pt x="7322018" y="857712"/>
                  <a:pt x="7322018" y="845667"/>
                </a:cubicBezTo>
                <a:cubicBezTo>
                  <a:pt x="7322018" y="833614"/>
                  <a:pt x="7331787" y="823849"/>
                  <a:pt x="7343838" y="823849"/>
                </a:cubicBezTo>
                <a:close/>
                <a:moveTo>
                  <a:pt x="7264495" y="823849"/>
                </a:moveTo>
                <a:cubicBezTo>
                  <a:pt x="7276546" y="823849"/>
                  <a:pt x="7286315" y="833614"/>
                  <a:pt x="7286315" y="845667"/>
                </a:cubicBezTo>
                <a:cubicBezTo>
                  <a:pt x="7286315" y="857712"/>
                  <a:pt x="7276546" y="867481"/>
                  <a:pt x="7264495" y="867481"/>
                </a:cubicBezTo>
                <a:cubicBezTo>
                  <a:pt x="7252444" y="867481"/>
                  <a:pt x="7242675" y="857712"/>
                  <a:pt x="7242675" y="845667"/>
                </a:cubicBezTo>
                <a:cubicBezTo>
                  <a:pt x="7242675" y="833614"/>
                  <a:pt x="7252444" y="823849"/>
                  <a:pt x="7264495" y="823849"/>
                </a:cubicBezTo>
                <a:close/>
                <a:moveTo>
                  <a:pt x="7186475" y="823849"/>
                </a:moveTo>
                <a:cubicBezTo>
                  <a:pt x="7198526" y="823849"/>
                  <a:pt x="7208295" y="833614"/>
                  <a:pt x="7208295" y="845667"/>
                </a:cubicBezTo>
                <a:cubicBezTo>
                  <a:pt x="7208295" y="857712"/>
                  <a:pt x="7198526" y="867481"/>
                  <a:pt x="7186475" y="867481"/>
                </a:cubicBezTo>
                <a:cubicBezTo>
                  <a:pt x="7174424" y="867481"/>
                  <a:pt x="7164655" y="857712"/>
                  <a:pt x="7164655" y="845667"/>
                </a:cubicBezTo>
                <a:cubicBezTo>
                  <a:pt x="7164655" y="833614"/>
                  <a:pt x="7174424" y="823849"/>
                  <a:pt x="7186475" y="823849"/>
                </a:cubicBezTo>
                <a:close/>
                <a:moveTo>
                  <a:pt x="7109116" y="823849"/>
                </a:moveTo>
                <a:cubicBezTo>
                  <a:pt x="7121532" y="823849"/>
                  <a:pt x="7131597" y="833614"/>
                  <a:pt x="7131597" y="845667"/>
                </a:cubicBezTo>
                <a:cubicBezTo>
                  <a:pt x="7131597" y="857712"/>
                  <a:pt x="7121532" y="867481"/>
                  <a:pt x="7109116" y="867481"/>
                </a:cubicBezTo>
                <a:cubicBezTo>
                  <a:pt x="7096700" y="867481"/>
                  <a:pt x="7086635" y="857712"/>
                  <a:pt x="7086635" y="845667"/>
                </a:cubicBezTo>
                <a:cubicBezTo>
                  <a:pt x="7086635" y="833614"/>
                  <a:pt x="7096700" y="823849"/>
                  <a:pt x="7109116" y="823849"/>
                </a:cubicBezTo>
                <a:close/>
                <a:moveTo>
                  <a:pt x="7031757" y="823849"/>
                </a:moveTo>
                <a:cubicBezTo>
                  <a:pt x="7043808" y="823849"/>
                  <a:pt x="7053577" y="833613"/>
                  <a:pt x="7053577" y="845667"/>
                </a:cubicBezTo>
                <a:cubicBezTo>
                  <a:pt x="7053577" y="857712"/>
                  <a:pt x="7043808" y="867481"/>
                  <a:pt x="7031757" y="867481"/>
                </a:cubicBezTo>
                <a:cubicBezTo>
                  <a:pt x="7019706" y="867481"/>
                  <a:pt x="7009937" y="857712"/>
                  <a:pt x="7009937" y="845667"/>
                </a:cubicBezTo>
                <a:cubicBezTo>
                  <a:pt x="7009937" y="833613"/>
                  <a:pt x="7019706" y="823849"/>
                  <a:pt x="7031757" y="823849"/>
                </a:cubicBezTo>
                <a:close/>
                <a:moveTo>
                  <a:pt x="6953736" y="823849"/>
                </a:moveTo>
                <a:cubicBezTo>
                  <a:pt x="6965787" y="823849"/>
                  <a:pt x="6975556" y="833613"/>
                  <a:pt x="6975556" y="845667"/>
                </a:cubicBezTo>
                <a:cubicBezTo>
                  <a:pt x="6975556" y="857712"/>
                  <a:pt x="6965787" y="867481"/>
                  <a:pt x="6953736" y="867481"/>
                </a:cubicBezTo>
                <a:cubicBezTo>
                  <a:pt x="6941685" y="867481"/>
                  <a:pt x="6931916" y="857712"/>
                  <a:pt x="6931916" y="845667"/>
                </a:cubicBezTo>
                <a:cubicBezTo>
                  <a:pt x="6931916" y="833613"/>
                  <a:pt x="6941685" y="823849"/>
                  <a:pt x="6953736" y="823849"/>
                </a:cubicBezTo>
                <a:close/>
                <a:moveTo>
                  <a:pt x="6875716" y="823849"/>
                </a:moveTo>
                <a:cubicBezTo>
                  <a:pt x="6887767" y="823849"/>
                  <a:pt x="6897536" y="833611"/>
                  <a:pt x="6897536" y="845667"/>
                </a:cubicBezTo>
                <a:cubicBezTo>
                  <a:pt x="6897536" y="857712"/>
                  <a:pt x="6887767" y="867481"/>
                  <a:pt x="6875716" y="867481"/>
                </a:cubicBezTo>
                <a:cubicBezTo>
                  <a:pt x="6863665" y="867481"/>
                  <a:pt x="6853896" y="857712"/>
                  <a:pt x="6853896" y="845667"/>
                </a:cubicBezTo>
                <a:cubicBezTo>
                  <a:pt x="6853896" y="833611"/>
                  <a:pt x="6863665" y="823849"/>
                  <a:pt x="6875716" y="823849"/>
                </a:cubicBezTo>
                <a:close/>
                <a:moveTo>
                  <a:pt x="6798356" y="823849"/>
                </a:moveTo>
                <a:cubicBezTo>
                  <a:pt x="6810772" y="823849"/>
                  <a:pt x="6820837" y="833611"/>
                  <a:pt x="6820837" y="845667"/>
                </a:cubicBezTo>
                <a:cubicBezTo>
                  <a:pt x="6820837" y="857712"/>
                  <a:pt x="6810772" y="867481"/>
                  <a:pt x="6798356" y="867481"/>
                </a:cubicBezTo>
                <a:cubicBezTo>
                  <a:pt x="6785940" y="867481"/>
                  <a:pt x="6775875" y="857712"/>
                  <a:pt x="6775875" y="845667"/>
                </a:cubicBezTo>
                <a:cubicBezTo>
                  <a:pt x="6775875" y="833611"/>
                  <a:pt x="6785940" y="823849"/>
                  <a:pt x="6798356" y="823849"/>
                </a:cubicBezTo>
                <a:close/>
                <a:moveTo>
                  <a:pt x="6719675" y="823849"/>
                </a:moveTo>
                <a:cubicBezTo>
                  <a:pt x="6731726" y="823849"/>
                  <a:pt x="6741495" y="833611"/>
                  <a:pt x="6741495" y="845667"/>
                </a:cubicBezTo>
                <a:cubicBezTo>
                  <a:pt x="6741495" y="857712"/>
                  <a:pt x="6731726" y="867481"/>
                  <a:pt x="6719675" y="867481"/>
                </a:cubicBezTo>
                <a:cubicBezTo>
                  <a:pt x="6707624" y="867481"/>
                  <a:pt x="6697855" y="857712"/>
                  <a:pt x="6697855" y="845667"/>
                </a:cubicBezTo>
                <a:cubicBezTo>
                  <a:pt x="6697855" y="833611"/>
                  <a:pt x="6707624" y="823849"/>
                  <a:pt x="6719675" y="823849"/>
                </a:cubicBezTo>
                <a:close/>
                <a:moveTo>
                  <a:pt x="6641655" y="823849"/>
                </a:moveTo>
                <a:cubicBezTo>
                  <a:pt x="6653706" y="823849"/>
                  <a:pt x="6663475" y="833611"/>
                  <a:pt x="6663475" y="845667"/>
                </a:cubicBezTo>
                <a:cubicBezTo>
                  <a:pt x="6663475" y="857712"/>
                  <a:pt x="6653706" y="867481"/>
                  <a:pt x="6641655" y="867481"/>
                </a:cubicBezTo>
                <a:cubicBezTo>
                  <a:pt x="6629604" y="867481"/>
                  <a:pt x="6619835" y="857712"/>
                  <a:pt x="6619835" y="845667"/>
                </a:cubicBezTo>
                <a:cubicBezTo>
                  <a:pt x="6619835" y="833611"/>
                  <a:pt x="6629604" y="823849"/>
                  <a:pt x="6641655" y="823849"/>
                </a:cubicBezTo>
                <a:close/>
                <a:moveTo>
                  <a:pt x="6563634" y="823849"/>
                </a:moveTo>
                <a:cubicBezTo>
                  <a:pt x="6575685" y="823849"/>
                  <a:pt x="6585454" y="833611"/>
                  <a:pt x="6585454" y="845667"/>
                </a:cubicBezTo>
                <a:cubicBezTo>
                  <a:pt x="6585454" y="857712"/>
                  <a:pt x="6575685" y="867481"/>
                  <a:pt x="6563634" y="867481"/>
                </a:cubicBezTo>
                <a:cubicBezTo>
                  <a:pt x="6551583" y="867481"/>
                  <a:pt x="6541814" y="857712"/>
                  <a:pt x="6541814" y="845667"/>
                </a:cubicBezTo>
                <a:cubicBezTo>
                  <a:pt x="6541814" y="833611"/>
                  <a:pt x="6551583" y="823849"/>
                  <a:pt x="6563634" y="823849"/>
                </a:cubicBezTo>
                <a:close/>
                <a:moveTo>
                  <a:pt x="6485613" y="823849"/>
                </a:moveTo>
                <a:cubicBezTo>
                  <a:pt x="6497664" y="823849"/>
                  <a:pt x="6507433" y="833611"/>
                  <a:pt x="6507433" y="845667"/>
                </a:cubicBezTo>
                <a:cubicBezTo>
                  <a:pt x="6507433" y="857712"/>
                  <a:pt x="6497664" y="867481"/>
                  <a:pt x="6485613" y="867481"/>
                </a:cubicBezTo>
                <a:cubicBezTo>
                  <a:pt x="6473562" y="867481"/>
                  <a:pt x="6463793" y="857712"/>
                  <a:pt x="6463793" y="845667"/>
                </a:cubicBezTo>
                <a:cubicBezTo>
                  <a:pt x="6463793" y="833611"/>
                  <a:pt x="6473562" y="823849"/>
                  <a:pt x="6485613" y="823849"/>
                </a:cubicBezTo>
                <a:close/>
                <a:moveTo>
                  <a:pt x="6408916" y="823849"/>
                </a:moveTo>
                <a:cubicBezTo>
                  <a:pt x="6420967" y="823849"/>
                  <a:pt x="6430736" y="833611"/>
                  <a:pt x="6430736" y="845667"/>
                </a:cubicBezTo>
                <a:cubicBezTo>
                  <a:pt x="6430736" y="857712"/>
                  <a:pt x="6420967" y="867481"/>
                  <a:pt x="6408916" y="867481"/>
                </a:cubicBezTo>
                <a:cubicBezTo>
                  <a:pt x="6396865" y="867481"/>
                  <a:pt x="6387096" y="857712"/>
                  <a:pt x="6387096" y="845667"/>
                </a:cubicBezTo>
                <a:cubicBezTo>
                  <a:pt x="6387096" y="833611"/>
                  <a:pt x="6396865" y="823849"/>
                  <a:pt x="6408916" y="823849"/>
                </a:cubicBezTo>
                <a:close/>
                <a:moveTo>
                  <a:pt x="6330896" y="823849"/>
                </a:moveTo>
                <a:cubicBezTo>
                  <a:pt x="6342947" y="823849"/>
                  <a:pt x="6352716" y="833611"/>
                  <a:pt x="6352716" y="845667"/>
                </a:cubicBezTo>
                <a:cubicBezTo>
                  <a:pt x="6352716" y="857712"/>
                  <a:pt x="6342947" y="867481"/>
                  <a:pt x="6330896" y="867481"/>
                </a:cubicBezTo>
                <a:cubicBezTo>
                  <a:pt x="6318845" y="867481"/>
                  <a:pt x="6309076" y="857712"/>
                  <a:pt x="6309076" y="845667"/>
                </a:cubicBezTo>
                <a:cubicBezTo>
                  <a:pt x="6309076" y="833611"/>
                  <a:pt x="6318845" y="823849"/>
                  <a:pt x="6330896" y="823849"/>
                </a:cubicBezTo>
                <a:close/>
                <a:moveTo>
                  <a:pt x="6252875" y="823849"/>
                </a:moveTo>
                <a:cubicBezTo>
                  <a:pt x="6264926" y="823849"/>
                  <a:pt x="6274695" y="833611"/>
                  <a:pt x="6274695" y="845667"/>
                </a:cubicBezTo>
                <a:cubicBezTo>
                  <a:pt x="6274695" y="857712"/>
                  <a:pt x="6264926" y="867481"/>
                  <a:pt x="6252875" y="867481"/>
                </a:cubicBezTo>
                <a:cubicBezTo>
                  <a:pt x="6240824" y="867481"/>
                  <a:pt x="6231055" y="857712"/>
                  <a:pt x="6231055" y="845667"/>
                </a:cubicBezTo>
                <a:cubicBezTo>
                  <a:pt x="6231055" y="833611"/>
                  <a:pt x="6240824" y="823849"/>
                  <a:pt x="6252875" y="823849"/>
                </a:cubicBezTo>
                <a:close/>
                <a:moveTo>
                  <a:pt x="6174854" y="823849"/>
                </a:moveTo>
                <a:cubicBezTo>
                  <a:pt x="6186905" y="823849"/>
                  <a:pt x="6196674" y="833611"/>
                  <a:pt x="6196674" y="845667"/>
                </a:cubicBezTo>
                <a:cubicBezTo>
                  <a:pt x="6196674" y="857712"/>
                  <a:pt x="6186905" y="867481"/>
                  <a:pt x="6174854" y="867481"/>
                </a:cubicBezTo>
                <a:cubicBezTo>
                  <a:pt x="6162803" y="867481"/>
                  <a:pt x="6153034" y="857712"/>
                  <a:pt x="6153034" y="845667"/>
                </a:cubicBezTo>
                <a:cubicBezTo>
                  <a:pt x="6153034" y="833611"/>
                  <a:pt x="6162803" y="823849"/>
                  <a:pt x="6174854" y="823849"/>
                </a:cubicBezTo>
                <a:close/>
                <a:moveTo>
                  <a:pt x="5862773" y="823849"/>
                </a:moveTo>
                <a:cubicBezTo>
                  <a:pt x="5874824" y="823849"/>
                  <a:pt x="5884593" y="833611"/>
                  <a:pt x="5884593" y="845667"/>
                </a:cubicBezTo>
                <a:cubicBezTo>
                  <a:pt x="5884593" y="857712"/>
                  <a:pt x="5874824" y="867481"/>
                  <a:pt x="5862773" y="867481"/>
                </a:cubicBezTo>
                <a:cubicBezTo>
                  <a:pt x="5850722" y="867481"/>
                  <a:pt x="5840953" y="857712"/>
                  <a:pt x="5840953" y="845667"/>
                </a:cubicBezTo>
                <a:cubicBezTo>
                  <a:pt x="5840953" y="833611"/>
                  <a:pt x="5850722" y="823849"/>
                  <a:pt x="5862773" y="823849"/>
                </a:cubicBezTo>
                <a:close/>
                <a:moveTo>
                  <a:pt x="5785413" y="823849"/>
                </a:moveTo>
                <a:cubicBezTo>
                  <a:pt x="5797829" y="823849"/>
                  <a:pt x="5807894" y="833611"/>
                  <a:pt x="5807894" y="845667"/>
                </a:cubicBezTo>
                <a:cubicBezTo>
                  <a:pt x="5807894" y="857712"/>
                  <a:pt x="5797829" y="867481"/>
                  <a:pt x="5785413" y="867481"/>
                </a:cubicBezTo>
                <a:cubicBezTo>
                  <a:pt x="5772997" y="867481"/>
                  <a:pt x="5762932" y="857712"/>
                  <a:pt x="5762932" y="845667"/>
                </a:cubicBezTo>
                <a:cubicBezTo>
                  <a:pt x="5762932" y="833611"/>
                  <a:pt x="5772997" y="823849"/>
                  <a:pt x="5785413" y="823849"/>
                </a:cubicBezTo>
                <a:close/>
                <a:moveTo>
                  <a:pt x="2280445" y="823841"/>
                </a:moveTo>
                <a:cubicBezTo>
                  <a:pt x="2292496" y="823841"/>
                  <a:pt x="2302265" y="833610"/>
                  <a:pt x="2302265" y="845661"/>
                </a:cubicBezTo>
                <a:cubicBezTo>
                  <a:pt x="2302265" y="857712"/>
                  <a:pt x="2292496" y="867481"/>
                  <a:pt x="2280445" y="867481"/>
                </a:cubicBezTo>
                <a:cubicBezTo>
                  <a:pt x="2268394" y="867481"/>
                  <a:pt x="2258625" y="857712"/>
                  <a:pt x="2258625" y="845661"/>
                </a:cubicBezTo>
                <a:cubicBezTo>
                  <a:pt x="2258625" y="833610"/>
                  <a:pt x="2268394" y="823841"/>
                  <a:pt x="2280445" y="823841"/>
                </a:cubicBezTo>
                <a:close/>
                <a:moveTo>
                  <a:pt x="2203086" y="823841"/>
                </a:moveTo>
                <a:cubicBezTo>
                  <a:pt x="2215502" y="823841"/>
                  <a:pt x="2225567" y="833610"/>
                  <a:pt x="2225567" y="845661"/>
                </a:cubicBezTo>
                <a:cubicBezTo>
                  <a:pt x="2225567" y="857712"/>
                  <a:pt x="2215502" y="867481"/>
                  <a:pt x="2203086" y="867481"/>
                </a:cubicBezTo>
                <a:cubicBezTo>
                  <a:pt x="2190670" y="867481"/>
                  <a:pt x="2180605" y="857712"/>
                  <a:pt x="2180605" y="845661"/>
                </a:cubicBezTo>
                <a:cubicBezTo>
                  <a:pt x="2180605" y="833610"/>
                  <a:pt x="2190670" y="823841"/>
                  <a:pt x="2203086" y="823841"/>
                </a:cubicBezTo>
                <a:close/>
                <a:moveTo>
                  <a:pt x="2125727" y="823841"/>
                </a:moveTo>
                <a:cubicBezTo>
                  <a:pt x="2137778" y="823841"/>
                  <a:pt x="2147547" y="833610"/>
                  <a:pt x="2147547" y="845661"/>
                </a:cubicBezTo>
                <a:cubicBezTo>
                  <a:pt x="2147547" y="857712"/>
                  <a:pt x="2137778" y="867481"/>
                  <a:pt x="2125727" y="867481"/>
                </a:cubicBezTo>
                <a:cubicBezTo>
                  <a:pt x="2113676" y="867481"/>
                  <a:pt x="2103907" y="857712"/>
                  <a:pt x="2103907" y="845661"/>
                </a:cubicBezTo>
                <a:cubicBezTo>
                  <a:pt x="2103907" y="833610"/>
                  <a:pt x="2113676" y="823841"/>
                  <a:pt x="2125727" y="823841"/>
                </a:cubicBezTo>
                <a:close/>
                <a:moveTo>
                  <a:pt x="2047706" y="823841"/>
                </a:moveTo>
                <a:cubicBezTo>
                  <a:pt x="2059757" y="823841"/>
                  <a:pt x="2069526" y="833610"/>
                  <a:pt x="2069526" y="845661"/>
                </a:cubicBezTo>
                <a:cubicBezTo>
                  <a:pt x="2069526" y="857712"/>
                  <a:pt x="2059757" y="867481"/>
                  <a:pt x="2047706" y="867481"/>
                </a:cubicBezTo>
                <a:cubicBezTo>
                  <a:pt x="2035655" y="867481"/>
                  <a:pt x="2025886" y="857712"/>
                  <a:pt x="2025886" y="845661"/>
                </a:cubicBezTo>
                <a:cubicBezTo>
                  <a:pt x="2025886" y="833610"/>
                  <a:pt x="2035655" y="823841"/>
                  <a:pt x="2047706" y="823841"/>
                </a:cubicBezTo>
                <a:close/>
                <a:moveTo>
                  <a:pt x="1968363" y="823841"/>
                </a:moveTo>
                <a:cubicBezTo>
                  <a:pt x="1980414" y="823841"/>
                  <a:pt x="1990183" y="833610"/>
                  <a:pt x="1990183" y="845661"/>
                </a:cubicBezTo>
                <a:cubicBezTo>
                  <a:pt x="1990183" y="857712"/>
                  <a:pt x="1980414" y="867481"/>
                  <a:pt x="1968363" y="867481"/>
                </a:cubicBezTo>
                <a:cubicBezTo>
                  <a:pt x="1956312" y="867481"/>
                  <a:pt x="1946543" y="857712"/>
                  <a:pt x="1946543" y="845661"/>
                </a:cubicBezTo>
                <a:cubicBezTo>
                  <a:pt x="1946543" y="833610"/>
                  <a:pt x="1956312" y="823841"/>
                  <a:pt x="1968363" y="823841"/>
                </a:cubicBezTo>
                <a:close/>
                <a:moveTo>
                  <a:pt x="1891011" y="823841"/>
                </a:moveTo>
                <a:cubicBezTo>
                  <a:pt x="1903431" y="823841"/>
                  <a:pt x="1913495" y="833610"/>
                  <a:pt x="1913495" y="845661"/>
                </a:cubicBezTo>
                <a:cubicBezTo>
                  <a:pt x="1913495" y="857712"/>
                  <a:pt x="1903431" y="867481"/>
                  <a:pt x="1891011" y="867481"/>
                </a:cubicBezTo>
                <a:cubicBezTo>
                  <a:pt x="1878594" y="867481"/>
                  <a:pt x="1868529" y="857712"/>
                  <a:pt x="1868529" y="845661"/>
                </a:cubicBezTo>
                <a:cubicBezTo>
                  <a:pt x="1868529" y="833610"/>
                  <a:pt x="1878594" y="823841"/>
                  <a:pt x="1891011" y="823841"/>
                </a:cubicBezTo>
                <a:close/>
                <a:moveTo>
                  <a:pt x="1813657" y="823841"/>
                </a:moveTo>
                <a:cubicBezTo>
                  <a:pt x="1825704" y="823841"/>
                  <a:pt x="1835474" y="833610"/>
                  <a:pt x="1835474" y="845661"/>
                </a:cubicBezTo>
                <a:cubicBezTo>
                  <a:pt x="1835474" y="857712"/>
                  <a:pt x="1825704" y="867481"/>
                  <a:pt x="1813657" y="867481"/>
                </a:cubicBezTo>
                <a:cubicBezTo>
                  <a:pt x="1801603" y="867481"/>
                  <a:pt x="1791833" y="857712"/>
                  <a:pt x="1791833" y="845661"/>
                </a:cubicBezTo>
                <a:cubicBezTo>
                  <a:pt x="1791833" y="833610"/>
                  <a:pt x="1801603" y="823841"/>
                  <a:pt x="1813657" y="823841"/>
                </a:cubicBezTo>
                <a:close/>
                <a:moveTo>
                  <a:pt x="1735633" y="823841"/>
                </a:moveTo>
                <a:cubicBezTo>
                  <a:pt x="1747685" y="823841"/>
                  <a:pt x="1757457" y="833610"/>
                  <a:pt x="1757457" y="845661"/>
                </a:cubicBezTo>
                <a:cubicBezTo>
                  <a:pt x="1757457" y="857712"/>
                  <a:pt x="1747685" y="867481"/>
                  <a:pt x="1735633" y="867481"/>
                </a:cubicBezTo>
                <a:cubicBezTo>
                  <a:pt x="1723586" y="867481"/>
                  <a:pt x="1713819" y="857712"/>
                  <a:pt x="1713819" y="845661"/>
                </a:cubicBezTo>
                <a:cubicBezTo>
                  <a:pt x="1713819" y="833610"/>
                  <a:pt x="1723586" y="823841"/>
                  <a:pt x="1735633" y="823841"/>
                </a:cubicBezTo>
                <a:close/>
                <a:moveTo>
                  <a:pt x="1657611" y="823841"/>
                </a:moveTo>
                <a:cubicBezTo>
                  <a:pt x="1669659" y="823841"/>
                  <a:pt x="1679436" y="833610"/>
                  <a:pt x="1679436" y="845661"/>
                </a:cubicBezTo>
                <a:cubicBezTo>
                  <a:pt x="1679436" y="857712"/>
                  <a:pt x="1669659" y="867481"/>
                  <a:pt x="1657611" y="867481"/>
                </a:cubicBezTo>
                <a:cubicBezTo>
                  <a:pt x="1645568" y="867481"/>
                  <a:pt x="1635796" y="857712"/>
                  <a:pt x="1635796" y="845661"/>
                </a:cubicBezTo>
                <a:cubicBezTo>
                  <a:pt x="1635796" y="833610"/>
                  <a:pt x="1645568" y="823841"/>
                  <a:pt x="1657611" y="823841"/>
                </a:cubicBezTo>
                <a:close/>
                <a:moveTo>
                  <a:pt x="1580257" y="823841"/>
                </a:moveTo>
                <a:cubicBezTo>
                  <a:pt x="1592669" y="823841"/>
                  <a:pt x="1602734" y="833610"/>
                  <a:pt x="1602734" y="845661"/>
                </a:cubicBezTo>
                <a:cubicBezTo>
                  <a:pt x="1602734" y="857712"/>
                  <a:pt x="1592669" y="867481"/>
                  <a:pt x="1580257" y="867481"/>
                </a:cubicBezTo>
                <a:cubicBezTo>
                  <a:pt x="1567839" y="867481"/>
                  <a:pt x="1557771" y="857712"/>
                  <a:pt x="1557771" y="845661"/>
                </a:cubicBezTo>
                <a:cubicBezTo>
                  <a:pt x="1557771" y="833610"/>
                  <a:pt x="1567839" y="823841"/>
                  <a:pt x="1580257" y="823841"/>
                </a:cubicBezTo>
                <a:close/>
                <a:moveTo>
                  <a:pt x="1345530" y="823841"/>
                </a:moveTo>
                <a:cubicBezTo>
                  <a:pt x="1357582" y="823841"/>
                  <a:pt x="1367350" y="833610"/>
                  <a:pt x="1367350" y="845661"/>
                </a:cubicBezTo>
                <a:cubicBezTo>
                  <a:pt x="1367350" y="857712"/>
                  <a:pt x="1357582" y="867481"/>
                  <a:pt x="1345530" y="867481"/>
                </a:cubicBezTo>
                <a:cubicBezTo>
                  <a:pt x="1333479" y="867481"/>
                  <a:pt x="1323709" y="857712"/>
                  <a:pt x="1323709" y="845661"/>
                </a:cubicBezTo>
                <a:cubicBezTo>
                  <a:pt x="1323709" y="833610"/>
                  <a:pt x="1333479" y="823841"/>
                  <a:pt x="1345530" y="823841"/>
                </a:cubicBezTo>
                <a:close/>
                <a:moveTo>
                  <a:pt x="1268169" y="823841"/>
                </a:moveTo>
                <a:cubicBezTo>
                  <a:pt x="1280590" y="823841"/>
                  <a:pt x="1290660" y="833610"/>
                  <a:pt x="1290660" y="845661"/>
                </a:cubicBezTo>
                <a:cubicBezTo>
                  <a:pt x="1290660" y="857712"/>
                  <a:pt x="1280590" y="867481"/>
                  <a:pt x="1268169" y="867481"/>
                </a:cubicBezTo>
                <a:cubicBezTo>
                  <a:pt x="1255755" y="867481"/>
                  <a:pt x="1245691" y="857712"/>
                  <a:pt x="1245691" y="845661"/>
                </a:cubicBezTo>
                <a:cubicBezTo>
                  <a:pt x="1245691" y="833610"/>
                  <a:pt x="1255755" y="823841"/>
                  <a:pt x="1268169" y="823841"/>
                </a:cubicBezTo>
                <a:close/>
                <a:moveTo>
                  <a:pt x="1190817" y="823841"/>
                </a:moveTo>
                <a:cubicBezTo>
                  <a:pt x="1202861" y="823841"/>
                  <a:pt x="1212636" y="833610"/>
                  <a:pt x="1212636" y="845661"/>
                </a:cubicBezTo>
                <a:cubicBezTo>
                  <a:pt x="1212636" y="857712"/>
                  <a:pt x="1202861" y="867481"/>
                  <a:pt x="1190817" y="867481"/>
                </a:cubicBezTo>
                <a:cubicBezTo>
                  <a:pt x="1178762" y="867481"/>
                  <a:pt x="1168996" y="857712"/>
                  <a:pt x="1168996" y="845661"/>
                </a:cubicBezTo>
                <a:cubicBezTo>
                  <a:pt x="1168996" y="833610"/>
                  <a:pt x="1178762" y="823841"/>
                  <a:pt x="1190817" y="823841"/>
                </a:cubicBezTo>
                <a:close/>
                <a:moveTo>
                  <a:pt x="1112792" y="823841"/>
                </a:moveTo>
                <a:cubicBezTo>
                  <a:pt x="1124847" y="823841"/>
                  <a:pt x="1134615" y="833610"/>
                  <a:pt x="1134615" y="845661"/>
                </a:cubicBezTo>
                <a:cubicBezTo>
                  <a:pt x="1134615" y="857712"/>
                  <a:pt x="1124847" y="867481"/>
                  <a:pt x="1112792" y="867481"/>
                </a:cubicBezTo>
                <a:cubicBezTo>
                  <a:pt x="1100740" y="867481"/>
                  <a:pt x="1090972" y="857712"/>
                  <a:pt x="1090972" y="845661"/>
                </a:cubicBezTo>
                <a:cubicBezTo>
                  <a:pt x="1090972" y="833610"/>
                  <a:pt x="1100740" y="823841"/>
                  <a:pt x="1112792" y="823841"/>
                </a:cubicBezTo>
                <a:close/>
                <a:moveTo>
                  <a:pt x="3059326" y="780205"/>
                </a:moveTo>
                <a:cubicBezTo>
                  <a:pt x="3071377" y="780205"/>
                  <a:pt x="3081146" y="789973"/>
                  <a:pt x="3081146" y="802024"/>
                </a:cubicBezTo>
                <a:cubicBezTo>
                  <a:pt x="3081146" y="814076"/>
                  <a:pt x="3071377" y="823845"/>
                  <a:pt x="3059326" y="823845"/>
                </a:cubicBezTo>
                <a:cubicBezTo>
                  <a:pt x="3047275" y="823845"/>
                  <a:pt x="3037506" y="814076"/>
                  <a:pt x="3037506" y="802024"/>
                </a:cubicBezTo>
                <a:cubicBezTo>
                  <a:pt x="3037506" y="789973"/>
                  <a:pt x="3047275" y="780205"/>
                  <a:pt x="3059326" y="780205"/>
                </a:cubicBezTo>
                <a:close/>
                <a:moveTo>
                  <a:pt x="3838870" y="780204"/>
                </a:moveTo>
                <a:cubicBezTo>
                  <a:pt x="3851286" y="780204"/>
                  <a:pt x="3861351" y="789974"/>
                  <a:pt x="3861351" y="802024"/>
                </a:cubicBezTo>
                <a:cubicBezTo>
                  <a:pt x="3861351" y="814076"/>
                  <a:pt x="3851286" y="823845"/>
                  <a:pt x="3838870" y="823845"/>
                </a:cubicBezTo>
                <a:cubicBezTo>
                  <a:pt x="3826454" y="823845"/>
                  <a:pt x="3816389" y="814076"/>
                  <a:pt x="3816389" y="802024"/>
                </a:cubicBezTo>
                <a:cubicBezTo>
                  <a:pt x="3816389" y="789974"/>
                  <a:pt x="3826454" y="780204"/>
                  <a:pt x="3838870" y="780204"/>
                </a:cubicBezTo>
                <a:close/>
                <a:moveTo>
                  <a:pt x="3760188" y="780204"/>
                </a:moveTo>
                <a:cubicBezTo>
                  <a:pt x="3772239" y="780204"/>
                  <a:pt x="3782008" y="789974"/>
                  <a:pt x="3782008" y="802024"/>
                </a:cubicBezTo>
                <a:cubicBezTo>
                  <a:pt x="3782008" y="814076"/>
                  <a:pt x="3772239" y="823845"/>
                  <a:pt x="3760188" y="823845"/>
                </a:cubicBezTo>
                <a:cubicBezTo>
                  <a:pt x="3748137" y="823845"/>
                  <a:pt x="3738368" y="814076"/>
                  <a:pt x="3738368" y="802024"/>
                </a:cubicBezTo>
                <a:cubicBezTo>
                  <a:pt x="3738368" y="789974"/>
                  <a:pt x="3748137" y="780204"/>
                  <a:pt x="3760188" y="780204"/>
                </a:cubicBezTo>
                <a:close/>
                <a:moveTo>
                  <a:pt x="3682168" y="780204"/>
                </a:moveTo>
                <a:cubicBezTo>
                  <a:pt x="3694219" y="780204"/>
                  <a:pt x="3703988" y="789973"/>
                  <a:pt x="3703988" y="802024"/>
                </a:cubicBezTo>
                <a:cubicBezTo>
                  <a:pt x="3703988" y="814076"/>
                  <a:pt x="3694219" y="823845"/>
                  <a:pt x="3682168" y="823845"/>
                </a:cubicBezTo>
                <a:cubicBezTo>
                  <a:pt x="3670117" y="823845"/>
                  <a:pt x="3660348" y="814076"/>
                  <a:pt x="3660348" y="802024"/>
                </a:cubicBezTo>
                <a:cubicBezTo>
                  <a:pt x="3660348" y="789973"/>
                  <a:pt x="3670117" y="780204"/>
                  <a:pt x="3682168" y="780204"/>
                </a:cubicBezTo>
                <a:close/>
                <a:moveTo>
                  <a:pt x="3604148" y="780204"/>
                </a:moveTo>
                <a:cubicBezTo>
                  <a:pt x="3616199" y="780204"/>
                  <a:pt x="3625968" y="789973"/>
                  <a:pt x="3625968" y="802024"/>
                </a:cubicBezTo>
                <a:cubicBezTo>
                  <a:pt x="3625968" y="814075"/>
                  <a:pt x="3616199" y="823844"/>
                  <a:pt x="3604148" y="823844"/>
                </a:cubicBezTo>
                <a:cubicBezTo>
                  <a:pt x="3592097" y="823844"/>
                  <a:pt x="3582328" y="814075"/>
                  <a:pt x="3582328" y="802024"/>
                </a:cubicBezTo>
                <a:cubicBezTo>
                  <a:pt x="3582328" y="789973"/>
                  <a:pt x="3592097" y="780204"/>
                  <a:pt x="3604148" y="780204"/>
                </a:cubicBezTo>
                <a:close/>
                <a:moveTo>
                  <a:pt x="3526788" y="780204"/>
                </a:moveTo>
                <a:cubicBezTo>
                  <a:pt x="3539204" y="780204"/>
                  <a:pt x="3549269" y="789973"/>
                  <a:pt x="3549269" y="802024"/>
                </a:cubicBezTo>
                <a:cubicBezTo>
                  <a:pt x="3549269" y="814075"/>
                  <a:pt x="3539204" y="823844"/>
                  <a:pt x="3526788" y="823844"/>
                </a:cubicBezTo>
                <a:cubicBezTo>
                  <a:pt x="3514372" y="823844"/>
                  <a:pt x="3504307" y="814075"/>
                  <a:pt x="3504307" y="802024"/>
                </a:cubicBezTo>
                <a:cubicBezTo>
                  <a:pt x="3504307" y="789973"/>
                  <a:pt x="3514372" y="780204"/>
                  <a:pt x="3526788" y="780204"/>
                </a:cubicBezTo>
                <a:close/>
                <a:moveTo>
                  <a:pt x="3449429" y="780204"/>
                </a:moveTo>
                <a:cubicBezTo>
                  <a:pt x="3461480" y="780204"/>
                  <a:pt x="3471249" y="789972"/>
                  <a:pt x="3471249" y="802023"/>
                </a:cubicBezTo>
                <a:cubicBezTo>
                  <a:pt x="3471249" y="814075"/>
                  <a:pt x="3461480" y="823844"/>
                  <a:pt x="3449429" y="823844"/>
                </a:cubicBezTo>
                <a:cubicBezTo>
                  <a:pt x="3437378" y="823844"/>
                  <a:pt x="3427609" y="814075"/>
                  <a:pt x="3427609" y="802023"/>
                </a:cubicBezTo>
                <a:cubicBezTo>
                  <a:pt x="3427609" y="789972"/>
                  <a:pt x="3437378" y="780204"/>
                  <a:pt x="3449429" y="780204"/>
                </a:cubicBezTo>
                <a:close/>
                <a:moveTo>
                  <a:pt x="3371408" y="780204"/>
                </a:moveTo>
                <a:cubicBezTo>
                  <a:pt x="3383459" y="780204"/>
                  <a:pt x="3393228" y="789972"/>
                  <a:pt x="3393228" y="802023"/>
                </a:cubicBezTo>
                <a:cubicBezTo>
                  <a:pt x="3393228" y="814075"/>
                  <a:pt x="3383459" y="823844"/>
                  <a:pt x="3371408" y="823844"/>
                </a:cubicBezTo>
                <a:cubicBezTo>
                  <a:pt x="3359357" y="823844"/>
                  <a:pt x="3349588" y="814075"/>
                  <a:pt x="3349588" y="802023"/>
                </a:cubicBezTo>
                <a:cubicBezTo>
                  <a:pt x="3349588" y="789972"/>
                  <a:pt x="3359357" y="780204"/>
                  <a:pt x="3371408" y="780204"/>
                </a:cubicBezTo>
                <a:close/>
                <a:moveTo>
                  <a:pt x="3293388" y="780204"/>
                </a:moveTo>
                <a:cubicBezTo>
                  <a:pt x="3305439" y="780204"/>
                  <a:pt x="3315208" y="789972"/>
                  <a:pt x="3315208" y="802023"/>
                </a:cubicBezTo>
                <a:cubicBezTo>
                  <a:pt x="3315208" y="814075"/>
                  <a:pt x="3305439" y="823844"/>
                  <a:pt x="3293388" y="823844"/>
                </a:cubicBezTo>
                <a:cubicBezTo>
                  <a:pt x="3281337" y="823844"/>
                  <a:pt x="3271568" y="814075"/>
                  <a:pt x="3271568" y="802023"/>
                </a:cubicBezTo>
                <a:cubicBezTo>
                  <a:pt x="3271568" y="789972"/>
                  <a:pt x="3281337" y="780204"/>
                  <a:pt x="3293388" y="780204"/>
                </a:cubicBezTo>
                <a:close/>
                <a:moveTo>
                  <a:pt x="3215368" y="780204"/>
                </a:moveTo>
                <a:cubicBezTo>
                  <a:pt x="3227419" y="780204"/>
                  <a:pt x="3237188" y="789972"/>
                  <a:pt x="3237188" y="802023"/>
                </a:cubicBezTo>
                <a:cubicBezTo>
                  <a:pt x="3237188" y="814075"/>
                  <a:pt x="3227419" y="823844"/>
                  <a:pt x="3215368" y="823844"/>
                </a:cubicBezTo>
                <a:cubicBezTo>
                  <a:pt x="3203317" y="823844"/>
                  <a:pt x="3193548" y="814075"/>
                  <a:pt x="3193548" y="802023"/>
                </a:cubicBezTo>
                <a:cubicBezTo>
                  <a:pt x="3193548" y="789972"/>
                  <a:pt x="3203317" y="780204"/>
                  <a:pt x="3215368" y="780204"/>
                </a:cubicBezTo>
                <a:close/>
                <a:moveTo>
                  <a:pt x="3137348" y="780204"/>
                </a:moveTo>
                <a:cubicBezTo>
                  <a:pt x="3149399" y="780204"/>
                  <a:pt x="3159168" y="789972"/>
                  <a:pt x="3159168" y="802023"/>
                </a:cubicBezTo>
                <a:cubicBezTo>
                  <a:pt x="3159168" y="814075"/>
                  <a:pt x="3149399" y="823844"/>
                  <a:pt x="3137348" y="823844"/>
                </a:cubicBezTo>
                <a:cubicBezTo>
                  <a:pt x="3125297" y="823844"/>
                  <a:pt x="3115528" y="814075"/>
                  <a:pt x="3115528" y="802023"/>
                </a:cubicBezTo>
                <a:cubicBezTo>
                  <a:pt x="3115528" y="789972"/>
                  <a:pt x="3125297" y="780204"/>
                  <a:pt x="3137348" y="780204"/>
                </a:cubicBezTo>
                <a:close/>
                <a:moveTo>
                  <a:pt x="8277438" y="745826"/>
                </a:moveTo>
                <a:cubicBezTo>
                  <a:pt x="8289489" y="745826"/>
                  <a:pt x="8299258" y="755893"/>
                  <a:pt x="8299258" y="768314"/>
                </a:cubicBezTo>
                <a:cubicBezTo>
                  <a:pt x="8299258" y="780725"/>
                  <a:pt x="8289489" y="790788"/>
                  <a:pt x="8277438" y="790788"/>
                </a:cubicBezTo>
                <a:cubicBezTo>
                  <a:pt x="8265387" y="790788"/>
                  <a:pt x="8255618" y="780725"/>
                  <a:pt x="8255618" y="768314"/>
                </a:cubicBezTo>
                <a:cubicBezTo>
                  <a:pt x="8255618" y="755893"/>
                  <a:pt x="8265387" y="745826"/>
                  <a:pt x="8277438" y="745826"/>
                </a:cubicBezTo>
                <a:close/>
                <a:moveTo>
                  <a:pt x="8199418" y="745826"/>
                </a:moveTo>
                <a:cubicBezTo>
                  <a:pt x="8211469" y="745826"/>
                  <a:pt x="8221238" y="755893"/>
                  <a:pt x="8221238" y="768314"/>
                </a:cubicBezTo>
                <a:cubicBezTo>
                  <a:pt x="8221238" y="780725"/>
                  <a:pt x="8211469" y="790788"/>
                  <a:pt x="8199418" y="790788"/>
                </a:cubicBezTo>
                <a:cubicBezTo>
                  <a:pt x="8187367" y="790788"/>
                  <a:pt x="8177598" y="780725"/>
                  <a:pt x="8177598" y="768314"/>
                </a:cubicBezTo>
                <a:cubicBezTo>
                  <a:pt x="8177598" y="755893"/>
                  <a:pt x="8187367" y="745826"/>
                  <a:pt x="8199418" y="745826"/>
                </a:cubicBezTo>
                <a:close/>
                <a:moveTo>
                  <a:pt x="8121398" y="745826"/>
                </a:moveTo>
                <a:cubicBezTo>
                  <a:pt x="8133449" y="745826"/>
                  <a:pt x="8143218" y="755893"/>
                  <a:pt x="8143218" y="768314"/>
                </a:cubicBezTo>
                <a:cubicBezTo>
                  <a:pt x="8143218" y="780725"/>
                  <a:pt x="8133449" y="790788"/>
                  <a:pt x="8121398" y="790788"/>
                </a:cubicBezTo>
                <a:cubicBezTo>
                  <a:pt x="8109347" y="790788"/>
                  <a:pt x="8099578" y="780725"/>
                  <a:pt x="8099578" y="768314"/>
                </a:cubicBezTo>
                <a:cubicBezTo>
                  <a:pt x="8099578" y="755893"/>
                  <a:pt x="8109347" y="745826"/>
                  <a:pt x="8121398" y="745826"/>
                </a:cubicBezTo>
                <a:close/>
                <a:moveTo>
                  <a:pt x="8044700" y="745826"/>
                </a:moveTo>
                <a:cubicBezTo>
                  <a:pt x="8056751" y="745826"/>
                  <a:pt x="8066520" y="755893"/>
                  <a:pt x="8066520" y="768314"/>
                </a:cubicBezTo>
                <a:cubicBezTo>
                  <a:pt x="8066520" y="780725"/>
                  <a:pt x="8056751" y="790788"/>
                  <a:pt x="8044700" y="790788"/>
                </a:cubicBezTo>
                <a:cubicBezTo>
                  <a:pt x="8032649" y="790788"/>
                  <a:pt x="8022880" y="780725"/>
                  <a:pt x="8022880" y="768314"/>
                </a:cubicBezTo>
                <a:cubicBezTo>
                  <a:pt x="8022880" y="755893"/>
                  <a:pt x="8032649" y="745826"/>
                  <a:pt x="8044700" y="745826"/>
                </a:cubicBezTo>
                <a:close/>
                <a:moveTo>
                  <a:pt x="7966679" y="745826"/>
                </a:moveTo>
                <a:cubicBezTo>
                  <a:pt x="7978730" y="745826"/>
                  <a:pt x="7988499" y="755893"/>
                  <a:pt x="7988499" y="768314"/>
                </a:cubicBezTo>
                <a:cubicBezTo>
                  <a:pt x="7988499" y="780725"/>
                  <a:pt x="7978730" y="790788"/>
                  <a:pt x="7966679" y="790788"/>
                </a:cubicBezTo>
                <a:cubicBezTo>
                  <a:pt x="7954628" y="790788"/>
                  <a:pt x="7944859" y="780725"/>
                  <a:pt x="7944859" y="768314"/>
                </a:cubicBezTo>
                <a:cubicBezTo>
                  <a:pt x="7944859" y="755893"/>
                  <a:pt x="7954628" y="745826"/>
                  <a:pt x="7966679" y="745826"/>
                </a:cubicBezTo>
                <a:close/>
                <a:moveTo>
                  <a:pt x="7343838" y="745826"/>
                </a:moveTo>
                <a:cubicBezTo>
                  <a:pt x="7355889" y="745826"/>
                  <a:pt x="7365658" y="755893"/>
                  <a:pt x="7365658" y="768314"/>
                </a:cubicBezTo>
                <a:cubicBezTo>
                  <a:pt x="7365658" y="780725"/>
                  <a:pt x="7355889" y="790788"/>
                  <a:pt x="7343838" y="790788"/>
                </a:cubicBezTo>
                <a:cubicBezTo>
                  <a:pt x="7331787" y="790788"/>
                  <a:pt x="7322018" y="780725"/>
                  <a:pt x="7322018" y="768314"/>
                </a:cubicBezTo>
                <a:cubicBezTo>
                  <a:pt x="7322018" y="755893"/>
                  <a:pt x="7331787" y="745826"/>
                  <a:pt x="7343838" y="745826"/>
                </a:cubicBezTo>
                <a:close/>
                <a:moveTo>
                  <a:pt x="7264495" y="745826"/>
                </a:moveTo>
                <a:cubicBezTo>
                  <a:pt x="7276546" y="745826"/>
                  <a:pt x="7286315" y="755893"/>
                  <a:pt x="7286315" y="768314"/>
                </a:cubicBezTo>
                <a:cubicBezTo>
                  <a:pt x="7286315" y="780725"/>
                  <a:pt x="7276546" y="790788"/>
                  <a:pt x="7264495" y="790788"/>
                </a:cubicBezTo>
                <a:cubicBezTo>
                  <a:pt x="7252444" y="790788"/>
                  <a:pt x="7242675" y="780725"/>
                  <a:pt x="7242675" y="768314"/>
                </a:cubicBezTo>
                <a:cubicBezTo>
                  <a:pt x="7242675" y="755893"/>
                  <a:pt x="7252444" y="745826"/>
                  <a:pt x="7264495" y="745826"/>
                </a:cubicBezTo>
                <a:close/>
                <a:moveTo>
                  <a:pt x="7186475" y="745826"/>
                </a:moveTo>
                <a:cubicBezTo>
                  <a:pt x="7198526" y="745826"/>
                  <a:pt x="7208295" y="755893"/>
                  <a:pt x="7208295" y="768314"/>
                </a:cubicBezTo>
                <a:cubicBezTo>
                  <a:pt x="7208295" y="780725"/>
                  <a:pt x="7198526" y="790788"/>
                  <a:pt x="7186475" y="790788"/>
                </a:cubicBezTo>
                <a:cubicBezTo>
                  <a:pt x="7174424" y="790788"/>
                  <a:pt x="7164655" y="780725"/>
                  <a:pt x="7164655" y="768314"/>
                </a:cubicBezTo>
                <a:cubicBezTo>
                  <a:pt x="7164655" y="755893"/>
                  <a:pt x="7174424" y="745826"/>
                  <a:pt x="7186475" y="745826"/>
                </a:cubicBezTo>
                <a:close/>
                <a:moveTo>
                  <a:pt x="7109116" y="745826"/>
                </a:moveTo>
                <a:cubicBezTo>
                  <a:pt x="7121532" y="745826"/>
                  <a:pt x="7131597" y="755893"/>
                  <a:pt x="7131597" y="768307"/>
                </a:cubicBezTo>
                <a:cubicBezTo>
                  <a:pt x="7131597" y="780725"/>
                  <a:pt x="7121532" y="790788"/>
                  <a:pt x="7109116" y="790788"/>
                </a:cubicBezTo>
                <a:cubicBezTo>
                  <a:pt x="7096700" y="790788"/>
                  <a:pt x="7086635" y="780725"/>
                  <a:pt x="7086635" y="768307"/>
                </a:cubicBezTo>
                <a:cubicBezTo>
                  <a:pt x="7086635" y="755893"/>
                  <a:pt x="7096700" y="745826"/>
                  <a:pt x="7109116" y="745826"/>
                </a:cubicBezTo>
                <a:close/>
                <a:moveTo>
                  <a:pt x="7031757" y="745824"/>
                </a:moveTo>
                <a:cubicBezTo>
                  <a:pt x="7043808" y="745824"/>
                  <a:pt x="7053577" y="755893"/>
                  <a:pt x="7053577" y="768305"/>
                </a:cubicBezTo>
                <a:cubicBezTo>
                  <a:pt x="7053577" y="780722"/>
                  <a:pt x="7043808" y="790787"/>
                  <a:pt x="7031757" y="790787"/>
                </a:cubicBezTo>
                <a:cubicBezTo>
                  <a:pt x="7019706" y="790787"/>
                  <a:pt x="7009937" y="780722"/>
                  <a:pt x="7009937" y="768305"/>
                </a:cubicBezTo>
                <a:cubicBezTo>
                  <a:pt x="7009937" y="755893"/>
                  <a:pt x="7019706" y="745824"/>
                  <a:pt x="7031757" y="745824"/>
                </a:cubicBezTo>
                <a:close/>
                <a:moveTo>
                  <a:pt x="6953736" y="745824"/>
                </a:moveTo>
                <a:cubicBezTo>
                  <a:pt x="6965787" y="745824"/>
                  <a:pt x="6975556" y="755893"/>
                  <a:pt x="6975556" y="768304"/>
                </a:cubicBezTo>
                <a:cubicBezTo>
                  <a:pt x="6975556" y="780722"/>
                  <a:pt x="6965787" y="790787"/>
                  <a:pt x="6953736" y="790787"/>
                </a:cubicBezTo>
                <a:cubicBezTo>
                  <a:pt x="6941685" y="790787"/>
                  <a:pt x="6931916" y="780722"/>
                  <a:pt x="6931916" y="768304"/>
                </a:cubicBezTo>
                <a:cubicBezTo>
                  <a:pt x="6931916" y="755893"/>
                  <a:pt x="6941685" y="745824"/>
                  <a:pt x="6953736" y="745824"/>
                </a:cubicBezTo>
                <a:close/>
                <a:moveTo>
                  <a:pt x="6875716" y="745824"/>
                </a:moveTo>
                <a:cubicBezTo>
                  <a:pt x="6887767" y="745824"/>
                  <a:pt x="6897536" y="755893"/>
                  <a:pt x="6897536" y="768304"/>
                </a:cubicBezTo>
                <a:cubicBezTo>
                  <a:pt x="6897536" y="780722"/>
                  <a:pt x="6887767" y="790787"/>
                  <a:pt x="6875716" y="790787"/>
                </a:cubicBezTo>
                <a:cubicBezTo>
                  <a:pt x="6863665" y="790787"/>
                  <a:pt x="6853896" y="780722"/>
                  <a:pt x="6853896" y="768304"/>
                </a:cubicBezTo>
                <a:cubicBezTo>
                  <a:pt x="6853896" y="755893"/>
                  <a:pt x="6863665" y="745824"/>
                  <a:pt x="6875716" y="745824"/>
                </a:cubicBezTo>
                <a:close/>
                <a:moveTo>
                  <a:pt x="6798356" y="745824"/>
                </a:moveTo>
                <a:cubicBezTo>
                  <a:pt x="6810772" y="745824"/>
                  <a:pt x="6820837" y="755893"/>
                  <a:pt x="6820837" y="768304"/>
                </a:cubicBezTo>
                <a:cubicBezTo>
                  <a:pt x="6820837" y="780722"/>
                  <a:pt x="6810772" y="790787"/>
                  <a:pt x="6798356" y="790787"/>
                </a:cubicBezTo>
                <a:cubicBezTo>
                  <a:pt x="6785940" y="790787"/>
                  <a:pt x="6775875" y="780722"/>
                  <a:pt x="6775875" y="768304"/>
                </a:cubicBezTo>
                <a:cubicBezTo>
                  <a:pt x="6775875" y="755893"/>
                  <a:pt x="6785940" y="745824"/>
                  <a:pt x="6798356" y="745824"/>
                </a:cubicBezTo>
                <a:close/>
                <a:moveTo>
                  <a:pt x="6719675" y="745824"/>
                </a:moveTo>
                <a:cubicBezTo>
                  <a:pt x="6731726" y="745824"/>
                  <a:pt x="6741495" y="755893"/>
                  <a:pt x="6741495" y="768304"/>
                </a:cubicBezTo>
                <a:cubicBezTo>
                  <a:pt x="6741495" y="780722"/>
                  <a:pt x="6731726" y="790787"/>
                  <a:pt x="6719675" y="790787"/>
                </a:cubicBezTo>
                <a:cubicBezTo>
                  <a:pt x="6707624" y="790787"/>
                  <a:pt x="6697855" y="780722"/>
                  <a:pt x="6697855" y="768304"/>
                </a:cubicBezTo>
                <a:cubicBezTo>
                  <a:pt x="6697855" y="755893"/>
                  <a:pt x="6707624" y="745824"/>
                  <a:pt x="6719675" y="745824"/>
                </a:cubicBezTo>
                <a:close/>
                <a:moveTo>
                  <a:pt x="6641655" y="745824"/>
                </a:moveTo>
                <a:cubicBezTo>
                  <a:pt x="6653706" y="745824"/>
                  <a:pt x="6663475" y="755893"/>
                  <a:pt x="6663475" y="768304"/>
                </a:cubicBezTo>
                <a:cubicBezTo>
                  <a:pt x="6663475" y="780722"/>
                  <a:pt x="6653706" y="790787"/>
                  <a:pt x="6641655" y="790787"/>
                </a:cubicBezTo>
                <a:cubicBezTo>
                  <a:pt x="6629604" y="790787"/>
                  <a:pt x="6619835" y="780722"/>
                  <a:pt x="6619835" y="768304"/>
                </a:cubicBezTo>
                <a:cubicBezTo>
                  <a:pt x="6619835" y="755893"/>
                  <a:pt x="6629604" y="745824"/>
                  <a:pt x="6641655" y="745824"/>
                </a:cubicBezTo>
                <a:close/>
                <a:moveTo>
                  <a:pt x="5940793" y="745824"/>
                </a:moveTo>
                <a:cubicBezTo>
                  <a:pt x="5952844" y="745824"/>
                  <a:pt x="5962613" y="755893"/>
                  <a:pt x="5962613" y="768304"/>
                </a:cubicBezTo>
                <a:cubicBezTo>
                  <a:pt x="5962613" y="780722"/>
                  <a:pt x="5952844" y="790787"/>
                  <a:pt x="5940793" y="790787"/>
                </a:cubicBezTo>
                <a:cubicBezTo>
                  <a:pt x="5928742" y="790787"/>
                  <a:pt x="5918973" y="780722"/>
                  <a:pt x="5918973" y="768304"/>
                </a:cubicBezTo>
                <a:cubicBezTo>
                  <a:pt x="5918973" y="755893"/>
                  <a:pt x="5928742" y="745824"/>
                  <a:pt x="5940793" y="745824"/>
                </a:cubicBezTo>
                <a:close/>
                <a:moveTo>
                  <a:pt x="5862773" y="745824"/>
                </a:moveTo>
                <a:cubicBezTo>
                  <a:pt x="5874824" y="745824"/>
                  <a:pt x="5884593" y="755893"/>
                  <a:pt x="5884593" y="768304"/>
                </a:cubicBezTo>
                <a:cubicBezTo>
                  <a:pt x="5884593" y="780722"/>
                  <a:pt x="5874824" y="790787"/>
                  <a:pt x="5862773" y="790787"/>
                </a:cubicBezTo>
                <a:cubicBezTo>
                  <a:pt x="5850722" y="790787"/>
                  <a:pt x="5840953" y="780722"/>
                  <a:pt x="5840953" y="768304"/>
                </a:cubicBezTo>
                <a:cubicBezTo>
                  <a:pt x="5840953" y="755893"/>
                  <a:pt x="5850722" y="745824"/>
                  <a:pt x="5862773" y="745824"/>
                </a:cubicBezTo>
                <a:close/>
                <a:moveTo>
                  <a:pt x="2280445" y="745822"/>
                </a:moveTo>
                <a:cubicBezTo>
                  <a:pt x="2292496" y="745822"/>
                  <a:pt x="2302265" y="755887"/>
                  <a:pt x="2302265" y="768303"/>
                </a:cubicBezTo>
                <a:cubicBezTo>
                  <a:pt x="2302265" y="780719"/>
                  <a:pt x="2292496" y="790784"/>
                  <a:pt x="2280445" y="790784"/>
                </a:cubicBezTo>
                <a:cubicBezTo>
                  <a:pt x="2268394" y="790784"/>
                  <a:pt x="2258625" y="780719"/>
                  <a:pt x="2258625" y="768303"/>
                </a:cubicBezTo>
                <a:cubicBezTo>
                  <a:pt x="2258625" y="755887"/>
                  <a:pt x="2268394" y="745822"/>
                  <a:pt x="2280445" y="745822"/>
                </a:cubicBezTo>
                <a:close/>
                <a:moveTo>
                  <a:pt x="2203086" y="745822"/>
                </a:moveTo>
                <a:cubicBezTo>
                  <a:pt x="2215502" y="745822"/>
                  <a:pt x="2225567" y="755887"/>
                  <a:pt x="2225567" y="768303"/>
                </a:cubicBezTo>
                <a:cubicBezTo>
                  <a:pt x="2225567" y="780719"/>
                  <a:pt x="2215502" y="790784"/>
                  <a:pt x="2203086" y="790784"/>
                </a:cubicBezTo>
                <a:cubicBezTo>
                  <a:pt x="2190670" y="790784"/>
                  <a:pt x="2180605" y="780719"/>
                  <a:pt x="2180605" y="768303"/>
                </a:cubicBezTo>
                <a:cubicBezTo>
                  <a:pt x="2180605" y="755887"/>
                  <a:pt x="2190670" y="745822"/>
                  <a:pt x="2203086" y="745822"/>
                </a:cubicBezTo>
                <a:close/>
                <a:moveTo>
                  <a:pt x="2125727" y="745822"/>
                </a:moveTo>
                <a:cubicBezTo>
                  <a:pt x="2137778" y="745822"/>
                  <a:pt x="2147547" y="755887"/>
                  <a:pt x="2147547" y="768303"/>
                </a:cubicBezTo>
                <a:cubicBezTo>
                  <a:pt x="2147547" y="780719"/>
                  <a:pt x="2137778" y="790784"/>
                  <a:pt x="2125727" y="790784"/>
                </a:cubicBezTo>
                <a:cubicBezTo>
                  <a:pt x="2113676" y="790784"/>
                  <a:pt x="2103907" y="780719"/>
                  <a:pt x="2103907" y="768303"/>
                </a:cubicBezTo>
                <a:cubicBezTo>
                  <a:pt x="2103907" y="755887"/>
                  <a:pt x="2113676" y="745822"/>
                  <a:pt x="2125727" y="745822"/>
                </a:cubicBezTo>
                <a:close/>
                <a:moveTo>
                  <a:pt x="2047706" y="745822"/>
                </a:moveTo>
                <a:cubicBezTo>
                  <a:pt x="2059757" y="745822"/>
                  <a:pt x="2069526" y="755887"/>
                  <a:pt x="2069526" y="768303"/>
                </a:cubicBezTo>
                <a:cubicBezTo>
                  <a:pt x="2069526" y="780719"/>
                  <a:pt x="2059757" y="790784"/>
                  <a:pt x="2047706" y="790784"/>
                </a:cubicBezTo>
                <a:cubicBezTo>
                  <a:pt x="2035655" y="790784"/>
                  <a:pt x="2025886" y="780719"/>
                  <a:pt x="2025886" y="768303"/>
                </a:cubicBezTo>
                <a:cubicBezTo>
                  <a:pt x="2025886" y="755887"/>
                  <a:pt x="2035655" y="745822"/>
                  <a:pt x="2047706" y="745822"/>
                </a:cubicBezTo>
                <a:close/>
                <a:moveTo>
                  <a:pt x="1424212" y="745821"/>
                </a:moveTo>
                <a:cubicBezTo>
                  <a:pt x="1436628" y="745821"/>
                  <a:pt x="1446695" y="755886"/>
                  <a:pt x="1446695" y="768302"/>
                </a:cubicBezTo>
                <a:cubicBezTo>
                  <a:pt x="1446695" y="780718"/>
                  <a:pt x="1436628" y="790783"/>
                  <a:pt x="1424212" y="790783"/>
                </a:cubicBezTo>
                <a:cubicBezTo>
                  <a:pt x="1411799" y="790783"/>
                  <a:pt x="1401732" y="780718"/>
                  <a:pt x="1401732" y="768302"/>
                </a:cubicBezTo>
                <a:cubicBezTo>
                  <a:pt x="1401732" y="755886"/>
                  <a:pt x="1411799" y="745821"/>
                  <a:pt x="1424212" y="745821"/>
                </a:cubicBezTo>
                <a:close/>
                <a:moveTo>
                  <a:pt x="1190817" y="745821"/>
                </a:moveTo>
                <a:cubicBezTo>
                  <a:pt x="1202861" y="745821"/>
                  <a:pt x="1212636" y="755886"/>
                  <a:pt x="1212636" y="768302"/>
                </a:cubicBezTo>
                <a:cubicBezTo>
                  <a:pt x="1212636" y="780718"/>
                  <a:pt x="1202861" y="790783"/>
                  <a:pt x="1190817" y="790783"/>
                </a:cubicBezTo>
                <a:cubicBezTo>
                  <a:pt x="1178762" y="790783"/>
                  <a:pt x="1168996" y="780718"/>
                  <a:pt x="1168996" y="768302"/>
                </a:cubicBezTo>
                <a:cubicBezTo>
                  <a:pt x="1168996" y="755886"/>
                  <a:pt x="1178762" y="745821"/>
                  <a:pt x="1190817" y="745821"/>
                </a:cubicBezTo>
                <a:close/>
                <a:moveTo>
                  <a:pt x="3838870" y="702185"/>
                </a:moveTo>
                <a:cubicBezTo>
                  <a:pt x="3851286" y="702185"/>
                  <a:pt x="3861351" y="711954"/>
                  <a:pt x="3861351" y="724005"/>
                </a:cubicBezTo>
                <a:cubicBezTo>
                  <a:pt x="3861351" y="736056"/>
                  <a:pt x="3851286" y="745824"/>
                  <a:pt x="3838870" y="745824"/>
                </a:cubicBezTo>
                <a:cubicBezTo>
                  <a:pt x="3826454" y="745824"/>
                  <a:pt x="3816389" y="736056"/>
                  <a:pt x="3816389" y="724005"/>
                </a:cubicBezTo>
                <a:cubicBezTo>
                  <a:pt x="3816389" y="711954"/>
                  <a:pt x="3826454" y="702185"/>
                  <a:pt x="3838870" y="702185"/>
                </a:cubicBezTo>
                <a:close/>
                <a:moveTo>
                  <a:pt x="3760188" y="702185"/>
                </a:moveTo>
                <a:cubicBezTo>
                  <a:pt x="3772239" y="702185"/>
                  <a:pt x="3782008" y="711954"/>
                  <a:pt x="3782008" y="724005"/>
                </a:cubicBezTo>
                <a:cubicBezTo>
                  <a:pt x="3782008" y="736056"/>
                  <a:pt x="3772239" y="745824"/>
                  <a:pt x="3760188" y="745824"/>
                </a:cubicBezTo>
                <a:cubicBezTo>
                  <a:pt x="3748137" y="745824"/>
                  <a:pt x="3738368" y="736056"/>
                  <a:pt x="3738368" y="724005"/>
                </a:cubicBezTo>
                <a:cubicBezTo>
                  <a:pt x="3738368" y="711954"/>
                  <a:pt x="3748137" y="702185"/>
                  <a:pt x="3760188" y="702185"/>
                </a:cubicBezTo>
                <a:close/>
                <a:moveTo>
                  <a:pt x="3682168" y="702184"/>
                </a:moveTo>
                <a:cubicBezTo>
                  <a:pt x="3694219" y="702184"/>
                  <a:pt x="3703988" y="711953"/>
                  <a:pt x="3703988" y="724005"/>
                </a:cubicBezTo>
                <a:cubicBezTo>
                  <a:pt x="3703988" y="736055"/>
                  <a:pt x="3694219" y="745824"/>
                  <a:pt x="3682168" y="745824"/>
                </a:cubicBezTo>
                <a:cubicBezTo>
                  <a:pt x="3670117" y="745824"/>
                  <a:pt x="3660348" y="736055"/>
                  <a:pt x="3660348" y="724005"/>
                </a:cubicBezTo>
                <a:cubicBezTo>
                  <a:pt x="3660348" y="711953"/>
                  <a:pt x="3670117" y="702184"/>
                  <a:pt x="3682168" y="702184"/>
                </a:cubicBezTo>
                <a:close/>
                <a:moveTo>
                  <a:pt x="3604148" y="702184"/>
                </a:moveTo>
                <a:cubicBezTo>
                  <a:pt x="3616199" y="702184"/>
                  <a:pt x="3625968" y="711953"/>
                  <a:pt x="3625968" y="724004"/>
                </a:cubicBezTo>
                <a:cubicBezTo>
                  <a:pt x="3625968" y="736055"/>
                  <a:pt x="3616199" y="745824"/>
                  <a:pt x="3604148" y="745824"/>
                </a:cubicBezTo>
                <a:cubicBezTo>
                  <a:pt x="3592097" y="745824"/>
                  <a:pt x="3582328" y="736055"/>
                  <a:pt x="3582328" y="724004"/>
                </a:cubicBezTo>
                <a:cubicBezTo>
                  <a:pt x="3582328" y="711953"/>
                  <a:pt x="3592097" y="702184"/>
                  <a:pt x="3604148" y="702184"/>
                </a:cubicBezTo>
                <a:close/>
                <a:moveTo>
                  <a:pt x="3526788" y="702184"/>
                </a:moveTo>
                <a:cubicBezTo>
                  <a:pt x="3539204" y="702184"/>
                  <a:pt x="3549269" y="711953"/>
                  <a:pt x="3549269" y="724004"/>
                </a:cubicBezTo>
                <a:cubicBezTo>
                  <a:pt x="3549269" y="736055"/>
                  <a:pt x="3539204" y="745824"/>
                  <a:pt x="3526788" y="745824"/>
                </a:cubicBezTo>
                <a:cubicBezTo>
                  <a:pt x="3514372" y="745824"/>
                  <a:pt x="3504307" y="736055"/>
                  <a:pt x="3504307" y="724004"/>
                </a:cubicBezTo>
                <a:cubicBezTo>
                  <a:pt x="3504307" y="711953"/>
                  <a:pt x="3514372" y="702184"/>
                  <a:pt x="3526788" y="702184"/>
                </a:cubicBezTo>
                <a:close/>
                <a:moveTo>
                  <a:pt x="3449429" y="702183"/>
                </a:moveTo>
                <a:cubicBezTo>
                  <a:pt x="3461480" y="702183"/>
                  <a:pt x="3471249" y="711953"/>
                  <a:pt x="3471249" y="724004"/>
                </a:cubicBezTo>
                <a:cubicBezTo>
                  <a:pt x="3471249" y="736055"/>
                  <a:pt x="3461480" y="745824"/>
                  <a:pt x="3449429" y="745824"/>
                </a:cubicBezTo>
                <a:cubicBezTo>
                  <a:pt x="3437378" y="745824"/>
                  <a:pt x="3427609" y="736055"/>
                  <a:pt x="3427609" y="724004"/>
                </a:cubicBezTo>
                <a:cubicBezTo>
                  <a:pt x="3427609" y="711953"/>
                  <a:pt x="3437378" y="702183"/>
                  <a:pt x="3449429" y="702183"/>
                </a:cubicBezTo>
                <a:close/>
                <a:moveTo>
                  <a:pt x="3371408" y="702183"/>
                </a:moveTo>
                <a:cubicBezTo>
                  <a:pt x="3383459" y="702183"/>
                  <a:pt x="3393228" y="711953"/>
                  <a:pt x="3393228" y="724004"/>
                </a:cubicBezTo>
                <a:cubicBezTo>
                  <a:pt x="3393228" y="736055"/>
                  <a:pt x="3383459" y="745824"/>
                  <a:pt x="3371408" y="745824"/>
                </a:cubicBezTo>
                <a:cubicBezTo>
                  <a:pt x="3359357" y="745824"/>
                  <a:pt x="3349588" y="736055"/>
                  <a:pt x="3349588" y="724004"/>
                </a:cubicBezTo>
                <a:cubicBezTo>
                  <a:pt x="3349588" y="711953"/>
                  <a:pt x="3359357" y="702183"/>
                  <a:pt x="3371408" y="702183"/>
                </a:cubicBezTo>
                <a:close/>
                <a:moveTo>
                  <a:pt x="3293388" y="702183"/>
                </a:moveTo>
                <a:cubicBezTo>
                  <a:pt x="3305439" y="702183"/>
                  <a:pt x="3315208" y="711953"/>
                  <a:pt x="3315208" y="724004"/>
                </a:cubicBezTo>
                <a:cubicBezTo>
                  <a:pt x="3315208" y="736055"/>
                  <a:pt x="3305439" y="745824"/>
                  <a:pt x="3293388" y="745824"/>
                </a:cubicBezTo>
                <a:cubicBezTo>
                  <a:pt x="3281337" y="745824"/>
                  <a:pt x="3271568" y="736055"/>
                  <a:pt x="3271568" y="724004"/>
                </a:cubicBezTo>
                <a:cubicBezTo>
                  <a:pt x="3271568" y="711953"/>
                  <a:pt x="3281337" y="702183"/>
                  <a:pt x="3293388" y="702183"/>
                </a:cubicBezTo>
                <a:close/>
                <a:moveTo>
                  <a:pt x="3215368" y="702183"/>
                </a:moveTo>
                <a:cubicBezTo>
                  <a:pt x="3227419" y="702183"/>
                  <a:pt x="3237188" y="711953"/>
                  <a:pt x="3237188" y="724004"/>
                </a:cubicBezTo>
                <a:cubicBezTo>
                  <a:pt x="3237188" y="736055"/>
                  <a:pt x="3227419" y="745824"/>
                  <a:pt x="3215368" y="745824"/>
                </a:cubicBezTo>
                <a:cubicBezTo>
                  <a:pt x="3203317" y="745824"/>
                  <a:pt x="3193548" y="736055"/>
                  <a:pt x="3193548" y="724004"/>
                </a:cubicBezTo>
                <a:cubicBezTo>
                  <a:pt x="3193548" y="711953"/>
                  <a:pt x="3203317" y="702183"/>
                  <a:pt x="3215368" y="702183"/>
                </a:cubicBezTo>
                <a:close/>
                <a:moveTo>
                  <a:pt x="3137348" y="702183"/>
                </a:moveTo>
                <a:cubicBezTo>
                  <a:pt x="3149399" y="702183"/>
                  <a:pt x="3159168" y="711953"/>
                  <a:pt x="3159168" y="724004"/>
                </a:cubicBezTo>
                <a:cubicBezTo>
                  <a:pt x="3159168" y="736055"/>
                  <a:pt x="3149399" y="745824"/>
                  <a:pt x="3137348" y="745824"/>
                </a:cubicBezTo>
                <a:cubicBezTo>
                  <a:pt x="3125297" y="745824"/>
                  <a:pt x="3115528" y="736055"/>
                  <a:pt x="3115528" y="724004"/>
                </a:cubicBezTo>
                <a:cubicBezTo>
                  <a:pt x="3115528" y="711953"/>
                  <a:pt x="3125297" y="702183"/>
                  <a:pt x="3137348" y="702183"/>
                </a:cubicBezTo>
                <a:close/>
                <a:moveTo>
                  <a:pt x="3059326" y="702183"/>
                </a:moveTo>
                <a:cubicBezTo>
                  <a:pt x="3071377" y="702183"/>
                  <a:pt x="3081146" y="711953"/>
                  <a:pt x="3081146" y="724004"/>
                </a:cubicBezTo>
                <a:cubicBezTo>
                  <a:pt x="3081146" y="736055"/>
                  <a:pt x="3071377" y="745824"/>
                  <a:pt x="3059326" y="745824"/>
                </a:cubicBezTo>
                <a:cubicBezTo>
                  <a:pt x="3047275" y="745824"/>
                  <a:pt x="3037506" y="736055"/>
                  <a:pt x="3037506" y="724004"/>
                </a:cubicBezTo>
                <a:cubicBezTo>
                  <a:pt x="3037506" y="711953"/>
                  <a:pt x="3047275" y="702183"/>
                  <a:pt x="3059326" y="702183"/>
                </a:cubicBezTo>
                <a:close/>
                <a:moveTo>
                  <a:pt x="8121398" y="667806"/>
                </a:moveTo>
                <a:cubicBezTo>
                  <a:pt x="8133449" y="667806"/>
                  <a:pt x="8143218" y="677578"/>
                  <a:pt x="8143218" y="689625"/>
                </a:cubicBezTo>
                <a:cubicBezTo>
                  <a:pt x="8143218" y="701684"/>
                  <a:pt x="8133449" y="711445"/>
                  <a:pt x="8121398" y="711445"/>
                </a:cubicBezTo>
                <a:cubicBezTo>
                  <a:pt x="8109347" y="711445"/>
                  <a:pt x="8099578" y="701684"/>
                  <a:pt x="8099578" y="689625"/>
                </a:cubicBezTo>
                <a:cubicBezTo>
                  <a:pt x="8099578" y="677578"/>
                  <a:pt x="8109347" y="667806"/>
                  <a:pt x="8121398" y="667806"/>
                </a:cubicBezTo>
                <a:close/>
                <a:moveTo>
                  <a:pt x="8044700" y="667806"/>
                </a:moveTo>
                <a:cubicBezTo>
                  <a:pt x="8056751" y="667806"/>
                  <a:pt x="8066520" y="677578"/>
                  <a:pt x="8066520" y="689625"/>
                </a:cubicBezTo>
                <a:cubicBezTo>
                  <a:pt x="8066520" y="701684"/>
                  <a:pt x="8056751" y="711445"/>
                  <a:pt x="8044700" y="711445"/>
                </a:cubicBezTo>
                <a:cubicBezTo>
                  <a:pt x="8032649" y="711445"/>
                  <a:pt x="8022880" y="701684"/>
                  <a:pt x="8022880" y="689625"/>
                </a:cubicBezTo>
                <a:cubicBezTo>
                  <a:pt x="8022880" y="677578"/>
                  <a:pt x="8032649" y="667806"/>
                  <a:pt x="8044700" y="667806"/>
                </a:cubicBezTo>
                <a:close/>
                <a:moveTo>
                  <a:pt x="7966679" y="667806"/>
                </a:moveTo>
                <a:cubicBezTo>
                  <a:pt x="7978730" y="667806"/>
                  <a:pt x="7988499" y="677578"/>
                  <a:pt x="7988499" y="689625"/>
                </a:cubicBezTo>
                <a:cubicBezTo>
                  <a:pt x="7988499" y="701684"/>
                  <a:pt x="7978730" y="711445"/>
                  <a:pt x="7966679" y="711445"/>
                </a:cubicBezTo>
                <a:cubicBezTo>
                  <a:pt x="7954628" y="711445"/>
                  <a:pt x="7944859" y="701684"/>
                  <a:pt x="7944859" y="689625"/>
                </a:cubicBezTo>
                <a:cubicBezTo>
                  <a:pt x="7944859" y="677578"/>
                  <a:pt x="7954628" y="667806"/>
                  <a:pt x="7966679" y="667806"/>
                </a:cubicBezTo>
                <a:close/>
                <a:moveTo>
                  <a:pt x="7343838" y="667806"/>
                </a:moveTo>
                <a:cubicBezTo>
                  <a:pt x="7355889" y="667806"/>
                  <a:pt x="7365658" y="677578"/>
                  <a:pt x="7365658" y="689625"/>
                </a:cubicBezTo>
                <a:cubicBezTo>
                  <a:pt x="7365658" y="701684"/>
                  <a:pt x="7355889" y="711445"/>
                  <a:pt x="7343838" y="711445"/>
                </a:cubicBezTo>
                <a:cubicBezTo>
                  <a:pt x="7331787" y="711445"/>
                  <a:pt x="7322018" y="701684"/>
                  <a:pt x="7322018" y="689625"/>
                </a:cubicBezTo>
                <a:cubicBezTo>
                  <a:pt x="7322018" y="677578"/>
                  <a:pt x="7331787" y="667806"/>
                  <a:pt x="7343838" y="667806"/>
                </a:cubicBezTo>
                <a:close/>
                <a:moveTo>
                  <a:pt x="7264495" y="667806"/>
                </a:moveTo>
                <a:cubicBezTo>
                  <a:pt x="7276546" y="667806"/>
                  <a:pt x="7286315" y="677578"/>
                  <a:pt x="7286315" y="689625"/>
                </a:cubicBezTo>
                <a:cubicBezTo>
                  <a:pt x="7286315" y="701684"/>
                  <a:pt x="7276546" y="711445"/>
                  <a:pt x="7264495" y="711445"/>
                </a:cubicBezTo>
                <a:cubicBezTo>
                  <a:pt x="7252444" y="711445"/>
                  <a:pt x="7242675" y="701684"/>
                  <a:pt x="7242675" y="689625"/>
                </a:cubicBezTo>
                <a:cubicBezTo>
                  <a:pt x="7242675" y="677578"/>
                  <a:pt x="7252444" y="667806"/>
                  <a:pt x="7264495" y="667806"/>
                </a:cubicBezTo>
                <a:close/>
                <a:moveTo>
                  <a:pt x="7186475" y="667806"/>
                </a:moveTo>
                <a:cubicBezTo>
                  <a:pt x="7198526" y="667806"/>
                  <a:pt x="7208295" y="677578"/>
                  <a:pt x="7208295" y="689625"/>
                </a:cubicBezTo>
                <a:cubicBezTo>
                  <a:pt x="7208295" y="701684"/>
                  <a:pt x="7198526" y="711445"/>
                  <a:pt x="7186475" y="711445"/>
                </a:cubicBezTo>
                <a:cubicBezTo>
                  <a:pt x="7174424" y="711445"/>
                  <a:pt x="7164655" y="701684"/>
                  <a:pt x="7164655" y="689625"/>
                </a:cubicBezTo>
                <a:cubicBezTo>
                  <a:pt x="7164655" y="677578"/>
                  <a:pt x="7174424" y="667806"/>
                  <a:pt x="7186475" y="667806"/>
                </a:cubicBezTo>
                <a:close/>
                <a:moveTo>
                  <a:pt x="7109116" y="667806"/>
                </a:moveTo>
                <a:cubicBezTo>
                  <a:pt x="7121532" y="667806"/>
                  <a:pt x="7131597" y="677578"/>
                  <a:pt x="7131597" y="689625"/>
                </a:cubicBezTo>
                <a:cubicBezTo>
                  <a:pt x="7131597" y="701675"/>
                  <a:pt x="7121532" y="711445"/>
                  <a:pt x="7109116" y="711445"/>
                </a:cubicBezTo>
                <a:cubicBezTo>
                  <a:pt x="7096700" y="711445"/>
                  <a:pt x="7086635" y="701675"/>
                  <a:pt x="7086635" y="689625"/>
                </a:cubicBezTo>
                <a:cubicBezTo>
                  <a:pt x="7086635" y="677578"/>
                  <a:pt x="7096700" y="667806"/>
                  <a:pt x="7109116" y="667806"/>
                </a:cubicBezTo>
                <a:close/>
                <a:moveTo>
                  <a:pt x="7031757" y="667806"/>
                </a:moveTo>
                <a:cubicBezTo>
                  <a:pt x="7043808" y="667806"/>
                  <a:pt x="7053577" y="677578"/>
                  <a:pt x="7053577" y="689625"/>
                </a:cubicBezTo>
                <a:cubicBezTo>
                  <a:pt x="7053577" y="701675"/>
                  <a:pt x="7043808" y="711445"/>
                  <a:pt x="7031757" y="711445"/>
                </a:cubicBezTo>
                <a:cubicBezTo>
                  <a:pt x="7019706" y="711445"/>
                  <a:pt x="7009937" y="701675"/>
                  <a:pt x="7009937" y="689625"/>
                </a:cubicBezTo>
                <a:cubicBezTo>
                  <a:pt x="7009937" y="677578"/>
                  <a:pt x="7019706" y="667806"/>
                  <a:pt x="7031757" y="667806"/>
                </a:cubicBezTo>
                <a:close/>
                <a:moveTo>
                  <a:pt x="6953736" y="667806"/>
                </a:moveTo>
                <a:cubicBezTo>
                  <a:pt x="6965787" y="667806"/>
                  <a:pt x="6975556" y="677578"/>
                  <a:pt x="6975556" y="689625"/>
                </a:cubicBezTo>
                <a:cubicBezTo>
                  <a:pt x="6975556" y="701675"/>
                  <a:pt x="6965787" y="711445"/>
                  <a:pt x="6953736" y="711445"/>
                </a:cubicBezTo>
                <a:cubicBezTo>
                  <a:pt x="6941685" y="711445"/>
                  <a:pt x="6931916" y="701675"/>
                  <a:pt x="6931916" y="689625"/>
                </a:cubicBezTo>
                <a:cubicBezTo>
                  <a:pt x="6931916" y="677578"/>
                  <a:pt x="6941685" y="667806"/>
                  <a:pt x="6953736" y="667806"/>
                </a:cubicBezTo>
                <a:close/>
                <a:moveTo>
                  <a:pt x="6875716" y="667806"/>
                </a:moveTo>
                <a:cubicBezTo>
                  <a:pt x="6887767" y="667806"/>
                  <a:pt x="6897536" y="677578"/>
                  <a:pt x="6897536" y="689625"/>
                </a:cubicBezTo>
                <a:cubicBezTo>
                  <a:pt x="6897536" y="701675"/>
                  <a:pt x="6887767" y="711443"/>
                  <a:pt x="6875716" y="711443"/>
                </a:cubicBezTo>
                <a:cubicBezTo>
                  <a:pt x="6863665" y="711443"/>
                  <a:pt x="6853896" y="701675"/>
                  <a:pt x="6853896" y="689625"/>
                </a:cubicBezTo>
                <a:cubicBezTo>
                  <a:pt x="6853896" y="677578"/>
                  <a:pt x="6863665" y="667806"/>
                  <a:pt x="6875716" y="667806"/>
                </a:cubicBezTo>
                <a:close/>
                <a:moveTo>
                  <a:pt x="6798356" y="667806"/>
                </a:moveTo>
                <a:cubicBezTo>
                  <a:pt x="6810772" y="667806"/>
                  <a:pt x="6820837" y="677578"/>
                  <a:pt x="6820837" y="689625"/>
                </a:cubicBezTo>
                <a:cubicBezTo>
                  <a:pt x="6820837" y="701675"/>
                  <a:pt x="6810772" y="711443"/>
                  <a:pt x="6798356" y="711443"/>
                </a:cubicBezTo>
                <a:cubicBezTo>
                  <a:pt x="6785940" y="711443"/>
                  <a:pt x="6775875" y="701675"/>
                  <a:pt x="6775875" y="689625"/>
                </a:cubicBezTo>
                <a:cubicBezTo>
                  <a:pt x="6775875" y="677578"/>
                  <a:pt x="6785940" y="667806"/>
                  <a:pt x="6798356" y="667806"/>
                </a:cubicBezTo>
                <a:close/>
                <a:moveTo>
                  <a:pt x="6174854" y="667806"/>
                </a:moveTo>
                <a:cubicBezTo>
                  <a:pt x="6186905" y="667806"/>
                  <a:pt x="6196674" y="677578"/>
                  <a:pt x="6196674" y="689625"/>
                </a:cubicBezTo>
                <a:cubicBezTo>
                  <a:pt x="6196674" y="701675"/>
                  <a:pt x="6186905" y="711443"/>
                  <a:pt x="6174854" y="711443"/>
                </a:cubicBezTo>
                <a:cubicBezTo>
                  <a:pt x="6162803" y="711443"/>
                  <a:pt x="6153034" y="701675"/>
                  <a:pt x="6153034" y="689625"/>
                </a:cubicBezTo>
                <a:cubicBezTo>
                  <a:pt x="6153034" y="677578"/>
                  <a:pt x="6162803" y="667806"/>
                  <a:pt x="6174854" y="667806"/>
                </a:cubicBezTo>
                <a:close/>
                <a:moveTo>
                  <a:pt x="6096834" y="667806"/>
                </a:moveTo>
                <a:cubicBezTo>
                  <a:pt x="6108885" y="667806"/>
                  <a:pt x="6118654" y="677578"/>
                  <a:pt x="6118654" y="689625"/>
                </a:cubicBezTo>
                <a:cubicBezTo>
                  <a:pt x="6118654" y="701675"/>
                  <a:pt x="6108885" y="711443"/>
                  <a:pt x="6096834" y="711443"/>
                </a:cubicBezTo>
                <a:cubicBezTo>
                  <a:pt x="6084783" y="711443"/>
                  <a:pt x="6075014" y="701675"/>
                  <a:pt x="6075014" y="689625"/>
                </a:cubicBezTo>
                <a:cubicBezTo>
                  <a:pt x="6075014" y="677578"/>
                  <a:pt x="6084783" y="667806"/>
                  <a:pt x="6096834" y="667806"/>
                </a:cubicBezTo>
                <a:close/>
                <a:moveTo>
                  <a:pt x="6018814" y="667806"/>
                </a:moveTo>
                <a:cubicBezTo>
                  <a:pt x="6030865" y="667806"/>
                  <a:pt x="6040634" y="677578"/>
                  <a:pt x="6040634" y="689625"/>
                </a:cubicBezTo>
                <a:cubicBezTo>
                  <a:pt x="6040634" y="701675"/>
                  <a:pt x="6030865" y="711443"/>
                  <a:pt x="6018814" y="711443"/>
                </a:cubicBezTo>
                <a:cubicBezTo>
                  <a:pt x="6006763" y="711443"/>
                  <a:pt x="5996994" y="701675"/>
                  <a:pt x="5996994" y="689625"/>
                </a:cubicBezTo>
                <a:cubicBezTo>
                  <a:pt x="5996994" y="677578"/>
                  <a:pt x="6006763" y="667806"/>
                  <a:pt x="6018814" y="667806"/>
                </a:cubicBezTo>
                <a:close/>
                <a:moveTo>
                  <a:pt x="5940793" y="667806"/>
                </a:moveTo>
                <a:cubicBezTo>
                  <a:pt x="5952844" y="667806"/>
                  <a:pt x="5962613" y="677578"/>
                  <a:pt x="5962613" y="689625"/>
                </a:cubicBezTo>
                <a:cubicBezTo>
                  <a:pt x="5962613" y="701675"/>
                  <a:pt x="5952844" y="711443"/>
                  <a:pt x="5940793" y="711443"/>
                </a:cubicBezTo>
                <a:cubicBezTo>
                  <a:pt x="5928742" y="711443"/>
                  <a:pt x="5918973" y="701675"/>
                  <a:pt x="5918973" y="689625"/>
                </a:cubicBezTo>
                <a:cubicBezTo>
                  <a:pt x="5918973" y="677578"/>
                  <a:pt x="5928742" y="667806"/>
                  <a:pt x="5940793" y="667806"/>
                </a:cubicBezTo>
                <a:close/>
                <a:moveTo>
                  <a:pt x="2047706" y="667802"/>
                </a:moveTo>
                <a:cubicBezTo>
                  <a:pt x="2059757" y="667802"/>
                  <a:pt x="2069526" y="677570"/>
                  <a:pt x="2069526" y="689621"/>
                </a:cubicBezTo>
                <a:cubicBezTo>
                  <a:pt x="2069526" y="701672"/>
                  <a:pt x="2059757" y="711441"/>
                  <a:pt x="2047706" y="711441"/>
                </a:cubicBezTo>
                <a:cubicBezTo>
                  <a:pt x="2035655" y="711441"/>
                  <a:pt x="2025886" y="701672"/>
                  <a:pt x="2025886" y="689621"/>
                </a:cubicBezTo>
                <a:cubicBezTo>
                  <a:pt x="2025886" y="677570"/>
                  <a:pt x="2035655" y="667802"/>
                  <a:pt x="2047706" y="667802"/>
                </a:cubicBezTo>
                <a:close/>
                <a:moveTo>
                  <a:pt x="1968363" y="667802"/>
                </a:moveTo>
                <a:cubicBezTo>
                  <a:pt x="1980414" y="667802"/>
                  <a:pt x="1990183" y="677570"/>
                  <a:pt x="1990183" y="689621"/>
                </a:cubicBezTo>
                <a:cubicBezTo>
                  <a:pt x="1990183" y="701672"/>
                  <a:pt x="1980414" y="711441"/>
                  <a:pt x="1968363" y="711441"/>
                </a:cubicBezTo>
                <a:cubicBezTo>
                  <a:pt x="1956312" y="711441"/>
                  <a:pt x="1946543" y="701672"/>
                  <a:pt x="1946543" y="689621"/>
                </a:cubicBezTo>
                <a:cubicBezTo>
                  <a:pt x="1946543" y="677570"/>
                  <a:pt x="1956312" y="667802"/>
                  <a:pt x="1968363" y="667802"/>
                </a:cubicBezTo>
                <a:close/>
                <a:moveTo>
                  <a:pt x="1813657" y="667802"/>
                </a:moveTo>
                <a:cubicBezTo>
                  <a:pt x="1825704" y="667802"/>
                  <a:pt x="1835474" y="677570"/>
                  <a:pt x="1835474" y="689621"/>
                </a:cubicBezTo>
                <a:cubicBezTo>
                  <a:pt x="1835474" y="701672"/>
                  <a:pt x="1825704" y="711441"/>
                  <a:pt x="1813657" y="711441"/>
                </a:cubicBezTo>
                <a:cubicBezTo>
                  <a:pt x="1801603" y="711441"/>
                  <a:pt x="1791833" y="701672"/>
                  <a:pt x="1791833" y="689621"/>
                </a:cubicBezTo>
                <a:cubicBezTo>
                  <a:pt x="1791833" y="677570"/>
                  <a:pt x="1801603" y="667802"/>
                  <a:pt x="1813657" y="667802"/>
                </a:cubicBezTo>
                <a:close/>
                <a:moveTo>
                  <a:pt x="1735633" y="667802"/>
                </a:moveTo>
                <a:cubicBezTo>
                  <a:pt x="1747685" y="667802"/>
                  <a:pt x="1757457" y="677570"/>
                  <a:pt x="1757457" y="689621"/>
                </a:cubicBezTo>
                <a:cubicBezTo>
                  <a:pt x="1757457" y="701672"/>
                  <a:pt x="1747685" y="711441"/>
                  <a:pt x="1735633" y="711441"/>
                </a:cubicBezTo>
                <a:cubicBezTo>
                  <a:pt x="1723586" y="711441"/>
                  <a:pt x="1713819" y="701672"/>
                  <a:pt x="1713819" y="689621"/>
                </a:cubicBezTo>
                <a:cubicBezTo>
                  <a:pt x="1713819" y="677570"/>
                  <a:pt x="1723586" y="667802"/>
                  <a:pt x="1735633" y="667802"/>
                </a:cubicBezTo>
                <a:close/>
                <a:moveTo>
                  <a:pt x="1657611" y="667802"/>
                </a:moveTo>
                <a:cubicBezTo>
                  <a:pt x="1669659" y="667802"/>
                  <a:pt x="1679436" y="677570"/>
                  <a:pt x="1679436" y="689621"/>
                </a:cubicBezTo>
                <a:cubicBezTo>
                  <a:pt x="1679436" y="701672"/>
                  <a:pt x="1669659" y="711441"/>
                  <a:pt x="1657611" y="711441"/>
                </a:cubicBezTo>
                <a:cubicBezTo>
                  <a:pt x="1645568" y="711441"/>
                  <a:pt x="1635796" y="701672"/>
                  <a:pt x="1635796" y="689621"/>
                </a:cubicBezTo>
                <a:cubicBezTo>
                  <a:pt x="1635796" y="677570"/>
                  <a:pt x="1645568" y="667802"/>
                  <a:pt x="1657611" y="667802"/>
                </a:cubicBezTo>
                <a:close/>
                <a:moveTo>
                  <a:pt x="1580257" y="667802"/>
                </a:moveTo>
                <a:cubicBezTo>
                  <a:pt x="1592669" y="667802"/>
                  <a:pt x="1602734" y="677570"/>
                  <a:pt x="1602734" y="689621"/>
                </a:cubicBezTo>
                <a:cubicBezTo>
                  <a:pt x="1602734" y="701672"/>
                  <a:pt x="1592669" y="711441"/>
                  <a:pt x="1580257" y="711441"/>
                </a:cubicBezTo>
                <a:cubicBezTo>
                  <a:pt x="1567839" y="711441"/>
                  <a:pt x="1557771" y="701672"/>
                  <a:pt x="1557771" y="689621"/>
                </a:cubicBezTo>
                <a:cubicBezTo>
                  <a:pt x="1557771" y="677570"/>
                  <a:pt x="1567839" y="667802"/>
                  <a:pt x="1580257" y="667802"/>
                </a:cubicBezTo>
                <a:close/>
                <a:moveTo>
                  <a:pt x="1502899" y="667802"/>
                </a:moveTo>
                <a:cubicBezTo>
                  <a:pt x="1514943" y="667802"/>
                  <a:pt x="1524717" y="677570"/>
                  <a:pt x="1524717" y="689621"/>
                </a:cubicBezTo>
                <a:cubicBezTo>
                  <a:pt x="1524717" y="701672"/>
                  <a:pt x="1514943" y="711441"/>
                  <a:pt x="1502899" y="711441"/>
                </a:cubicBezTo>
                <a:cubicBezTo>
                  <a:pt x="1490842" y="711441"/>
                  <a:pt x="1481077" y="701672"/>
                  <a:pt x="1481077" y="689621"/>
                </a:cubicBezTo>
                <a:cubicBezTo>
                  <a:pt x="1481077" y="677570"/>
                  <a:pt x="1490842" y="667802"/>
                  <a:pt x="1502899" y="667802"/>
                </a:cubicBezTo>
                <a:close/>
                <a:moveTo>
                  <a:pt x="1424212" y="667802"/>
                </a:moveTo>
                <a:cubicBezTo>
                  <a:pt x="1436628" y="667802"/>
                  <a:pt x="1446695" y="677570"/>
                  <a:pt x="1446695" y="689621"/>
                </a:cubicBezTo>
                <a:cubicBezTo>
                  <a:pt x="1446695" y="701672"/>
                  <a:pt x="1436628" y="711441"/>
                  <a:pt x="1424212" y="711441"/>
                </a:cubicBezTo>
                <a:cubicBezTo>
                  <a:pt x="1411799" y="711441"/>
                  <a:pt x="1401732" y="701672"/>
                  <a:pt x="1401732" y="689621"/>
                </a:cubicBezTo>
                <a:cubicBezTo>
                  <a:pt x="1401732" y="677570"/>
                  <a:pt x="1411799" y="667802"/>
                  <a:pt x="1424212" y="667802"/>
                </a:cubicBezTo>
                <a:close/>
                <a:moveTo>
                  <a:pt x="1345530" y="667802"/>
                </a:moveTo>
                <a:cubicBezTo>
                  <a:pt x="1357582" y="667802"/>
                  <a:pt x="1367350" y="677570"/>
                  <a:pt x="1367350" y="689621"/>
                </a:cubicBezTo>
                <a:cubicBezTo>
                  <a:pt x="1367350" y="701672"/>
                  <a:pt x="1357582" y="711441"/>
                  <a:pt x="1345530" y="711441"/>
                </a:cubicBezTo>
                <a:cubicBezTo>
                  <a:pt x="1333479" y="711441"/>
                  <a:pt x="1323709" y="701672"/>
                  <a:pt x="1323709" y="689621"/>
                </a:cubicBezTo>
                <a:cubicBezTo>
                  <a:pt x="1323709" y="677570"/>
                  <a:pt x="1333479" y="667802"/>
                  <a:pt x="1345530" y="667802"/>
                </a:cubicBezTo>
                <a:close/>
                <a:moveTo>
                  <a:pt x="1268169" y="667802"/>
                </a:moveTo>
                <a:cubicBezTo>
                  <a:pt x="1280590" y="667802"/>
                  <a:pt x="1290660" y="677570"/>
                  <a:pt x="1290660" y="689621"/>
                </a:cubicBezTo>
                <a:cubicBezTo>
                  <a:pt x="1290660" y="701672"/>
                  <a:pt x="1280590" y="711441"/>
                  <a:pt x="1268169" y="711441"/>
                </a:cubicBezTo>
                <a:cubicBezTo>
                  <a:pt x="1255755" y="711441"/>
                  <a:pt x="1245691" y="701672"/>
                  <a:pt x="1245691" y="689621"/>
                </a:cubicBezTo>
                <a:cubicBezTo>
                  <a:pt x="1245691" y="677570"/>
                  <a:pt x="1255755" y="667802"/>
                  <a:pt x="1268169" y="667802"/>
                </a:cubicBezTo>
                <a:close/>
                <a:moveTo>
                  <a:pt x="1190817" y="667802"/>
                </a:moveTo>
                <a:cubicBezTo>
                  <a:pt x="1202861" y="667802"/>
                  <a:pt x="1212636" y="677570"/>
                  <a:pt x="1212636" y="689621"/>
                </a:cubicBezTo>
                <a:cubicBezTo>
                  <a:pt x="1212636" y="701672"/>
                  <a:pt x="1202861" y="711441"/>
                  <a:pt x="1190817" y="711441"/>
                </a:cubicBezTo>
                <a:cubicBezTo>
                  <a:pt x="1178762" y="711441"/>
                  <a:pt x="1168996" y="701672"/>
                  <a:pt x="1168996" y="689621"/>
                </a:cubicBezTo>
                <a:cubicBezTo>
                  <a:pt x="1168996" y="677570"/>
                  <a:pt x="1178762" y="667802"/>
                  <a:pt x="1190817" y="667802"/>
                </a:cubicBezTo>
                <a:close/>
                <a:moveTo>
                  <a:pt x="3838870" y="622842"/>
                </a:moveTo>
                <a:cubicBezTo>
                  <a:pt x="3851286" y="622842"/>
                  <a:pt x="3861351" y="632907"/>
                  <a:pt x="3861351" y="645323"/>
                </a:cubicBezTo>
                <a:cubicBezTo>
                  <a:pt x="3861351" y="657739"/>
                  <a:pt x="3851286" y="667804"/>
                  <a:pt x="3838870" y="667804"/>
                </a:cubicBezTo>
                <a:cubicBezTo>
                  <a:pt x="3826454" y="667804"/>
                  <a:pt x="3816389" y="657739"/>
                  <a:pt x="3816389" y="645323"/>
                </a:cubicBezTo>
                <a:cubicBezTo>
                  <a:pt x="3816389" y="632907"/>
                  <a:pt x="3826454" y="622842"/>
                  <a:pt x="3838870" y="622842"/>
                </a:cubicBezTo>
                <a:close/>
                <a:moveTo>
                  <a:pt x="3760188" y="622842"/>
                </a:moveTo>
                <a:cubicBezTo>
                  <a:pt x="3772239" y="622842"/>
                  <a:pt x="3782008" y="632907"/>
                  <a:pt x="3782008" y="645323"/>
                </a:cubicBezTo>
                <a:cubicBezTo>
                  <a:pt x="3782008" y="657739"/>
                  <a:pt x="3772239" y="667804"/>
                  <a:pt x="3760188" y="667804"/>
                </a:cubicBezTo>
                <a:cubicBezTo>
                  <a:pt x="3748137" y="667804"/>
                  <a:pt x="3738368" y="657739"/>
                  <a:pt x="3738368" y="645323"/>
                </a:cubicBezTo>
                <a:cubicBezTo>
                  <a:pt x="3738368" y="632907"/>
                  <a:pt x="3748137" y="622842"/>
                  <a:pt x="3760188" y="622842"/>
                </a:cubicBezTo>
                <a:close/>
                <a:moveTo>
                  <a:pt x="3682168" y="622842"/>
                </a:moveTo>
                <a:cubicBezTo>
                  <a:pt x="3694219" y="622842"/>
                  <a:pt x="3703988" y="632906"/>
                  <a:pt x="3703988" y="645323"/>
                </a:cubicBezTo>
                <a:cubicBezTo>
                  <a:pt x="3703988" y="657739"/>
                  <a:pt x="3694219" y="667803"/>
                  <a:pt x="3682168" y="667803"/>
                </a:cubicBezTo>
                <a:cubicBezTo>
                  <a:pt x="3670117" y="667803"/>
                  <a:pt x="3660348" y="657739"/>
                  <a:pt x="3660348" y="645323"/>
                </a:cubicBezTo>
                <a:cubicBezTo>
                  <a:pt x="3660348" y="632906"/>
                  <a:pt x="3670117" y="622842"/>
                  <a:pt x="3682168" y="622842"/>
                </a:cubicBezTo>
                <a:close/>
                <a:moveTo>
                  <a:pt x="3604148" y="622841"/>
                </a:moveTo>
                <a:cubicBezTo>
                  <a:pt x="3616199" y="622841"/>
                  <a:pt x="3625968" y="632906"/>
                  <a:pt x="3625968" y="645322"/>
                </a:cubicBezTo>
                <a:cubicBezTo>
                  <a:pt x="3625968" y="657739"/>
                  <a:pt x="3616199" y="667803"/>
                  <a:pt x="3604148" y="667803"/>
                </a:cubicBezTo>
                <a:cubicBezTo>
                  <a:pt x="3592097" y="667803"/>
                  <a:pt x="3582328" y="657739"/>
                  <a:pt x="3582328" y="645322"/>
                </a:cubicBezTo>
                <a:cubicBezTo>
                  <a:pt x="3582328" y="632906"/>
                  <a:pt x="3592097" y="622841"/>
                  <a:pt x="3604148" y="622841"/>
                </a:cubicBezTo>
                <a:close/>
                <a:moveTo>
                  <a:pt x="3526788" y="622841"/>
                </a:moveTo>
                <a:cubicBezTo>
                  <a:pt x="3539204" y="622841"/>
                  <a:pt x="3549269" y="632905"/>
                  <a:pt x="3549269" y="645322"/>
                </a:cubicBezTo>
                <a:cubicBezTo>
                  <a:pt x="3549269" y="657738"/>
                  <a:pt x="3539204" y="667803"/>
                  <a:pt x="3526788" y="667803"/>
                </a:cubicBezTo>
                <a:cubicBezTo>
                  <a:pt x="3514372" y="667803"/>
                  <a:pt x="3504307" y="657738"/>
                  <a:pt x="3504307" y="645322"/>
                </a:cubicBezTo>
                <a:cubicBezTo>
                  <a:pt x="3504307" y="632905"/>
                  <a:pt x="3514372" y="622841"/>
                  <a:pt x="3526788" y="622841"/>
                </a:cubicBezTo>
                <a:close/>
                <a:moveTo>
                  <a:pt x="3449429" y="622841"/>
                </a:moveTo>
                <a:cubicBezTo>
                  <a:pt x="3461480" y="622841"/>
                  <a:pt x="3471249" y="632905"/>
                  <a:pt x="3471249" y="645322"/>
                </a:cubicBezTo>
                <a:cubicBezTo>
                  <a:pt x="3471249" y="657738"/>
                  <a:pt x="3461480" y="667803"/>
                  <a:pt x="3449429" y="667803"/>
                </a:cubicBezTo>
                <a:cubicBezTo>
                  <a:pt x="3437378" y="667803"/>
                  <a:pt x="3427609" y="657738"/>
                  <a:pt x="3427609" y="645322"/>
                </a:cubicBezTo>
                <a:cubicBezTo>
                  <a:pt x="3427609" y="632905"/>
                  <a:pt x="3437378" y="622841"/>
                  <a:pt x="3449429" y="622841"/>
                </a:cubicBezTo>
                <a:close/>
                <a:moveTo>
                  <a:pt x="3371408" y="622841"/>
                </a:moveTo>
                <a:cubicBezTo>
                  <a:pt x="3383459" y="622841"/>
                  <a:pt x="3393228" y="632905"/>
                  <a:pt x="3393228" y="645322"/>
                </a:cubicBezTo>
                <a:cubicBezTo>
                  <a:pt x="3393228" y="657738"/>
                  <a:pt x="3383459" y="667803"/>
                  <a:pt x="3371408" y="667803"/>
                </a:cubicBezTo>
                <a:cubicBezTo>
                  <a:pt x="3359357" y="667803"/>
                  <a:pt x="3349588" y="657738"/>
                  <a:pt x="3349588" y="645322"/>
                </a:cubicBezTo>
                <a:cubicBezTo>
                  <a:pt x="3349588" y="632905"/>
                  <a:pt x="3359357" y="622841"/>
                  <a:pt x="3371408" y="622841"/>
                </a:cubicBezTo>
                <a:close/>
                <a:moveTo>
                  <a:pt x="3293388" y="622841"/>
                </a:moveTo>
                <a:cubicBezTo>
                  <a:pt x="3305439" y="622841"/>
                  <a:pt x="3315208" y="632905"/>
                  <a:pt x="3315208" y="645322"/>
                </a:cubicBezTo>
                <a:cubicBezTo>
                  <a:pt x="3315208" y="657738"/>
                  <a:pt x="3305439" y="667803"/>
                  <a:pt x="3293388" y="667803"/>
                </a:cubicBezTo>
                <a:cubicBezTo>
                  <a:pt x="3281337" y="667803"/>
                  <a:pt x="3271568" y="657738"/>
                  <a:pt x="3271568" y="645322"/>
                </a:cubicBezTo>
                <a:cubicBezTo>
                  <a:pt x="3271568" y="632905"/>
                  <a:pt x="3281337" y="622841"/>
                  <a:pt x="3293388" y="622841"/>
                </a:cubicBezTo>
                <a:close/>
                <a:moveTo>
                  <a:pt x="3215368" y="622841"/>
                </a:moveTo>
                <a:cubicBezTo>
                  <a:pt x="3227419" y="622841"/>
                  <a:pt x="3237188" y="632905"/>
                  <a:pt x="3237188" y="645322"/>
                </a:cubicBezTo>
                <a:cubicBezTo>
                  <a:pt x="3237188" y="657738"/>
                  <a:pt x="3227419" y="667803"/>
                  <a:pt x="3215368" y="667803"/>
                </a:cubicBezTo>
                <a:cubicBezTo>
                  <a:pt x="3203317" y="667803"/>
                  <a:pt x="3193548" y="657738"/>
                  <a:pt x="3193548" y="645322"/>
                </a:cubicBezTo>
                <a:cubicBezTo>
                  <a:pt x="3193548" y="632905"/>
                  <a:pt x="3203317" y="622841"/>
                  <a:pt x="3215368" y="622841"/>
                </a:cubicBezTo>
                <a:close/>
                <a:moveTo>
                  <a:pt x="3137348" y="622841"/>
                </a:moveTo>
                <a:cubicBezTo>
                  <a:pt x="3149399" y="622841"/>
                  <a:pt x="3159168" y="632905"/>
                  <a:pt x="3159168" y="645322"/>
                </a:cubicBezTo>
                <a:cubicBezTo>
                  <a:pt x="3159168" y="657738"/>
                  <a:pt x="3149399" y="667803"/>
                  <a:pt x="3137348" y="667803"/>
                </a:cubicBezTo>
                <a:cubicBezTo>
                  <a:pt x="3125297" y="667803"/>
                  <a:pt x="3115528" y="657738"/>
                  <a:pt x="3115528" y="645322"/>
                </a:cubicBezTo>
                <a:cubicBezTo>
                  <a:pt x="3115528" y="632905"/>
                  <a:pt x="3125297" y="622841"/>
                  <a:pt x="3137348" y="622841"/>
                </a:cubicBezTo>
                <a:close/>
                <a:moveTo>
                  <a:pt x="3059326" y="622841"/>
                </a:moveTo>
                <a:cubicBezTo>
                  <a:pt x="3071377" y="622841"/>
                  <a:pt x="3081146" y="632905"/>
                  <a:pt x="3081146" y="645322"/>
                </a:cubicBezTo>
                <a:cubicBezTo>
                  <a:pt x="3081146" y="657738"/>
                  <a:pt x="3071377" y="667803"/>
                  <a:pt x="3059326" y="667803"/>
                </a:cubicBezTo>
                <a:cubicBezTo>
                  <a:pt x="3047275" y="667803"/>
                  <a:pt x="3037506" y="657738"/>
                  <a:pt x="3037506" y="645322"/>
                </a:cubicBezTo>
                <a:cubicBezTo>
                  <a:pt x="3037506" y="632905"/>
                  <a:pt x="3047275" y="622841"/>
                  <a:pt x="3059326" y="622841"/>
                </a:cubicBezTo>
                <a:close/>
                <a:moveTo>
                  <a:pt x="7109116" y="589790"/>
                </a:moveTo>
                <a:cubicBezTo>
                  <a:pt x="7121532" y="589790"/>
                  <a:pt x="7131597" y="599562"/>
                  <a:pt x="7131597" y="611609"/>
                </a:cubicBezTo>
                <a:cubicBezTo>
                  <a:pt x="7131597" y="623658"/>
                  <a:pt x="7121532" y="633428"/>
                  <a:pt x="7109116" y="633428"/>
                </a:cubicBezTo>
                <a:cubicBezTo>
                  <a:pt x="7096700" y="633428"/>
                  <a:pt x="7086635" y="623658"/>
                  <a:pt x="7086635" y="611609"/>
                </a:cubicBezTo>
                <a:cubicBezTo>
                  <a:pt x="7086635" y="599562"/>
                  <a:pt x="7096700" y="589790"/>
                  <a:pt x="7109116" y="589790"/>
                </a:cubicBezTo>
                <a:close/>
                <a:moveTo>
                  <a:pt x="7031757" y="589790"/>
                </a:moveTo>
                <a:cubicBezTo>
                  <a:pt x="7043808" y="589790"/>
                  <a:pt x="7053577" y="599554"/>
                  <a:pt x="7053577" y="611609"/>
                </a:cubicBezTo>
                <a:cubicBezTo>
                  <a:pt x="7053577" y="623655"/>
                  <a:pt x="7043808" y="633428"/>
                  <a:pt x="7031757" y="633428"/>
                </a:cubicBezTo>
                <a:cubicBezTo>
                  <a:pt x="7019706" y="633428"/>
                  <a:pt x="7009937" y="623655"/>
                  <a:pt x="7009937" y="611609"/>
                </a:cubicBezTo>
                <a:cubicBezTo>
                  <a:pt x="7009937" y="599554"/>
                  <a:pt x="7019706" y="589790"/>
                  <a:pt x="7031757" y="589790"/>
                </a:cubicBezTo>
                <a:close/>
                <a:moveTo>
                  <a:pt x="4773132" y="589790"/>
                </a:moveTo>
                <a:cubicBezTo>
                  <a:pt x="4785183" y="589790"/>
                  <a:pt x="4794952" y="599554"/>
                  <a:pt x="4794952" y="611609"/>
                </a:cubicBezTo>
                <a:cubicBezTo>
                  <a:pt x="4794952" y="623655"/>
                  <a:pt x="4785183" y="633428"/>
                  <a:pt x="4773132" y="633428"/>
                </a:cubicBezTo>
                <a:cubicBezTo>
                  <a:pt x="4761081" y="633428"/>
                  <a:pt x="4751312" y="623655"/>
                  <a:pt x="4751312" y="611609"/>
                </a:cubicBezTo>
                <a:cubicBezTo>
                  <a:pt x="4751312" y="599554"/>
                  <a:pt x="4761081" y="589790"/>
                  <a:pt x="4773132" y="589790"/>
                </a:cubicBezTo>
                <a:close/>
                <a:moveTo>
                  <a:pt x="5007193" y="589783"/>
                </a:moveTo>
                <a:cubicBezTo>
                  <a:pt x="5019244" y="589783"/>
                  <a:pt x="5029013" y="599552"/>
                  <a:pt x="5029013" y="611609"/>
                </a:cubicBezTo>
                <a:cubicBezTo>
                  <a:pt x="5029013" y="623655"/>
                  <a:pt x="5019244" y="633428"/>
                  <a:pt x="5007193" y="633428"/>
                </a:cubicBezTo>
                <a:cubicBezTo>
                  <a:pt x="4995142" y="633428"/>
                  <a:pt x="4985373" y="623655"/>
                  <a:pt x="4985373" y="611609"/>
                </a:cubicBezTo>
                <a:cubicBezTo>
                  <a:pt x="4985373" y="599552"/>
                  <a:pt x="4995142" y="589783"/>
                  <a:pt x="5007193" y="589783"/>
                </a:cubicBezTo>
                <a:close/>
                <a:moveTo>
                  <a:pt x="4850490" y="589783"/>
                </a:moveTo>
                <a:cubicBezTo>
                  <a:pt x="4862906" y="589783"/>
                  <a:pt x="4872971" y="599552"/>
                  <a:pt x="4872971" y="611609"/>
                </a:cubicBezTo>
                <a:cubicBezTo>
                  <a:pt x="4872971" y="623655"/>
                  <a:pt x="4862906" y="633428"/>
                  <a:pt x="4850490" y="633428"/>
                </a:cubicBezTo>
                <a:cubicBezTo>
                  <a:pt x="4838074" y="633428"/>
                  <a:pt x="4828009" y="623655"/>
                  <a:pt x="4828009" y="611609"/>
                </a:cubicBezTo>
                <a:cubicBezTo>
                  <a:pt x="4828009" y="599552"/>
                  <a:pt x="4838074" y="589783"/>
                  <a:pt x="4850490" y="589783"/>
                </a:cubicBezTo>
                <a:close/>
                <a:moveTo>
                  <a:pt x="1891011" y="589780"/>
                </a:moveTo>
                <a:cubicBezTo>
                  <a:pt x="1903431" y="589780"/>
                  <a:pt x="1913495" y="599549"/>
                  <a:pt x="1913495" y="611600"/>
                </a:cubicBezTo>
                <a:cubicBezTo>
                  <a:pt x="1913495" y="623651"/>
                  <a:pt x="1903431" y="633420"/>
                  <a:pt x="1891011" y="633420"/>
                </a:cubicBezTo>
                <a:cubicBezTo>
                  <a:pt x="1878594" y="633420"/>
                  <a:pt x="1868529" y="623651"/>
                  <a:pt x="1868529" y="611600"/>
                </a:cubicBezTo>
                <a:cubicBezTo>
                  <a:pt x="1868529" y="599549"/>
                  <a:pt x="1878594" y="589780"/>
                  <a:pt x="1891011" y="589780"/>
                </a:cubicBezTo>
                <a:close/>
                <a:moveTo>
                  <a:pt x="1657611" y="589780"/>
                </a:moveTo>
                <a:cubicBezTo>
                  <a:pt x="1669659" y="589780"/>
                  <a:pt x="1679436" y="599549"/>
                  <a:pt x="1679436" y="611600"/>
                </a:cubicBezTo>
                <a:cubicBezTo>
                  <a:pt x="1679436" y="623651"/>
                  <a:pt x="1669659" y="633420"/>
                  <a:pt x="1657611" y="633420"/>
                </a:cubicBezTo>
                <a:cubicBezTo>
                  <a:pt x="1645568" y="633420"/>
                  <a:pt x="1635796" y="623651"/>
                  <a:pt x="1635796" y="611600"/>
                </a:cubicBezTo>
                <a:cubicBezTo>
                  <a:pt x="1635796" y="599549"/>
                  <a:pt x="1645568" y="589780"/>
                  <a:pt x="1657611" y="589780"/>
                </a:cubicBezTo>
                <a:close/>
                <a:moveTo>
                  <a:pt x="1502899" y="589780"/>
                </a:moveTo>
                <a:cubicBezTo>
                  <a:pt x="1514943" y="589780"/>
                  <a:pt x="1524717" y="599549"/>
                  <a:pt x="1524717" y="611600"/>
                </a:cubicBezTo>
                <a:cubicBezTo>
                  <a:pt x="1524717" y="623651"/>
                  <a:pt x="1514943" y="633420"/>
                  <a:pt x="1502899" y="633420"/>
                </a:cubicBezTo>
                <a:cubicBezTo>
                  <a:pt x="1490842" y="633420"/>
                  <a:pt x="1481077" y="623651"/>
                  <a:pt x="1481077" y="611600"/>
                </a:cubicBezTo>
                <a:cubicBezTo>
                  <a:pt x="1481077" y="599549"/>
                  <a:pt x="1490842" y="589780"/>
                  <a:pt x="1502899" y="589780"/>
                </a:cubicBezTo>
                <a:close/>
                <a:moveTo>
                  <a:pt x="1424212" y="589780"/>
                </a:moveTo>
                <a:cubicBezTo>
                  <a:pt x="1436628" y="589780"/>
                  <a:pt x="1446695" y="599549"/>
                  <a:pt x="1446695" y="611600"/>
                </a:cubicBezTo>
                <a:cubicBezTo>
                  <a:pt x="1446695" y="623651"/>
                  <a:pt x="1436628" y="633420"/>
                  <a:pt x="1424212" y="633420"/>
                </a:cubicBezTo>
                <a:cubicBezTo>
                  <a:pt x="1411799" y="633420"/>
                  <a:pt x="1401732" y="623651"/>
                  <a:pt x="1401732" y="611600"/>
                </a:cubicBezTo>
                <a:cubicBezTo>
                  <a:pt x="1401732" y="599549"/>
                  <a:pt x="1411799" y="589780"/>
                  <a:pt x="1424212" y="589780"/>
                </a:cubicBezTo>
                <a:close/>
                <a:moveTo>
                  <a:pt x="1345530" y="589780"/>
                </a:moveTo>
                <a:cubicBezTo>
                  <a:pt x="1357582" y="589780"/>
                  <a:pt x="1367350" y="599549"/>
                  <a:pt x="1367350" y="611600"/>
                </a:cubicBezTo>
                <a:cubicBezTo>
                  <a:pt x="1367350" y="623651"/>
                  <a:pt x="1357582" y="633420"/>
                  <a:pt x="1345530" y="633420"/>
                </a:cubicBezTo>
                <a:cubicBezTo>
                  <a:pt x="1333479" y="633420"/>
                  <a:pt x="1323709" y="623651"/>
                  <a:pt x="1323709" y="611600"/>
                </a:cubicBezTo>
                <a:cubicBezTo>
                  <a:pt x="1323709" y="599549"/>
                  <a:pt x="1333479" y="589780"/>
                  <a:pt x="1345530" y="589780"/>
                </a:cubicBezTo>
                <a:close/>
                <a:moveTo>
                  <a:pt x="1268169" y="589780"/>
                </a:moveTo>
                <a:cubicBezTo>
                  <a:pt x="1280590" y="589780"/>
                  <a:pt x="1290660" y="599549"/>
                  <a:pt x="1290660" y="611600"/>
                </a:cubicBezTo>
                <a:cubicBezTo>
                  <a:pt x="1290660" y="623651"/>
                  <a:pt x="1280590" y="633420"/>
                  <a:pt x="1268169" y="633420"/>
                </a:cubicBezTo>
                <a:cubicBezTo>
                  <a:pt x="1255755" y="633420"/>
                  <a:pt x="1245691" y="623651"/>
                  <a:pt x="1245691" y="611600"/>
                </a:cubicBezTo>
                <a:cubicBezTo>
                  <a:pt x="1245691" y="599549"/>
                  <a:pt x="1255755" y="589780"/>
                  <a:pt x="1268169" y="589780"/>
                </a:cubicBezTo>
                <a:close/>
                <a:moveTo>
                  <a:pt x="3916229" y="546144"/>
                </a:moveTo>
                <a:cubicBezTo>
                  <a:pt x="3928280" y="546144"/>
                  <a:pt x="3938049" y="555912"/>
                  <a:pt x="3938049" y="567963"/>
                </a:cubicBezTo>
                <a:cubicBezTo>
                  <a:pt x="3938049" y="580014"/>
                  <a:pt x="3928280" y="589783"/>
                  <a:pt x="3916229" y="589783"/>
                </a:cubicBezTo>
                <a:cubicBezTo>
                  <a:pt x="3904178" y="589783"/>
                  <a:pt x="3894409" y="580014"/>
                  <a:pt x="3894409" y="567963"/>
                </a:cubicBezTo>
                <a:cubicBezTo>
                  <a:pt x="3894409" y="555912"/>
                  <a:pt x="3904178" y="546144"/>
                  <a:pt x="3916229" y="546144"/>
                </a:cubicBezTo>
                <a:close/>
                <a:moveTo>
                  <a:pt x="3838870" y="546144"/>
                </a:moveTo>
                <a:cubicBezTo>
                  <a:pt x="3851286" y="546144"/>
                  <a:pt x="3861351" y="555912"/>
                  <a:pt x="3861351" y="567963"/>
                </a:cubicBezTo>
                <a:cubicBezTo>
                  <a:pt x="3861351" y="580014"/>
                  <a:pt x="3851286" y="589783"/>
                  <a:pt x="3838870" y="589783"/>
                </a:cubicBezTo>
                <a:cubicBezTo>
                  <a:pt x="3826454" y="589783"/>
                  <a:pt x="3816389" y="580014"/>
                  <a:pt x="3816389" y="567963"/>
                </a:cubicBezTo>
                <a:cubicBezTo>
                  <a:pt x="3816389" y="555912"/>
                  <a:pt x="3826454" y="546144"/>
                  <a:pt x="3838870" y="546144"/>
                </a:cubicBezTo>
                <a:close/>
                <a:moveTo>
                  <a:pt x="3760188" y="546143"/>
                </a:moveTo>
                <a:cubicBezTo>
                  <a:pt x="3772239" y="546143"/>
                  <a:pt x="3782008" y="555912"/>
                  <a:pt x="3782008" y="567963"/>
                </a:cubicBezTo>
                <a:cubicBezTo>
                  <a:pt x="3782008" y="580014"/>
                  <a:pt x="3772239" y="589783"/>
                  <a:pt x="3760188" y="589783"/>
                </a:cubicBezTo>
                <a:cubicBezTo>
                  <a:pt x="3748137" y="589783"/>
                  <a:pt x="3738368" y="580014"/>
                  <a:pt x="3738368" y="567963"/>
                </a:cubicBezTo>
                <a:cubicBezTo>
                  <a:pt x="3738368" y="555912"/>
                  <a:pt x="3748137" y="546143"/>
                  <a:pt x="3760188" y="546143"/>
                </a:cubicBezTo>
                <a:close/>
                <a:moveTo>
                  <a:pt x="3682168" y="546143"/>
                </a:moveTo>
                <a:cubicBezTo>
                  <a:pt x="3694219" y="546143"/>
                  <a:pt x="3703988" y="555912"/>
                  <a:pt x="3703988" y="567963"/>
                </a:cubicBezTo>
                <a:cubicBezTo>
                  <a:pt x="3703988" y="580013"/>
                  <a:pt x="3694219" y="589783"/>
                  <a:pt x="3682168" y="589783"/>
                </a:cubicBezTo>
                <a:cubicBezTo>
                  <a:pt x="3670117" y="589783"/>
                  <a:pt x="3660348" y="580013"/>
                  <a:pt x="3660348" y="567963"/>
                </a:cubicBezTo>
                <a:cubicBezTo>
                  <a:pt x="3660348" y="555912"/>
                  <a:pt x="3670117" y="546143"/>
                  <a:pt x="3682168" y="546143"/>
                </a:cubicBezTo>
                <a:close/>
                <a:moveTo>
                  <a:pt x="3059326" y="546143"/>
                </a:moveTo>
                <a:cubicBezTo>
                  <a:pt x="3071377" y="546143"/>
                  <a:pt x="3081146" y="555912"/>
                  <a:pt x="3081146" y="567963"/>
                </a:cubicBezTo>
                <a:cubicBezTo>
                  <a:pt x="3081146" y="580013"/>
                  <a:pt x="3071377" y="589782"/>
                  <a:pt x="3059326" y="589782"/>
                </a:cubicBezTo>
                <a:cubicBezTo>
                  <a:pt x="3047275" y="589782"/>
                  <a:pt x="3037506" y="580013"/>
                  <a:pt x="3037506" y="567963"/>
                </a:cubicBezTo>
                <a:cubicBezTo>
                  <a:pt x="3037506" y="555912"/>
                  <a:pt x="3047275" y="546143"/>
                  <a:pt x="3059326" y="546143"/>
                </a:cubicBezTo>
                <a:close/>
                <a:moveTo>
                  <a:pt x="2981306" y="546143"/>
                </a:moveTo>
                <a:cubicBezTo>
                  <a:pt x="2993357" y="546143"/>
                  <a:pt x="3003126" y="555912"/>
                  <a:pt x="3003126" y="567963"/>
                </a:cubicBezTo>
                <a:cubicBezTo>
                  <a:pt x="3003126" y="580013"/>
                  <a:pt x="2993357" y="589782"/>
                  <a:pt x="2981306" y="589782"/>
                </a:cubicBezTo>
                <a:cubicBezTo>
                  <a:pt x="2969255" y="589782"/>
                  <a:pt x="2959486" y="580013"/>
                  <a:pt x="2959486" y="567963"/>
                </a:cubicBezTo>
                <a:cubicBezTo>
                  <a:pt x="2959486" y="555912"/>
                  <a:pt x="2969255" y="546143"/>
                  <a:pt x="2981306" y="546143"/>
                </a:cubicBezTo>
                <a:close/>
                <a:moveTo>
                  <a:pt x="3604148" y="546143"/>
                </a:moveTo>
                <a:cubicBezTo>
                  <a:pt x="3616199" y="546143"/>
                  <a:pt x="3625968" y="555911"/>
                  <a:pt x="3625968" y="567963"/>
                </a:cubicBezTo>
                <a:cubicBezTo>
                  <a:pt x="3625968" y="580013"/>
                  <a:pt x="3616199" y="589782"/>
                  <a:pt x="3604148" y="589782"/>
                </a:cubicBezTo>
                <a:cubicBezTo>
                  <a:pt x="3592097" y="589782"/>
                  <a:pt x="3582328" y="580013"/>
                  <a:pt x="3582328" y="567963"/>
                </a:cubicBezTo>
                <a:cubicBezTo>
                  <a:pt x="3582328" y="555911"/>
                  <a:pt x="3592097" y="546143"/>
                  <a:pt x="3604148" y="546143"/>
                </a:cubicBezTo>
                <a:close/>
                <a:moveTo>
                  <a:pt x="3526788" y="546142"/>
                </a:moveTo>
                <a:cubicBezTo>
                  <a:pt x="3539204" y="546142"/>
                  <a:pt x="3549269" y="555911"/>
                  <a:pt x="3549269" y="567962"/>
                </a:cubicBezTo>
                <a:cubicBezTo>
                  <a:pt x="3549269" y="580013"/>
                  <a:pt x="3539204" y="589782"/>
                  <a:pt x="3526788" y="589782"/>
                </a:cubicBezTo>
                <a:cubicBezTo>
                  <a:pt x="3514372" y="589782"/>
                  <a:pt x="3504307" y="580013"/>
                  <a:pt x="3504307" y="567962"/>
                </a:cubicBezTo>
                <a:cubicBezTo>
                  <a:pt x="3504307" y="555911"/>
                  <a:pt x="3514372" y="546142"/>
                  <a:pt x="3526788" y="546142"/>
                </a:cubicBezTo>
                <a:close/>
                <a:moveTo>
                  <a:pt x="3449429" y="546142"/>
                </a:moveTo>
                <a:cubicBezTo>
                  <a:pt x="3461480" y="546142"/>
                  <a:pt x="3471249" y="555911"/>
                  <a:pt x="3471249" y="567962"/>
                </a:cubicBezTo>
                <a:cubicBezTo>
                  <a:pt x="3471249" y="580013"/>
                  <a:pt x="3461480" y="589781"/>
                  <a:pt x="3449429" y="589781"/>
                </a:cubicBezTo>
                <a:cubicBezTo>
                  <a:pt x="3437378" y="589781"/>
                  <a:pt x="3427609" y="580013"/>
                  <a:pt x="3427609" y="567962"/>
                </a:cubicBezTo>
                <a:cubicBezTo>
                  <a:pt x="3427609" y="555911"/>
                  <a:pt x="3437378" y="546142"/>
                  <a:pt x="3449429" y="546142"/>
                </a:cubicBezTo>
                <a:close/>
                <a:moveTo>
                  <a:pt x="3371408" y="546142"/>
                </a:moveTo>
                <a:cubicBezTo>
                  <a:pt x="3383459" y="546142"/>
                  <a:pt x="3393228" y="555911"/>
                  <a:pt x="3393228" y="567962"/>
                </a:cubicBezTo>
                <a:cubicBezTo>
                  <a:pt x="3393228" y="580013"/>
                  <a:pt x="3383459" y="589781"/>
                  <a:pt x="3371408" y="589781"/>
                </a:cubicBezTo>
                <a:cubicBezTo>
                  <a:pt x="3359357" y="589781"/>
                  <a:pt x="3349588" y="580013"/>
                  <a:pt x="3349588" y="567962"/>
                </a:cubicBezTo>
                <a:cubicBezTo>
                  <a:pt x="3349588" y="555911"/>
                  <a:pt x="3359357" y="546142"/>
                  <a:pt x="3371408" y="546142"/>
                </a:cubicBezTo>
                <a:close/>
                <a:moveTo>
                  <a:pt x="3293388" y="546142"/>
                </a:moveTo>
                <a:cubicBezTo>
                  <a:pt x="3305439" y="546142"/>
                  <a:pt x="3315208" y="555911"/>
                  <a:pt x="3315208" y="567962"/>
                </a:cubicBezTo>
                <a:cubicBezTo>
                  <a:pt x="3315208" y="580013"/>
                  <a:pt x="3305439" y="589781"/>
                  <a:pt x="3293388" y="589781"/>
                </a:cubicBezTo>
                <a:cubicBezTo>
                  <a:pt x="3281337" y="589781"/>
                  <a:pt x="3271568" y="580013"/>
                  <a:pt x="3271568" y="567962"/>
                </a:cubicBezTo>
                <a:cubicBezTo>
                  <a:pt x="3271568" y="555911"/>
                  <a:pt x="3281337" y="546142"/>
                  <a:pt x="3293388" y="546142"/>
                </a:cubicBezTo>
                <a:close/>
                <a:moveTo>
                  <a:pt x="3215368" y="546142"/>
                </a:moveTo>
                <a:cubicBezTo>
                  <a:pt x="3227419" y="546142"/>
                  <a:pt x="3237188" y="555911"/>
                  <a:pt x="3237188" y="567962"/>
                </a:cubicBezTo>
                <a:cubicBezTo>
                  <a:pt x="3237188" y="580013"/>
                  <a:pt x="3227419" y="589781"/>
                  <a:pt x="3215368" y="589781"/>
                </a:cubicBezTo>
                <a:cubicBezTo>
                  <a:pt x="3203317" y="589781"/>
                  <a:pt x="3193548" y="580013"/>
                  <a:pt x="3193548" y="567962"/>
                </a:cubicBezTo>
                <a:cubicBezTo>
                  <a:pt x="3193548" y="555911"/>
                  <a:pt x="3203317" y="546142"/>
                  <a:pt x="3215368" y="546142"/>
                </a:cubicBezTo>
                <a:close/>
                <a:moveTo>
                  <a:pt x="3137348" y="546142"/>
                </a:moveTo>
                <a:cubicBezTo>
                  <a:pt x="3149399" y="546142"/>
                  <a:pt x="3159168" y="555911"/>
                  <a:pt x="3159168" y="567962"/>
                </a:cubicBezTo>
                <a:cubicBezTo>
                  <a:pt x="3159168" y="580013"/>
                  <a:pt x="3149399" y="589781"/>
                  <a:pt x="3137348" y="589781"/>
                </a:cubicBezTo>
                <a:cubicBezTo>
                  <a:pt x="3125297" y="589781"/>
                  <a:pt x="3115528" y="580013"/>
                  <a:pt x="3115528" y="567962"/>
                </a:cubicBezTo>
                <a:cubicBezTo>
                  <a:pt x="3115528" y="555911"/>
                  <a:pt x="3125297" y="546142"/>
                  <a:pt x="3137348" y="546142"/>
                </a:cubicBezTo>
                <a:close/>
                <a:moveTo>
                  <a:pt x="7109116" y="511774"/>
                </a:moveTo>
                <a:cubicBezTo>
                  <a:pt x="7121532" y="511774"/>
                  <a:pt x="7131597" y="521539"/>
                  <a:pt x="7131597" y="533592"/>
                </a:cubicBezTo>
                <a:cubicBezTo>
                  <a:pt x="7131597" y="545641"/>
                  <a:pt x="7121532" y="555412"/>
                  <a:pt x="7109116" y="555412"/>
                </a:cubicBezTo>
                <a:cubicBezTo>
                  <a:pt x="7096700" y="555412"/>
                  <a:pt x="7086635" y="545641"/>
                  <a:pt x="7086635" y="533592"/>
                </a:cubicBezTo>
                <a:cubicBezTo>
                  <a:pt x="7086635" y="521539"/>
                  <a:pt x="7096700" y="511774"/>
                  <a:pt x="7109116" y="511774"/>
                </a:cubicBezTo>
                <a:close/>
                <a:moveTo>
                  <a:pt x="7031757" y="511768"/>
                </a:moveTo>
                <a:cubicBezTo>
                  <a:pt x="7043808" y="511768"/>
                  <a:pt x="7053577" y="521536"/>
                  <a:pt x="7053577" y="533592"/>
                </a:cubicBezTo>
                <a:cubicBezTo>
                  <a:pt x="7053577" y="545640"/>
                  <a:pt x="7043808" y="555406"/>
                  <a:pt x="7031757" y="555406"/>
                </a:cubicBezTo>
                <a:cubicBezTo>
                  <a:pt x="7019706" y="555406"/>
                  <a:pt x="7009937" y="545640"/>
                  <a:pt x="7009937" y="533592"/>
                </a:cubicBezTo>
                <a:cubicBezTo>
                  <a:pt x="7009937" y="521536"/>
                  <a:pt x="7019706" y="511768"/>
                  <a:pt x="7031757" y="511768"/>
                </a:cubicBezTo>
                <a:close/>
                <a:moveTo>
                  <a:pt x="6953736" y="511764"/>
                </a:moveTo>
                <a:cubicBezTo>
                  <a:pt x="6965787" y="511764"/>
                  <a:pt x="6975556" y="521534"/>
                  <a:pt x="6975556" y="533583"/>
                </a:cubicBezTo>
                <a:cubicBezTo>
                  <a:pt x="6975556" y="545640"/>
                  <a:pt x="6965787" y="555403"/>
                  <a:pt x="6953736" y="555403"/>
                </a:cubicBezTo>
                <a:cubicBezTo>
                  <a:pt x="6941685" y="555403"/>
                  <a:pt x="6931916" y="545640"/>
                  <a:pt x="6931916" y="533583"/>
                </a:cubicBezTo>
                <a:cubicBezTo>
                  <a:pt x="6931916" y="521534"/>
                  <a:pt x="6941685" y="511764"/>
                  <a:pt x="6953736" y="511764"/>
                </a:cubicBezTo>
                <a:close/>
                <a:moveTo>
                  <a:pt x="6875716" y="511764"/>
                </a:moveTo>
                <a:cubicBezTo>
                  <a:pt x="6887767" y="511764"/>
                  <a:pt x="6897536" y="521534"/>
                  <a:pt x="6897536" y="533583"/>
                </a:cubicBezTo>
                <a:cubicBezTo>
                  <a:pt x="6897536" y="545640"/>
                  <a:pt x="6887767" y="555403"/>
                  <a:pt x="6875716" y="555403"/>
                </a:cubicBezTo>
                <a:cubicBezTo>
                  <a:pt x="6863665" y="555403"/>
                  <a:pt x="6853896" y="545640"/>
                  <a:pt x="6853896" y="533583"/>
                </a:cubicBezTo>
                <a:cubicBezTo>
                  <a:pt x="6853896" y="521534"/>
                  <a:pt x="6863665" y="511764"/>
                  <a:pt x="6875716" y="511764"/>
                </a:cubicBezTo>
                <a:close/>
                <a:moveTo>
                  <a:pt x="4928511" y="511764"/>
                </a:moveTo>
                <a:cubicBezTo>
                  <a:pt x="4940927" y="511764"/>
                  <a:pt x="4950992" y="521534"/>
                  <a:pt x="4950992" y="533583"/>
                </a:cubicBezTo>
                <a:cubicBezTo>
                  <a:pt x="4950992" y="545640"/>
                  <a:pt x="4940927" y="555403"/>
                  <a:pt x="4928511" y="555403"/>
                </a:cubicBezTo>
                <a:cubicBezTo>
                  <a:pt x="4916095" y="555403"/>
                  <a:pt x="4906030" y="545640"/>
                  <a:pt x="4906030" y="533583"/>
                </a:cubicBezTo>
                <a:cubicBezTo>
                  <a:pt x="4906030" y="521534"/>
                  <a:pt x="4916095" y="511764"/>
                  <a:pt x="4928511" y="511764"/>
                </a:cubicBezTo>
                <a:close/>
                <a:moveTo>
                  <a:pt x="4850490" y="511764"/>
                </a:moveTo>
                <a:cubicBezTo>
                  <a:pt x="4862906" y="511764"/>
                  <a:pt x="4872971" y="521534"/>
                  <a:pt x="4872971" y="533583"/>
                </a:cubicBezTo>
                <a:cubicBezTo>
                  <a:pt x="4872971" y="545640"/>
                  <a:pt x="4862906" y="555403"/>
                  <a:pt x="4850490" y="555403"/>
                </a:cubicBezTo>
                <a:cubicBezTo>
                  <a:pt x="4838074" y="555403"/>
                  <a:pt x="4828009" y="545640"/>
                  <a:pt x="4828009" y="533583"/>
                </a:cubicBezTo>
                <a:cubicBezTo>
                  <a:pt x="4828009" y="521534"/>
                  <a:pt x="4838074" y="511764"/>
                  <a:pt x="4850490" y="511764"/>
                </a:cubicBezTo>
                <a:close/>
                <a:moveTo>
                  <a:pt x="4773132" y="511764"/>
                </a:moveTo>
                <a:cubicBezTo>
                  <a:pt x="4785183" y="511764"/>
                  <a:pt x="4794952" y="521534"/>
                  <a:pt x="4794952" y="533583"/>
                </a:cubicBezTo>
                <a:cubicBezTo>
                  <a:pt x="4794952" y="545640"/>
                  <a:pt x="4785183" y="555403"/>
                  <a:pt x="4773132" y="555403"/>
                </a:cubicBezTo>
                <a:cubicBezTo>
                  <a:pt x="4761081" y="555403"/>
                  <a:pt x="4751312" y="545640"/>
                  <a:pt x="4751312" y="533583"/>
                </a:cubicBezTo>
                <a:cubicBezTo>
                  <a:pt x="4751312" y="521534"/>
                  <a:pt x="4761081" y="511764"/>
                  <a:pt x="4773132" y="511764"/>
                </a:cubicBezTo>
                <a:close/>
                <a:moveTo>
                  <a:pt x="4695111" y="511764"/>
                </a:moveTo>
                <a:cubicBezTo>
                  <a:pt x="4707162" y="511764"/>
                  <a:pt x="4716931" y="521534"/>
                  <a:pt x="4716931" y="533583"/>
                </a:cubicBezTo>
                <a:cubicBezTo>
                  <a:pt x="4716931" y="545640"/>
                  <a:pt x="4707162" y="555403"/>
                  <a:pt x="4695111" y="555403"/>
                </a:cubicBezTo>
                <a:cubicBezTo>
                  <a:pt x="4683060" y="555403"/>
                  <a:pt x="4673291" y="545640"/>
                  <a:pt x="4673291" y="533583"/>
                </a:cubicBezTo>
                <a:cubicBezTo>
                  <a:pt x="4673291" y="521534"/>
                  <a:pt x="4683060" y="511764"/>
                  <a:pt x="4695111" y="511764"/>
                </a:cubicBezTo>
                <a:close/>
                <a:moveTo>
                  <a:pt x="1813657" y="511759"/>
                </a:moveTo>
                <a:cubicBezTo>
                  <a:pt x="1825704" y="511759"/>
                  <a:pt x="1835474" y="521528"/>
                  <a:pt x="1835474" y="533579"/>
                </a:cubicBezTo>
                <a:cubicBezTo>
                  <a:pt x="1835474" y="545630"/>
                  <a:pt x="1825704" y="555399"/>
                  <a:pt x="1813657" y="555399"/>
                </a:cubicBezTo>
                <a:cubicBezTo>
                  <a:pt x="1801603" y="555399"/>
                  <a:pt x="1791833" y="545630"/>
                  <a:pt x="1791833" y="533579"/>
                </a:cubicBezTo>
                <a:cubicBezTo>
                  <a:pt x="1791833" y="521528"/>
                  <a:pt x="1801603" y="511759"/>
                  <a:pt x="1813657" y="511759"/>
                </a:cubicBezTo>
                <a:close/>
                <a:moveTo>
                  <a:pt x="1735633" y="511759"/>
                </a:moveTo>
                <a:cubicBezTo>
                  <a:pt x="1747685" y="511759"/>
                  <a:pt x="1757457" y="521528"/>
                  <a:pt x="1757457" y="533579"/>
                </a:cubicBezTo>
                <a:cubicBezTo>
                  <a:pt x="1757457" y="545630"/>
                  <a:pt x="1747685" y="555399"/>
                  <a:pt x="1735633" y="555399"/>
                </a:cubicBezTo>
                <a:cubicBezTo>
                  <a:pt x="1723586" y="555399"/>
                  <a:pt x="1713819" y="545630"/>
                  <a:pt x="1713819" y="533579"/>
                </a:cubicBezTo>
                <a:cubicBezTo>
                  <a:pt x="1713819" y="521528"/>
                  <a:pt x="1723586" y="511759"/>
                  <a:pt x="1735633" y="511759"/>
                </a:cubicBezTo>
                <a:close/>
                <a:moveTo>
                  <a:pt x="1657611" y="511759"/>
                </a:moveTo>
                <a:cubicBezTo>
                  <a:pt x="1669659" y="511759"/>
                  <a:pt x="1679436" y="521528"/>
                  <a:pt x="1679436" y="533579"/>
                </a:cubicBezTo>
                <a:cubicBezTo>
                  <a:pt x="1679436" y="545630"/>
                  <a:pt x="1669659" y="555399"/>
                  <a:pt x="1657611" y="555399"/>
                </a:cubicBezTo>
                <a:cubicBezTo>
                  <a:pt x="1645568" y="555399"/>
                  <a:pt x="1635796" y="545630"/>
                  <a:pt x="1635796" y="533579"/>
                </a:cubicBezTo>
                <a:cubicBezTo>
                  <a:pt x="1635796" y="521528"/>
                  <a:pt x="1645568" y="511759"/>
                  <a:pt x="1657611" y="511759"/>
                </a:cubicBezTo>
                <a:close/>
                <a:moveTo>
                  <a:pt x="1502899" y="511759"/>
                </a:moveTo>
                <a:cubicBezTo>
                  <a:pt x="1514943" y="511759"/>
                  <a:pt x="1524717" y="521528"/>
                  <a:pt x="1524717" y="533579"/>
                </a:cubicBezTo>
                <a:cubicBezTo>
                  <a:pt x="1524717" y="545630"/>
                  <a:pt x="1514943" y="555399"/>
                  <a:pt x="1502899" y="555399"/>
                </a:cubicBezTo>
                <a:cubicBezTo>
                  <a:pt x="1490842" y="555399"/>
                  <a:pt x="1481077" y="545630"/>
                  <a:pt x="1481077" y="533579"/>
                </a:cubicBezTo>
                <a:cubicBezTo>
                  <a:pt x="1481077" y="521528"/>
                  <a:pt x="1490842" y="511759"/>
                  <a:pt x="1502899" y="511759"/>
                </a:cubicBezTo>
                <a:close/>
                <a:moveTo>
                  <a:pt x="3916229" y="468125"/>
                </a:moveTo>
                <a:cubicBezTo>
                  <a:pt x="3928280" y="468125"/>
                  <a:pt x="3938049" y="477893"/>
                  <a:pt x="3938049" y="489945"/>
                </a:cubicBezTo>
                <a:cubicBezTo>
                  <a:pt x="3938049" y="501995"/>
                  <a:pt x="3928280" y="511765"/>
                  <a:pt x="3916229" y="511765"/>
                </a:cubicBezTo>
                <a:cubicBezTo>
                  <a:pt x="3904178" y="511765"/>
                  <a:pt x="3894409" y="501995"/>
                  <a:pt x="3894409" y="489945"/>
                </a:cubicBezTo>
                <a:cubicBezTo>
                  <a:pt x="3894409" y="477893"/>
                  <a:pt x="3904178" y="468125"/>
                  <a:pt x="3916229" y="468125"/>
                </a:cubicBezTo>
                <a:close/>
                <a:moveTo>
                  <a:pt x="3838870" y="468125"/>
                </a:moveTo>
                <a:cubicBezTo>
                  <a:pt x="3851286" y="468125"/>
                  <a:pt x="3861351" y="477893"/>
                  <a:pt x="3861351" y="489945"/>
                </a:cubicBezTo>
                <a:cubicBezTo>
                  <a:pt x="3861351" y="501995"/>
                  <a:pt x="3851286" y="511765"/>
                  <a:pt x="3838870" y="511765"/>
                </a:cubicBezTo>
                <a:cubicBezTo>
                  <a:pt x="3826454" y="511765"/>
                  <a:pt x="3816389" y="501995"/>
                  <a:pt x="3816389" y="489945"/>
                </a:cubicBezTo>
                <a:cubicBezTo>
                  <a:pt x="3816389" y="477893"/>
                  <a:pt x="3826454" y="468125"/>
                  <a:pt x="3838870" y="468125"/>
                </a:cubicBezTo>
                <a:close/>
                <a:moveTo>
                  <a:pt x="3760188" y="468124"/>
                </a:moveTo>
                <a:cubicBezTo>
                  <a:pt x="3772239" y="468124"/>
                  <a:pt x="3782008" y="477893"/>
                  <a:pt x="3782008" y="489944"/>
                </a:cubicBezTo>
                <a:cubicBezTo>
                  <a:pt x="3782008" y="501995"/>
                  <a:pt x="3772239" y="511765"/>
                  <a:pt x="3760188" y="511765"/>
                </a:cubicBezTo>
                <a:cubicBezTo>
                  <a:pt x="3748137" y="511765"/>
                  <a:pt x="3738368" y="501995"/>
                  <a:pt x="3738368" y="489944"/>
                </a:cubicBezTo>
                <a:cubicBezTo>
                  <a:pt x="3738368" y="477893"/>
                  <a:pt x="3748137" y="468124"/>
                  <a:pt x="3760188" y="468124"/>
                </a:cubicBezTo>
                <a:close/>
                <a:moveTo>
                  <a:pt x="3682168" y="468124"/>
                </a:moveTo>
                <a:cubicBezTo>
                  <a:pt x="3694219" y="468124"/>
                  <a:pt x="3703988" y="477893"/>
                  <a:pt x="3703988" y="489944"/>
                </a:cubicBezTo>
                <a:cubicBezTo>
                  <a:pt x="3703988" y="501995"/>
                  <a:pt x="3694219" y="511764"/>
                  <a:pt x="3682168" y="511764"/>
                </a:cubicBezTo>
                <a:cubicBezTo>
                  <a:pt x="3670117" y="511764"/>
                  <a:pt x="3660348" y="501995"/>
                  <a:pt x="3660348" y="489944"/>
                </a:cubicBezTo>
                <a:cubicBezTo>
                  <a:pt x="3660348" y="477893"/>
                  <a:pt x="3670117" y="468124"/>
                  <a:pt x="3682168" y="468124"/>
                </a:cubicBezTo>
                <a:close/>
                <a:moveTo>
                  <a:pt x="3604148" y="468124"/>
                </a:moveTo>
                <a:cubicBezTo>
                  <a:pt x="3616199" y="468124"/>
                  <a:pt x="3625968" y="477893"/>
                  <a:pt x="3625968" y="489943"/>
                </a:cubicBezTo>
                <a:cubicBezTo>
                  <a:pt x="3625968" y="501995"/>
                  <a:pt x="3616199" y="511764"/>
                  <a:pt x="3604148" y="511764"/>
                </a:cubicBezTo>
                <a:cubicBezTo>
                  <a:pt x="3592097" y="511764"/>
                  <a:pt x="3582328" y="501995"/>
                  <a:pt x="3582328" y="489943"/>
                </a:cubicBezTo>
                <a:cubicBezTo>
                  <a:pt x="3582328" y="477893"/>
                  <a:pt x="3592097" y="468124"/>
                  <a:pt x="3604148" y="468124"/>
                </a:cubicBezTo>
                <a:close/>
                <a:moveTo>
                  <a:pt x="3526788" y="468123"/>
                </a:moveTo>
                <a:cubicBezTo>
                  <a:pt x="3539204" y="468123"/>
                  <a:pt x="3549269" y="477892"/>
                  <a:pt x="3549269" y="489943"/>
                </a:cubicBezTo>
                <a:cubicBezTo>
                  <a:pt x="3549269" y="501994"/>
                  <a:pt x="3539204" y="511763"/>
                  <a:pt x="3526788" y="511763"/>
                </a:cubicBezTo>
                <a:cubicBezTo>
                  <a:pt x="3514372" y="511763"/>
                  <a:pt x="3504307" y="501994"/>
                  <a:pt x="3504307" y="489943"/>
                </a:cubicBezTo>
                <a:cubicBezTo>
                  <a:pt x="3504307" y="477892"/>
                  <a:pt x="3514372" y="468123"/>
                  <a:pt x="3526788" y="468123"/>
                </a:cubicBezTo>
                <a:close/>
                <a:moveTo>
                  <a:pt x="3449429" y="468123"/>
                </a:moveTo>
                <a:cubicBezTo>
                  <a:pt x="3461480" y="468123"/>
                  <a:pt x="3471249" y="477892"/>
                  <a:pt x="3471249" y="489942"/>
                </a:cubicBezTo>
                <a:cubicBezTo>
                  <a:pt x="3471249" y="501994"/>
                  <a:pt x="3461480" y="511763"/>
                  <a:pt x="3449429" y="511763"/>
                </a:cubicBezTo>
                <a:cubicBezTo>
                  <a:pt x="3437378" y="511763"/>
                  <a:pt x="3427609" y="501994"/>
                  <a:pt x="3427609" y="489942"/>
                </a:cubicBezTo>
                <a:cubicBezTo>
                  <a:pt x="3427609" y="477892"/>
                  <a:pt x="3437378" y="468123"/>
                  <a:pt x="3449429" y="468123"/>
                </a:cubicBezTo>
                <a:close/>
                <a:moveTo>
                  <a:pt x="3371408" y="468123"/>
                </a:moveTo>
                <a:cubicBezTo>
                  <a:pt x="3383459" y="468123"/>
                  <a:pt x="3393228" y="477892"/>
                  <a:pt x="3393228" y="489942"/>
                </a:cubicBezTo>
                <a:cubicBezTo>
                  <a:pt x="3393228" y="501994"/>
                  <a:pt x="3383459" y="511763"/>
                  <a:pt x="3371408" y="511763"/>
                </a:cubicBezTo>
                <a:cubicBezTo>
                  <a:pt x="3359357" y="511763"/>
                  <a:pt x="3349588" y="501994"/>
                  <a:pt x="3349588" y="489942"/>
                </a:cubicBezTo>
                <a:cubicBezTo>
                  <a:pt x="3349588" y="477892"/>
                  <a:pt x="3359357" y="468123"/>
                  <a:pt x="3371408" y="468123"/>
                </a:cubicBezTo>
                <a:close/>
                <a:moveTo>
                  <a:pt x="3293388" y="468123"/>
                </a:moveTo>
                <a:cubicBezTo>
                  <a:pt x="3305439" y="468123"/>
                  <a:pt x="3315208" y="477892"/>
                  <a:pt x="3315208" y="489942"/>
                </a:cubicBezTo>
                <a:cubicBezTo>
                  <a:pt x="3315208" y="501994"/>
                  <a:pt x="3305439" y="511763"/>
                  <a:pt x="3293388" y="511763"/>
                </a:cubicBezTo>
                <a:cubicBezTo>
                  <a:pt x="3281337" y="511763"/>
                  <a:pt x="3271568" y="501994"/>
                  <a:pt x="3271568" y="489942"/>
                </a:cubicBezTo>
                <a:cubicBezTo>
                  <a:pt x="3271568" y="477892"/>
                  <a:pt x="3281337" y="468123"/>
                  <a:pt x="3293388" y="468123"/>
                </a:cubicBezTo>
                <a:close/>
                <a:moveTo>
                  <a:pt x="3215368" y="468123"/>
                </a:moveTo>
                <a:cubicBezTo>
                  <a:pt x="3227419" y="468123"/>
                  <a:pt x="3237188" y="477892"/>
                  <a:pt x="3237188" y="489942"/>
                </a:cubicBezTo>
                <a:cubicBezTo>
                  <a:pt x="3237188" y="501994"/>
                  <a:pt x="3227419" y="511763"/>
                  <a:pt x="3215368" y="511763"/>
                </a:cubicBezTo>
                <a:cubicBezTo>
                  <a:pt x="3203317" y="511763"/>
                  <a:pt x="3193548" y="501994"/>
                  <a:pt x="3193548" y="489942"/>
                </a:cubicBezTo>
                <a:cubicBezTo>
                  <a:pt x="3193548" y="477892"/>
                  <a:pt x="3203317" y="468123"/>
                  <a:pt x="3215368" y="468123"/>
                </a:cubicBezTo>
                <a:close/>
                <a:moveTo>
                  <a:pt x="3137348" y="468123"/>
                </a:moveTo>
                <a:cubicBezTo>
                  <a:pt x="3149399" y="468123"/>
                  <a:pt x="3159168" y="477892"/>
                  <a:pt x="3159168" y="489942"/>
                </a:cubicBezTo>
                <a:cubicBezTo>
                  <a:pt x="3159168" y="501994"/>
                  <a:pt x="3149399" y="511763"/>
                  <a:pt x="3137348" y="511763"/>
                </a:cubicBezTo>
                <a:cubicBezTo>
                  <a:pt x="3125297" y="511763"/>
                  <a:pt x="3115528" y="501994"/>
                  <a:pt x="3115528" y="489942"/>
                </a:cubicBezTo>
                <a:cubicBezTo>
                  <a:pt x="3115528" y="477892"/>
                  <a:pt x="3125297" y="468123"/>
                  <a:pt x="3137348" y="468123"/>
                </a:cubicBezTo>
                <a:close/>
                <a:moveTo>
                  <a:pt x="3059326" y="468123"/>
                </a:moveTo>
                <a:cubicBezTo>
                  <a:pt x="3071377" y="468123"/>
                  <a:pt x="3081146" y="477892"/>
                  <a:pt x="3081146" y="489942"/>
                </a:cubicBezTo>
                <a:cubicBezTo>
                  <a:pt x="3081146" y="501994"/>
                  <a:pt x="3071377" y="511763"/>
                  <a:pt x="3059326" y="511763"/>
                </a:cubicBezTo>
                <a:cubicBezTo>
                  <a:pt x="3047275" y="511763"/>
                  <a:pt x="3037506" y="501994"/>
                  <a:pt x="3037506" y="489942"/>
                </a:cubicBezTo>
                <a:cubicBezTo>
                  <a:pt x="3037506" y="477892"/>
                  <a:pt x="3047275" y="468123"/>
                  <a:pt x="3059326" y="468123"/>
                </a:cubicBezTo>
                <a:close/>
                <a:moveTo>
                  <a:pt x="2981306" y="468123"/>
                </a:moveTo>
                <a:cubicBezTo>
                  <a:pt x="2993357" y="468123"/>
                  <a:pt x="3003126" y="477892"/>
                  <a:pt x="3003126" y="489942"/>
                </a:cubicBezTo>
                <a:cubicBezTo>
                  <a:pt x="3003126" y="501994"/>
                  <a:pt x="2993357" y="511763"/>
                  <a:pt x="2981306" y="511763"/>
                </a:cubicBezTo>
                <a:cubicBezTo>
                  <a:pt x="2969255" y="511763"/>
                  <a:pt x="2959486" y="501994"/>
                  <a:pt x="2959486" y="489942"/>
                </a:cubicBezTo>
                <a:cubicBezTo>
                  <a:pt x="2959486" y="477892"/>
                  <a:pt x="2969255" y="468123"/>
                  <a:pt x="2981306" y="468123"/>
                </a:cubicBezTo>
                <a:close/>
                <a:moveTo>
                  <a:pt x="2903286" y="468123"/>
                </a:moveTo>
                <a:cubicBezTo>
                  <a:pt x="2915337" y="468123"/>
                  <a:pt x="2925106" y="477892"/>
                  <a:pt x="2925106" y="489942"/>
                </a:cubicBezTo>
                <a:cubicBezTo>
                  <a:pt x="2925106" y="501994"/>
                  <a:pt x="2915337" y="511763"/>
                  <a:pt x="2903286" y="511763"/>
                </a:cubicBezTo>
                <a:cubicBezTo>
                  <a:pt x="2891235" y="511763"/>
                  <a:pt x="2881466" y="501994"/>
                  <a:pt x="2881466" y="489942"/>
                </a:cubicBezTo>
                <a:cubicBezTo>
                  <a:pt x="2881466" y="477892"/>
                  <a:pt x="2891235" y="468123"/>
                  <a:pt x="2903286" y="468123"/>
                </a:cubicBezTo>
                <a:close/>
                <a:moveTo>
                  <a:pt x="2826588" y="468123"/>
                </a:moveTo>
                <a:cubicBezTo>
                  <a:pt x="2838639" y="468123"/>
                  <a:pt x="2848408" y="477892"/>
                  <a:pt x="2848408" y="489942"/>
                </a:cubicBezTo>
                <a:cubicBezTo>
                  <a:pt x="2848408" y="501994"/>
                  <a:pt x="2838639" y="511763"/>
                  <a:pt x="2826588" y="511763"/>
                </a:cubicBezTo>
                <a:cubicBezTo>
                  <a:pt x="2814537" y="511763"/>
                  <a:pt x="2804768" y="501994"/>
                  <a:pt x="2804768" y="489942"/>
                </a:cubicBezTo>
                <a:cubicBezTo>
                  <a:pt x="2804768" y="477892"/>
                  <a:pt x="2814537" y="468123"/>
                  <a:pt x="2826588" y="468123"/>
                </a:cubicBezTo>
                <a:close/>
                <a:moveTo>
                  <a:pt x="2748567" y="468123"/>
                </a:moveTo>
                <a:cubicBezTo>
                  <a:pt x="2760618" y="468123"/>
                  <a:pt x="2770387" y="477892"/>
                  <a:pt x="2770387" y="489942"/>
                </a:cubicBezTo>
                <a:cubicBezTo>
                  <a:pt x="2770387" y="501994"/>
                  <a:pt x="2760618" y="511763"/>
                  <a:pt x="2748567" y="511763"/>
                </a:cubicBezTo>
                <a:cubicBezTo>
                  <a:pt x="2736516" y="511763"/>
                  <a:pt x="2726747" y="501994"/>
                  <a:pt x="2726747" y="489942"/>
                </a:cubicBezTo>
                <a:cubicBezTo>
                  <a:pt x="2726747" y="477892"/>
                  <a:pt x="2736516" y="468123"/>
                  <a:pt x="2748567" y="468123"/>
                </a:cubicBezTo>
                <a:close/>
                <a:moveTo>
                  <a:pt x="2670547" y="468122"/>
                </a:moveTo>
                <a:cubicBezTo>
                  <a:pt x="2682598" y="468122"/>
                  <a:pt x="2692367" y="477891"/>
                  <a:pt x="2692367" y="489942"/>
                </a:cubicBezTo>
                <a:cubicBezTo>
                  <a:pt x="2692367" y="501993"/>
                  <a:pt x="2682598" y="511762"/>
                  <a:pt x="2670547" y="511762"/>
                </a:cubicBezTo>
                <a:cubicBezTo>
                  <a:pt x="2658496" y="511762"/>
                  <a:pt x="2648727" y="501993"/>
                  <a:pt x="2648727" y="489942"/>
                </a:cubicBezTo>
                <a:cubicBezTo>
                  <a:pt x="2648727" y="477891"/>
                  <a:pt x="2658496" y="468122"/>
                  <a:pt x="2670547" y="468122"/>
                </a:cubicBezTo>
                <a:close/>
                <a:moveTo>
                  <a:pt x="6953736" y="433746"/>
                </a:moveTo>
                <a:cubicBezTo>
                  <a:pt x="6965787" y="433746"/>
                  <a:pt x="6975556" y="443808"/>
                  <a:pt x="6975556" y="456228"/>
                </a:cubicBezTo>
                <a:cubicBezTo>
                  <a:pt x="6975556" y="468641"/>
                  <a:pt x="6965787" y="478708"/>
                  <a:pt x="6953736" y="478708"/>
                </a:cubicBezTo>
                <a:cubicBezTo>
                  <a:pt x="6941685" y="478708"/>
                  <a:pt x="6931916" y="468641"/>
                  <a:pt x="6931916" y="456228"/>
                </a:cubicBezTo>
                <a:cubicBezTo>
                  <a:pt x="6931916" y="443808"/>
                  <a:pt x="6941685" y="433746"/>
                  <a:pt x="6953736" y="433746"/>
                </a:cubicBezTo>
                <a:close/>
                <a:moveTo>
                  <a:pt x="6875716" y="433746"/>
                </a:moveTo>
                <a:cubicBezTo>
                  <a:pt x="6887767" y="433746"/>
                  <a:pt x="6897536" y="443808"/>
                  <a:pt x="6897536" y="456228"/>
                </a:cubicBezTo>
                <a:cubicBezTo>
                  <a:pt x="6897536" y="468640"/>
                  <a:pt x="6887767" y="478708"/>
                  <a:pt x="6875716" y="478708"/>
                </a:cubicBezTo>
                <a:cubicBezTo>
                  <a:pt x="6863665" y="478708"/>
                  <a:pt x="6853896" y="468640"/>
                  <a:pt x="6853896" y="456228"/>
                </a:cubicBezTo>
                <a:cubicBezTo>
                  <a:pt x="6853896" y="443808"/>
                  <a:pt x="6863665" y="433746"/>
                  <a:pt x="6875716" y="433746"/>
                </a:cubicBezTo>
                <a:close/>
                <a:moveTo>
                  <a:pt x="6798356" y="433746"/>
                </a:moveTo>
                <a:cubicBezTo>
                  <a:pt x="6810772" y="433746"/>
                  <a:pt x="6820837" y="443808"/>
                  <a:pt x="6820837" y="456228"/>
                </a:cubicBezTo>
                <a:cubicBezTo>
                  <a:pt x="6820837" y="468640"/>
                  <a:pt x="6810772" y="478708"/>
                  <a:pt x="6798356" y="478708"/>
                </a:cubicBezTo>
                <a:cubicBezTo>
                  <a:pt x="6785940" y="478708"/>
                  <a:pt x="6775875" y="468640"/>
                  <a:pt x="6775875" y="456228"/>
                </a:cubicBezTo>
                <a:cubicBezTo>
                  <a:pt x="6775875" y="443808"/>
                  <a:pt x="6785940" y="433746"/>
                  <a:pt x="6798356" y="433746"/>
                </a:cubicBezTo>
                <a:close/>
                <a:moveTo>
                  <a:pt x="5085212" y="433746"/>
                </a:moveTo>
                <a:cubicBezTo>
                  <a:pt x="5097263" y="433746"/>
                  <a:pt x="5107032" y="443808"/>
                  <a:pt x="5107032" y="456228"/>
                </a:cubicBezTo>
                <a:cubicBezTo>
                  <a:pt x="5107032" y="468640"/>
                  <a:pt x="5097263" y="478708"/>
                  <a:pt x="5085212" y="478708"/>
                </a:cubicBezTo>
                <a:cubicBezTo>
                  <a:pt x="5073161" y="478708"/>
                  <a:pt x="5063392" y="468640"/>
                  <a:pt x="5063392" y="456228"/>
                </a:cubicBezTo>
                <a:cubicBezTo>
                  <a:pt x="5063392" y="443808"/>
                  <a:pt x="5073161" y="433746"/>
                  <a:pt x="5085212" y="433746"/>
                </a:cubicBezTo>
                <a:close/>
                <a:moveTo>
                  <a:pt x="5007193" y="433746"/>
                </a:moveTo>
                <a:cubicBezTo>
                  <a:pt x="5019244" y="433746"/>
                  <a:pt x="5029013" y="443808"/>
                  <a:pt x="5029013" y="456228"/>
                </a:cubicBezTo>
                <a:cubicBezTo>
                  <a:pt x="5029013" y="468640"/>
                  <a:pt x="5019244" y="478708"/>
                  <a:pt x="5007193" y="478708"/>
                </a:cubicBezTo>
                <a:cubicBezTo>
                  <a:pt x="4995142" y="478708"/>
                  <a:pt x="4985373" y="468640"/>
                  <a:pt x="4985373" y="456228"/>
                </a:cubicBezTo>
                <a:cubicBezTo>
                  <a:pt x="4985373" y="443808"/>
                  <a:pt x="4995142" y="433746"/>
                  <a:pt x="5007193" y="433746"/>
                </a:cubicBezTo>
                <a:close/>
                <a:moveTo>
                  <a:pt x="4928511" y="433746"/>
                </a:moveTo>
                <a:cubicBezTo>
                  <a:pt x="4940927" y="433746"/>
                  <a:pt x="4950992" y="443808"/>
                  <a:pt x="4950992" y="456228"/>
                </a:cubicBezTo>
                <a:cubicBezTo>
                  <a:pt x="4950992" y="468640"/>
                  <a:pt x="4940927" y="478708"/>
                  <a:pt x="4928511" y="478708"/>
                </a:cubicBezTo>
                <a:cubicBezTo>
                  <a:pt x="4916095" y="478708"/>
                  <a:pt x="4906030" y="468640"/>
                  <a:pt x="4906030" y="456228"/>
                </a:cubicBezTo>
                <a:cubicBezTo>
                  <a:pt x="4906030" y="443808"/>
                  <a:pt x="4916095" y="433746"/>
                  <a:pt x="4928511" y="433746"/>
                </a:cubicBezTo>
                <a:close/>
                <a:moveTo>
                  <a:pt x="4850490" y="433746"/>
                </a:moveTo>
                <a:cubicBezTo>
                  <a:pt x="4862906" y="433746"/>
                  <a:pt x="4872971" y="443808"/>
                  <a:pt x="4872971" y="456228"/>
                </a:cubicBezTo>
                <a:cubicBezTo>
                  <a:pt x="4872971" y="468640"/>
                  <a:pt x="4862906" y="478708"/>
                  <a:pt x="4850490" y="478708"/>
                </a:cubicBezTo>
                <a:cubicBezTo>
                  <a:pt x="4838074" y="478708"/>
                  <a:pt x="4828009" y="468640"/>
                  <a:pt x="4828009" y="456228"/>
                </a:cubicBezTo>
                <a:cubicBezTo>
                  <a:pt x="4828009" y="443808"/>
                  <a:pt x="4838074" y="433746"/>
                  <a:pt x="4850490" y="433746"/>
                </a:cubicBezTo>
                <a:close/>
                <a:moveTo>
                  <a:pt x="1735633" y="433740"/>
                </a:moveTo>
                <a:cubicBezTo>
                  <a:pt x="1747685" y="433740"/>
                  <a:pt x="1757457" y="443805"/>
                  <a:pt x="1757457" y="456221"/>
                </a:cubicBezTo>
                <a:cubicBezTo>
                  <a:pt x="1757457" y="468637"/>
                  <a:pt x="1747685" y="478702"/>
                  <a:pt x="1735633" y="478702"/>
                </a:cubicBezTo>
                <a:cubicBezTo>
                  <a:pt x="1723586" y="478702"/>
                  <a:pt x="1713819" y="468637"/>
                  <a:pt x="1713819" y="456221"/>
                </a:cubicBezTo>
                <a:cubicBezTo>
                  <a:pt x="1713819" y="443805"/>
                  <a:pt x="1723586" y="433740"/>
                  <a:pt x="1735633" y="433740"/>
                </a:cubicBezTo>
                <a:close/>
                <a:moveTo>
                  <a:pt x="3916229" y="390104"/>
                </a:moveTo>
                <a:cubicBezTo>
                  <a:pt x="3928280" y="390104"/>
                  <a:pt x="3938049" y="399873"/>
                  <a:pt x="3938049" y="411924"/>
                </a:cubicBezTo>
                <a:cubicBezTo>
                  <a:pt x="3938049" y="423975"/>
                  <a:pt x="3928280" y="433744"/>
                  <a:pt x="3916229" y="433744"/>
                </a:cubicBezTo>
                <a:cubicBezTo>
                  <a:pt x="3904178" y="433744"/>
                  <a:pt x="3894409" y="423975"/>
                  <a:pt x="3894409" y="411924"/>
                </a:cubicBezTo>
                <a:cubicBezTo>
                  <a:pt x="3894409" y="399873"/>
                  <a:pt x="3904178" y="390104"/>
                  <a:pt x="3916229" y="390104"/>
                </a:cubicBezTo>
                <a:close/>
                <a:moveTo>
                  <a:pt x="3838870" y="390104"/>
                </a:moveTo>
                <a:cubicBezTo>
                  <a:pt x="3851286" y="390104"/>
                  <a:pt x="3861351" y="399872"/>
                  <a:pt x="3861351" y="411923"/>
                </a:cubicBezTo>
                <a:cubicBezTo>
                  <a:pt x="3861351" y="423975"/>
                  <a:pt x="3851286" y="433743"/>
                  <a:pt x="3838870" y="433743"/>
                </a:cubicBezTo>
                <a:cubicBezTo>
                  <a:pt x="3826454" y="433743"/>
                  <a:pt x="3816389" y="423975"/>
                  <a:pt x="3816389" y="411923"/>
                </a:cubicBezTo>
                <a:cubicBezTo>
                  <a:pt x="3816389" y="399872"/>
                  <a:pt x="3826454" y="390104"/>
                  <a:pt x="3838870" y="390104"/>
                </a:cubicBezTo>
                <a:close/>
                <a:moveTo>
                  <a:pt x="3760188" y="390102"/>
                </a:moveTo>
                <a:cubicBezTo>
                  <a:pt x="3772239" y="390102"/>
                  <a:pt x="3782008" y="399872"/>
                  <a:pt x="3782008" y="411923"/>
                </a:cubicBezTo>
                <a:cubicBezTo>
                  <a:pt x="3782008" y="423975"/>
                  <a:pt x="3772239" y="433743"/>
                  <a:pt x="3760188" y="433743"/>
                </a:cubicBezTo>
                <a:cubicBezTo>
                  <a:pt x="3748137" y="433743"/>
                  <a:pt x="3738368" y="423975"/>
                  <a:pt x="3738368" y="411923"/>
                </a:cubicBezTo>
                <a:cubicBezTo>
                  <a:pt x="3738368" y="399872"/>
                  <a:pt x="3748137" y="390102"/>
                  <a:pt x="3760188" y="390102"/>
                </a:cubicBezTo>
                <a:close/>
                <a:moveTo>
                  <a:pt x="3682168" y="390102"/>
                </a:moveTo>
                <a:cubicBezTo>
                  <a:pt x="3694219" y="390102"/>
                  <a:pt x="3703988" y="399871"/>
                  <a:pt x="3703988" y="411922"/>
                </a:cubicBezTo>
                <a:cubicBezTo>
                  <a:pt x="3703988" y="423974"/>
                  <a:pt x="3694219" y="433743"/>
                  <a:pt x="3682168" y="433743"/>
                </a:cubicBezTo>
                <a:cubicBezTo>
                  <a:pt x="3670117" y="433743"/>
                  <a:pt x="3660348" y="423974"/>
                  <a:pt x="3660348" y="411922"/>
                </a:cubicBezTo>
                <a:cubicBezTo>
                  <a:pt x="3660348" y="399871"/>
                  <a:pt x="3670117" y="390102"/>
                  <a:pt x="3682168" y="390102"/>
                </a:cubicBezTo>
                <a:close/>
                <a:moveTo>
                  <a:pt x="3604148" y="390102"/>
                </a:moveTo>
                <a:cubicBezTo>
                  <a:pt x="3616199" y="390102"/>
                  <a:pt x="3625968" y="399871"/>
                  <a:pt x="3625968" y="411922"/>
                </a:cubicBezTo>
                <a:cubicBezTo>
                  <a:pt x="3625968" y="423974"/>
                  <a:pt x="3616199" y="433742"/>
                  <a:pt x="3604148" y="433742"/>
                </a:cubicBezTo>
                <a:cubicBezTo>
                  <a:pt x="3592097" y="433742"/>
                  <a:pt x="3582328" y="423974"/>
                  <a:pt x="3582328" y="411922"/>
                </a:cubicBezTo>
                <a:cubicBezTo>
                  <a:pt x="3582328" y="399871"/>
                  <a:pt x="3592097" y="390102"/>
                  <a:pt x="3604148" y="390102"/>
                </a:cubicBezTo>
                <a:close/>
                <a:moveTo>
                  <a:pt x="3059326" y="390102"/>
                </a:moveTo>
                <a:cubicBezTo>
                  <a:pt x="3071377" y="390102"/>
                  <a:pt x="3081146" y="399871"/>
                  <a:pt x="3081146" y="411922"/>
                </a:cubicBezTo>
                <a:cubicBezTo>
                  <a:pt x="3081146" y="423974"/>
                  <a:pt x="3071377" y="433743"/>
                  <a:pt x="3059326" y="433743"/>
                </a:cubicBezTo>
                <a:cubicBezTo>
                  <a:pt x="3047275" y="433743"/>
                  <a:pt x="3037506" y="423974"/>
                  <a:pt x="3037506" y="411922"/>
                </a:cubicBezTo>
                <a:cubicBezTo>
                  <a:pt x="3037506" y="399871"/>
                  <a:pt x="3047275" y="390102"/>
                  <a:pt x="3059326" y="390102"/>
                </a:cubicBezTo>
                <a:close/>
                <a:moveTo>
                  <a:pt x="2981306" y="390102"/>
                </a:moveTo>
                <a:cubicBezTo>
                  <a:pt x="2993357" y="390102"/>
                  <a:pt x="3003126" y="399871"/>
                  <a:pt x="3003126" y="411922"/>
                </a:cubicBezTo>
                <a:cubicBezTo>
                  <a:pt x="3003126" y="423974"/>
                  <a:pt x="2993357" y="433743"/>
                  <a:pt x="2981306" y="433743"/>
                </a:cubicBezTo>
                <a:cubicBezTo>
                  <a:pt x="2969255" y="433743"/>
                  <a:pt x="2959486" y="423974"/>
                  <a:pt x="2959486" y="411922"/>
                </a:cubicBezTo>
                <a:cubicBezTo>
                  <a:pt x="2959486" y="399871"/>
                  <a:pt x="2969255" y="390102"/>
                  <a:pt x="2981306" y="390102"/>
                </a:cubicBezTo>
                <a:close/>
                <a:moveTo>
                  <a:pt x="2903286" y="390102"/>
                </a:moveTo>
                <a:cubicBezTo>
                  <a:pt x="2915337" y="390102"/>
                  <a:pt x="2925106" y="399871"/>
                  <a:pt x="2925106" y="411922"/>
                </a:cubicBezTo>
                <a:cubicBezTo>
                  <a:pt x="2925106" y="423974"/>
                  <a:pt x="2915337" y="433743"/>
                  <a:pt x="2903286" y="433743"/>
                </a:cubicBezTo>
                <a:cubicBezTo>
                  <a:pt x="2891235" y="433743"/>
                  <a:pt x="2881466" y="423974"/>
                  <a:pt x="2881466" y="411922"/>
                </a:cubicBezTo>
                <a:cubicBezTo>
                  <a:pt x="2881466" y="399871"/>
                  <a:pt x="2891235" y="390102"/>
                  <a:pt x="2903286" y="390102"/>
                </a:cubicBezTo>
                <a:close/>
                <a:moveTo>
                  <a:pt x="2826588" y="390102"/>
                </a:moveTo>
                <a:cubicBezTo>
                  <a:pt x="2838639" y="390102"/>
                  <a:pt x="2848408" y="399871"/>
                  <a:pt x="2848408" y="411922"/>
                </a:cubicBezTo>
                <a:cubicBezTo>
                  <a:pt x="2848408" y="423974"/>
                  <a:pt x="2838639" y="433743"/>
                  <a:pt x="2826588" y="433743"/>
                </a:cubicBezTo>
                <a:cubicBezTo>
                  <a:pt x="2814537" y="433743"/>
                  <a:pt x="2804768" y="423974"/>
                  <a:pt x="2804768" y="411922"/>
                </a:cubicBezTo>
                <a:cubicBezTo>
                  <a:pt x="2804768" y="399871"/>
                  <a:pt x="2814537" y="390102"/>
                  <a:pt x="2826588" y="390102"/>
                </a:cubicBezTo>
                <a:close/>
                <a:moveTo>
                  <a:pt x="2748567" y="390102"/>
                </a:moveTo>
                <a:cubicBezTo>
                  <a:pt x="2760618" y="390102"/>
                  <a:pt x="2770387" y="399871"/>
                  <a:pt x="2770387" y="411922"/>
                </a:cubicBezTo>
                <a:cubicBezTo>
                  <a:pt x="2770387" y="423974"/>
                  <a:pt x="2760618" y="433743"/>
                  <a:pt x="2748567" y="433743"/>
                </a:cubicBezTo>
                <a:cubicBezTo>
                  <a:pt x="2736516" y="433743"/>
                  <a:pt x="2726747" y="423974"/>
                  <a:pt x="2726747" y="411922"/>
                </a:cubicBezTo>
                <a:cubicBezTo>
                  <a:pt x="2726747" y="399871"/>
                  <a:pt x="2736516" y="390102"/>
                  <a:pt x="2748567" y="390102"/>
                </a:cubicBezTo>
                <a:close/>
                <a:moveTo>
                  <a:pt x="3526788" y="390102"/>
                </a:moveTo>
                <a:cubicBezTo>
                  <a:pt x="3539204" y="390102"/>
                  <a:pt x="3549269" y="399871"/>
                  <a:pt x="3549269" y="411922"/>
                </a:cubicBezTo>
                <a:cubicBezTo>
                  <a:pt x="3549269" y="423974"/>
                  <a:pt x="3539204" y="433742"/>
                  <a:pt x="3526788" y="433742"/>
                </a:cubicBezTo>
                <a:cubicBezTo>
                  <a:pt x="3514372" y="433742"/>
                  <a:pt x="3504307" y="423974"/>
                  <a:pt x="3504307" y="411922"/>
                </a:cubicBezTo>
                <a:cubicBezTo>
                  <a:pt x="3504307" y="399871"/>
                  <a:pt x="3514372" y="390102"/>
                  <a:pt x="3526788" y="390102"/>
                </a:cubicBezTo>
                <a:close/>
                <a:moveTo>
                  <a:pt x="2670547" y="390102"/>
                </a:moveTo>
                <a:cubicBezTo>
                  <a:pt x="2682598" y="390102"/>
                  <a:pt x="2692367" y="399871"/>
                  <a:pt x="2692367" y="411922"/>
                </a:cubicBezTo>
                <a:cubicBezTo>
                  <a:pt x="2692367" y="423973"/>
                  <a:pt x="2682598" y="433742"/>
                  <a:pt x="2670547" y="433742"/>
                </a:cubicBezTo>
                <a:cubicBezTo>
                  <a:pt x="2658496" y="433742"/>
                  <a:pt x="2648727" y="423973"/>
                  <a:pt x="2648727" y="411922"/>
                </a:cubicBezTo>
                <a:cubicBezTo>
                  <a:pt x="2648727" y="399871"/>
                  <a:pt x="2658496" y="390102"/>
                  <a:pt x="2670547" y="390102"/>
                </a:cubicBezTo>
                <a:close/>
                <a:moveTo>
                  <a:pt x="2592527" y="390102"/>
                </a:moveTo>
                <a:cubicBezTo>
                  <a:pt x="2604578" y="390102"/>
                  <a:pt x="2614347" y="399871"/>
                  <a:pt x="2614347" y="411922"/>
                </a:cubicBezTo>
                <a:cubicBezTo>
                  <a:pt x="2614347" y="423973"/>
                  <a:pt x="2604578" y="433742"/>
                  <a:pt x="2592527" y="433742"/>
                </a:cubicBezTo>
                <a:cubicBezTo>
                  <a:pt x="2580476" y="433742"/>
                  <a:pt x="2570707" y="423973"/>
                  <a:pt x="2570707" y="411922"/>
                </a:cubicBezTo>
                <a:cubicBezTo>
                  <a:pt x="2570707" y="399871"/>
                  <a:pt x="2580476" y="390102"/>
                  <a:pt x="2592527" y="390102"/>
                </a:cubicBezTo>
                <a:close/>
                <a:moveTo>
                  <a:pt x="2358465" y="390102"/>
                </a:moveTo>
                <a:cubicBezTo>
                  <a:pt x="2370516" y="390102"/>
                  <a:pt x="2380285" y="399871"/>
                  <a:pt x="2380285" y="411922"/>
                </a:cubicBezTo>
                <a:cubicBezTo>
                  <a:pt x="2380285" y="423973"/>
                  <a:pt x="2370516" y="433742"/>
                  <a:pt x="2358465" y="433742"/>
                </a:cubicBezTo>
                <a:cubicBezTo>
                  <a:pt x="2346414" y="433742"/>
                  <a:pt x="2336645" y="423973"/>
                  <a:pt x="2336645" y="411922"/>
                </a:cubicBezTo>
                <a:cubicBezTo>
                  <a:pt x="2336645" y="399871"/>
                  <a:pt x="2346414" y="390102"/>
                  <a:pt x="2358465" y="390102"/>
                </a:cubicBezTo>
                <a:close/>
                <a:moveTo>
                  <a:pt x="2280445" y="390102"/>
                </a:moveTo>
                <a:cubicBezTo>
                  <a:pt x="2292496" y="390102"/>
                  <a:pt x="2302265" y="399871"/>
                  <a:pt x="2302265" y="411922"/>
                </a:cubicBezTo>
                <a:cubicBezTo>
                  <a:pt x="2302265" y="423973"/>
                  <a:pt x="2292496" y="433742"/>
                  <a:pt x="2280445" y="433742"/>
                </a:cubicBezTo>
                <a:cubicBezTo>
                  <a:pt x="2268394" y="433742"/>
                  <a:pt x="2258625" y="423973"/>
                  <a:pt x="2258625" y="411922"/>
                </a:cubicBezTo>
                <a:cubicBezTo>
                  <a:pt x="2258625" y="399871"/>
                  <a:pt x="2268394" y="390102"/>
                  <a:pt x="2280445" y="390102"/>
                </a:cubicBezTo>
                <a:close/>
                <a:moveTo>
                  <a:pt x="2203086" y="390102"/>
                </a:moveTo>
                <a:cubicBezTo>
                  <a:pt x="2215502" y="390102"/>
                  <a:pt x="2225567" y="399871"/>
                  <a:pt x="2225567" y="411922"/>
                </a:cubicBezTo>
                <a:cubicBezTo>
                  <a:pt x="2225567" y="423973"/>
                  <a:pt x="2215502" y="433742"/>
                  <a:pt x="2203086" y="433742"/>
                </a:cubicBezTo>
                <a:cubicBezTo>
                  <a:pt x="2190670" y="433742"/>
                  <a:pt x="2180605" y="423973"/>
                  <a:pt x="2180605" y="411922"/>
                </a:cubicBezTo>
                <a:cubicBezTo>
                  <a:pt x="2180605" y="399871"/>
                  <a:pt x="2190670" y="390102"/>
                  <a:pt x="2203086" y="390102"/>
                </a:cubicBezTo>
                <a:close/>
                <a:moveTo>
                  <a:pt x="3449429" y="390102"/>
                </a:moveTo>
                <a:cubicBezTo>
                  <a:pt x="3461480" y="390102"/>
                  <a:pt x="3471249" y="399871"/>
                  <a:pt x="3471249" y="411922"/>
                </a:cubicBezTo>
                <a:cubicBezTo>
                  <a:pt x="3471249" y="423973"/>
                  <a:pt x="3461480" y="433742"/>
                  <a:pt x="3449429" y="433742"/>
                </a:cubicBezTo>
                <a:cubicBezTo>
                  <a:pt x="3437378" y="433742"/>
                  <a:pt x="3427609" y="423973"/>
                  <a:pt x="3427609" y="411922"/>
                </a:cubicBezTo>
                <a:cubicBezTo>
                  <a:pt x="3427609" y="399871"/>
                  <a:pt x="3437378" y="390102"/>
                  <a:pt x="3449429" y="390102"/>
                </a:cubicBezTo>
                <a:close/>
                <a:moveTo>
                  <a:pt x="3371408" y="390102"/>
                </a:moveTo>
                <a:cubicBezTo>
                  <a:pt x="3383459" y="390102"/>
                  <a:pt x="3393228" y="399871"/>
                  <a:pt x="3393228" y="411922"/>
                </a:cubicBezTo>
                <a:cubicBezTo>
                  <a:pt x="3393228" y="423973"/>
                  <a:pt x="3383459" y="433742"/>
                  <a:pt x="3371408" y="433742"/>
                </a:cubicBezTo>
                <a:cubicBezTo>
                  <a:pt x="3359357" y="433742"/>
                  <a:pt x="3349588" y="423973"/>
                  <a:pt x="3349588" y="411922"/>
                </a:cubicBezTo>
                <a:cubicBezTo>
                  <a:pt x="3349588" y="399871"/>
                  <a:pt x="3359357" y="390102"/>
                  <a:pt x="3371408" y="390102"/>
                </a:cubicBezTo>
                <a:close/>
                <a:moveTo>
                  <a:pt x="3293388" y="390102"/>
                </a:moveTo>
                <a:cubicBezTo>
                  <a:pt x="3305439" y="390102"/>
                  <a:pt x="3315208" y="399871"/>
                  <a:pt x="3315208" y="411922"/>
                </a:cubicBezTo>
                <a:cubicBezTo>
                  <a:pt x="3315208" y="423973"/>
                  <a:pt x="3305439" y="433742"/>
                  <a:pt x="3293388" y="433742"/>
                </a:cubicBezTo>
                <a:cubicBezTo>
                  <a:pt x="3281337" y="433742"/>
                  <a:pt x="3271568" y="423973"/>
                  <a:pt x="3271568" y="411922"/>
                </a:cubicBezTo>
                <a:cubicBezTo>
                  <a:pt x="3271568" y="399871"/>
                  <a:pt x="3281337" y="390102"/>
                  <a:pt x="3293388" y="390102"/>
                </a:cubicBezTo>
                <a:close/>
                <a:moveTo>
                  <a:pt x="3215368" y="390102"/>
                </a:moveTo>
                <a:cubicBezTo>
                  <a:pt x="3227419" y="390102"/>
                  <a:pt x="3237188" y="399871"/>
                  <a:pt x="3237188" y="411922"/>
                </a:cubicBezTo>
                <a:cubicBezTo>
                  <a:pt x="3237188" y="423973"/>
                  <a:pt x="3227419" y="433742"/>
                  <a:pt x="3215368" y="433742"/>
                </a:cubicBezTo>
                <a:cubicBezTo>
                  <a:pt x="3203317" y="433742"/>
                  <a:pt x="3193548" y="423973"/>
                  <a:pt x="3193548" y="411922"/>
                </a:cubicBezTo>
                <a:cubicBezTo>
                  <a:pt x="3193548" y="399871"/>
                  <a:pt x="3203317" y="390102"/>
                  <a:pt x="3215368" y="390102"/>
                </a:cubicBezTo>
                <a:close/>
                <a:moveTo>
                  <a:pt x="3137348" y="390102"/>
                </a:moveTo>
                <a:cubicBezTo>
                  <a:pt x="3149399" y="390102"/>
                  <a:pt x="3159168" y="399871"/>
                  <a:pt x="3159168" y="411922"/>
                </a:cubicBezTo>
                <a:cubicBezTo>
                  <a:pt x="3159168" y="423973"/>
                  <a:pt x="3149399" y="433742"/>
                  <a:pt x="3137348" y="433742"/>
                </a:cubicBezTo>
                <a:cubicBezTo>
                  <a:pt x="3125297" y="433742"/>
                  <a:pt x="3115528" y="423973"/>
                  <a:pt x="3115528" y="411922"/>
                </a:cubicBezTo>
                <a:cubicBezTo>
                  <a:pt x="3115528" y="399871"/>
                  <a:pt x="3125297" y="390102"/>
                  <a:pt x="3137348" y="390102"/>
                </a:cubicBezTo>
                <a:close/>
                <a:moveTo>
                  <a:pt x="6875716" y="357044"/>
                </a:moveTo>
                <a:cubicBezTo>
                  <a:pt x="6887767" y="357044"/>
                  <a:pt x="6897536" y="366816"/>
                  <a:pt x="6897536" y="378865"/>
                </a:cubicBezTo>
                <a:cubicBezTo>
                  <a:pt x="6897536" y="390921"/>
                  <a:pt x="6887767" y="400685"/>
                  <a:pt x="6875716" y="400685"/>
                </a:cubicBezTo>
                <a:cubicBezTo>
                  <a:pt x="6863665" y="400685"/>
                  <a:pt x="6853896" y="390921"/>
                  <a:pt x="6853896" y="378865"/>
                </a:cubicBezTo>
                <a:cubicBezTo>
                  <a:pt x="6853896" y="366816"/>
                  <a:pt x="6863665" y="357044"/>
                  <a:pt x="6875716" y="357044"/>
                </a:cubicBezTo>
                <a:close/>
                <a:moveTo>
                  <a:pt x="3916229" y="312083"/>
                </a:moveTo>
                <a:cubicBezTo>
                  <a:pt x="3928280" y="312083"/>
                  <a:pt x="3938049" y="322147"/>
                  <a:pt x="3938049" y="334564"/>
                </a:cubicBezTo>
                <a:cubicBezTo>
                  <a:pt x="3938049" y="346979"/>
                  <a:pt x="3928280" y="357044"/>
                  <a:pt x="3916229" y="357044"/>
                </a:cubicBezTo>
                <a:cubicBezTo>
                  <a:pt x="3904178" y="357044"/>
                  <a:pt x="3894409" y="346979"/>
                  <a:pt x="3894409" y="334564"/>
                </a:cubicBezTo>
                <a:cubicBezTo>
                  <a:pt x="3894409" y="322147"/>
                  <a:pt x="3904178" y="312083"/>
                  <a:pt x="3916229" y="312083"/>
                </a:cubicBezTo>
                <a:close/>
                <a:moveTo>
                  <a:pt x="3838870" y="312082"/>
                </a:moveTo>
                <a:cubicBezTo>
                  <a:pt x="3851286" y="312082"/>
                  <a:pt x="3861351" y="322147"/>
                  <a:pt x="3861351" y="334563"/>
                </a:cubicBezTo>
                <a:cubicBezTo>
                  <a:pt x="3861351" y="346979"/>
                  <a:pt x="3851286" y="357044"/>
                  <a:pt x="3838870" y="357044"/>
                </a:cubicBezTo>
                <a:cubicBezTo>
                  <a:pt x="3826454" y="357044"/>
                  <a:pt x="3816389" y="346979"/>
                  <a:pt x="3816389" y="334563"/>
                </a:cubicBezTo>
                <a:cubicBezTo>
                  <a:pt x="3816389" y="322147"/>
                  <a:pt x="3826454" y="312082"/>
                  <a:pt x="3838870" y="312082"/>
                </a:cubicBezTo>
                <a:close/>
                <a:moveTo>
                  <a:pt x="3760188" y="312082"/>
                </a:moveTo>
                <a:cubicBezTo>
                  <a:pt x="3772239" y="312082"/>
                  <a:pt x="3782008" y="322147"/>
                  <a:pt x="3782008" y="334563"/>
                </a:cubicBezTo>
                <a:cubicBezTo>
                  <a:pt x="3782008" y="346979"/>
                  <a:pt x="3772239" y="357044"/>
                  <a:pt x="3760188" y="357044"/>
                </a:cubicBezTo>
                <a:cubicBezTo>
                  <a:pt x="3748137" y="357044"/>
                  <a:pt x="3738368" y="346979"/>
                  <a:pt x="3738368" y="334563"/>
                </a:cubicBezTo>
                <a:cubicBezTo>
                  <a:pt x="3738368" y="322147"/>
                  <a:pt x="3748137" y="312082"/>
                  <a:pt x="3760188" y="312082"/>
                </a:cubicBezTo>
                <a:close/>
                <a:moveTo>
                  <a:pt x="3059326" y="312082"/>
                </a:moveTo>
                <a:cubicBezTo>
                  <a:pt x="3071377" y="312082"/>
                  <a:pt x="3081146" y="322147"/>
                  <a:pt x="3081146" y="334563"/>
                </a:cubicBezTo>
                <a:cubicBezTo>
                  <a:pt x="3081146" y="346978"/>
                  <a:pt x="3071377" y="357044"/>
                  <a:pt x="3059326" y="357044"/>
                </a:cubicBezTo>
                <a:cubicBezTo>
                  <a:pt x="3047275" y="357044"/>
                  <a:pt x="3037506" y="346978"/>
                  <a:pt x="3037506" y="334563"/>
                </a:cubicBezTo>
                <a:cubicBezTo>
                  <a:pt x="3037506" y="322147"/>
                  <a:pt x="3047275" y="312082"/>
                  <a:pt x="3059326" y="312082"/>
                </a:cubicBezTo>
                <a:close/>
                <a:moveTo>
                  <a:pt x="2981306" y="312082"/>
                </a:moveTo>
                <a:cubicBezTo>
                  <a:pt x="2993357" y="312082"/>
                  <a:pt x="3003126" y="322147"/>
                  <a:pt x="3003126" y="334563"/>
                </a:cubicBezTo>
                <a:cubicBezTo>
                  <a:pt x="3003126" y="346978"/>
                  <a:pt x="2993357" y="357044"/>
                  <a:pt x="2981306" y="357044"/>
                </a:cubicBezTo>
                <a:cubicBezTo>
                  <a:pt x="2969255" y="357044"/>
                  <a:pt x="2959486" y="346978"/>
                  <a:pt x="2959486" y="334563"/>
                </a:cubicBezTo>
                <a:cubicBezTo>
                  <a:pt x="2959486" y="322147"/>
                  <a:pt x="2969255" y="312082"/>
                  <a:pt x="2981306" y="312082"/>
                </a:cubicBezTo>
                <a:close/>
                <a:moveTo>
                  <a:pt x="2903286" y="312082"/>
                </a:moveTo>
                <a:cubicBezTo>
                  <a:pt x="2915337" y="312082"/>
                  <a:pt x="2925106" y="322147"/>
                  <a:pt x="2925106" y="334563"/>
                </a:cubicBezTo>
                <a:cubicBezTo>
                  <a:pt x="2925106" y="346978"/>
                  <a:pt x="2915337" y="357044"/>
                  <a:pt x="2903286" y="357044"/>
                </a:cubicBezTo>
                <a:cubicBezTo>
                  <a:pt x="2891235" y="357044"/>
                  <a:pt x="2881466" y="346978"/>
                  <a:pt x="2881466" y="334563"/>
                </a:cubicBezTo>
                <a:cubicBezTo>
                  <a:pt x="2881466" y="322147"/>
                  <a:pt x="2891235" y="312082"/>
                  <a:pt x="2903286" y="312082"/>
                </a:cubicBezTo>
                <a:close/>
                <a:moveTo>
                  <a:pt x="2826588" y="312082"/>
                </a:moveTo>
                <a:cubicBezTo>
                  <a:pt x="2838639" y="312082"/>
                  <a:pt x="2848408" y="322147"/>
                  <a:pt x="2848408" y="334563"/>
                </a:cubicBezTo>
                <a:cubicBezTo>
                  <a:pt x="2848408" y="346978"/>
                  <a:pt x="2838639" y="357044"/>
                  <a:pt x="2826588" y="357044"/>
                </a:cubicBezTo>
                <a:cubicBezTo>
                  <a:pt x="2814537" y="357044"/>
                  <a:pt x="2804768" y="346978"/>
                  <a:pt x="2804768" y="334563"/>
                </a:cubicBezTo>
                <a:cubicBezTo>
                  <a:pt x="2804768" y="322147"/>
                  <a:pt x="2814537" y="312082"/>
                  <a:pt x="2826588" y="312082"/>
                </a:cubicBezTo>
                <a:close/>
                <a:moveTo>
                  <a:pt x="2748567" y="312082"/>
                </a:moveTo>
                <a:cubicBezTo>
                  <a:pt x="2760618" y="312082"/>
                  <a:pt x="2770387" y="322147"/>
                  <a:pt x="2770387" y="334563"/>
                </a:cubicBezTo>
                <a:cubicBezTo>
                  <a:pt x="2770387" y="346978"/>
                  <a:pt x="2760618" y="357044"/>
                  <a:pt x="2748567" y="357044"/>
                </a:cubicBezTo>
                <a:cubicBezTo>
                  <a:pt x="2736516" y="357044"/>
                  <a:pt x="2726747" y="346978"/>
                  <a:pt x="2726747" y="334563"/>
                </a:cubicBezTo>
                <a:cubicBezTo>
                  <a:pt x="2726747" y="322147"/>
                  <a:pt x="2736516" y="312082"/>
                  <a:pt x="2748567" y="312082"/>
                </a:cubicBezTo>
                <a:close/>
                <a:moveTo>
                  <a:pt x="3682168" y="312081"/>
                </a:moveTo>
                <a:cubicBezTo>
                  <a:pt x="3694219" y="312081"/>
                  <a:pt x="3703988" y="322147"/>
                  <a:pt x="3703988" y="334563"/>
                </a:cubicBezTo>
                <a:cubicBezTo>
                  <a:pt x="3703988" y="346979"/>
                  <a:pt x="3694219" y="357044"/>
                  <a:pt x="3682168" y="357044"/>
                </a:cubicBezTo>
                <a:cubicBezTo>
                  <a:pt x="3670117" y="357044"/>
                  <a:pt x="3660348" y="346979"/>
                  <a:pt x="3660348" y="334563"/>
                </a:cubicBezTo>
                <a:cubicBezTo>
                  <a:pt x="3660348" y="322147"/>
                  <a:pt x="3670117" y="312081"/>
                  <a:pt x="3682168" y="312081"/>
                </a:cubicBezTo>
                <a:close/>
                <a:moveTo>
                  <a:pt x="2670547" y="312081"/>
                </a:moveTo>
                <a:cubicBezTo>
                  <a:pt x="2682598" y="312081"/>
                  <a:pt x="2692367" y="322146"/>
                  <a:pt x="2692367" y="334562"/>
                </a:cubicBezTo>
                <a:cubicBezTo>
                  <a:pt x="2692367" y="346978"/>
                  <a:pt x="2682598" y="357043"/>
                  <a:pt x="2670547" y="357043"/>
                </a:cubicBezTo>
                <a:cubicBezTo>
                  <a:pt x="2658496" y="357043"/>
                  <a:pt x="2648727" y="346978"/>
                  <a:pt x="2648727" y="334562"/>
                </a:cubicBezTo>
                <a:cubicBezTo>
                  <a:pt x="2648727" y="322146"/>
                  <a:pt x="2658496" y="312081"/>
                  <a:pt x="2670547" y="312081"/>
                </a:cubicBezTo>
                <a:close/>
                <a:moveTo>
                  <a:pt x="3604148" y="312081"/>
                </a:moveTo>
                <a:cubicBezTo>
                  <a:pt x="3616199" y="312081"/>
                  <a:pt x="3625968" y="322147"/>
                  <a:pt x="3625968" y="334562"/>
                </a:cubicBezTo>
                <a:cubicBezTo>
                  <a:pt x="3625968" y="346978"/>
                  <a:pt x="3616199" y="357043"/>
                  <a:pt x="3604148" y="357043"/>
                </a:cubicBezTo>
                <a:cubicBezTo>
                  <a:pt x="3592097" y="357043"/>
                  <a:pt x="3582328" y="346978"/>
                  <a:pt x="3582328" y="334562"/>
                </a:cubicBezTo>
                <a:cubicBezTo>
                  <a:pt x="3582328" y="322147"/>
                  <a:pt x="3592097" y="312081"/>
                  <a:pt x="3604148" y="312081"/>
                </a:cubicBezTo>
                <a:close/>
                <a:moveTo>
                  <a:pt x="2592527" y="312081"/>
                </a:moveTo>
                <a:cubicBezTo>
                  <a:pt x="2604578" y="312081"/>
                  <a:pt x="2614347" y="322146"/>
                  <a:pt x="2614347" y="334562"/>
                </a:cubicBezTo>
                <a:cubicBezTo>
                  <a:pt x="2614347" y="346978"/>
                  <a:pt x="2604578" y="357043"/>
                  <a:pt x="2592527" y="357043"/>
                </a:cubicBezTo>
                <a:cubicBezTo>
                  <a:pt x="2580476" y="357043"/>
                  <a:pt x="2570707" y="346978"/>
                  <a:pt x="2570707" y="334562"/>
                </a:cubicBezTo>
                <a:cubicBezTo>
                  <a:pt x="2570707" y="322146"/>
                  <a:pt x="2580476" y="312081"/>
                  <a:pt x="2592527" y="312081"/>
                </a:cubicBezTo>
                <a:close/>
                <a:moveTo>
                  <a:pt x="2436486" y="312081"/>
                </a:moveTo>
                <a:cubicBezTo>
                  <a:pt x="2448537" y="312081"/>
                  <a:pt x="2458306" y="322146"/>
                  <a:pt x="2458306" y="334562"/>
                </a:cubicBezTo>
                <a:cubicBezTo>
                  <a:pt x="2458306" y="346978"/>
                  <a:pt x="2448537" y="357043"/>
                  <a:pt x="2436486" y="357043"/>
                </a:cubicBezTo>
                <a:cubicBezTo>
                  <a:pt x="2424435" y="357043"/>
                  <a:pt x="2414666" y="346978"/>
                  <a:pt x="2414666" y="334562"/>
                </a:cubicBezTo>
                <a:cubicBezTo>
                  <a:pt x="2414666" y="322146"/>
                  <a:pt x="2424435" y="312081"/>
                  <a:pt x="2436486" y="312081"/>
                </a:cubicBezTo>
                <a:close/>
                <a:moveTo>
                  <a:pt x="2358465" y="312081"/>
                </a:moveTo>
                <a:cubicBezTo>
                  <a:pt x="2370516" y="312081"/>
                  <a:pt x="2380285" y="322146"/>
                  <a:pt x="2380285" y="334562"/>
                </a:cubicBezTo>
                <a:cubicBezTo>
                  <a:pt x="2380285" y="346978"/>
                  <a:pt x="2370516" y="357043"/>
                  <a:pt x="2358465" y="357043"/>
                </a:cubicBezTo>
                <a:cubicBezTo>
                  <a:pt x="2346414" y="357043"/>
                  <a:pt x="2336645" y="346978"/>
                  <a:pt x="2336645" y="334562"/>
                </a:cubicBezTo>
                <a:cubicBezTo>
                  <a:pt x="2336645" y="322146"/>
                  <a:pt x="2346414" y="312081"/>
                  <a:pt x="2358465" y="312081"/>
                </a:cubicBezTo>
                <a:close/>
                <a:moveTo>
                  <a:pt x="2280445" y="312081"/>
                </a:moveTo>
                <a:cubicBezTo>
                  <a:pt x="2292496" y="312081"/>
                  <a:pt x="2302265" y="322146"/>
                  <a:pt x="2302265" y="334562"/>
                </a:cubicBezTo>
                <a:cubicBezTo>
                  <a:pt x="2302265" y="346978"/>
                  <a:pt x="2292496" y="357043"/>
                  <a:pt x="2280445" y="357043"/>
                </a:cubicBezTo>
                <a:cubicBezTo>
                  <a:pt x="2268394" y="357043"/>
                  <a:pt x="2258625" y="346978"/>
                  <a:pt x="2258625" y="334562"/>
                </a:cubicBezTo>
                <a:cubicBezTo>
                  <a:pt x="2258625" y="322146"/>
                  <a:pt x="2268394" y="312081"/>
                  <a:pt x="2280445" y="312081"/>
                </a:cubicBezTo>
                <a:close/>
                <a:moveTo>
                  <a:pt x="2203086" y="312081"/>
                </a:moveTo>
                <a:cubicBezTo>
                  <a:pt x="2215502" y="312081"/>
                  <a:pt x="2225567" y="322146"/>
                  <a:pt x="2225567" y="334562"/>
                </a:cubicBezTo>
                <a:cubicBezTo>
                  <a:pt x="2225567" y="346978"/>
                  <a:pt x="2215502" y="357043"/>
                  <a:pt x="2203086" y="357043"/>
                </a:cubicBezTo>
                <a:cubicBezTo>
                  <a:pt x="2190670" y="357043"/>
                  <a:pt x="2180605" y="346978"/>
                  <a:pt x="2180605" y="334562"/>
                </a:cubicBezTo>
                <a:cubicBezTo>
                  <a:pt x="2180605" y="322146"/>
                  <a:pt x="2190670" y="312081"/>
                  <a:pt x="2203086" y="312081"/>
                </a:cubicBezTo>
                <a:close/>
                <a:moveTo>
                  <a:pt x="2125727" y="312081"/>
                </a:moveTo>
                <a:cubicBezTo>
                  <a:pt x="2137778" y="312081"/>
                  <a:pt x="2147547" y="322146"/>
                  <a:pt x="2147547" y="334562"/>
                </a:cubicBezTo>
                <a:cubicBezTo>
                  <a:pt x="2147547" y="346978"/>
                  <a:pt x="2137778" y="357043"/>
                  <a:pt x="2125727" y="357043"/>
                </a:cubicBezTo>
                <a:cubicBezTo>
                  <a:pt x="2113676" y="357043"/>
                  <a:pt x="2103907" y="346978"/>
                  <a:pt x="2103907" y="334562"/>
                </a:cubicBezTo>
                <a:cubicBezTo>
                  <a:pt x="2103907" y="322146"/>
                  <a:pt x="2113676" y="312081"/>
                  <a:pt x="2125727" y="312081"/>
                </a:cubicBezTo>
                <a:close/>
                <a:moveTo>
                  <a:pt x="3526788" y="312081"/>
                </a:moveTo>
                <a:cubicBezTo>
                  <a:pt x="3539204" y="312081"/>
                  <a:pt x="3549269" y="322146"/>
                  <a:pt x="3549269" y="334562"/>
                </a:cubicBezTo>
                <a:cubicBezTo>
                  <a:pt x="3549269" y="346978"/>
                  <a:pt x="3539204" y="357043"/>
                  <a:pt x="3526788" y="357043"/>
                </a:cubicBezTo>
                <a:cubicBezTo>
                  <a:pt x="3514372" y="357043"/>
                  <a:pt x="3504307" y="346978"/>
                  <a:pt x="3504307" y="334562"/>
                </a:cubicBezTo>
                <a:cubicBezTo>
                  <a:pt x="3504307" y="322146"/>
                  <a:pt x="3514372" y="312081"/>
                  <a:pt x="3526788" y="312081"/>
                </a:cubicBezTo>
                <a:close/>
                <a:moveTo>
                  <a:pt x="3449429" y="312081"/>
                </a:moveTo>
                <a:cubicBezTo>
                  <a:pt x="3461480" y="312081"/>
                  <a:pt x="3471249" y="322146"/>
                  <a:pt x="3471249" y="334561"/>
                </a:cubicBezTo>
                <a:cubicBezTo>
                  <a:pt x="3471249" y="346978"/>
                  <a:pt x="3461480" y="357042"/>
                  <a:pt x="3449429" y="357042"/>
                </a:cubicBezTo>
                <a:cubicBezTo>
                  <a:pt x="3437378" y="357042"/>
                  <a:pt x="3427609" y="346978"/>
                  <a:pt x="3427609" y="334561"/>
                </a:cubicBezTo>
                <a:cubicBezTo>
                  <a:pt x="3427609" y="322146"/>
                  <a:pt x="3437378" y="312081"/>
                  <a:pt x="3449429" y="312081"/>
                </a:cubicBezTo>
                <a:close/>
                <a:moveTo>
                  <a:pt x="3371408" y="312081"/>
                </a:moveTo>
                <a:cubicBezTo>
                  <a:pt x="3383459" y="312081"/>
                  <a:pt x="3393228" y="322146"/>
                  <a:pt x="3393228" y="334561"/>
                </a:cubicBezTo>
                <a:cubicBezTo>
                  <a:pt x="3393228" y="346978"/>
                  <a:pt x="3383459" y="357042"/>
                  <a:pt x="3371408" y="357042"/>
                </a:cubicBezTo>
                <a:cubicBezTo>
                  <a:pt x="3359357" y="357042"/>
                  <a:pt x="3349588" y="346978"/>
                  <a:pt x="3349588" y="334561"/>
                </a:cubicBezTo>
                <a:cubicBezTo>
                  <a:pt x="3349588" y="322146"/>
                  <a:pt x="3359357" y="312081"/>
                  <a:pt x="3371408" y="312081"/>
                </a:cubicBezTo>
                <a:close/>
                <a:moveTo>
                  <a:pt x="3293388" y="312081"/>
                </a:moveTo>
                <a:cubicBezTo>
                  <a:pt x="3305439" y="312081"/>
                  <a:pt x="3315208" y="322146"/>
                  <a:pt x="3315208" y="334561"/>
                </a:cubicBezTo>
                <a:cubicBezTo>
                  <a:pt x="3315208" y="346978"/>
                  <a:pt x="3305439" y="357042"/>
                  <a:pt x="3293388" y="357042"/>
                </a:cubicBezTo>
                <a:cubicBezTo>
                  <a:pt x="3281337" y="357042"/>
                  <a:pt x="3271568" y="346978"/>
                  <a:pt x="3271568" y="334561"/>
                </a:cubicBezTo>
                <a:cubicBezTo>
                  <a:pt x="3271568" y="322146"/>
                  <a:pt x="3281337" y="312081"/>
                  <a:pt x="3293388" y="312081"/>
                </a:cubicBezTo>
                <a:close/>
                <a:moveTo>
                  <a:pt x="3215368" y="312081"/>
                </a:moveTo>
                <a:cubicBezTo>
                  <a:pt x="3227419" y="312081"/>
                  <a:pt x="3237188" y="322146"/>
                  <a:pt x="3237188" y="334561"/>
                </a:cubicBezTo>
                <a:cubicBezTo>
                  <a:pt x="3237188" y="346978"/>
                  <a:pt x="3227419" y="357042"/>
                  <a:pt x="3215368" y="357042"/>
                </a:cubicBezTo>
                <a:cubicBezTo>
                  <a:pt x="3203317" y="357042"/>
                  <a:pt x="3193548" y="346978"/>
                  <a:pt x="3193548" y="334561"/>
                </a:cubicBezTo>
                <a:cubicBezTo>
                  <a:pt x="3193548" y="322146"/>
                  <a:pt x="3203317" y="312081"/>
                  <a:pt x="3215368" y="312081"/>
                </a:cubicBezTo>
                <a:close/>
                <a:moveTo>
                  <a:pt x="3137348" y="312081"/>
                </a:moveTo>
                <a:cubicBezTo>
                  <a:pt x="3149399" y="312081"/>
                  <a:pt x="3159168" y="322146"/>
                  <a:pt x="3159168" y="334561"/>
                </a:cubicBezTo>
                <a:cubicBezTo>
                  <a:pt x="3159168" y="346978"/>
                  <a:pt x="3149399" y="357042"/>
                  <a:pt x="3137348" y="357042"/>
                </a:cubicBezTo>
                <a:cubicBezTo>
                  <a:pt x="3125297" y="357042"/>
                  <a:pt x="3115528" y="346978"/>
                  <a:pt x="3115528" y="334561"/>
                </a:cubicBezTo>
                <a:cubicBezTo>
                  <a:pt x="3115528" y="322146"/>
                  <a:pt x="3125297" y="312081"/>
                  <a:pt x="3137348" y="312081"/>
                </a:cubicBezTo>
                <a:close/>
                <a:moveTo>
                  <a:pt x="2047706" y="312080"/>
                </a:moveTo>
                <a:cubicBezTo>
                  <a:pt x="2059757" y="312080"/>
                  <a:pt x="2069526" y="322145"/>
                  <a:pt x="2069526" y="334561"/>
                </a:cubicBezTo>
                <a:cubicBezTo>
                  <a:pt x="2069526" y="346977"/>
                  <a:pt x="2059757" y="357042"/>
                  <a:pt x="2047706" y="357042"/>
                </a:cubicBezTo>
                <a:cubicBezTo>
                  <a:pt x="2035655" y="357042"/>
                  <a:pt x="2025886" y="346977"/>
                  <a:pt x="2025886" y="334561"/>
                </a:cubicBezTo>
                <a:cubicBezTo>
                  <a:pt x="2025886" y="322145"/>
                  <a:pt x="2035655" y="312080"/>
                  <a:pt x="2047706" y="312080"/>
                </a:cubicBezTo>
                <a:close/>
                <a:moveTo>
                  <a:pt x="3994250" y="234063"/>
                </a:moveTo>
                <a:cubicBezTo>
                  <a:pt x="4006301" y="234063"/>
                  <a:pt x="4016070" y="243832"/>
                  <a:pt x="4016070" y="255883"/>
                </a:cubicBezTo>
                <a:cubicBezTo>
                  <a:pt x="4016070" y="267933"/>
                  <a:pt x="4006301" y="277702"/>
                  <a:pt x="3994250" y="277702"/>
                </a:cubicBezTo>
                <a:cubicBezTo>
                  <a:pt x="3982199" y="277702"/>
                  <a:pt x="3972430" y="267933"/>
                  <a:pt x="3972430" y="255883"/>
                </a:cubicBezTo>
                <a:cubicBezTo>
                  <a:pt x="3972430" y="243832"/>
                  <a:pt x="3982199" y="234063"/>
                  <a:pt x="3994250" y="234063"/>
                </a:cubicBezTo>
                <a:close/>
                <a:moveTo>
                  <a:pt x="3916229" y="234063"/>
                </a:moveTo>
                <a:cubicBezTo>
                  <a:pt x="3928280" y="234063"/>
                  <a:pt x="3938049" y="243831"/>
                  <a:pt x="3938049" y="255883"/>
                </a:cubicBezTo>
                <a:cubicBezTo>
                  <a:pt x="3938049" y="267933"/>
                  <a:pt x="3928280" y="277702"/>
                  <a:pt x="3916229" y="277702"/>
                </a:cubicBezTo>
                <a:cubicBezTo>
                  <a:pt x="3904178" y="277702"/>
                  <a:pt x="3894409" y="267933"/>
                  <a:pt x="3894409" y="255883"/>
                </a:cubicBezTo>
                <a:cubicBezTo>
                  <a:pt x="3894409" y="243831"/>
                  <a:pt x="3904178" y="234063"/>
                  <a:pt x="3916229" y="234063"/>
                </a:cubicBezTo>
                <a:close/>
                <a:moveTo>
                  <a:pt x="3838870" y="234063"/>
                </a:moveTo>
                <a:cubicBezTo>
                  <a:pt x="3851286" y="234063"/>
                  <a:pt x="3861351" y="243831"/>
                  <a:pt x="3861351" y="255883"/>
                </a:cubicBezTo>
                <a:cubicBezTo>
                  <a:pt x="3861351" y="267933"/>
                  <a:pt x="3851286" y="277702"/>
                  <a:pt x="3838870" y="277702"/>
                </a:cubicBezTo>
                <a:cubicBezTo>
                  <a:pt x="3826454" y="277702"/>
                  <a:pt x="3816389" y="267933"/>
                  <a:pt x="3816389" y="255883"/>
                </a:cubicBezTo>
                <a:cubicBezTo>
                  <a:pt x="3816389" y="243831"/>
                  <a:pt x="3826454" y="234063"/>
                  <a:pt x="3838870" y="234063"/>
                </a:cubicBezTo>
                <a:close/>
                <a:moveTo>
                  <a:pt x="3760188" y="234062"/>
                </a:moveTo>
                <a:cubicBezTo>
                  <a:pt x="3772239" y="234062"/>
                  <a:pt x="3782008" y="243831"/>
                  <a:pt x="3782008" y="255882"/>
                </a:cubicBezTo>
                <a:cubicBezTo>
                  <a:pt x="3782008" y="267933"/>
                  <a:pt x="3772239" y="277702"/>
                  <a:pt x="3760188" y="277702"/>
                </a:cubicBezTo>
                <a:cubicBezTo>
                  <a:pt x="3748137" y="277702"/>
                  <a:pt x="3738368" y="267933"/>
                  <a:pt x="3738368" y="255882"/>
                </a:cubicBezTo>
                <a:cubicBezTo>
                  <a:pt x="3738368" y="243831"/>
                  <a:pt x="3748137" y="234062"/>
                  <a:pt x="3760188" y="234062"/>
                </a:cubicBezTo>
                <a:close/>
                <a:moveTo>
                  <a:pt x="3682168" y="234061"/>
                </a:moveTo>
                <a:cubicBezTo>
                  <a:pt x="3694219" y="234061"/>
                  <a:pt x="3703988" y="243830"/>
                  <a:pt x="3703988" y="255882"/>
                </a:cubicBezTo>
                <a:cubicBezTo>
                  <a:pt x="3703988" y="267933"/>
                  <a:pt x="3694219" y="277701"/>
                  <a:pt x="3682168" y="277701"/>
                </a:cubicBezTo>
                <a:cubicBezTo>
                  <a:pt x="3670117" y="277701"/>
                  <a:pt x="3660348" y="267933"/>
                  <a:pt x="3660348" y="255882"/>
                </a:cubicBezTo>
                <a:cubicBezTo>
                  <a:pt x="3660348" y="243830"/>
                  <a:pt x="3670117" y="234061"/>
                  <a:pt x="3682168" y="234061"/>
                </a:cubicBezTo>
                <a:close/>
                <a:moveTo>
                  <a:pt x="3604148" y="234061"/>
                </a:moveTo>
                <a:cubicBezTo>
                  <a:pt x="3616199" y="234061"/>
                  <a:pt x="3625968" y="243830"/>
                  <a:pt x="3625968" y="255882"/>
                </a:cubicBezTo>
                <a:cubicBezTo>
                  <a:pt x="3625968" y="267933"/>
                  <a:pt x="3616199" y="277701"/>
                  <a:pt x="3604148" y="277701"/>
                </a:cubicBezTo>
                <a:cubicBezTo>
                  <a:pt x="3592097" y="277701"/>
                  <a:pt x="3582328" y="267933"/>
                  <a:pt x="3582328" y="255882"/>
                </a:cubicBezTo>
                <a:cubicBezTo>
                  <a:pt x="3582328" y="243830"/>
                  <a:pt x="3592097" y="234061"/>
                  <a:pt x="3604148" y="234061"/>
                </a:cubicBezTo>
                <a:close/>
                <a:moveTo>
                  <a:pt x="3526788" y="234061"/>
                </a:moveTo>
                <a:cubicBezTo>
                  <a:pt x="3539204" y="234061"/>
                  <a:pt x="3549269" y="243830"/>
                  <a:pt x="3549269" y="255881"/>
                </a:cubicBezTo>
                <a:cubicBezTo>
                  <a:pt x="3549269" y="267932"/>
                  <a:pt x="3539204" y="277701"/>
                  <a:pt x="3526788" y="277701"/>
                </a:cubicBezTo>
                <a:cubicBezTo>
                  <a:pt x="3514372" y="277701"/>
                  <a:pt x="3504307" y="267932"/>
                  <a:pt x="3504307" y="255881"/>
                </a:cubicBezTo>
                <a:cubicBezTo>
                  <a:pt x="3504307" y="243830"/>
                  <a:pt x="3514372" y="234061"/>
                  <a:pt x="3526788" y="234061"/>
                </a:cubicBezTo>
                <a:close/>
                <a:moveTo>
                  <a:pt x="3449429" y="234061"/>
                </a:moveTo>
                <a:cubicBezTo>
                  <a:pt x="3461480" y="234061"/>
                  <a:pt x="3471249" y="243830"/>
                  <a:pt x="3471249" y="255881"/>
                </a:cubicBezTo>
                <a:cubicBezTo>
                  <a:pt x="3471249" y="267932"/>
                  <a:pt x="3461480" y="277701"/>
                  <a:pt x="3449429" y="277701"/>
                </a:cubicBezTo>
                <a:cubicBezTo>
                  <a:pt x="3437378" y="277701"/>
                  <a:pt x="3427609" y="267932"/>
                  <a:pt x="3427609" y="255881"/>
                </a:cubicBezTo>
                <a:cubicBezTo>
                  <a:pt x="3427609" y="243830"/>
                  <a:pt x="3437378" y="234061"/>
                  <a:pt x="3449429" y="234061"/>
                </a:cubicBezTo>
                <a:close/>
                <a:moveTo>
                  <a:pt x="3371408" y="234061"/>
                </a:moveTo>
                <a:cubicBezTo>
                  <a:pt x="3383459" y="234061"/>
                  <a:pt x="3393228" y="243830"/>
                  <a:pt x="3393228" y="255881"/>
                </a:cubicBezTo>
                <a:cubicBezTo>
                  <a:pt x="3393228" y="267932"/>
                  <a:pt x="3383459" y="277701"/>
                  <a:pt x="3371408" y="277701"/>
                </a:cubicBezTo>
                <a:cubicBezTo>
                  <a:pt x="3359357" y="277701"/>
                  <a:pt x="3349588" y="267932"/>
                  <a:pt x="3349588" y="255881"/>
                </a:cubicBezTo>
                <a:cubicBezTo>
                  <a:pt x="3349588" y="243830"/>
                  <a:pt x="3359357" y="234061"/>
                  <a:pt x="3371408" y="234061"/>
                </a:cubicBezTo>
                <a:close/>
                <a:moveTo>
                  <a:pt x="3293388" y="234061"/>
                </a:moveTo>
                <a:cubicBezTo>
                  <a:pt x="3305439" y="234061"/>
                  <a:pt x="3315208" y="243830"/>
                  <a:pt x="3315208" y="255881"/>
                </a:cubicBezTo>
                <a:cubicBezTo>
                  <a:pt x="3315208" y="267932"/>
                  <a:pt x="3305439" y="277701"/>
                  <a:pt x="3293388" y="277701"/>
                </a:cubicBezTo>
                <a:cubicBezTo>
                  <a:pt x="3281337" y="277701"/>
                  <a:pt x="3271568" y="267932"/>
                  <a:pt x="3271568" y="255881"/>
                </a:cubicBezTo>
                <a:cubicBezTo>
                  <a:pt x="3271568" y="243830"/>
                  <a:pt x="3281337" y="234061"/>
                  <a:pt x="3293388" y="234061"/>
                </a:cubicBezTo>
                <a:close/>
                <a:moveTo>
                  <a:pt x="3215368" y="234061"/>
                </a:moveTo>
                <a:cubicBezTo>
                  <a:pt x="3227419" y="234061"/>
                  <a:pt x="3237188" y="243830"/>
                  <a:pt x="3237188" y="255881"/>
                </a:cubicBezTo>
                <a:cubicBezTo>
                  <a:pt x="3237188" y="267932"/>
                  <a:pt x="3227419" y="277701"/>
                  <a:pt x="3215368" y="277701"/>
                </a:cubicBezTo>
                <a:cubicBezTo>
                  <a:pt x="3203317" y="277701"/>
                  <a:pt x="3193548" y="267932"/>
                  <a:pt x="3193548" y="255881"/>
                </a:cubicBezTo>
                <a:cubicBezTo>
                  <a:pt x="3193548" y="243830"/>
                  <a:pt x="3203317" y="234061"/>
                  <a:pt x="3215368" y="234061"/>
                </a:cubicBezTo>
                <a:close/>
                <a:moveTo>
                  <a:pt x="3137348" y="234061"/>
                </a:moveTo>
                <a:cubicBezTo>
                  <a:pt x="3149399" y="234061"/>
                  <a:pt x="3159168" y="243830"/>
                  <a:pt x="3159168" y="255881"/>
                </a:cubicBezTo>
                <a:cubicBezTo>
                  <a:pt x="3159168" y="267932"/>
                  <a:pt x="3149399" y="277701"/>
                  <a:pt x="3137348" y="277701"/>
                </a:cubicBezTo>
                <a:cubicBezTo>
                  <a:pt x="3125297" y="277701"/>
                  <a:pt x="3115528" y="267932"/>
                  <a:pt x="3115528" y="255881"/>
                </a:cubicBezTo>
                <a:cubicBezTo>
                  <a:pt x="3115528" y="243830"/>
                  <a:pt x="3125297" y="234061"/>
                  <a:pt x="3137348" y="234061"/>
                </a:cubicBezTo>
                <a:close/>
                <a:moveTo>
                  <a:pt x="3059326" y="234061"/>
                </a:moveTo>
                <a:cubicBezTo>
                  <a:pt x="3071377" y="234061"/>
                  <a:pt x="3081146" y="243830"/>
                  <a:pt x="3081146" y="255881"/>
                </a:cubicBezTo>
                <a:cubicBezTo>
                  <a:pt x="3081146" y="267932"/>
                  <a:pt x="3071377" y="277701"/>
                  <a:pt x="3059326" y="277701"/>
                </a:cubicBezTo>
                <a:cubicBezTo>
                  <a:pt x="3047275" y="277701"/>
                  <a:pt x="3037506" y="267932"/>
                  <a:pt x="3037506" y="255881"/>
                </a:cubicBezTo>
                <a:cubicBezTo>
                  <a:pt x="3037506" y="243830"/>
                  <a:pt x="3047275" y="234061"/>
                  <a:pt x="3059326" y="234061"/>
                </a:cubicBezTo>
                <a:close/>
                <a:moveTo>
                  <a:pt x="2981306" y="234061"/>
                </a:moveTo>
                <a:cubicBezTo>
                  <a:pt x="2993357" y="234061"/>
                  <a:pt x="3003126" y="243830"/>
                  <a:pt x="3003126" y="255881"/>
                </a:cubicBezTo>
                <a:cubicBezTo>
                  <a:pt x="3003126" y="267932"/>
                  <a:pt x="2993357" y="277701"/>
                  <a:pt x="2981306" y="277701"/>
                </a:cubicBezTo>
                <a:cubicBezTo>
                  <a:pt x="2969255" y="277701"/>
                  <a:pt x="2959486" y="267932"/>
                  <a:pt x="2959486" y="255881"/>
                </a:cubicBezTo>
                <a:cubicBezTo>
                  <a:pt x="2959486" y="243830"/>
                  <a:pt x="2969255" y="234061"/>
                  <a:pt x="2981306" y="234061"/>
                </a:cubicBezTo>
                <a:close/>
                <a:moveTo>
                  <a:pt x="2903286" y="234061"/>
                </a:moveTo>
                <a:cubicBezTo>
                  <a:pt x="2915337" y="234061"/>
                  <a:pt x="2925106" y="243830"/>
                  <a:pt x="2925106" y="255881"/>
                </a:cubicBezTo>
                <a:cubicBezTo>
                  <a:pt x="2925106" y="267932"/>
                  <a:pt x="2915337" y="277701"/>
                  <a:pt x="2903286" y="277701"/>
                </a:cubicBezTo>
                <a:cubicBezTo>
                  <a:pt x="2891235" y="277701"/>
                  <a:pt x="2881466" y="267932"/>
                  <a:pt x="2881466" y="255881"/>
                </a:cubicBezTo>
                <a:cubicBezTo>
                  <a:pt x="2881466" y="243830"/>
                  <a:pt x="2891235" y="234061"/>
                  <a:pt x="2903286" y="234061"/>
                </a:cubicBezTo>
                <a:close/>
                <a:moveTo>
                  <a:pt x="2826588" y="234061"/>
                </a:moveTo>
                <a:cubicBezTo>
                  <a:pt x="2838639" y="234061"/>
                  <a:pt x="2848408" y="243830"/>
                  <a:pt x="2848408" y="255881"/>
                </a:cubicBezTo>
                <a:cubicBezTo>
                  <a:pt x="2848408" y="267932"/>
                  <a:pt x="2838639" y="277701"/>
                  <a:pt x="2826588" y="277701"/>
                </a:cubicBezTo>
                <a:cubicBezTo>
                  <a:pt x="2814537" y="277701"/>
                  <a:pt x="2804768" y="267932"/>
                  <a:pt x="2804768" y="255881"/>
                </a:cubicBezTo>
                <a:cubicBezTo>
                  <a:pt x="2804768" y="243830"/>
                  <a:pt x="2814537" y="234061"/>
                  <a:pt x="2826588" y="234061"/>
                </a:cubicBezTo>
                <a:close/>
                <a:moveTo>
                  <a:pt x="2748567" y="234061"/>
                </a:moveTo>
                <a:cubicBezTo>
                  <a:pt x="2760618" y="234061"/>
                  <a:pt x="2770387" y="243830"/>
                  <a:pt x="2770387" y="255881"/>
                </a:cubicBezTo>
                <a:cubicBezTo>
                  <a:pt x="2770387" y="267932"/>
                  <a:pt x="2760618" y="277701"/>
                  <a:pt x="2748567" y="277701"/>
                </a:cubicBezTo>
                <a:cubicBezTo>
                  <a:pt x="2736516" y="277701"/>
                  <a:pt x="2726747" y="267932"/>
                  <a:pt x="2726747" y="255881"/>
                </a:cubicBezTo>
                <a:cubicBezTo>
                  <a:pt x="2726747" y="243830"/>
                  <a:pt x="2736516" y="234061"/>
                  <a:pt x="2748567" y="234061"/>
                </a:cubicBezTo>
                <a:close/>
                <a:moveTo>
                  <a:pt x="2592527" y="234060"/>
                </a:moveTo>
                <a:cubicBezTo>
                  <a:pt x="2604578" y="234060"/>
                  <a:pt x="2614347" y="243829"/>
                  <a:pt x="2614347" y="255880"/>
                </a:cubicBezTo>
                <a:cubicBezTo>
                  <a:pt x="2614347" y="267932"/>
                  <a:pt x="2604578" y="277700"/>
                  <a:pt x="2592527" y="277700"/>
                </a:cubicBezTo>
                <a:cubicBezTo>
                  <a:pt x="2580476" y="277700"/>
                  <a:pt x="2570707" y="267932"/>
                  <a:pt x="2570707" y="255880"/>
                </a:cubicBezTo>
                <a:cubicBezTo>
                  <a:pt x="2570707" y="243829"/>
                  <a:pt x="2580476" y="234060"/>
                  <a:pt x="2592527" y="234060"/>
                </a:cubicBezTo>
                <a:close/>
                <a:moveTo>
                  <a:pt x="2513845" y="234060"/>
                </a:moveTo>
                <a:cubicBezTo>
                  <a:pt x="2526261" y="234060"/>
                  <a:pt x="2536326" y="243829"/>
                  <a:pt x="2536326" y="255880"/>
                </a:cubicBezTo>
                <a:cubicBezTo>
                  <a:pt x="2536326" y="267932"/>
                  <a:pt x="2526261" y="277700"/>
                  <a:pt x="2513845" y="277700"/>
                </a:cubicBezTo>
                <a:cubicBezTo>
                  <a:pt x="2501429" y="277700"/>
                  <a:pt x="2491364" y="267932"/>
                  <a:pt x="2491364" y="255880"/>
                </a:cubicBezTo>
                <a:cubicBezTo>
                  <a:pt x="2491364" y="243829"/>
                  <a:pt x="2501429" y="234060"/>
                  <a:pt x="2513845" y="234060"/>
                </a:cubicBezTo>
                <a:close/>
                <a:moveTo>
                  <a:pt x="2436486" y="234060"/>
                </a:moveTo>
                <a:cubicBezTo>
                  <a:pt x="2448537" y="234060"/>
                  <a:pt x="2458306" y="243829"/>
                  <a:pt x="2458306" y="255880"/>
                </a:cubicBezTo>
                <a:cubicBezTo>
                  <a:pt x="2458306" y="267932"/>
                  <a:pt x="2448537" y="277700"/>
                  <a:pt x="2436486" y="277700"/>
                </a:cubicBezTo>
                <a:cubicBezTo>
                  <a:pt x="2424435" y="277700"/>
                  <a:pt x="2414666" y="267932"/>
                  <a:pt x="2414666" y="255880"/>
                </a:cubicBezTo>
                <a:cubicBezTo>
                  <a:pt x="2414666" y="243829"/>
                  <a:pt x="2424435" y="234060"/>
                  <a:pt x="2436486" y="234060"/>
                </a:cubicBezTo>
                <a:close/>
                <a:moveTo>
                  <a:pt x="2358465" y="234060"/>
                </a:moveTo>
                <a:cubicBezTo>
                  <a:pt x="2370516" y="234060"/>
                  <a:pt x="2380285" y="243829"/>
                  <a:pt x="2380285" y="255880"/>
                </a:cubicBezTo>
                <a:cubicBezTo>
                  <a:pt x="2380285" y="267932"/>
                  <a:pt x="2370516" y="277700"/>
                  <a:pt x="2358465" y="277700"/>
                </a:cubicBezTo>
                <a:cubicBezTo>
                  <a:pt x="2346414" y="277700"/>
                  <a:pt x="2336645" y="267932"/>
                  <a:pt x="2336645" y="255880"/>
                </a:cubicBezTo>
                <a:cubicBezTo>
                  <a:pt x="2336645" y="243829"/>
                  <a:pt x="2346414" y="234060"/>
                  <a:pt x="2358465" y="234060"/>
                </a:cubicBezTo>
                <a:close/>
                <a:moveTo>
                  <a:pt x="2280445" y="234060"/>
                </a:moveTo>
                <a:cubicBezTo>
                  <a:pt x="2292496" y="234060"/>
                  <a:pt x="2302265" y="243829"/>
                  <a:pt x="2302265" y="255880"/>
                </a:cubicBezTo>
                <a:cubicBezTo>
                  <a:pt x="2302265" y="267932"/>
                  <a:pt x="2292496" y="277700"/>
                  <a:pt x="2280445" y="277700"/>
                </a:cubicBezTo>
                <a:cubicBezTo>
                  <a:pt x="2268394" y="277700"/>
                  <a:pt x="2258625" y="267932"/>
                  <a:pt x="2258625" y="255880"/>
                </a:cubicBezTo>
                <a:cubicBezTo>
                  <a:pt x="2258625" y="243829"/>
                  <a:pt x="2268394" y="234060"/>
                  <a:pt x="2280445" y="234060"/>
                </a:cubicBezTo>
                <a:close/>
                <a:moveTo>
                  <a:pt x="2203086" y="234060"/>
                </a:moveTo>
                <a:cubicBezTo>
                  <a:pt x="2215502" y="234060"/>
                  <a:pt x="2225567" y="243829"/>
                  <a:pt x="2225567" y="255880"/>
                </a:cubicBezTo>
                <a:cubicBezTo>
                  <a:pt x="2225567" y="267932"/>
                  <a:pt x="2215502" y="277700"/>
                  <a:pt x="2203086" y="277700"/>
                </a:cubicBezTo>
                <a:cubicBezTo>
                  <a:pt x="2190670" y="277700"/>
                  <a:pt x="2180605" y="267932"/>
                  <a:pt x="2180605" y="255880"/>
                </a:cubicBezTo>
                <a:cubicBezTo>
                  <a:pt x="2180605" y="243829"/>
                  <a:pt x="2190670" y="234060"/>
                  <a:pt x="2203086" y="234060"/>
                </a:cubicBezTo>
                <a:close/>
                <a:moveTo>
                  <a:pt x="2125727" y="234060"/>
                </a:moveTo>
                <a:cubicBezTo>
                  <a:pt x="2137778" y="234060"/>
                  <a:pt x="2147547" y="243829"/>
                  <a:pt x="2147547" y="255880"/>
                </a:cubicBezTo>
                <a:cubicBezTo>
                  <a:pt x="2147547" y="267932"/>
                  <a:pt x="2137778" y="277700"/>
                  <a:pt x="2125727" y="277700"/>
                </a:cubicBezTo>
                <a:cubicBezTo>
                  <a:pt x="2113676" y="277700"/>
                  <a:pt x="2103907" y="267932"/>
                  <a:pt x="2103907" y="255880"/>
                </a:cubicBezTo>
                <a:cubicBezTo>
                  <a:pt x="2103907" y="243829"/>
                  <a:pt x="2113676" y="234060"/>
                  <a:pt x="2125727" y="234060"/>
                </a:cubicBezTo>
                <a:close/>
                <a:moveTo>
                  <a:pt x="2047706" y="234060"/>
                </a:moveTo>
                <a:cubicBezTo>
                  <a:pt x="2059757" y="234060"/>
                  <a:pt x="2069526" y="243829"/>
                  <a:pt x="2069526" y="255880"/>
                </a:cubicBezTo>
                <a:cubicBezTo>
                  <a:pt x="2069526" y="267932"/>
                  <a:pt x="2059757" y="277700"/>
                  <a:pt x="2047706" y="277700"/>
                </a:cubicBezTo>
                <a:cubicBezTo>
                  <a:pt x="2035655" y="277700"/>
                  <a:pt x="2025886" y="267932"/>
                  <a:pt x="2025886" y="255880"/>
                </a:cubicBezTo>
                <a:cubicBezTo>
                  <a:pt x="2025886" y="243829"/>
                  <a:pt x="2035655" y="234060"/>
                  <a:pt x="2047706" y="234060"/>
                </a:cubicBezTo>
                <a:close/>
                <a:moveTo>
                  <a:pt x="1968363" y="234060"/>
                </a:moveTo>
                <a:cubicBezTo>
                  <a:pt x="1980414" y="234060"/>
                  <a:pt x="1990183" y="243829"/>
                  <a:pt x="1990183" y="255880"/>
                </a:cubicBezTo>
                <a:cubicBezTo>
                  <a:pt x="1990183" y="267932"/>
                  <a:pt x="1980414" y="277700"/>
                  <a:pt x="1968363" y="277700"/>
                </a:cubicBezTo>
                <a:cubicBezTo>
                  <a:pt x="1956312" y="277700"/>
                  <a:pt x="1946543" y="267932"/>
                  <a:pt x="1946543" y="255880"/>
                </a:cubicBezTo>
                <a:cubicBezTo>
                  <a:pt x="1946543" y="243829"/>
                  <a:pt x="1956312" y="234060"/>
                  <a:pt x="1968363" y="234060"/>
                </a:cubicBezTo>
                <a:close/>
                <a:moveTo>
                  <a:pt x="4149629" y="156043"/>
                </a:moveTo>
                <a:cubicBezTo>
                  <a:pt x="4162045" y="156043"/>
                  <a:pt x="4172110" y="165811"/>
                  <a:pt x="4172110" y="177862"/>
                </a:cubicBezTo>
                <a:cubicBezTo>
                  <a:pt x="4172110" y="189914"/>
                  <a:pt x="4162045" y="199682"/>
                  <a:pt x="4149629" y="199682"/>
                </a:cubicBezTo>
                <a:cubicBezTo>
                  <a:pt x="4137213" y="199682"/>
                  <a:pt x="4127148" y="189914"/>
                  <a:pt x="4127148" y="177862"/>
                </a:cubicBezTo>
                <a:cubicBezTo>
                  <a:pt x="4127148" y="165811"/>
                  <a:pt x="4137213" y="156043"/>
                  <a:pt x="4149629" y="156043"/>
                </a:cubicBezTo>
                <a:close/>
                <a:moveTo>
                  <a:pt x="4072270" y="156043"/>
                </a:moveTo>
                <a:cubicBezTo>
                  <a:pt x="4084321" y="156043"/>
                  <a:pt x="4094090" y="165811"/>
                  <a:pt x="4094090" y="177862"/>
                </a:cubicBezTo>
                <a:cubicBezTo>
                  <a:pt x="4094090" y="189914"/>
                  <a:pt x="4084321" y="199682"/>
                  <a:pt x="4072270" y="199682"/>
                </a:cubicBezTo>
                <a:cubicBezTo>
                  <a:pt x="4060219" y="199682"/>
                  <a:pt x="4050450" y="189914"/>
                  <a:pt x="4050450" y="177862"/>
                </a:cubicBezTo>
                <a:cubicBezTo>
                  <a:pt x="4050450" y="165811"/>
                  <a:pt x="4060219" y="156043"/>
                  <a:pt x="4072270" y="156043"/>
                </a:cubicBezTo>
                <a:close/>
                <a:moveTo>
                  <a:pt x="3994250" y="156043"/>
                </a:moveTo>
                <a:cubicBezTo>
                  <a:pt x="4006301" y="156043"/>
                  <a:pt x="4016070" y="165811"/>
                  <a:pt x="4016070" y="177862"/>
                </a:cubicBezTo>
                <a:cubicBezTo>
                  <a:pt x="4016070" y="189914"/>
                  <a:pt x="4006301" y="199682"/>
                  <a:pt x="3994250" y="199682"/>
                </a:cubicBezTo>
                <a:cubicBezTo>
                  <a:pt x="3982199" y="199682"/>
                  <a:pt x="3972430" y="189914"/>
                  <a:pt x="3972430" y="177862"/>
                </a:cubicBezTo>
                <a:cubicBezTo>
                  <a:pt x="3972430" y="165811"/>
                  <a:pt x="3982199" y="156043"/>
                  <a:pt x="3994250" y="156043"/>
                </a:cubicBezTo>
                <a:close/>
                <a:moveTo>
                  <a:pt x="3916229" y="156043"/>
                </a:moveTo>
                <a:cubicBezTo>
                  <a:pt x="3928280" y="156043"/>
                  <a:pt x="3938049" y="165811"/>
                  <a:pt x="3938049" y="177862"/>
                </a:cubicBezTo>
                <a:cubicBezTo>
                  <a:pt x="3938049" y="189913"/>
                  <a:pt x="3928280" y="199682"/>
                  <a:pt x="3916229" y="199682"/>
                </a:cubicBezTo>
                <a:cubicBezTo>
                  <a:pt x="3904178" y="199682"/>
                  <a:pt x="3894409" y="189913"/>
                  <a:pt x="3894409" y="177862"/>
                </a:cubicBezTo>
                <a:cubicBezTo>
                  <a:pt x="3894409" y="165811"/>
                  <a:pt x="3904178" y="156043"/>
                  <a:pt x="3916229" y="156043"/>
                </a:cubicBezTo>
                <a:close/>
                <a:moveTo>
                  <a:pt x="3838870" y="156043"/>
                </a:moveTo>
                <a:cubicBezTo>
                  <a:pt x="3851286" y="156043"/>
                  <a:pt x="3861351" y="165811"/>
                  <a:pt x="3861351" y="177862"/>
                </a:cubicBezTo>
                <a:cubicBezTo>
                  <a:pt x="3861351" y="189913"/>
                  <a:pt x="3851286" y="199682"/>
                  <a:pt x="3838870" y="199682"/>
                </a:cubicBezTo>
                <a:cubicBezTo>
                  <a:pt x="3826454" y="199682"/>
                  <a:pt x="3816389" y="189913"/>
                  <a:pt x="3816389" y="177862"/>
                </a:cubicBezTo>
                <a:cubicBezTo>
                  <a:pt x="3816389" y="165811"/>
                  <a:pt x="3826454" y="156043"/>
                  <a:pt x="3838870" y="156043"/>
                </a:cubicBezTo>
                <a:close/>
                <a:moveTo>
                  <a:pt x="3760188" y="156042"/>
                </a:moveTo>
                <a:cubicBezTo>
                  <a:pt x="3772239" y="156042"/>
                  <a:pt x="3782008" y="165811"/>
                  <a:pt x="3782008" y="177862"/>
                </a:cubicBezTo>
                <a:cubicBezTo>
                  <a:pt x="3782008" y="189913"/>
                  <a:pt x="3772239" y="199682"/>
                  <a:pt x="3760188" y="199682"/>
                </a:cubicBezTo>
                <a:cubicBezTo>
                  <a:pt x="3748137" y="199682"/>
                  <a:pt x="3738368" y="189913"/>
                  <a:pt x="3738368" y="177862"/>
                </a:cubicBezTo>
                <a:cubicBezTo>
                  <a:pt x="3738368" y="165811"/>
                  <a:pt x="3748137" y="156042"/>
                  <a:pt x="3760188" y="156042"/>
                </a:cubicBezTo>
                <a:close/>
                <a:moveTo>
                  <a:pt x="3682168" y="156042"/>
                </a:moveTo>
                <a:cubicBezTo>
                  <a:pt x="3694219" y="156042"/>
                  <a:pt x="3703988" y="165811"/>
                  <a:pt x="3703988" y="177862"/>
                </a:cubicBezTo>
                <a:cubicBezTo>
                  <a:pt x="3703988" y="189912"/>
                  <a:pt x="3694219" y="199682"/>
                  <a:pt x="3682168" y="199682"/>
                </a:cubicBezTo>
                <a:cubicBezTo>
                  <a:pt x="3670117" y="199682"/>
                  <a:pt x="3660348" y="189912"/>
                  <a:pt x="3660348" y="177862"/>
                </a:cubicBezTo>
                <a:cubicBezTo>
                  <a:pt x="3660348" y="165811"/>
                  <a:pt x="3670117" y="156042"/>
                  <a:pt x="3682168" y="156042"/>
                </a:cubicBezTo>
                <a:close/>
                <a:moveTo>
                  <a:pt x="3604148" y="156042"/>
                </a:moveTo>
                <a:cubicBezTo>
                  <a:pt x="3616199" y="156042"/>
                  <a:pt x="3625968" y="165811"/>
                  <a:pt x="3625968" y="177861"/>
                </a:cubicBezTo>
                <a:cubicBezTo>
                  <a:pt x="3625968" y="189912"/>
                  <a:pt x="3616199" y="199681"/>
                  <a:pt x="3604148" y="199681"/>
                </a:cubicBezTo>
                <a:cubicBezTo>
                  <a:pt x="3592097" y="199681"/>
                  <a:pt x="3582328" y="189912"/>
                  <a:pt x="3582328" y="177861"/>
                </a:cubicBezTo>
                <a:cubicBezTo>
                  <a:pt x="3582328" y="165811"/>
                  <a:pt x="3592097" y="156042"/>
                  <a:pt x="3604148" y="156042"/>
                </a:cubicBezTo>
                <a:close/>
                <a:moveTo>
                  <a:pt x="3526788" y="156041"/>
                </a:moveTo>
                <a:cubicBezTo>
                  <a:pt x="3539204" y="156041"/>
                  <a:pt x="3549269" y="165811"/>
                  <a:pt x="3549269" y="177861"/>
                </a:cubicBezTo>
                <a:cubicBezTo>
                  <a:pt x="3549269" y="189912"/>
                  <a:pt x="3539204" y="199681"/>
                  <a:pt x="3526788" y="199681"/>
                </a:cubicBezTo>
                <a:cubicBezTo>
                  <a:pt x="3514372" y="199681"/>
                  <a:pt x="3504307" y="189912"/>
                  <a:pt x="3504307" y="177861"/>
                </a:cubicBezTo>
                <a:cubicBezTo>
                  <a:pt x="3504307" y="165811"/>
                  <a:pt x="3514372" y="156041"/>
                  <a:pt x="3526788" y="156041"/>
                </a:cubicBezTo>
                <a:close/>
                <a:moveTo>
                  <a:pt x="3449429" y="156041"/>
                </a:moveTo>
                <a:cubicBezTo>
                  <a:pt x="3461480" y="156041"/>
                  <a:pt x="3471249" y="165810"/>
                  <a:pt x="3471249" y="177861"/>
                </a:cubicBezTo>
                <a:cubicBezTo>
                  <a:pt x="3471249" y="189911"/>
                  <a:pt x="3461480" y="199681"/>
                  <a:pt x="3449429" y="199681"/>
                </a:cubicBezTo>
                <a:cubicBezTo>
                  <a:pt x="3437378" y="199681"/>
                  <a:pt x="3427609" y="189911"/>
                  <a:pt x="3427609" y="177861"/>
                </a:cubicBezTo>
                <a:cubicBezTo>
                  <a:pt x="3427609" y="165810"/>
                  <a:pt x="3437378" y="156041"/>
                  <a:pt x="3449429" y="156041"/>
                </a:cubicBezTo>
                <a:close/>
                <a:moveTo>
                  <a:pt x="3371408" y="156041"/>
                </a:moveTo>
                <a:cubicBezTo>
                  <a:pt x="3383459" y="156041"/>
                  <a:pt x="3393228" y="165810"/>
                  <a:pt x="3393228" y="177861"/>
                </a:cubicBezTo>
                <a:cubicBezTo>
                  <a:pt x="3393228" y="189911"/>
                  <a:pt x="3383459" y="199681"/>
                  <a:pt x="3371408" y="199681"/>
                </a:cubicBezTo>
                <a:cubicBezTo>
                  <a:pt x="3359357" y="199681"/>
                  <a:pt x="3349588" y="189911"/>
                  <a:pt x="3349588" y="177861"/>
                </a:cubicBezTo>
                <a:cubicBezTo>
                  <a:pt x="3349588" y="165810"/>
                  <a:pt x="3359357" y="156041"/>
                  <a:pt x="3371408" y="156041"/>
                </a:cubicBezTo>
                <a:close/>
                <a:moveTo>
                  <a:pt x="3293388" y="156041"/>
                </a:moveTo>
                <a:cubicBezTo>
                  <a:pt x="3305439" y="156041"/>
                  <a:pt x="3315208" y="165810"/>
                  <a:pt x="3315208" y="177861"/>
                </a:cubicBezTo>
                <a:cubicBezTo>
                  <a:pt x="3315208" y="189911"/>
                  <a:pt x="3305439" y="199681"/>
                  <a:pt x="3293388" y="199681"/>
                </a:cubicBezTo>
                <a:cubicBezTo>
                  <a:pt x="3281337" y="199681"/>
                  <a:pt x="3271568" y="189911"/>
                  <a:pt x="3271568" y="177861"/>
                </a:cubicBezTo>
                <a:cubicBezTo>
                  <a:pt x="3271568" y="165810"/>
                  <a:pt x="3281337" y="156041"/>
                  <a:pt x="3293388" y="156041"/>
                </a:cubicBezTo>
                <a:close/>
                <a:moveTo>
                  <a:pt x="3215368" y="156041"/>
                </a:moveTo>
                <a:cubicBezTo>
                  <a:pt x="3227419" y="156041"/>
                  <a:pt x="3237188" y="165810"/>
                  <a:pt x="3237188" y="177861"/>
                </a:cubicBezTo>
                <a:cubicBezTo>
                  <a:pt x="3237188" y="189911"/>
                  <a:pt x="3227419" y="199681"/>
                  <a:pt x="3215368" y="199681"/>
                </a:cubicBezTo>
                <a:cubicBezTo>
                  <a:pt x="3203317" y="199681"/>
                  <a:pt x="3193548" y="189911"/>
                  <a:pt x="3193548" y="177861"/>
                </a:cubicBezTo>
                <a:cubicBezTo>
                  <a:pt x="3193548" y="165810"/>
                  <a:pt x="3203317" y="156041"/>
                  <a:pt x="3215368" y="156041"/>
                </a:cubicBezTo>
                <a:close/>
                <a:moveTo>
                  <a:pt x="3137348" y="156041"/>
                </a:moveTo>
                <a:cubicBezTo>
                  <a:pt x="3149399" y="156041"/>
                  <a:pt x="3159168" y="165810"/>
                  <a:pt x="3159168" y="177861"/>
                </a:cubicBezTo>
                <a:cubicBezTo>
                  <a:pt x="3159168" y="189911"/>
                  <a:pt x="3149399" y="199681"/>
                  <a:pt x="3137348" y="199681"/>
                </a:cubicBezTo>
                <a:cubicBezTo>
                  <a:pt x="3125297" y="199681"/>
                  <a:pt x="3115528" y="189911"/>
                  <a:pt x="3115528" y="177861"/>
                </a:cubicBezTo>
                <a:cubicBezTo>
                  <a:pt x="3115528" y="165810"/>
                  <a:pt x="3125297" y="156041"/>
                  <a:pt x="3137348" y="156041"/>
                </a:cubicBezTo>
                <a:close/>
                <a:moveTo>
                  <a:pt x="3059326" y="156041"/>
                </a:moveTo>
                <a:cubicBezTo>
                  <a:pt x="3071377" y="156041"/>
                  <a:pt x="3081146" y="165810"/>
                  <a:pt x="3081146" y="177861"/>
                </a:cubicBezTo>
                <a:cubicBezTo>
                  <a:pt x="3081146" y="189911"/>
                  <a:pt x="3071377" y="199681"/>
                  <a:pt x="3059326" y="199681"/>
                </a:cubicBezTo>
                <a:cubicBezTo>
                  <a:pt x="3047275" y="199681"/>
                  <a:pt x="3037506" y="189911"/>
                  <a:pt x="3037506" y="177861"/>
                </a:cubicBezTo>
                <a:cubicBezTo>
                  <a:pt x="3037506" y="165810"/>
                  <a:pt x="3047275" y="156041"/>
                  <a:pt x="3059326" y="156041"/>
                </a:cubicBezTo>
                <a:close/>
                <a:moveTo>
                  <a:pt x="2981306" y="156041"/>
                </a:moveTo>
                <a:cubicBezTo>
                  <a:pt x="2993357" y="156041"/>
                  <a:pt x="3003126" y="165810"/>
                  <a:pt x="3003126" y="177861"/>
                </a:cubicBezTo>
                <a:cubicBezTo>
                  <a:pt x="3003126" y="189911"/>
                  <a:pt x="2993357" y="199681"/>
                  <a:pt x="2981306" y="199681"/>
                </a:cubicBezTo>
                <a:cubicBezTo>
                  <a:pt x="2969255" y="199681"/>
                  <a:pt x="2959486" y="189911"/>
                  <a:pt x="2959486" y="177861"/>
                </a:cubicBezTo>
                <a:cubicBezTo>
                  <a:pt x="2959486" y="165810"/>
                  <a:pt x="2969255" y="156041"/>
                  <a:pt x="2981306" y="156041"/>
                </a:cubicBezTo>
                <a:close/>
                <a:moveTo>
                  <a:pt x="2903286" y="156041"/>
                </a:moveTo>
                <a:cubicBezTo>
                  <a:pt x="2915337" y="156041"/>
                  <a:pt x="2925106" y="165810"/>
                  <a:pt x="2925106" y="177861"/>
                </a:cubicBezTo>
                <a:cubicBezTo>
                  <a:pt x="2925106" y="189911"/>
                  <a:pt x="2915337" y="199681"/>
                  <a:pt x="2903286" y="199681"/>
                </a:cubicBezTo>
                <a:cubicBezTo>
                  <a:pt x="2891235" y="199681"/>
                  <a:pt x="2881466" y="189911"/>
                  <a:pt x="2881466" y="177861"/>
                </a:cubicBezTo>
                <a:cubicBezTo>
                  <a:pt x="2881466" y="165810"/>
                  <a:pt x="2891235" y="156041"/>
                  <a:pt x="2903286" y="156041"/>
                </a:cubicBezTo>
                <a:close/>
                <a:moveTo>
                  <a:pt x="2826588" y="156041"/>
                </a:moveTo>
                <a:cubicBezTo>
                  <a:pt x="2838639" y="156041"/>
                  <a:pt x="2848408" y="165810"/>
                  <a:pt x="2848408" y="177861"/>
                </a:cubicBezTo>
                <a:cubicBezTo>
                  <a:pt x="2848408" y="189911"/>
                  <a:pt x="2838639" y="199681"/>
                  <a:pt x="2826588" y="199681"/>
                </a:cubicBezTo>
                <a:cubicBezTo>
                  <a:pt x="2814537" y="199681"/>
                  <a:pt x="2804768" y="189911"/>
                  <a:pt x="2804768" y="177861"/>
                </a:cubicBezTo>
                <a:cubicBezTo>
                  <a:pt x="2804768" y="165810"/>
                  <a:pt x="2814537" y="156041"/>
                  <a:pt x="2826588" y="156041"/>
                </a:cubicBezTo>
                <a:close/>
                <a:moveTo>
                  <a:pt x="2748567" y="156041"/>
                </a:moveTo>
                <a:cubicBezTo>
                  <a:pt x="2760618" y="156041"/>
                  <a:pt x="2770387" y="165810"/>
                  <a:pt x="2770387" y="177861"/>
                </a:cubicBezTo>
                <a:cubicBezTo>
                  <a:pt x="2770387" y="189911"/>
                  <a:pt x="2760618" y="199681"/>
                  <a:pt x="2748567" y="199681"/>
                </a:cubicBezTo>
                <a:cubicBezTo>
                  <a:pt x="2736516" y="199681"/>
                  <a:pt x="2726747" y="189911"/>
                  <a:pt x="2726747" y="177861"/>
                </a:cubicBezTo>
                <a:cubicBezTo>
                  <a:pt x="2726747" y="165810"/>
                  <a:pt x="2736516" y="156041"/>
                  <a:pt x="2748567" y="156041"/>
                </a:cubicBezTo>
                <a:close/>
                <a:moveTo>
                  <a:pt x="2670547" y="156041"/>
                </a:moveTo>
                <a:cubicBezTo>
                  <a:pt x="2682598" y="156041"/>
                  <a:pt x="2692367" y="165809"/>
                  <a:pt x="2692367" y="177860"/>
                </a:cubicBezTo>
                <a:cubicBezTo>
                  <a:pt x="2692367" y="189911"/>
                  <a:pt x="2682598" y="199681"/>
                  <a:pt x="2670547" y="199681"/>
                </a:cubicBezTo>
                <a:cubicBezTo>
                  <a:pt x="2658496" y="199681"/>
                  <a:pt x="2648727" y="189911"/>
                  <a:pt x="2648727" y="177860"/>
                </a:cubicBezTo>
                <a:cubicBezTo>
                  <a:pt x="2648727" y="165809"/>
                  <a:pt x="2658496" y="156041"/>
                  <a:pt x="2670547" y="156041"/>
                </a:cubicBezTo>
                <a:close/>
                <a:moveTo>
                  <a:pt x="2592527" y="156040"/>
                </a:moveTo>
                <a:cubicBezTo>
                  <a:pt x="2604578" y="156040"/>
                  <a:pt x="2614347" y="165809"/>
                  <a:pt x="2614347" y="177860"/>
                </a:cubicBezTo>
                <a:cubicBezTo>
                  <a:pt x="2614347" y="189911"/>
                  <a:pt x="2604578" y="199680"/>
                  <a:pt x="2592527" y="199680"/>
                </a:cubicBezTo>
                <a:cubicBezTo>
                  <a:pt x="2580476" y="199680"/>
                  <a:pt x="2570707" y="189911"/>
                  <a:pt x="2570707" y="177860"/>
                </a:cubicBezTo>
                <a:cubicBezTo>
                  <a:pt x="2570707" y="165809"/>
                  <a:pt x="2580476" y="156040"/>
                  <a:pt x="2592527" y="156040"/>
                </a:cubicBezTo>
                <a:close/>
                <a:moveTo>
                  <a:pt x="2513845" y="156040"/>
                </a:moveTo>
                <a:cubicBezTo>
                  <a:pt x="2526261" y="156040"/>
                  <a:pt x="2536326" y="165809"/>
                  <a:pt x="2536326" y="177860"/>
                </a:cubicBezTo>
                <a:cubicBezTo>
                  <a:pt x="2536326" y="189911"/>
                  <a:pt x="2526261" y="199680"/>
                  <a:pt x="2513845" y="199680"/>
                </a:cubicBezTo>
                <a:cubicBezTo>
                  <a:pt x="2501429" y="199680"/>
                  <a:pt x="2491364" y="189911"/>
                  <a:pt x="2491364" y="177860"/>
                </a:cubicBezTo>
                <a:cubicBezTo>
                  <a:pt x="2491364" y="165809"/>
                  <a:pt x="2501429" y="156040"/>
                  <a:pt x="2513845" y="156040"/>
                </a:cubicBezTo>
                <a:close/>
                <a:moveTo>
                  <a:pt x="2436486" y="156040"/>
                </a:moveTo>
                <a:cubicBezTo>
                  <a:pt x="2448537" y="156040"/>
                  <a:pt x="2458306" y="165809"/>
                  <a:pt x="2458306" y="177860"/>
                </a:cubicBezTo>
                <a:cubicBezTo>
                  <a:pt x="2458306" y="189911"/>
                  <a:pt x="2448537" y="199680"/>
                  <a:pt x="2436486" y="199680"/>
                </a:cubicBezTo>
                <a:cubicBezTo>
                  <a:pt x="2424435" y="199680"/>
                  <a:pt x="2414666" y="189911"/>
                  <a:pt x="2414666" y="177860"/>
                </a:cubicBezTo>
                <a:cubicBezTo>
                  <a:pt x="2414666" y="165809"/>
                  <a:pt x="2424435" y="156040"/>
                  <a:pt x="2436486" y="156040"/>
                </a:cubicBezTo>
                <a:close/>
                <a:moveTo>
                  <a:pt x="2358465" y="156040"/>
                </a:moveTo>
                <a:cubicBezTo>
                  <a:pt x="2370516" y="156040"/>
                  <a:pt x="2380285" y="165809"/>
                  <a:pt x="2380285" y="177860"/>
                </a:cubicBezTo>
                <a:cubicBezTo>
                  <a:pt x="2380285" y="189911"/>
                  <a:pt x="2370516" y="199680"/>
                  <a:pt x="2358465" y="199680"/>
                </a:cubicBezTo>
                <a:cubicBezTo>
                  <a:pt x="2346414" y="199680"/>
                  <a:pt x="2336645" y="189911"/>
                  <a:pt x="2336645" y="177860"/>
                </a:cubicBezTo>
                <a:cubicBezTo>
                  <a:pt x="2336645" y="165809"/>
                  <a:pt x="2346414" y="156040"/>
                  <a:pt x="2358465" y="156040"/>
                </a:cubicBezTo>
                <a:close/>
                <a:moveTo>
                  <a:pt x="2280445" y="156040"/>
                </a:moveTo>
                <a:cubicBezTo>
                  <a:pt x="2292496" y="156040"/>
                  <a:pt x="2302265" y="165809"/>
                  <a:pt x="2302265" y="177860"/>
                </a:cubicBezTo>
                <a:cubicBezTo>
                  <a:pt x="2302265" y="189911"/>
                  <a:pt x="2292496" y="199680"/>
                  <a:pt x="2280445" y="199680"/>
                </a:cubicBezTo>
                <a:cubicBezTo>
                  <a:pt x="2268394" y="199680"/>
                  <a:pt x="2258625" y="189911"/>
                  <a:pt x="2258625" y="177860"/>
                </a:cubicBezTo>
                <a:cubicBezTo>
                  <a:pt x="2258625" y="165809"/>
                  <a:pt x="2268394" y="156040"/>
                  <a:pt x="2280445" y="156040"/>
                </a:cubicBezTo>
                <a:close/>
                <a:moveTo>
                  <a:pt x="2203086" y="156040"/>
                </a:moveTo>
                <a:cubicBezTo>
                  <a:pt x="2215502" y="156040"/>
                  <a:pt x="2225567" y="165809"/>
                  <a:pt x="2225567" y="177860"/>
                </a:cubicBezTo>
                <a:cubicBezTo>
                  <a:pt x="2225567" y="189911"/>
                  <a:pt x="2215502" y="199680"/>
                  <a:pt x="2203086" y="199680"/>
                </a:cubicBezTo>
                <a:cubicBezTo>
                  <a:pt x="2190670" y="199680"/>
                  <a:pt x="2180605" y="189911"/>
                  <a:pt x="2180605" y="177860"/>
                </a:cubicBezTo>
                <a:cubicBezTo>
                  <a:pt x="2180605" y="165809"/>
                  <a:pt x="2190670" y="156040"/>
                  <a:pt x="2203086" y="156040"/>
                </a:cubicBezTo>
                <a:close/>
                <a:moveTo>
                  <a:pt x="2125727" y="156040"/>
                </a:moveTo>
                <a:cubicBezTo>
                  <a:pt x="2137778" y="156040"/>
                  <a:pt x="2147547" y="165809"/>
                  <a:pt x="2147547" y="177860"/>
                </a:cubicBezTo>
                <a:cubicBezTo>
                  <a:pt x="2147547" y="189911"/>
                  <a:pt x="2137778" y="199680"/>
                  <a:pt x="2125727" y="199680"/>
                </a:cubicBezTo>
                <a:cubicBezTo>
                  <a:pt x="2113676" y="199680"/>
                  <a:pt x="2103907" y="189911"/>
                  <a:pt x="2103907" y="177860"/>
                </a:cubicBezTo>
                <a:cubicBezTo>
                  <a:pt x="2103907" y="165809"/>
                  <a:pt x="2113676" y="156040"/>
                  <a:pt x="2125727" y="156040"/>
                </a:cubicBezTo>
                <a:close/>
                <a:moveTo>
                  <a:pt x="2047706" y="156040"/>
                </a:moveTo>
                <a:cubicBezTo>
                  <a:pt x="2059757" y="156040"/>
                  <a:pt x="2069526" y="165809"/>
                  <a:pt x="2069526" y="177860"/>
                </a:cubicBezTo>
                <a:cubicBezTo>
                  <a:pt x="2069526" y="189911"/>
                  <a:pt x="2059757" y="199680"/>
                  <a:pt x="2047706" y="199680"/>
                </a:cubicBezTo>
                <a:cubicBezTo>
                  <a:pt x="2035655" y="199680"/>
                  <a:pt x="2025886" y="189911"/>
                  <a:pt x="2025886" y="177860"/>
                </a:cubicBezTo>
                <a:cubicBezTo>
                  <a:pt x="2025886" y="165809"/>
                  <a:pt x="2035655" y="156040"/>
                  <a:pt x="2047706" y="156040"/>
                </a:cubicBezTo>
                <a:close/>
                <a:moveTo>
                  <a:pt x="3916229" y="78022"/>
                </a:moveTo>
                <a:cubicBezTo>
                  <a:pt x="3928280" y="78022"/>
                  <a:pt x="3938049" y="87792"/>
                  <a:pt x="3938049" y="99843"/>
                </a:cubicBezTo>
                <a:cubicBezTo>
                  <a:pt x="3938049" y="111893"/>
                  <a:pt x="3928280" y="121663"/>
                  <a:pt x="3916229" y="121663"/>
                </a:cubicBezTo>
                <a:cubicBezTo>
                  <a:pt x="3904178" y="121663"/>
                  <a:pt x="3894409" y="111893"/>
                  <a:pt x="3894409" y="99843"/>
                </a:cubicBezTo>
                <a:cubicBezTo>
                  <a:pt x="3894409" y="87792"/>
                  <a:pt x="3904178" y="78022"/>
                  <a:pt x="3916229" y="78022"/>
                </a:cubicBezTo>
                <a:close/>
                <a:moveTo>
                  <a:pt x="3838870" y="78022"/>
                </a:moveTo>
                <a:cubicBezTo>
                  <a:pt x="3851286" y="78022"/>
                  <a:pt x="3861351" y="87792"/>
                  <a:pt x="3861351" y="99843"/>
                </a:cubicBezTo>
                <a:cubicBezTo>
                  <a:pt x="3861351" y="111893"/>
                  <a:pt x="3851286" y="121663"/>
                  <a:pt x="3838870" y="121663"/>
                </a:cubicBezTo>
                <a:cubicBezTo>
                  <a:pt x="3826454" y="121663"/>
                  <a:pt x="3816389" y="111893"/>
                  <a:pt x="3816389" y="99843"/>
                </a:cubicBezTo>
                <a:cubicBezTo>
                  <a:pt x="3816389" y="87792"/>
                  <a:pt x="3826454" y="78022"/>
                  <a:pt x="3838870" y="78022"/>
                </a:cubicBezTo>
                <a:close/>
                <a:moveTo>
                  <a:pt x="3760188" y="78022"/>
                </a:moveTo>
                <a:cubicBezTo>
                  <a:pt x="3772239" y="78022"/>
                  <a:pt x="3782008" y="87791"/>
                  <a:pt x="3782008" y="99842"/>
                </a:cubicBezTo>
                <a:cubicBezTo>
                  <a:pt x="3782008" y="111893"/>
                  <a:pt x="3772239" y="121662"/>
                  <a:pt x="3760188" y="121662"/>
                </a:cubicBezTo>
                <a:cubicBezTo>
                  <a:pt x="3748137" y="121662"/>
                  <a:pt x="3738368" y="111893"/>
                  <a:pt x="3738368" y="99842"/>
                </a:cubicBezTo>
                <a:cubicBezTo>
                  <a:pt x="3738368" y="87791"/>
                  <a:pt x="3748137" y="78022"/>
                  <a:pt x="3760188" y="78022"/>
                </a:cubicBezTo>
                <a:close/>
                <a:moveTo>
                  <a:pt x="3682168" y="78022"/>
                </a:moveTo>
                <a:cubicBezTo>
                  <a:pt x="3694219" y="78022"/>
                  <a:pt x="3703988" y="87791"/>
                  <a:pt x="3703988" y="99842"/>
                </a:cubicBezTo>
                <a:cubicBezTo>
                  <a:pt x="3703988" y="111893"/>
                  <a:pt x="3694219" y="121662"/>
                  <a:pt x="3682168" y="121662"/>
                </a:cubicBezTo>
                <a:cubicBezTo>
                  <a:pt x="3670117" y="121662"/>
                  <a:pt x="3660348" y="111893"/>
                  <a:pt x="3660348" y="99842"/>
                </a:cubicBezTo>
                <a:cubicBezTo>
                  <a:pt x="3660348" y="87791"/>
                  <a:pt x="3670117" y="78022"/>
                  <a:pt x="3682168" y="78022"/>
                </a:cubicBezTo>
                <a:close/>
                <a:moveTo>
                  <a:pt x="3604148" y="78021"/>
                </a:moveTo>
                <a:cubicBezTo>
                  <a:pt x="3616199" y="78021"/>
                  <a:pt x="3625968" y="87790"/>
                  <a:pt x="3625968" y="99842"/>
                </a:cubicBezTo>
                <a:cubicBezTo>
                  <a:pt x="3625968" y="111892"/>
                  <a:pt x="3616199" y="121661"/>
                  <a:pt x="3604148" y="121661"/>
                </a:cubicBezTo>
                <a:cubicBezTo>
                  <a:pt x="3592097" y="121661"/>
                  <a:pt x="3582328" y="111892"/>
                  <a:pt x="3582328" y="99842"/>
                </a:cubicBezTo>
                <a:cubicBezTo>
                  <a:pt x="3582328" y="87790"/>
                  <a:pt x="3592097" y="78021"/>
                  <a:pt x="3604148" y="78021"/>
                </a:cubicBezTo>
                <a:close/>
                <a:moveTo>
                  <a:pt x="3526788" y="78021"/>
                </a:moveTo>
                <a:cubicBezTo>
                  <a:pt x="3539204" y="78021"/>
                  <a:pt x="3549269" y="87790"/>
                  <a:pt x="3549269" y="99842"/>
                </a:cubicBezTo>
                <a:cubicBezTo>
                  <a:pt x="3549269" y="111892"/>
                  <a:pt x="3539204" y="121661"/>
                  <a:pt x="3526788" y="121661"/>
                </a:cubicBezTo>
                <a:cubicBezTo>
                  <a:pt x="3514372" y="121661"/>
                  <a:pt x="3504307" y="111892"/>
                  <a:pt x="3504307" y="99842"/>
                </a:cubicBezTo>
                <a:cubicBezTo>
                  <a:pt x="3504307" y="87790"/>
                  <a:pt x="3514372" y="78021"/>
                  <a:pt x="3526788" y="78021"/>
                </a:cubicBezTo>
                <a:close/>
                <a:moveTo>
                  <a:pt x="3449429" y="78021"/>
                </a:moveTo>
                <a:cubicBezTo>
                  <a:pt x="3461480" y="78021"/>
                  <a:pt x="3471249" y="87790"/>
                  <a:pt x="3471249" y="99840"/>
                </a:cubicBezTo>
                <a:cubicBezTo>
                  <a:pt x="3471249" y="111892"/>
                  <a:pt x="3461480" y="121661"/>
                  <a:pt x="3449429" y="121661"/>
                </a:cubicBezTo>
                <a:cubicBezTo>
                  <a:pt x="3437378" y="121661"/>
                  <a:pt x="3427609" y="111892"/>
                  <a:pt x="3427609" y="99840"/>
                </a:cubicBezTo>
                <a:cubicBezTo>
                  <a:pt x="3427609" y="87790"/>
                  <a:pt x="3437378" y="78021"/>
                  <a:pt x="3449429" y="78021"/>
                </a:cubicBezTo>
                <a:close/>
                <a:moveTo>
                  <a:pt x="3371408" y="78021"/>
                </a:moveTo>
                <a:cubicBezTo>
                  <a:pt x="3383459" y="78021"/>
                  <a:pt x="3393228" y="87790"/>
                  <a:pt x="3393228" y="99840"/>
                </a:cubicBezTo>
                <a:cubicBezTo>
                  <a:pt x="3393228" y="111892"/>
                  <a:pt x="3383459" y="121661"/>
                  <a:pt x="3371408" y="121661"/>
                </a:cubicBezTo>
                <a:cubicBezTo>
                  <a:pt x="3359357" y="121661"/>
                  <a:pt x="3349588" y="111892"/>
                  <a:pt x="3349588" y="99840"/>
                </a:cubicBezTo>
                <a:cubicBezTo>
                  <a:pt x="3349588" y="87790"/>
                  <a:pt x="3359357" y="78021"/>
                  <a:pt x="3371408" y="78021"/>
                </a:cubicBezTo>
                <a:close/>
                <a:moveTo>
                  <a:pt x="3293388" y="78021"/>
                </a:moveTo>
                <a:cubicBezTo>
                  <a:pt x="3305439" y="78021"/>
                  <a:pt x="3315208" y="87790"/>
                  <a:pt x="3315208" y="99840"/>
                </a:cubicBezTo>
                <a:cubicBezTo>
                  <a:pt x="3315208" y="111892"/>
                  <a:pt x="3305439" y="121661"/>
                  <a:pt x="3293388" y="121661"/>
                </a:cubicBezTo>
                <a:cubicBezTo>
                  <a:pt x="3281337" y="121661"/>
                  <a:pt x="3271568" y="111892"/>
                  <a:pt x="3271568" y="99840"/>
                </a:cubicBezTo>
                <a:cubicBezTo>
                  <a:pt x="3271568" y="87790"/>
                  <a:pt x="3281337" y="78021"/>
                  <a:pt x="3293388" y="78021"/>
                </a:cubicBezTo>
                <a:close/>
                <a:moveTo>
                  <a:pt x="3215368" y="78021"/>
                </a:moveTo>
                <a:cubicBezTo>
                  <a:pt x="3227419" y="78021"/>
                  <a:pt x="3237188" y="87790"/>
                  <a:pt x="3237188" y="99840"/>
                </a:cubicBezTo>
                <a:cubicBezTo>
                  <a:pt x="3237188" y="111892"/>
                  <a:pt x="3227419" y="121661"/>
                  <a:pt x="3215368" y="121661"/>
                </a:cubicBezTo>
                <a:cubicBezTo>
                  <a:pt x="3203317" y="121661"/>
                  <a:pt x="3193548" y="111892"/>
                  <a:pt x="3193548" y="99840"/>
                </a:cubicBezTo>
                <a:cubicBezTo>
                  <a:pt x="3193548" y="87790"/>
                  <a:pt x="3203317" y="78021"/>
                  <a:pt x="3215368" y="78021"/>
                </a:cubicBezTo>
                <a:close/>
                <a:moveTo>
                  <a:pt x="3137348" y="78021"/>
                </a:moveTo>
                <a:cubicBezTo>
                  <a:pt x="3149399" y="78021"/>
                  <a:pt x="3159168" y="87790"/>
                  <a:pt x="3159168" y="99840"/>
                </a:cubicBezTo>
                <a:cubicBezTo>
                  <a:pt x="3159168" y="111892"/>
                  <a:pt x="3149399" y="121661"/>
                  <a:pt x="3137348" y="121661"/>
                </a:cubicBezTo>
                <a:cubicBezTo>
                  <a:pt x="3125297" y="121661"/>
                  <a:pt x="3115528" y="111892"/>
                  <a:pt x="3115528" y="99840"/>
                </a:cubicBezTo>
                <a:cubicBezTo>
                  <a:pt x="3115528" y="87790"/>
                  <a:pt x="3125297" y="78021"/>
                  <a:pt x="3137348" y="78021"/>
                </a:cubicBezTo>
                <a:close/>
                <a:moveTo>
                  <a:pt x="2826588" y="78021"/>
                </a:moveTo>
                <a:cubicBezTo>
                  <a:pt x="2838639" y="78021"/>
                  <a:pt x="2848408" y="87790"/>
                  <a:pt x="2848408" y="99840"/>
                </a:cubicBezTo>
                <a:cubicBezTo>
                  <a:pt x="2848408" y="111892"/>
                  <a:pt x="2838639" y="121661"/>
                  <a:pt x="2826588" y="121661"/>
                </a:cubicBezTo>
                <a:cubicBezTo>
                  <a:pt x="2814537" y="121661"/>
                  <a:pt x="2804768" y="111892"/>
                  <a:pt x="2804768" y="99840"/>
                </a:cubicBezTo>
                <a:cubicBezTo>
                  <a:pt x="2804768" y="87790"/>
                  <a:pt x="2814537" y="78021"/>
                  <a:pt x="2826588" y="78021"/>
                </a:cubicBezTo>
                <a:close/>
                <a:moveTo>
                  <a:pt x="2748567" y="78021"/>
                </a:moveTo>
                <a:cubicBezTo>
                  <a:pt x="2760618" y="78021"/>
                  <a:pt x="2770387" y="87790"/>
                  <a:pt x="2770387" y="99840"/>
                </a:cubicBezTo>
                <a:cubicBezTo>
                  <a:pt x="2770387" y="111892"/>
                  <a:pt x="2760618" y="121661"/>
                  <a:pt x="2748567" y="121661"/>
                </a:cubicBezTo>
                <a:cubicBezTo>
                  <a:pt x="2736516" y="121661"/>
                  <a:pt x="2726747" y="111892"/>
                  <a:pt x="2726747" y="99840"/>
                </a:cubicBezTo>
                <a:cubicBezTo>
                  <a:pt x="2726747" y="87790"/>
                  <a:pt x="2736516" y="78021"/>
                  <a:pt x="2748567" y="78021"/>
                </a:cubicBezTo>
                <a:close/>
                <a:moveTo>
                  <a:pt x="2670547" y="78021"/>
                </a:moveTo>
                <a:cubicBezTo>
                  <a:pt x="2682598" y="78021"/>
                  <a:pt x="2692367" y="87789"/>
                  <a:pt x="2692367" y="99840"/>
                </a:cubicBezTo>
                <a:cubicBezTo>
                  <a:pt x="2692367" y="111891"/>
                  <a:pt x="2682598" y="121660"/>
                  <a:pt x="2670547" y="121660"/>
                </a:cubicBezTo>
                <a:cubicBezTo>
                  <a:pt x="2658496" y="121660"/>
                  <a:pt x="2648727" y="111891"/>
                  <a:pt x="2648727" y="99840"/>
                </a:cubicBezTo>
                <a:cubicBezTo>
                  <a:pt x="2648727" y="87789"/>
                  <a:pt x="2658496" y="78021"/>
                  <a:pt x="2670547" y="78021"/>
                </a:cubicBezTo>
                <a:close/>
                <a:moveTo>
                  <a:pt x="2592527" y="78020"/>
                </a:moveTo>
                <a:cubicBezTo>
                  <a:pt x="2604578" y="78020"/>
                  <a:pt x="2614347" y="87789"/>
                  <a:pt x="2614347" y="99840"/>
                </a:cubicBezTo>
                <a:cubicBezTo>
                  <a:pt x="2614347" y="111891"/>
                  <a:pt x="2604578" y="121660"/>
                  <a:pt x="2592527" y="121660"/>
                </a:cubicBezTo>
                <a:cubicBezTo>
                  <a:pt x="2580476" y="121660"/>
                  <a:pt x="2570707" y="111891"/>
                  <a:pt x="2570707" y="99840"/>
                </a:cubicBezTo>
                <a:cubicBezTo>
                  <a:pt x="2570707" y="87789"/>
                  <a:pt x="2580476" y="78020"/>
                  <a:pt x="2592527" y="78020"/>
                </a:cubicBezTo>
                <a:close/>
                <a:moveTo>
                  <a:pt x="2513845" y="78020"/>
                </a:moveTo>
                <a:cubicBezTo>
                  <a:pt x="2526261" y="78020"/>
                  <a:pt x="2536326" y="87789"/>
                  <a:pt x="2536326" y="99840"/>
                </a:cubicBezTo>
                <a:cubicBezTo>
                  <a:pt x="2536326" y="111891"/>
                  <a:pt x="2526261" y="121660"/>
                  <a:pt x="2513845" y="121660"/>
                </a:cubicBezTo>
                <a:cubicBezTo>
                  <a:pt x="2501429" y="121660"/>
                  <a:pt x="2491364" y="111891"/>
                  <a:pt x="2491364" y="99840"/>
                </a:cubicBezTo>
                <a:cubicBezTo>
                  <a:pt x="2491364" y="87789"/>
                  <a:pt x="2501429" y="78020"/>
                  <a:pt x="2513845" y="78020"/>
                </a:cubicBezTo>
                <a:close/>
                <a:moveTo>
                  <a:pt x="2436486" y="78020"/>
                </a:moveTo>
                <a:cubicBezTo>
                  <a:pt x="2448537" y="78020"/>
                  <a:pt x="2458306" y="87789"/>
                  <a:pt x="2458306" y="99840"/>
                </a:cubicBezTo>
                <a:cubicBezTo>
                  <a:pt x="2458306" y="111891"/>
                  <a:pt x="2448537" y="121660"/>
                  <a:pt x="2436486" y="121660"/>
                </a:cubicBezTo>
                <a:cubicBezTo>
                  <a:pt x="2424435" y="121660"/>
                  <a:pt x="2414666" y="111891"/>
                  <a:pt x="2414666" y="99840"/>
                </a:cubicBezTo>
                <a:cubicBezTo>
                  <a:pt x="2414666" y="87789"/>
                  <a:pt x="2424435" y="78020"/>
                  <a:pt x="2436486" y="78020"/>
                </a:cubicBezTo>
                <a:close/>
                <a:moveTo>
                  <a:pt x="2358465" y="78020"/>
                </a:moveTo>
                <a:cubicBezTo>
                  <a:pt x="2370516" y="78020"/>
                  <a:pt x="2380285" y="87789"/>
                  <a:pt x="2380285" y="99840"/>
                </a:cubicBezTo>
                <a:cubicBezTo>
                  <a:pt x="2380285" y="111891"/>
                  <a:pt x="2370516" y="121660"/>
                  <a:pt x="2358465" y="121660"/>
                </a:cubicBezTo>
                <a:cubicBezTo>
                  <a:pt x="2346414" y="121660"/>
                  <a:pt x="2336645" y="111891"/>
                  <a:pt x="2336645" y="99840"/>
                </a:cubicBezTo>
                <a:cubicBezTo>
                  <a:pt x="2336645" y="87789"/>
                  <a:pt x="2346414" y="78020"/>
                  <a:pt x="2358465" y="78020"/>
                </a:cubicBezTo>
                <a:close/>
                <a:moveTo>
                  <a:pt x="2280445" y="78020"/>
                </a:moveTo>
                <a:cubicBezTo>
                  <a:pt x="2292496" y="78020"/>
                  <a:pt x="2302265" y="87789"/>
                  <a:pt x="2302265" y="99840"/>
                </a:cubicBezTo>
                <a:cubicBezTo>
                  <a:pt x="2302265" y="111891"/>
                  <a:pt x="2292496" y="121660"/>
                  <a:pt x="2280445" y="121660"/>
                </a:cubicBezTo>
                <a:cubicBezTo>
                  <a:pt x="2268394" y="121660"/>
                  <a:pt x="2258625" y="111891"/>
                  <a:pt x="2258625" y="99840"/>
                </a:cubicBezTo>
                <a:cubicBezTo>
                  <a:pt x="2258625" y="87789"/>
                  <a:pt x="2268394" y="78020"/>
                  <a:pt x="2280445" y="78020"/>
                </a:cubicBezTo>
                <a:close/>
                <a:moveTo>
                  <a:pt x="3760188" y="1"/>
                </a:moveTo>
                <a:cubicBezTo>
                  <a:pt x="3772239" y="1"/>
                  <a:pt x="3782008" y="9770"/>
                  <a:pt x="3782008" y="21821"/>
                </a:cubicBezTo>
                <a:cubicBezTo>
                  <a:pt x="3782008" y="33872"/>
                  <a:pt x="3772239" y="43641"/>
                  <a:pt x="3760188" y="43641"/>
                </a:cubicBezTo>
                <a:cubicBezTo>
                  <a:pt x="3748137" y="43641"/>
                  <a:pt x="3738368" y="33872"/>
                  <a:pt x="3738368" y="21821"/>
                </a:cubicBezTo>
                <a:cubicBezTo>
                  <a:pt x="3738368" y="9770"/>
                  <a:pt x="3748137" y="1"/>
                  <a:pt x="3760188" y="1"/>
                </a:cubicBezTo>
                <a:close/>
                <a:moveTo>
                  <a:pt x="3682168" y="1"/>
                </a:moveTo>
                <a:cubicBezTo>
                  <a:pt x="3694219" y="1"/>
                  <a:pt x="3703988" y="9770"/>
                  <a:pt x="3703988" y="21821"/>
                </a:cubicBezTo>
                <a:cubicBezTo>
                  <a:pt x="3703988" y="33872"/>
                  <a:pt x="3694219" y="43641"/>
                  <a:pt x="3682168" y="43641"/>
                </a:cubicBezTo>
                <a:cubicBezTo>
                  <a:pt x="3670117" y="43641"/>
                  <a:pt x="3660348" y="33872"/>
                  <a:pt x="3660348" y="21821"/>
                </a:cubicBezTo>
                <a:cubicBezTo>
                  <a:pt x="3660348" y="9770"/>
                  <a:pt x="3670117" y="1"/>
                  <a:pt x="3682168" y="1"/>
                </a:cubicBezTo>
                <a:close/>
                <a:moveTo>
                  <a:pt x="3604148" y="1"/>
                </a:moveTo>
                <a:cubicBezTo>
                  <a:pt x="3616199" y="1"/>
                  <a:pt x="3625968" y="9770"/>
                  <a:pt x="3625968" y="21821"/>
                </a:cubicBezTo>
                <a:cubicBezTo>
                  <a:pt x="3625968" y="33872"/>
                  <a:pt x="3616199" y="43640"/>
                  <a:pt x="3604148" y="43640"/>
                </a:cubicBezTo>
                <a:cubicBezTo>
                  <a:pt x="3592097" y="43640"/>
                  <a:pt x="3582328" y="33872"/>
                  <a:pt x="3582328" y="21821"/>
                </a:cubicBezTo>
                <a:cubicBezTo>
                  <a:pt x="3582328" y="9770"/>
                  <a:pt x="3592097" y="1"/>
                  <a:pt x="3604148" y="1"/>
                </a:cubicBezTo>
                <a:close/>
                <a:moveTo>
                  <a:pt x="3526788" y="0"/>
                </a:moveTo>
                <a:cubicBezTo>
                  <a:pt x="3539204" y="0"/>
                  <a:pt x="3549269" y="9769"/>
                  <a:pt x="3549269" y="21820"/>
                </a:cubicBezTo>
                <a:cubicBezTo>
                  <a:pt x="3549269" y="33871"/>
                  <a:pt x="3539204" y="43640"/>
                  <a:pt x="3526788" y="43640"/>
                </a:cubicBezTo>
                <a:cubicBezTo>
                  <a:pt x="3514372" y="43640"/>
                  <a:pt x="3504307" y="33871"/>
                  <a:pt x="3504307" y="21820"/>
                </a:cubicBezTo>
                <a:cubicBezTo>
                  <a:pt x="3504307" y="9769"/>
                  <a:pt x="3514372" y="0"/>
                  <a:pt x="3526788" y="0"/>
                </a:cubicBezTo>
                <a:close/>
                <a:moveTo>
                  <a:pt x="3449429" y="0"/>
                </a:moveTo>
                <a:cubicBezTo>
                  <a:pt x="3461480" y="0"/>
                  <a:pt x="3471249" y="9769"/>
                  <a:pt x="3471249" y="21820"/>
                </a:cubicBezTo>
                <a:cubicBezTo>
                  <a:pt x="3471249" y="33871"/>
                  <a:pt x="3461480" y="43640"/>
                  <a:pt x="3449429" y="43640"/>
                </a:cubicBezTo>
                <a:cubicBezTo>
                  <a:pt x="3437378" y="43640"/>
                  <a:pt x="3427609" y="33871"/>
                  <a:pt x="3427609" y="21820"/>
                </a:cubicBezTo>
                <a:cubicBezTo>
                  <a:pt x="3427609" y="9769"/>
                  <a:pt x="3437378" y="0"/>
                  <a:pt x="3449429" y="0"/>
                </a:cubicBezTo>
                <a:close/>
              </a:path>
            </a:pathLst>
          </a:custGeom>
          <a:gradFill>
            <a:gsLst>
              <a:gs pos="27000">
                <a:srgbClr val="7B5DFD">
                  <a:alpha val="80000"/>
                </a:srgbClr>
              </a:gs>
              <a:gs pos="100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Roboto" panose="02000000000000000000" pitchFamily="2" charset="0"/>
            </a:endParaRPr>
          </a:p>
        </p:txBody>
      </p:sp>
      <p:grpSp>
        <p:nvGrpSpPr>
          <p:cNvPr id="5103" name="Group 5102">
            <a:extLst>
              <a:ext uri="{FF2B5EF4-FFF2-40B4-BE49-F238E27FC236}">
                <a16:creationId xmlns:a16="http://schemas.microsoft.com/office/drawing/2014/main" id="{FCAEE32E-B8F8-490A-9674-51357A22C7F2}"/>
              </a:ext>
              <a:ext uri="{C183D7F6-B498-43B3-948B-1728B52AA6E4}">
                <adec:decorative xmlns:adec="http://schemas.microsoft.com/office/drawing/2017/decorative" val="1"/>
              </a:ext>
            </a:extLst>
          </p:cNvPr>
          <p:cNvGrpSpPr/>
          <p:nvPr/>
        </p:nvGrpSpPr>
        <p:grpSpPr>
          <a:xfrm>
            <a:off x="1980404" y="3218194"/>
            <a:ext cx="1125240" cy="174177"/>
            <a:chOff x="3622306" y="2433972"/>
            <a:chExt cx="2250473" cy="348353"/>
          </a:xfrm>
        </p:grpSpPr>
        <p:cxnSp>
          <p:nvCxnSpPr>
            <p:cNvPr id="5099" name="Straight Connector 5098">
              <a:extLst>
                <a:ext uri="{FF2B5EF4-FFF2-40B4-BE49-F238E27FC236}">
                  <a16:creationId xmlns:a16="http://schemas.microsoft.com/office/drawing/2014/main" id="{7878C476-1D15-4C55-AAAB-6AF671A99B75}"/>
                </a:ext>
              </a:extLst>
            </p:cNvPr>
            <p:cNvCxnSpPr>
              <a:cxnSpLocks/>
            </p:cNvCxnSpPr>
            <p:nvPr/>
          </p:nvCxnSpPr>
          <p:spPr>
            <a:xfrm>
              <a:off x="3622306" y="2608149"/>
              <a:ext cx="2076298" cy="0"/>
            </a:xfrm>
            <a:prstGeom prst="line">
              <a:avLst/>
            </a:prstGeom>
            <a:ln w="12700">
              <a:solidFill>
                <a:schemeClr val="accent3"/>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5102" name="Oval 5101">
              <a:extLst>
                <a:ext uri="{FF2B5EF4-FFF2-40B4-BE49-F238E27FC236}">
                  <a16:creationId xmlns:a16="http://schemas.microsoft.com/office/drawing/2014/main" id="{E71D31ED-BDE8-4A13-B9F3-8163A3595A66}"/>
                </a:ext>
              </a:extLst>
            </p:cNvPr>
            <p:cNvSpPr/>
            <p:nvPr/>
          </p:nvSpPr>
          <p:spPr>
            <a:xfrm>
              <a:off x="5524426" y="2433972"/>
              <a:ext cx="348353" cy="348353"/>
            </a:xfrm>
            <a:prstGeom prst="ellipse">
              <a:avLst/>
            </a:prstGeom>
            <a:solidFill>
              <a:schemeClr val="accent3"/>
            </a:solidFill>
            <a:ln w="127000">
              <a:solidFill>
                <a:schemeClr val="accent3">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grpSp>
        <p:nvGrpSpPr>
          <p:cNvPr id="5111" name="Group 5110">
            <a:extLst>
              <a:ext uri="{FF2B5EF4-FFF2-40B4-BE49-F238E27FC236}">
                <a16:creationId xmlns:a16="http://schemas.microsoft.com/office/drawing/2014/main" id="{81749A25-588E-41AC-8EC9-CAAA4A251DDE}"/>
              </a:ext>
              <a:ext uri="{C183D7F6-B498-43B3-948B-1728B52AA6E4}">
                <adec:decorative xmlns:adec="http://schemas.microsoft.com/office/drawing/2017/decorative" val="1"/>
              </a:ext>
            </a:extLst>
          </p:cNvPr>
          <p:cNvGrpSpPr/>
          <p:nvPr/>
        </p:nvGrpSpPr>
        <p:grpSpPr>
          <a:xfrm>
            <a:off x="3358354" y="4874407"/>
            <a:ext cx="1125240" cy="174177"/>
            <a:chOff x="3622306" y="2433972"/>
            <a:chExt cx="2250473" cy="348353"/>
          </a:xfrm>
        </p:grpSpPr>
        <p:cxnSp>
          <p:nvCxnSpPr>
            <p:cNvPr id="5112" name="Straight Connector 5111">
              <a:extLst>
                <a:ext uri="{FF2B5EF4-FFF2-40B4-BE49-F238E27FC236}">
                  <a16:creationId xmlns:a16="http://schemas.microsoft.com/office/drawing/2014/main" id="{16B07AFD-2AFE-41B3-9ED2-1B6F4F952F5B}"/>
                </a:ext>
              </a:extLst>
            </p:cNvPr>
            <p:cNvCxnSpPr>
              <a:cxnSpLocks/>
            </p:cNvCxnSpPr>
            <p:nvPr/>
          </p:nvCxnSpPr>
          <p:spPr>
            <a:xfrm>
              <a:off x="3622306" y="2608149"/>
              <a:ext cx="2076298" cy="0"/>
            </a:xfrm>
            <a:prstGeom prst="line">
              <a:avLst/>
            </a:prstGeom>
            <a:ln w="12700">
              <a:solidFill>
                <a:schemeClr val="accent3"/>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5113" name="Oval 5112">
              <a:extLst>
                <a:ext uri="{FF2B5EF4-FFF2-40B4-BE49-F238E27FC236}">
                  <a16:creationId xmlns:a16="http://schemas.microsoft.com/office/drawing/2014/main" id="{A83703D0-DB79-48DC-B5CC-B13F419AFD9C}"/>
                </a:ext>
              </a:extLst>
            </p:cNvPr>
            <p:cNvSpPr/>
            <p:nvPr/>
          </p:nvSpPr>
          <p:spPr>
            <a:xfrm>
              <a:off x="5524426" y="2433972"/>
              <a:ext cx="348353" cy="348353"/>
            </a:xfrm>
            <a:prstGeom prst="ellipse">
              <a:avLst/>
            </a:prstGeom>
            <a:solidFill>
              <a:schemeClr val="accent3"/>
            </a:solidFill>
            <a:ln w="127000">
              <a:solidFill>
                <a:schemeClr val="accent3">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cxnSp>
        <p:nvCxnSpPr>
          <p:cNvPr id="5116" name="Straight Connector 5115">
            <a:extLst>
              <a:ext uri="{FF2B5EF4-FFF2-40B4-BE49-F238E27FC236}">
                <a16:creationId xmlns:a16="http://schemas.microsoft.com/office/drawing/2014/main" id="{5FFBB99D-6A9B-4FD2-B724-AAC47C182839}"/>
              </a:ext>
              <a:ext uri="{C183D7F6-B498-43B3-948B-1728B52AA6E4}">
                <adec:decorative xmlns:adec="http://schemas.microsoft.com/office/drawing/2017/decorative" val="1"/>
              </a:ext>
            </a:extLst>
          </p:cNvPr>
          <p:cNvCxnSpPr>
            <a:cxnSpLocks/>
            <a:endCxn id="5108" idx="3725"/>
          </p:cNvCxnSpPr>
          <p:nvPr/>
        </p:nvCxnSpPr>
        <p:spPr>
          <a:xfrm flipH="1" flipV="1">
            <a:off x="8770874" y="3783966"/>
            <a:ext cx="1439130" cy="21846"/>
          </a:xfrm>
          <a:prstGeom prst="line">
            <a:avLst/>
          </a:prstGeom>
          <a:ln w="12700">
            <a:solidFill>
              <a:schemeClr val="accent2"/>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5117" name="Oval 5116">
            <a:extLst>
              <a:ext uri="{FF2B5EF4-FFF2-40B4-BE49-F238E27FC236}">
                <a16:creationId xmlns:a16="http://schemas.microsoft.com/office/drawing/2014/main" id="{441CB6B5-1ED7-415D-B29B-6855DD5F556F}"/>
              </a:ext>
              <a:ext uri="{C183D7F6-B498-43B3-948B-1728B52AA6E4}">
                <adec:decorative xmlns:adec="http://schemas.microsoft.com/office/drawing/2017/decorative" val="1"/>
              </a:ext>
            </a:extLst>
          </p:cNvPr>
          <p:cNvSpPr/>
          <p:nvPr/>
        </p:nvSpPr>
        <p:spPr>
          <a:xfrm rot="10800000">
            <a:off x="8711105" y="3688750"/>
            <a:ext cx="174177" cy="174177"/>
          </a:xfrm>
          <a:prstGeom prst="ellipse">
            <a:avLst/>
          </a:prstGeom>
          <a:solidFill>
            <a:schemeClr val="accent2"/>
          </a:solidFill>
          <a:ln w="127000">
            <a:solidFill>
              <a:schemeClr val="accent2">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sp>
        <p:nvSpPr>
          <p:cNvPr id="3" name="Text Placeholder 2">
            <a:extLst>
              <a:ext uri="{FF2B5EF4-FFF2-40B4-BE49-F238E27FC236}">
                <a16:creationId xmlns:a16="http://schemas.microsoft.com/office/drawing/2014/main" id="{2639DD2C-DE4F-4B3E-B395-15CF5B196C5F}"/>
              </a:ext>
            </a:extLst>
          </p:cNvPr>
          <p:cNvSpPr>
            <a:spLocks noGrp="1"/>
          </p:cNvSpPr>
          <p:nvPr>
            <p:ph type="subTitle" idx="1"/>
          </p:nvPr>
        </p:nvSpPr>
        <p:spPr/>
        <p:txBody>
          <a:bodyPr/>
          <a:lstStyle/>
          <a:p>
            <a:r>
              <a:rPr lang="en-US" dirty="0"/>
              <a:t>Diagrams</a:t>
            </a:r>
          </a:p>
        </p:txBody>
      </p:sp>
      <p:sp>
        <p:nvSpPr>
          <p:cNvPr id="2" name="Title 1">
            <a:extLst>
              <a:ext uri="{FF2B5EF4-FFF2-40B4-BE49-F238E27FC236}">
                <a16:creationId xmlns:a16="http://schemas.microsoft.com/office/drawing/2014/main" id="{71495639-DDE6-4008-8331-BA1CA61FA60E}"/>
              </a:ext>
            </a:extLst>
          </p:cNvPr>
          <p:cNvSpPr>
            <a:spLocks noGrp="1"/>
          </p:cNvSpPr>
          <p:nvPr>
            <p:ph type="title"/>
          </p:nvPr>
        </p:nvSpPr>
        <p:spPr/>
        <p:txBody>
          <a:bodyPr/>
          <a:lstStyle/>
          <a:p>
            <a:r>
              <a:rPr lang="en-US" dirty="0"/>
              <a:t>Map</a:t>
            </a:r>
          </a:p>
        </p:txBody>
      </p:sp>
      <p:sp>
        <p:nvSpPr>
          <p:cNvPr id="5109" name="Text Placeholder 5">
            <a:extLst>
              <a:ext uri="{FF2B5EF4-FFF2-40B4-BE49-F238E27FC236}">
                <a16:creationId xmlns:a16="http://schemas.microsoft.com/office/drawing/2014/main" id="{ECBBFBE0-A737-454A-95F4-DCACB8D4D945}"/>
              </a:ext>
            </a:extLst>
          </p:cNvPr>
          <p:cNvSpPr txBox="1">
            <a:spLocks/>
          </p:cNvSpPr>
          <p:nvPr/>
        </p:nvSpPr>
        <p:spPr>
          <a:xfrm>
            <a:off x="960618" y="3089648"/>
            <a:ext cx="1232092" cy="431268"/>
          </a:xfrm>
          <a:prstGeom prst="rect">
            <a:avLst/>
          </a:prstGeom>
        </p:spPr>
        <p:txBody>
          <a:bodyPr anchor="ct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1"/>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100" kern="1200">
                <a:solidFill>
                  <a:schemeClr val="bg1"/>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000" b="0" kern="1200">
                <a:solidFill>
                  <a:schemeClr val="accent2"/>
                </a:solidFill>
                <a:latin typeface="+mn-lt"/>
                <a:ea typeface="+mn-ea"/>
                <a:cs typeface="+mn-cs"/>
              </a:defRPr>
            </a:lvl3pPr>
            <a:lvl4pPr marL="457200" indent="-111125" algn="l" defTabSz="914400" rtl="0" eaLnBrk="1" latinLnBrk="0" hangingPunct="1">
              <a:lnSpc>
                <a:spcPct val="110000"/>
              </a:lnSpc>
              <a:spcBef>
                <a:spcPts val="0"/>
              </a:spcBef>
              <a:spcAft>
                <a:spcPts val="900"/>
              </a:spcAft>
              <a:buFont typeface="Roboto" panose="02000000000000000000" pitchFamily="2" charset="0"/>
              <a:buChar char="•"/>
              <a:defRPr sz="900" kern="1200">
                <a:solidFill>
                  <a:schemeClr val="accent2"/>
                </a:solidFill>
                <a:latin typeface="+mn-lt"/>
                <a:ea typeface="+mn-ea"/>
                <a:cs typeface="+mn-cs"/>
              </a:defRPr>
            </a:lvl4pPr>
            <a:lvl5pPr marL="0" indent="0" algn="l" defTabSz="914400" rtl="0" eaLnBrk="1" latinLnBrk="0" hangingPunct="1">
              <a:lnSpc>
                <a:spcPct val="110000"/>
              </a:lnSpc>
              <a:spcBef>
                <a:spcPts val="0"/>
              </a:spcBef>
              <a:spcAft>
                <a:spcPts val="900"/>
              </a:spcAft>
              <a:buFont typeface="Roboto" panose="02000000000000000000" pitchFamily="2" charset="0"/>
              <a:buChar char="​"/>
              <a:defRPr sz="1400" b="1" kern="1200">
                <a:solidFill>
                  <a:srgbClr val="FF69B0"/>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1"/>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rgbClr val="7B5DFD"/>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rgbClr val="7B5DFD"/>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r>
              <a:rPr lang="en-US" sz="3200" b="1" dirty="0">
                <a:gradFill>
                  <a:gsLst>
                    <a:gs pos="20000">
                      <a:srgbClr val="FF69B0"/>
                    </a:gs>
                    <a:gs pos="85000">
                      <a:srgbClr val="7B5DFD"/>
                    </a:gs>
                  </a:gsLst>
                  <a:lin ang="2700000" scaled="0"/>
                </a:gradFill>
              </a:rPr>
              <a:t>XX%</a:t>
            </a:r>
          </a:p>
        </p:txBody>
      </p:sp>
      <p:sp>
        <p:nvSpPr>
          <p:cNvPr id="5114" name="Text Placeholder 5">
            <a:extLst>
              <a:ext uri="{FF2B5EF4-FFF2-40B4-BE49-F238E27FC236}">
                <a16:creationId xmlns:a16="http://schemas.microsoft.com/office/drawing/2014/main" id="{F8DBFA24-FE2A-43A5-80C0-F78620FB6B49}"/>
              </a:ext>
            </a:extLst>
          </p:cNvPr>
          <p:cNvSpPr txBox="1">
            <a:spLocks/>
          </p:cNvSpPr>
          <p:nvPr/>
        </p:nvSpPr>
        <p:spPr>
          <a:xfrm>
            <a:off x="2338568" y="4745861"/>
            <a:ext cx="1232092" cy="431268"/>
          </a:xfrm>
          <a:prstGeom prst="rect">
            <a:avLst/>
          </a:prstGeom>
        </p:spPr>
        <p:txBody>
          <a:bodyPr anchor="ct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1"/>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100" kern="1200">
                <a:solidFill>
                  <a:schemeClr val="bg1"/>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000" b="0" kern="1200">
                <a:solidFill>
                  <a:schemeClr val="accent2"/>
                </a:solidFill>
                <a:latin typeface="+mn-lt"/>
                <a:ea typeface="+mn-ea"/>
                <a:cs typeface="+mn-cs"/>
              </a:defRPr>
            </a:lvl3pPr>
            <a:lvl4pPr marL="457200" indent="-111125" algn="l" defTabSz="914400" rtl="0" eaLnBrk="1" latinLnBrk="0" hangingPunct="1">
              <a:lnSpc>
                <a:spcPct val="110000"/>
              </a:lnSpc>
              <a:spcBef>
                <a:spcPts val="0"/>
              </a:spcBef>
              <a:spcAft>
                <a:spcPts val="900"/>
              </a:spcAft>
              <a:buFont typeface="Roboto" panose="02000000000000000000" pitchFamily="2" charset="0"/>
              <a:buChar char="•"/>
              <a:defRPr sz="900" kern="1200">
                <a:solidFill>
                  <a:schemeClr val="accent2"/>
                </a:solidFill>
                <a:latin typeface="+mn-lt"/>
                <a:ea typeface="+mn-ea"/>
                <a:cs typeface="+mn-cs"/>
              </a:defRPr>
            </a:lvl4pPr>
            <a:lvl5pPr marL="0" indent="0" algn="l" defTabSz="914400" rtl="0" eaLnBrk="1" latinLnBrk="0" hangingPunct="1">
              <a:lnSpc>
                <a:spcPct val="110000"/>
              </a:lnSpc>
              <a:spcBef>
                <a:spcPts val="0"/>
              </a:spcBef>
              <a:spcAft>
                <a:spcPts val="900"/>
              </a:spcAft>
              <a:buFont typeface="Roboto" panose="02000000000000000000" pitchFamily="2" charset="0"/>
              <a:buChar char="​"/>
              <a:defRPr sz="1400" b="1" kern="1200">
                <a:solidFill>
                  <a:srgbClr val="FF69B0"/>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1"/>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rgbClr val="7B5DFD"/>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rgbClr val="7B5DFD"/>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r>
              <a:rPr lang="en-US" sz="3200" b="1" dirty="0">
                <a:gradFill>
                  <a:gsLst>
                    <a:gs pos="20000">
                      <a:srgbClr val="FF69B0"/>
                    </a:gs>
                    <a:gs pos="85000">
                      <a:srgbClr val="7B5DFD"/>
                    </a:gs>
                  </a:gsLst>
                  <a:lin ang="2700000" scaled="0"/>
                </a:gradFill>
              </a:rPr>
              <a:t>XX%</a:t>
            </a:r>
          </a:p>
        </p:txBody>
      </p:sp>
      <p:sp>
        <p:nvSpPr>
          <p:cNvPr id="5118" name="Text Placeholder 5">
            <a:extLst>
              <a:ext uri="{FF2B5EF4-FFF2-40B4-BE49-F238E27FC236}">
                <a16:creationId xmlns:a16="http://schemas.microsoft.com/office/drawing/2014/main" id="{D8F7C4C8-6342-41B5-BF0B-037029F2FBB1}"/>
              </a:ext>
            </a:extLst>
          </p:cNvPr>
          <p:cNvSpPr txBox="1">
            <a:spLocks/>
          </p:cNvSpPr>
          <p:nvPr/>
        </p:nvSpPr>
        <p:spPr>
          <a:xfrm>
            <a:off x="10210004" y="3590177"/>
            <a:ext cx="1232092" cy="431268"/>
          </a:xfrm>
          <a:prstGeom prst="rect">
            <a:avLst/>
          </a:prstGeom>
        </p:spPr>
        <p:txBody>
          <a:bodyPr anchor="ct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1"/>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100" kern="1200">
                <a:solidFill>
                  <a:schemeClr val="bg1"/>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000" b="0" kern="1200">
                <a:solidFill>
                  <a:schemeClr val="accent2"/>
                </a:solidFill>
                <a:latin typeface="+mn-lt"/>
                <a:ea typeface="+mn-ea"/>
                <a:cs typeface="+mn-cs"/>
              </a:defRPr>
            </a:lvl3pPr>
            <a:lvl4pPr marL="457200" indent="-111125" algn="l" defTabSz="914400" rtl="0" eaLnBrk="1" latinLnBrk="0" hangingPunct="1">
              <a:lnSpc>
                <a:spcPct val="110000"/>
              </a:lnSpc>
              <a:spcBef>
                <a:spcPts val="0"/>
              </a:spcBef>
              <a:spcAft>
                <a:spcPts val="900"/>
              </a:spcAft>
              <a:buFont typeface="Roboto" panose="02000000000000000000" pitchFamily="2" charset="0"/>
              <a:buChar char="•"/>
              <a:defRPr sz="900" kern="1200">
                <a:solidFill>
                  <a:schemeClr val="accent2"/>
                </a:solidFill>
                <a:latin typeface="+mn-lt"/>
                <a:ea typeface="+mn-ea"/>
                <a:cs typeface="+mn-cs"/>
              </a:defRPr>
            </a:lvl4pPr>
            <a:lvl5pPr marL="0" indent="0" algn="l" defTabSz="914400" rtl="0" eaLnBrk="1" latinLnBrk="0" hangingPunct="1">
              <a:lnSpc>
                <a:spcPct val="110000"/>
              </a:lnSpc>
              <a:spcBef>
                <a:spcPts val="0"/>
              </a:spcBef>
              <a:spcAft>
                <a:spcPts val="900"/>
              </a:spcAft>
              <a:buFont typeface="Roboto" panose="02000000000000000000" pitchFamily="2" charset="0"/>
              <a:buChar char="​"/>
              <a:defRPr sz="1400" b="1" kern="1200">
                <a:solidFill>
                  <a:srgbClr val="FF69B0"/>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1"/>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rgbClr val="7B5DFD"/>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rgbClr val="7B5DFD"/>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r>
              <a:rPr lang="en-US" sz="3200" b="1" dirty="0">
                <a:gradFill>
                  <a:gsLst>
                    <a:gs pos="20000">
                      <a:schemeClr val="accent2"/>
                    </a:gs>
                    <a:gs pos="85000">
                      <a:srgbClr val="7B5DFD"/>
                    </a:gs>
                  </a:gsLst>
                  <a:lin ang="2700000" scaled="0"/>
                </a:gradFill>
              </a:rPr>
              <a:t>XX%</a:t>
            </a:r>
          </a:p>
        </p:txBody>
      </p:sp>
    </p:spTree>
    <p:extLst>
      <p:ext uri="{BB962C8B-B14F-4D97-AF65-F5344CB8AC3E}">
        <p14:creationId xmlns:p14="http://schemas.microsoft.com/office/powerpoint/2010/main" val="2549618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181D34"/>
        </a:solidFill>
        <a:effectLst/>
      </p:bgPr>
    </p:bg>
    <p:spTree>
      <p:nvGrpSpPr>
        <p:cNvPr id="1" name=""/>
        <p:cNvGrpSpPr/>
        <p:nvPr/>
      </p:nvGrpSpPr>
      <p:grpSpPr>
        <a:xfrm>
          <a:off x="0" y="0"/>
          <a:ext cx="0" cy="0"/>
          <a:chOff x="0" y="0"/>
          <a:chExt cx="0" cy="0"/>
        </a:xfrm>
      </p:grpSpPr>
      <p:sp>
        <p:nvSpPr>
          <p:cNvPr id="86" name="Freeform: Shape 85">
            <a:extLst>
              <a:ext uri="{FF2B5EF4-FFF2-40B4-BE49-F238E27FC236}">
                <a16:creationId xmlns:a16="http://schemas.microsoft.com/office/drawing/2014/main" id="{D2F44D1F-CD6C-4E68-B487-BEF4653AA80D}"/>
              </a:ext>
              <a:ext uri="{C183D7F6-B498-43B3-948B-1728B52AA6E4}">
                <adec:decorative xmlns:adec="http://schemas.microsoft.com/office/drawing/2017/decorative" val="1"/>
              </a:ext>
            </a:extLst>
          </p:cNvPr>
          <p:cNvSpPr/>
          <p:nvPr/>
        </p:nvSpPr>
        <p:spPr>
          <a:xfrm rot="10800000">
            <a:off x="0" y="3658021"/>
            <a:ext cx="11407474" cy="389576"/>
          </a:xfrm>
          <a:custGeom>
            <a:avLst/>
            <a:gdLst>
              <a:gd name="connsiteX0" fmla="*/ 11407474 w 11407474"/>
              <a:gd name="connsiteY0" fmla="*/ 298192 h 389576"/>
              <a:gd name="connsiteX1" fmla="*/ 316595 w 11407474"/>
              <a:gd name="connsiteY1" fmla="*/ 298192 h 389576"/>
              <a:gd name="connsiteX2" fmla="*/ 316595 w 11407474"/>
              <a:gd name="connsiteY2" fmla="*/ 91383 h 389576"/>
              <a:gd name="connsiteX3" fmla="*/ 11407474 w 11407474"/>
              <a:gd name="connsiteY3" fmla="*/ 91383 h 389576"/>
              <a:gd name="connsiteX4" fmla="*/ 316592 w 11407474"/>
              <a:gd name="connsiteY4" fmla="*/ 389576 h 389576"/>
              <a:gd name="connsiteX5" fmla="*/ 0 w 11407474"/>
              <a:gd name="connsiteY5" fmla="*/ 194788 h 389576"/>
              <a:gd name="connsiteX6" fmla="*/ 316592 w 11407474"/>
              <a:gd name="connsiteY6" fmla="*/ 0 h 3895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407474" h="389576">
                <a:moveTo>
                  <a:pt x="11407474" y="298192"/>
                </a:moveTo>
                <a:lnTo>
                  <a:pt x="316595" y="298192"/>
                </a:lnTo>
                <a:lnTo>
                  <a:pt x="316595" y="91383"/>
                </a:lnTo>
                <a:lnTo>
                  <a:pt x="11407474" y="91383"/>
                </a:lnTo>
                <a:close/>
                <a:moveTo>
                  <a:pt x="316592" y="389576"/>
                </a:moveTo>
                <a:lnTo>
                  <a:pt x="0" y="194788"/>
                </a:lnTo>
                <a:lnTo>
                  <a:pt x="316592" y="0"/>
                </a:lnTo>
                <a:close/>
              </a:path>
            </a:pathLst>
          </a:custGeom>
          <a:gradFill flip="none" rotWithShape="1">
            <a:gsLst>
              <a:gs pos="0">
                <a:schemeClr val="accent3">
                  <a:alpha val="60000"/>
                </a:schemeClr>
              </a:gs>
              <a:gs pos="85000">
                <a:schemeClr val="accent1">
                  <a:alpha val="60000"/>
                </a:scheme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cxnSp>
        <p:nvCxnSpPr>
          <p:cNvPr id="13" name="Straight Connector 12">
            <a:extLst>
              <a:ext uri="{FF2B5EF4-FFF2-40B4-BE49-F238E27FC236}">
                <a16:creationId xmlns:a16="http://schemas.microsoft.com/office/drawing/2014/main" id="{9033D45F-744D-4A10-819E-9701E6E86989}"/>
              </a:ext>
              <a:ext uri="{C183D7F6-B498-43B3-948B-1728B52AA6E4}">
                <adec:decorative xmlns:adec="http://schemas.microsoft.com/office/drawing/2017/decorative" val="1"/>
              </a:ext>
            </a:extLst>
          </p:cNvPr>
          <p:cNvCxnSpPr/>
          <p:nvPr/>
        </p:nvCxnSpPr>
        <p:spPr>
          <a:xfrm>
            <a:off x="5797220" y="2063550"/>
            <a:ext cx="0" cy="1574546"/>
          </a:xfrm>
          <a:prstGeom prst="line">
            <a:avLst/>
          </a:prstGeom>
          <a:ln w="22225">
            <a:solidFill>
              <a:srgbClr val="7B5DFD"/>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92EB4BB1-FD10-42BE-823F-F42EE699A175}"/>
              </a:ext>
              <a:ext uri="{C183D7F6-B498-43B3-948B-1728B52AA6E4}">
                <adec:decorative xmlns:adec="http://schemas.microsoft.com/office/drawing/2017/decorative" val="1"/>
              </a:ext>
            </a:extLst>
          </p:cNvPr>
          <p:cNvCxnSpPr>
            <a:cxnSpLocks/>
          </p:cNvCxnSpPr>
          <p:nvPr/>
        </p:nvCxnSpPr>
        <p:spPr>
          <a:xfrm rot="10800000">
            <a:off x="7890000" y="4026494"/>
            <a:ext cx="0" cy="1624480"/>
          </a:xfrm>
          <a:prstGeom prst="line">
            <a:avLst/>
          </a:prstGeom>
          <a:ln w="22225">
            <a:solidFill>
              <a:srgbClr val="7B5DFD"/>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BA32C47-734F-4066-A025-89A3B1503C8E}"/>
              </a:ext>
              <a:ext uri="{C183D7F6-B498-43B3-948B-1728B52AA6E4}">
                <adec:decorative xmlns:adec="http://schemas.microsoft.com/office/drawing/2017/decorative" val="1"/>
              </a:ext>
            </a:extLst>
          </p:cNvPr>
          <p:cNvCxnSpPr>
            <a:cxnSpLocks/>
          </p:cNvCxnSpPr>
          <p:nvPr/>
        </p:nvCxnSpPr>
        <p:spPr>
          <a:xfrm rot="10800000">
            <a:off x="3704440" y="4026494"/>
            <a:ext cx="0" cy="1624480"/>
          </a:xfrm>
          <a:prstGeom prst="line">
            <a:avLst/>
          </a:prstGeom>
          <a:ln w="22225">
            <a:solidFill>
              <a:srgbClr val="7B5DFD"/>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EEFA11-46F2-4C88-B185-E7279BF2438F}"/>
              </a:ext>
              <a:ext uri="{C183D7F6-B498-43B3-948B-1728B52AA6E4}">
                <adec:decorative xmlns:adec="http://schemas.microsoft.com/office/drawing/2017/decorative" val="1"/>
              </a:ext>
            </a:extLst>
          </p:cNvPr>
          <p:cNvCxnSpPr>
            <a:cxnSpLocks/>
          </p:cNvCxnSpPr>
          <p:nvPr/>
        </p:nvCxnSpPr>
        <p:spPr>
          <a:xfrm>
            <a:off x="1611660" y="2063550"/>
            <a:ext cx="0" cy="1574546"/>
          </a:xfrm>
          <a:prstGeom prst="line">
            <a:avLst/>
          </a:prstGeom>
          <a:ln w="22225">
            <a:solidFill>
              <a:srgbClr val="7B5DFD"/>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0F521DB-1C5B-40B2-A253-54BC010D2E1A}"/>
              </a:ext>
              <a:ext uri="{C183D7F6-B498-43B3-948B-1728B52AA6E4}">
                <adec:decorative xmlns:adec="http://schemas.microsoft.com/office/drawing/2017/decorative" val="1"/>
              </a:ext>
            </a:extLst>
          </p:cNvPr>
          <p:cNvCxnSpPr/>
          <p:nvPr/>
        </p:nvCxnSpPr>
        <p:spPr>
          <a:xfrm>
            <a:off x="9982779" y="2063550"/>
            <a:ext cx="0" cy="1574546"/>
          </a:xfrm>
          <a:prstGeom prst="line">
            <a:avLst/>
          </a:prstGeom>
          <a:ln w="22225">
            <a:solidFill>
              <a:srgbClr val="7B5DFD"/>
            </a:solidFill>
            <a:headEnd type="oval" w="med" len="med"/>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658584B8-15D3-426C-825F-E14163DD241E}"/>
              </a:ext>
              <a:ext uri="{C183D7F6-B498-43B3-948B-1728B52AA6E4}">
                <adec:decorative xmlns:adec="http://schemas.microsoft.com/office/drawing/2017/decorative" val="1"/>
              </a:ext>
            </a:extLst>
          </p:cNvPr>
          <p:cNvSpPr/>
          <p:nvPr/>
        </p:nvSpPr>
        <p:spPr>
          <a:xfrm>
            <a:off x="1045950" y="3287099"/>
            <a:ext cx="1131419" cy="1131417"/>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nvGrpSpPr>
          <p:cNvPr id="28" name="Group 27">
            <a:extLst>
              <a:ext uri="{FF2B5EF4-FFF2-40B4-BE49-F238E27FC236}">
                <a16:creationId xmlns:a16="http://schemas.microsoft.com/office/drawing/2014/main" id="{8D351C56-1FD2-4EE8-A656-70FCE6DF4D6D}"/>
              </a:ext>
              <a:ext uri="{C183D7F6-B498-43B3-948B-1728B52AA6E4}">
                <adec:decorative xmlns:adec="http://schemas.microsoft.com/office/drawing/2017/decorative" val="1"/>
              </a:ext>
            </a:extLst>
          </p:cNvPr>
          <p:cNvGrpSpPr/>
          <p:nvPr/>
        </p:nvGrpSpPr>
        <p:grpSpPr bwMode="white">
          <a:xfrm>
            <a:off x="1246413" y="3545874"/>
            <a:ext cx="625060" cy="694511"/>
            <a:chOff x="451402" y="-2802184"/>
            <a:chExt cx="1501946" cy="1668830"/>
          </a:xfrm>
        </p:grpSpPr>
        <p:sp>
          <p:nvSpPr>
            <p:cNvPr id="29" name="Freeform: Shape 28">
              <a:extLst>
                <a:ext uri="{FF2B5EF4-FFF2-40B4-BE49-F238E27FC236}">
                  <a16:creationId xmlns:a16="http://schemas.microsoft.com/office/drawing/2014/main" id="{C22F38B9-7E12-45F7-958E-EF5214E11657}"/>
                </a:ext>
              </a:extLst>
            </p:cNvPr>
            <p:cNvSpPr/>
            <p:nvPr/>
          </p:nvSpPr>
          <p:spPr bwMode="white">
            <a:xfrm>
              <a:off x="809008" y="-2802184"/>
              <a:ext cx="953617" cy="1668830"/>
            </a:xfrm>
            <a:custGeom>
              <a:avLst/>
              <a:gdLst>
                <a:gd name="connsiteX0" fmla="*/ 915473 w 953617"/>
                <a:gd name="connsiteY0" fmla="*/ 1668831 h 1668830"/>
                <a:gd name="connsiteX1" fmla="*/ 38145 w 953617"/>
                <a:gd name="connsiteY1" fmla="*/ 1668831 h 1668830"/>
                <a:gd name="connsiteX2" fmla="*/ 0 w 953617"/>
                <a:gd name="connsiteY2" fmla="*/ 1630686 h 1668830"/>
                <a:gd name="connsiteX3" fmla="*/ 0 w 953617"/>
                <a:gd name="connsiteY3" fmla="*/ 38145 h 1668830"/>
                <a:gd name="connsiteX4" fmla="*/ 38145 w 953617"/>
                <a:gd name="connsiteY4" fmla="*/ 0 h 1668830"/>
                <a:gd name="connsiteX5" fmla="*/ 915473 w 953617"/>
                <a:gd name="connsiteY5" fmla="*/ 0 h 1668830"/>
                <a:gd name="connsiteX6" fmla="*/ 953618 w 953617"/>
                <a:gd name="connsiteY6" fmla="*/ 38145 h 1668830"/>
                <a:gd name="connsiteX7" fmla="*/ 953618 w 953617"/>
                <a:gd name="connsiteY7" fmla="*/ 1630686 h 1668830"/>
                <a:gd name="connsiteX8" fmla="*/ 915473 w 953617"/>
                <a:gd name="connsiteY8" fmla="*/ 1668831 h 1668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617" h="1668830">
                  <a:moveTo>
                    <a:pt x="915473" y="1668831"/>
                  </a:moveTo>
                  <a:lnTo>
                    <a:pt x="38145" y="1668831"/>
                  </a:lnTo>
                  <a:cubicBezTo>
                    <a:pt x="17070" y="1668831"/>
                    <a:pt x="0" y="1651761"/>
                    <a:pt x="0" y="1630686"/>
                  </a:cubicBezTo>
                  <a:lnTo>
                    <a:pt x="0" y="38145"/>
                  </a:lnTo>
                  <a:cubicBezTo>
                    <a:pt x="0" y="17070"/>
                    <a:pt x="17070" y="0"/>
                    <a:pt x="38145" y="0"/>
                  </a:cubicBezTo>
                  <a:lnTo>
                    <a:pt x="915473" y="0"/>
                  </a:lnTo>
                  <a:cubicBezTo>
                    <a:pt x="936548" y="0"/>
                    <a:pt x="953618" y="17070"/>
                    <a:pt x="953618" y="38145"/>
                  </a:cubicBezTo>
                  <a:lnTo>
                    <a:pt x="953618" y="1630686"/>
                  </a:lnTo>
                  <a:cubicBezTo>
                    <a:pt x="953618" y="1651761"/>
                    <a:pt x="936548" y="1668831"/>
                    <a:pt x="915473" y="1668831"/>
                  </a:cubicBezTo>
                  <a:close/>
                </a:path>
              </a:pathLst>
            </a:custGeom>
            <a:noFill/>
            <a:ln w="9536" cap="rnd">
              <a:solidFill>
                <a:schemeClr val="bg1"/>
              </a:solidFill>
              <a:prstDash val="solid"/>
              <a:round/>
            </a:ln>
          </p:spPr>
          <p:txBody>
            <a:bodyPr rtlCol="0" anchor="ctr"/>
            <a:lstStyle/>
            <a:p>
              <a:endParaRPr lang="en-US"/>
            </a:p>
          </p:txBody>
        </p:sp>
        <p:sp>
          <p:nvSpPr>
            <p:cNvPr id="30" name="Freeform: Shape 29">
              <a:extLst>
                <a:ext uri="{FF2B5EF4-FFF2-40B4-BE49-F238E27FC236}">
                  <a16:creationId xmlns:a16="http://schemas.microsoft.com/office/drawing/2014/main" id="{030CED56-E389-40E2-9FB9-AC638E9BB7D4}"/>
                </a:ext>
              </a:extLst>
            </p:cNvPr>
            <p:cNvSpPr/>
            <p:nvPr/>
          </p:nvSpPr>
          <p:spPr bwMode="white">
            <a:xfrm>
              <a:off x="1190455" y="-2648127"/>
              <a:ext cx="190723" cy="4768"/>
            </a:xfrm>
            <a:custGeom>
              <a:avLst/>
              <a:gdLst>
                <a:gd name="connsiteX0" fmla="*/ 0 w 190723"/>
                <a:gd name="connsiteY0" fmla="*/ 0 h 4768"/>
                <a:gd name="connsiteX1" fmla="*/ 190724 w 190723"/>
                <a:gd name="connsiteY1" fmla="*/ 0 h 4768"/>
              </a:gdLst>
              <a:ahLst/>
              <a:cxnLst>
                <a:cxn ang="0">
                  <a:pos x="connsiteX0" y="connsiteY0"/>
                </a:cxn>
                <a:cxn ang="0">
                  <a:pos x="connsiteX1" y="connsiteY1"/>
                </a:cxn>
              </a:cxnLst>
              <a:rect l="l" t="t" r="r" b="b"/>
              <a:pathLst>
                <a:path w="190723" h="4768">
                  <a:moveTo>
                    <a:pt x="0" y="0"/>
                  </a:moveTo>
                  <a:lnTo>
                    <a:pt x="190724" y="0"/>
                  </a:lnTo>
                </a:path>
              </a:pathLst>
            </a:custGeom>
            <a:ln w="9536" cap="rnd">
              <a:solidFill>
                <a:schemeClr val="bg1"/>
              </a:solidFill>
              <a:prstDash val="solid"/>
              <a:round/>
            </a:ln>
          </p:spPr>
          <p:txBody>
            <a:bodyPr rtlCol="0" anchor="ctr"/>
            <a:lstStyle/>
            <a:p>
              <a:endParaRPr lang="en-US"/>
            </a:p>
          </p:txBody>
        </p:sp>
        <p:sp>
          <p:nvSpPr>
            <p:cNvPr id="31" name="Freeform: Shape 30">
              <a:extLst>
                <a:ext uri="{FF2B5EF4-FFF2-40B4-BE49-F238E27FC236}">
                  <a16:creationId xmlns:a16="http://schemas.microsoft.com/office/drawing/2014/main" id="{BACC6F1C-9B51-4D1A-AB74-481363C8CA75}"/>
                </a:ext>
              </a:extLst>
            </p:cNvPr>
            <p:cNvSpPr/>
            <p:nvPr/>
          </p:nvSpPr>
          <p:spPr bwMode="white">
            <a:xfrm>
              <a:off x="1047413" y="-1347917"/>
              <a:ext cx="476808" cy="47680"/>
            </a:xfrm>
            <a:custGeom>
              <a:avLst/>
              <a:gdLst>
                <a:gd name="connsiteX0" fmla="*/ 452968 w 476808"/>
                <a:gd name="connsiteY0" fmla="*/ 47681 h 47680"/>
                <a:gd name="connsiteX1" fmla="*/ 23840 w 476808"/>
                <a:gd name="connsiteY1" fmla="*/ 47681 h 47680"/>
                <a:gd name="connsiteX2" fmla="*/ 0 w 476808"/>
                <a:gd name="connsiteY2" fmla="*/ 23840 h 47680"/>
                <a:gd name="connsiteX3" fmla="*/ 0 w 476808"/>
                <a:gd name="connsiteY3" fmla="*/ 23840 h 47680"/>
                <a:gd name="connsiteX4" fmla="*/ 23840 w 476808"/>
                <a:gd name="connsiteY4" fmla="*/ 0 h 47680"/>
                <a:gd name="connsiteX5" fmla="*/ 452968 w 476808"/>
                <a:gd name="connsiteY5" fmla="*/ 0 h 47680"/>
                <a:gd name="connsiteX6" fmla="*/ 476809 w 476808"/>
                <a:gd name="connsiteY6" fmla="*/ 23840 h 47680"/>
                <a:gd name="connsiteX7" fmla="*/ 476809 w 476808"/>
                <a:gd name="connsiteY7" fmla="*/ 23840 h 47680"/>
                <a:gd name="connsiteX8" fmla="*/ 452968 w 476808"/>
                <a:gd name="connsiteY8" fmla="*/ 47681 h 4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808" h="47680">
                  <a:moveTo>
                    <a:pt x="452968" y="47681"/>
                  </a:moveTo>
                  <a:lnTo>
                    <a:pt x="23840" y="47681"/>
                  </a:lnTo>
                  <a:cubicBezTo>
                    <a:pt x="10681" y="47681"/>
                    <a:pt x="0" y="37000"/>
                    <a:pt x="0" y="23840"/>
                  </a:cubicBezTo>
                  <a:lnTo>
                    <a:pt x="0" y="23840"/>
                  </a:lnTo>
                  <a:cubicBezTo>
                    <a:pt x="0" y="10680"/>
                    <a:pt x="10681" y="0"/>
                    <a:pt x="23840" y="0"/>
                  </a:cubicBezTo>
                  <a:lnTo>
                    <a:pt x="452968" y="0"/>
                  </a:lnTo>
                  <a:cubicBezTo>
                    <a:pt x="466128" y="0"/>
                    <a:pt x="476809" y="10680"/>
                    <a:pt x="476809" y="23840"/>
                  </a:cubicBezTo>
                  <a:lnTo>
                    <a:pt x="476809" y="23840"/>
                  </a:lnTo>
                  <a:cubicBezTo>
                    <a:pt x="476809" y="37000"/>
                    <a:pt x="466128" y="47681"/>
                    <a:pt x="452968" y="47681"/>
                  </a:cubicBezTo>
                  <a:close/>
                </a:path>
              </a:pathLst>
            </a:custGeom>
            <a:noFill/>
            <a:ln w="9536" cap="rnd">
              <a:solidFill>
                <a:schemeClr val="bg1"/>
              </a:solidFill>
              <a:prstDash val="solid"/>
              <a:round/>
            </a:ln>
          </p:spPr>
          <p:txBody>
            <a:bodyPr rtlCol="0" anchor="ctr"/>
            <a:lstStyle/>
            <a:p>
              <a:endParaRPr lang="en-US"/>
            </a:p>
          </p:txBody>
        </p:sp>
        <p:sp>
          <p:nvSpPr>
            <p:cNvPr id="32" name="Freeform: Shape 31">
              <a:extLst>
                <a:ext uri="{FF2B5EF4-FFF2-40B4-BE49-F238E27FC236}">
                  <a16:creationId xmlns:a16="http://schemas.microsoft.com/office/drawing/2014/main" id="{C2F7E518-30E3-4F0C-B056-2E0654EB7431}"/>
                </a:ext>
              </a:extLst>
            </p:cNvPr>
            <p:cNvSpPr/>
            <p:nvPr/>
          </p:nvSpPr>
          <p:spPr bwMode="white">
            <a:xfrm>
              <a:off x="1643423" y="-1920087"/>
              <a:ext cx="309925" cy="309925"/>
            </a:xfrm>
            <a:custGeom>
              <a:avLst/>
              <a:gdLst>
                <a:gd name="connsiteX0" fmla="*/ 154963 w 309925"/>
                <a:gd name="connsiteY0" fmla="*/ 0 h 309925"/>
                <a:gd name="connsiteX1" fmla="*/ 154963 w 309925"/>
                <a:gd name="connsiteY1" fmla="*/ 0 h 309925"/>
                <a:gd name="connsiteX2" fmla="*/ 309926 w 309925"/>
                <a:gd name="connsiteY2" fmla="*/ 154963 h 309925"/>
                <a:gd name="connsiteX3" fmla="*/ 309926 w 309925"/>
                <a:gd name="connsiteY3" fmla="*/ 154963 h 309925"/>
                <a:gd name="connsiteX4" fmla="*/ 309926 w 309925"/>
                <a:gd name="connsiteY4" fmla="*/ 154963 h 309925"/>
                <a:gd name="connsiteX5" fmla="*/ 154963 w 309925"/>
                <a:gd name="connsiteY5" fmla="*/ 309926 h 309925"/>
                <a:gd name="connsiteX6" fmla="*/ 154963 w 309925"/>
                <a:gd name="connsiteY6" fmla="*/ 309926 h 309925"/>
                <a:gd name="connsiteX7" fmla="*/ 154963 w 309925"/>
                <a:gd name="connsiteY7" fmla="*/ 309926 h 309925"/>
                <a:gd name="connsiteX8" fmla="*/ 0 w 309925"/>
                <a:gd name="connsiteY8" fmla="*/ 154963 h 309925"/>
                <a:gd name="connsiteX9" fmla="*/ 0 w 309925"/>
                <a:gd name="connsiteY9" fmla="*/ 154963 h 309925"/>
                <a:gd name="connsiteX10" fmla="*/ 0 w 309925"/>
                <a:gd name="connsiteY10" fmla="*/ 154963 h 309925"/>
                <a:gd name="connsiteX11" fmla="*/ 154963 w 309925"/>
                <a:gd name="connsiteY11" fmla="*/ 0 h 309925"/>
                <a:gd name="connsiteX12" fmla="*/ 154963 w 309925"/>
                <a:gd name="connsiteY12" fmla="*/ 0 h 309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9925" h="309925">
                  <a:moveTo>
                    <a:pt x="154963" y="0"/>
                  </a:moveTo>
                  <a:lnTo>
                    <a:pt x="154963" y="0"/>
                  </a:lnTo>
                  <a:cubicBezTo>
                    <a:pt x="190724" y="65418"/>
                    <a:pt x="244508" y="119202"/>
                    <a:pt x="309926" y="154963"/>
                  </a:cubicBezTo>
                  <a:lnTo>
                    <a:pt x="309926" y="154963"/>
                  </a:lnTo>
                  <a:lnTo>
                    <a:pt x="309926" y="154963"/>
                  </a:lnTo>
                  <a:cubicBezTo>
                    <a:pt x="244508" y="190724"/>
                    <a:pt x="190724" y="244508"/>
                    <a:pt x="154963" y="309926"/>
                  </a:cubicBezTo>
                  <a:lnTo>
                    <a:pt x="154963" y="309926"/>
                  </a:lnTo>
                  <a:lnTo>
                    <a:pt x="154963" y="309926"/>
                  </a:lnTo>
                  <a:cubicBezTo>
                    <a:pt x="119202" y="244508"/>
                    <a:pt x="65418" y="190724"/>
                    <a:pt x="0" y="154963"/>
                  </a:cubicBezTo>
                  <a:lnTo>
                    <a:pt x="0" y="154963"/>
                  </a:lnTo>
                  <a:lnTo>
                    <a:pt x="0" y="154963"/>
                  </a:lnTo>
                  <a:cubicBezTo>
                    <a:pt x="65418" y="119202"/>
                    <a:pt x="119202" y="65418"/>
                    <a:pt x="154963" y="0"/>
                  </a:cubicBezTo>
                  <a:lnTo>
                    <a:pt x="154963" y="0"/>
                  </a:lnTo>
                  <a:close/>
                </a:path>
              </a:pathLst>
            </a:custGeom>
            <a:solidFill>
              <a:schemeClr val="accent1"/>
            </a:solidFill>
            <a:ln w="9536" cap="rnd">
              <a:solidFill>
                <a:srgbClr val="FF69B0"/>
              </a:solidFill>
              <a:prstDash val="solid"/>
              <a:round/>
            </a:ln>
          </p:spPr>
          <p:txBody>
            <a:bodyPr rtlCol="0" anchor="ctr"/>
            <a:lstStyle/>
            <a:p>
              <a:endParaRPr lang="en-US"/>
            </a:p>
          </p:txBody>
        </p:sp>
        <p:sp>
          <p:nvSpPr>
            <p:cNvPr id="33" name="Freeform: Shape 32">
              <a:extLst>
                <a:ext uri="{FF2B5EF4-FFF2-40B4-BE49-F238E27FC236}">
                  <a16:creationId xmlns:a16="http://schemas.microsoft.com/office/drawing/2014/main" id="{E3A6235E-E1DD-48D3-8936-CC5432A1DBF7}"/>
                </a:ext>
              </a:extLst>
            </p:cNvPr>
            <p:cNvSpPr/>
            <p:nvPr/>
          </p:nvSpPr>
          <p:spPr bwMode="white">
            <a:xfrm>
              <a:off x="451402" y="-2039289"/>
              <a:ext cx="143042" cy="143042"/>
            </a:xfrm>
            <a:custGeom>
              <a:avLst/>
              <a:gdLst>
                <a:gd name="connsiteX0" fmla="*/ 143043 w 143042"/>
                <a:gd name="connsiteY0" fmla="*/ 71521 h 143042"/>
                <a:gd name="connsiteX1" fmla="*/ 71521 w 143042"/>
                <a:gd name="connsiteY1" fmla="*/ 143043 h 143042"/>
                <a:gd name="connsiteX2" fmla="*/ 0 w 143042"/>
                <a:gd name="connsiteY2" fmla="*/ 71521 h 143042"/>
                <a:gd name="connsiteX3" fmla="*/ 71521 w 143042"/>
                <a:gd name="connsiteY3" fmla="*/ 0 h 143042"/>
                <a:gd name="connsiteX4" fmla="*/ 143043 w 143042"/>
                <a:gd name="connsiteY4" fmla="*/ 71521 h 143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2" h="143042">
                  <a:moveTo>
                    <a:pt x="143043" y="71521"/>
                  </a:moveTo>
                  <a:cubicBezTo>
                    <a:pt x="143043" y="111021"/>
                    <a:pt x="111021" y="143043"/>
                    <a:pt x="71521" y="143043"/>
                  </a:cubicBezTo>
                  <a:cubicBezTo>
                    <a:pt x="32021" y="143043"/>
                    <a:pt x="0" y="111021"/>
                    <a:pt x="0" y="71521"/>
                  </a:cubicBezTo>
                  <a:cubicBezTo>
                    <a:pt x="0" y="32021"/>
                    <a:pt x="32021" y="0"/>
                    <a:pt x="71521" y="0"/>
                  </a:cubicBezTo>
                  <a:cubicBezTo>
                    <a:pt x="111021" y="0"/>
                    <a:pt x="143043" y="32021"/>
                    <a:pt x="143043" y="71521"/>
                  </a:cubicBezTo>
                  <a:close/>
                </a:path>
              </a:pathLst>
            </a:custGeom>
            <a:noFill/>
            <a:ln w="9536" cap="rnd">
              <a:solidFill>
                <a:srgbClr val="FF69B0"/>
              </a:solidFill>
              <a:prstDash val="solid"/>
              <a:round/>
            </a:ln>
          </p:spPr>
          <p:txBody>
            <a:bodyPr rtlCol="0" anchor="ctr"/>
            <a:lstStyle/>
            <a:p>
              <a:endParaRPr lang="en-US"/>
            </a:p>
          </p:txBody>
        </p:sp>
        <p:sp>
          <p:nvSpPr>
            <p:cNvPr id="34" name="Freeform: Shape 33">
              <a:extLst>
                <a:ext uri="{FF2B5EF4-FFF2-40B4-BE49-F238E27FC236}">
                  <a16:creationId xmlns:a16="http://schemas.microsoft.com/office/drawing/2014/main" id="{AB6BAA8D-0B78-4FBC-A6CC-E94742B54DD8}"/>
                </a:ext>
              </a:extLst>
            </p:cNvPr>
            <p:cNvSpPr/>
            <p:nvPr/>
          </p:nvSpPr>
          <p:spPr bwMode="white">
            <a:xfrm>
              <a:off x="1857987" y="-2230013"/>
              <a:ext cx="95361" cy="95361"/>
            </a:xfrm>
            <a:custGeom>
              <a:avLst/>
              <a:gdLst>
                <a:gd name="connsiteX0" fmla="*/ 95362 w 95361"/>
                <a:gd name="connsiteY0" fmla="*/ 47681 h 95361"/>
                <a:gd name="connsiteX1" fmla="*/ 47681 w 95361"/>
                <a:gd name="connsiteY1" fmla="*/ 95362 h 95361"/>
                <a:gd name="connsiteX2" fmla="*/ 0 w 95361"/>
                <a:gd name="connsiteY2" fmla="*/ 47681 h 95361"/>
                <a:gd name="connsiteX3" fmla="*/ 47681 w 95361"/>
                <a:gd name="connsiteY3" fmla="*/ 0 h 95361"/>
                <a:gd name="connsiteX4" fmla="*/ 95362 w 95361"/>
                <a:gd name="connsiteY4" fmla="*/ 47681 h 9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61" h="95361">
                  <a:moveTo>
                    <a:pt x="95362" y="47681"/>
                  </a:moveTo>
                  <a:cubicBezTo>
                    <a:pt x="95362" y="74014"/>
                    <a:pt x="74014" y="95362"/>
                    <a:pt x="47681" y="95362"/>
                  </a:cubicBezTo>
                  <a:cubicBezTo>
                    <a:pt x="21347" y="95362"/>
                    <a:pt x="0" y="74014"/>
                    <a:pt x="0" y="47681"/>
                  </a:cubicBezTo>
                  <a:cubicBezTo>
                    <a:pt x="0" y="21347"/>
                    <a:pt x="21347" y="0"/>
                    <a:pt x="47681" y="0"/>
                  </a:cubicBezTo>
                  <a:cubicBezTo>
                    <a:pt x="74014" y="0"/>
                    <a:pt x="95362" y="21347"/>
                    <a:pt x="95362" y="47681"/>
                  </a:cubicBezTo>
                  <a:close/>
                </a:path>
              </a:pathLst>
            </a:custGeom>
            <a:noFill/>
            <a:ln w="9536" cap="rnd">
              <a:solidFill>
                <a:srgbClr val="00FFFF"/>
              </a:solidFill>
              <a:prstDash val="solid"/>
              <a:round/>
            </a:ln>
          </p:spPr>
          <p:txBody>
            <a:bodyPr rtlCol="0" anchor="ctr"/>
            <a:lstStyle/>
            <a:p>
              <a:endParaRPr lang="en-US"/>
            </a:p>
          </p:txBody>
        </p:sp>
        <p:sp>
          <p:nvSpPr>
            <p:cNvPr id="35" name="Freeform: Shape 34">
              <a:extLst>
                <a:ext uri="{FF2B5EF4-FFF2-40B4-BE49-F238E27FC236}">
                  <a16:creationId xmlns:a16="http://schemas.microsoft.com/office/drawing/2014/main" id="{50DCEBB2-67BF-4939-935F-16780830EDF0}"/>
                </a:ext>
              </a:extLst>
            </p:cNvPr>
            <p:cNvSpPr/>
            <p:nvPr/>
          </p:nvSpPr>
          <p:spPr bwMode="white">
            <a:xfrm>
              <a:off x="594444" y="-2516098"/>
              <a:ext cx="143042" cy="143042"/>
            </a:xfrm>
            <a:custGeom>
              <a:avLst/>
              <a:gdLst>
                <a:gd name="connsiteX0" fmla="*/ 71521 w 143042"/>
                <a:gd name="connsiteY0" fmla="*/ 0 h 143042"/>
                <a:gd name="connsiteX1" fmla="*/ 71521 w 143042"/>
                <a:gd name="connsiteY1" fmla="*/ 0 h 143042"/>
                <a:gd name="connsiteX2" fmla="*/ 143043 w 143042"/>
                <a:gd name="connsiteY2" fmla="*/ 71521 h 143042"/>
                <a:gd name="connsiteX3" fmla="*/ 143043 w 143042"/>
                <a:gd name="connsiteY3" fmla="*/ 71521 h 143042"/>
                <a:gd name="connsiteX4" fmla="*/ 143043 w 143042"/>
                <a:gd name="connsiteY4" fmla="*/ 71521 h 143042"/>
                <a:gd name="connsiteX5" fmla="*/ 71521 w 143042"/>
                <a:gd name="connsiteY5" fmla="*/ 143043 h 143042"/>
                <a:gd name="connsiteX6" fmla="*/ 71521 w 143042"/>
                <a:gd name="connsiteY6" fmla="*/ 143043 h 143042"/>
                <a:gd name="connsiteX7" fmla="*/ 71521 w 143042"/>
                <a:gd name="connsiteY7" fmla="*/ 143043 h 143042"/>
                <a:gd name="connsiteX8" fmla="*/ 0 w 143042"/>
                <a:gd name="connsiteY8" fmla="*/ 71521 h 143042"/>
                <a:gd name="connsiteX9" fmla="*/ 0 w 143042"/>
                <a:gd name="connsiteY9" fmla="*/ 71521 h 143042"/>
                <a:gd name="connsiteX10" fmla="*/ 0 w 143042"/>
                <a:gd name="connsiteY10" fmla="*/ 71521 h 143042"/>
                <a:gd name="connsiteX11" fmla="*/ 71521 w 143042"/>
                <a:gd name="connsiteY11" fmla="*/ 0 h 143042"/>
                <a:gd name="connsiteX12" fmla="*/ 71521 w 143042"/>
                <a:gd name="connsiteY12" fmla="*/ 0 h 14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042" h="143042">
                  <a:moveTo>
                    <a:pt x="71521" y="0"/>
                  </a:moveTo>
                  <a:lnTo>
                    <a:pt x="71521" y="0"/>
                  </a:lnTo>
                  <a:cubicBezTo>
                    <a:pt x="88019" y="30182"/>
                    <a:pt x="112861" y="55024"/>
                    <a:pt x="143043" y="71521"/>
                  </a:cubicBezTo>
                  <a:lnTo>
                    <a:pt x="143043" y="71521"/>
                  </a:lnTo>
                  <a:lnTo>
                    <a:pt x="143043" y="71521"/>
                  </a:lnTo>
                  <a:cubicBezTo>
                    <a:pt x="112861" y="88019"/>
                    <a:pt x="88019" y="112861"/>
                    <a:pt x="71521" y="143043"/>
                  </a:cubicBezTo>
                  <a:lnTo>
                    <a:pt x="71521" y="143043"/>
                  </a:lnTo>
                  <a:lnTo>
                    <a:pt x="71521" y="143043"/>
                  </a:lnTo>
                  <a:cubicBezTo>
                    <a:pt x="55024" y="112861"/>
                    <a:pt x="30182" y="88019"/>
                    <a:pt x="0" y="71521"/>
                  </a:cubicBezTo>
                  <a:lnTo>
                    <a:pt x="0" y="71521"/>
                  </a:lnTo>
                  <a:lnTo>
                    <a:pt x="0" y="71521"/>
                  </a:lnTo>
                  <a:cubicBezTo>
                    <a:pt x="30182" y="55024"/>
                    <a:pt x="55024" y="30182"/>
                    <a:pt x="71521" y="0"/>
                  </a:cubicBezTo>
                  <a:lnTo>
                    <a:pt x="71521" y="0"/>
                  </a:lnTo>
                  <a:close/>
                </a:path>
              </a:pathLst>
            </a:custGeom>
            <a:noFill/>
            <a:ln w="9536" cap="rnd">
              <a:solidFill>
                <a:srgbClr val="00FFFF"/>
              </a:solidFill>
              <a:prstDash val="solid"/>
              <a:round/>
            </a:ln>
          </p:spPr>
          <p:txBody>
            <a:bodyPr rtlCol="0" anchor="ctr"/>
            <a:lstStyle/>
            <a:p>
              <a:endParaRPr lang="en-US"/>
            </a:p>
          </p:txBody>
        </p:sp>
      </p:grpSp>
      <p:sp>
        <p:nvSpPr>
          <p:cNvPr id="36" name="Oval 35">
            <a:extLst>
              <a:ext uri="{FF2B5EF4-FFF2-40B4-BE49-F238E27FC236}">
                <a16:creationId xmlns:a16="http://schemas.microsoft.com/office/drawing/2014/main" id="{736F2EAA-6B23-4B73-BF8D-9BEFE1062FD0}"/>
              </a:ext>
              <a:ext uri="{C183D7F6-B498-43B3-948B-1728B52AA6E4}">
                <adec:decorative xmlns:adec="http://schemas.microsoft.com/office/drawing/2017/decorative" val="1"/>
              </a:ext>
            </a:extLst>
          </p:cNvPr>
          <p:cNvSpPr/>
          <p:nvPr/>
        </p:nvSpPr>
        <p:spPr>
          <a:xfrm>
            <a:off x="3144764" y="3287099"/>
            <a:ext cx="1131419" cy="1131417"/>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sp>
        <p:nvSpPr>
          <p:cNvPr id="37" name="Oval 36">
            <a:extLst>
              <a:ext uri="{FF2B5EF4-FFF2-40B4-BE49-F238E27FC236}">
                <a16:creationId xmlns:a16="http://schemas.microsoft.com/office/drawing/2014/main" id="{101B95F2-359C-46A5-99C8-73C9B8063AFA}"/>
              </a:ext>
              <a:ext uri="{C183D7F6-B498-43B3-948B-1728B52AA6E4}">
                <adec:decorative xmlns:adec="http://schemas.microsoft.com/office/drawing/2017/decorative" val="1"/>
              </a:ext>
            </a:extLst>
          </p:cNvPr>
          <p:cNvSpPr/>
          <p:nvPr/>
        </p:nvSpPr>
        <p:spPr>
          <a:xfrm>
            <a:off x="5243578" y="3287099"/>
            <a:ext cx="1131419" cy="1131417"/>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sp>
        <p:nvSpPr>
          <p:cNvPr id="38" name="Oval 37">
            <a:extLst>
              <a:ext uri="{FF2B5EF4-FFF2-40B4-BE49-F238E27FC236}">
                <a16:creationId xmlns:a16="http://schemas.microsoft.com/office/drawing/2014/main" id="{98ECF22F-FE4F-4CC8-B43B-95AF413B286E}"/>
              </a:ext>
              <a:ext uri="{C183D7F6-B498-43B3-948B-1728B52AA6E4}">
                <adec:decorative xmlns:adec="http://schemas.microsoft.com/office/drawing/2017/decorative" val="1"/>
              </a:ext>
            </a:extLst>
          </p:cNvPr>
          <p:cNvSpPr/>
          <p:nvPr/>
        </p:nvSpPr>
        <p:spPr>
          <a:xfrm>
            <a:off x="7342392" y="3287099"/>
            <a:ext cx="1131419" cy="1131417"/>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sp>
        <p:nvSpPr>
          <p:cNvPr id="39" name="Oval 38">
            <a:extLst>
              <a:ext uri="{FF2B5EF4-FFF2-40B4-BE49-F238E27FC236}">
                <a16:creationId xmlns:a16="http://schemas.microsoft.com/office/drawing/2014/main" id="{658C0F56-61AE-41B0-AEE8-EE62AE30F516}"/>
              </a:ext>
              <a:ext uri="{C183D7F6-B498-43B3-948B-1728B52AA6E4}">
                <adec:decorative xmlns:adec="http://schemas.microsoft.com/office/drawing/2017/decorative" val="1"/>
              </a:ext>
            </a:extLst>
          </p:cNvPr>
          <p:cNvSpPr/>
          <p:nvPr/>
        </p:nvSpPr>
        <p:spPr>
          <a:xfrm>
            <a:off x="9441206" y="3287099"/>
            <a:ext cx="1131419" cy="1131417"/>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nvGrpSpPr>
          <p:cNvPr id="40" name="Group 39">
            <a:extLst>
              <a:ext uri="{FF2B5EF4-FFF2-40B4-BE49-F238E27FC236}">
                <a16:creationId xmlns:a16="http://schemas.microsoft.com/office/drawing/2014/main" id="{745A0D0A-90A3-4DF2-936D-5B54E0D58C7F}"/>
              </a:ext>
              <a:ext uri="{C183D7F6-B498-43B3-948B-1728B52AA6E4}">
                <adec:decorative xmlns:adec="http://schemas.microsoft.com/office/drawing/2017/decorative" val="1"/>
              </a:ext>
            </a:extLst>
          </p:cNvPr>
          <p:cNvGrpSpPr/>
          <p:nvPr/>
        </p:nvGrpSpPr>
        <p:grpSpPr bwMode="white">
          <a:xfrm>
            <a:off x="3293274" y="3500419"/>
            <a:ext cx="860794" cy="704644"/>
            <a:chOff x="2978488" y="-2849864"/>
            <a:chExt cx="1893026" cy="1549628"/>
          </a:xfrm>
        </p:grpSpPr>
        <p:grpSp>
          <p:nvGrpSpPr>
            <p:cNvPr id="41" name="Graphic 1">
              <a:extLst>
                <a:ext uri="{FF2B5EF4-FFF2-40B4-BE49-F238E27FC236}">
                  <a16:creationId xmlns:a16="http://schemas.microsoft.com/office/drawing/2014/main" id="{8F850302-BFE8-4CCB-82F7-2F136CBF65EA}"/>
                </a:ext>
              </a:extLst>
            </p:cNvPr>
            <p:cNvGrpSpPr/>
            <p:nvPr/>
          </p:nvGrpSpPr>
          <p:grpSpPr bwMode="white">
            <a:xfrm>
              <a:off x="3145371" y="-2849864"/>
              <a:ext cx="1595789" cy="1549628"/>
              <a:chOff x="3145371" y="-2849864"/>
              <a:chExt cx="1595789" cy="1549628"/>
            </a:xfrm>
            <a:noFill/>
          </p:grpSpPr>
          <p:sp>
            <p:nvSpPr>
              <p:cNvPr id="53" name="Freeform: Shape 52">
                <a:extLst>
                  <a:ext uri="{FF2B5EF4-FFF2-40B4-BE49-F238E27FC236}">
                    <a16:creationId xmlns:a16="http://schemas.microsoft.com/office/drawing/2014/main" id="{B0D61578-3190-4BCE-909D-91F316389B34}"/>
                  </a:ext>
                </a:extLst>
              </p:cNvPr>
              <p:cNvSpPr/>
              <p:nvPr/>
            </p:nvSpPr>
            <p:spPr bwMode="white">
              <a:xfrm>
                <a:off x="3145371" y="-2849864"/>
                <a:ext cx="1549533" cy="1549628"/>
              </a:xfrm>
              <a:custGeom>
                <a:avLst/>
                <a:gdLst>
                  <a:gd name="connsiteX0" fmla="*/ 1323430 w 1549533"/>
                  <a:gd name="connsiteY0" fmla="*/ 227724 h 1549628"/>
                  <a:gd name="connsiteX1" fmla="*/ 774814 w 1549533"/>
                  <a:gd name="connsiteY1" fmla="*/ 0 h 1549628"/>
                  <a:gd name="connsiteX2" fmla="*/ 226961 w 1549533"/>
                  <a:gd name="connsiteY2" fmla="*/ 226961 h 1549628"/>
                  <a:gd name="connsiteX3" fmla="*/ 0 w 1549533"/>
                  <a:gd name="connsiteY3" fmla="*/ 774814 h 1549628"/>
                  <a:gd name="connsiteX4" fmla="*/ 226961 w 1549533"/>
                  <a:gd name="connsiteY4" fmla="*/ 1322668 h 1549628"/>
                  <a:gd name="connsiteX5" fmla="*/ 774814 w 1549533"/>
                  <a:gd name="connsiteY5" fmla="*/ 1549629 h 1549628"/>
                  <a:gd name="connsiteX6" fmla="*/ 1322668 w 1549533"/>
                  <a:gd name="connsiteY6" fmla="*/ 1322668 h 1549628"/>
                  <a:gd name="connsiteX7" fmla="*/ 1549533 w 1549533"/>
                  <a:gd name="connsiteY7" fmla="*/ 786258 h 1549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9533" h="1549628">
                    <a:moveTo>
                      <a:pt x="1323430" y="227724"/>
                    </a:moveTo>
                    <a:cubicBezTo>
                      <a:pt x="1183153" y="87065"/>
                      <a:pt x="989140" y="0"/>
                      <a:pt x="774814" y="0"/>
                    </a:cubicBezTo>
                    <a:cubicBezTo>
                      <a:pt x="560870" y="0"/>
                      <a:pt x="367143" y="86732"/>
                      <a:pt x="226961" y="226961"/>
                    </a:cubicBezTo>
                    <a:cubicBezTo>
                      <a:pt x="86732" y="367143"/>
                      <a:pt x="0" y="560870"/>
                      <a:pt x="0" y="774814"/>
                    </a:cubicBezTo>
                    <a:cubicBezTo>
                      <a:pt x="0" y="988758"/>
                      <a:pt x="86732" y="1182486"/>
                      <a:pt x="226961" y="1322668"/>
                    </a:cubicBezTo>
                    <a:cubicBezTo>
                      <a:pt x="367143" y="1462897"/>
                      <a:pt x="560870" y="1549629"/>
                      <a:pt x="774814" y="1549629"/>
                    </a:cubicBezTo>
                    <a:cubicBezTo>
                      <a:pt x="988758" y="1549629"/>
                      <a:pt x="1182486" y="1462897"/>
                      <a:pt x="1322668" y="1322668"/>
                    </a:cubicBezTo>
                    <a:cubicBezTo>
                      <a:pt x="1460370" y="1185013"/>
                      <a:pt x="1546482" y="995672"/>
                      <a:pt x="1549533" y="786258"/>
                    </a:cubicBezTo>
                  </a:path>
                </a:pathLst>
              </a:custGeom>
              <a:grpFill/>
              <a:ln w="9536" cap="rnd">
                <a:solidFill>
                  <a:schemeClr val="bg1"/>
                </a:solidFill>
                <a:prstDash val="solid"/>
                <a:round/>
              </a:ln>
            </p:spPr>
            <p:txBody>
              <a:bodyPr rtlCol="0" anchor="ctr"/>
              <a:lstStyle/>
              <a:p>
                <a:endParaRPr lang="en-US"/>
              </a:p>
            </p:txBody>
          </p:sp>
          <p:sp>
            <p:nvSpPr>
              <p:cNvPr id="54" name="Freeform: Shape 53">
                <a:extLst>
                  <a:ext uri="{FF2B5EF4-FFF2-40B4-BE49-F238E27FC236}">
                    <a16:creationId xmlns:a16="http://schemas.microsoft.com/office/drawing/2014/main" id="{BB3BEF9D-DB5D-4012-9DBB-CA09D72C71A6}"/>
                  </a:ext>
                </a:extLst>
              </p:cNvPr>
              <p:cNvSpPr/>
              <p:nvPr/>
            </p:nvSpPr>
            <p:spPr bwMode="white">
              <a:xfrm>
                <a:off x="4645211" y="-2075100"/>
                <a:ext cx="95949" cy="78509"/>
              </a:xfrm>
              <a:custGeom>
                <a:avLst/>
                <a:gdLst>
                  <a:gd name="connsiteX0" fmla="*/ 93608 w 95949"/>
                  <a:gd name="connsiteY0" fmla="*/ 77817 h 78509"/>
                  <a:gd name="connsiteX1" fmla="*/ 87075 w 95949"/>
                  <a:gd name="connsiteY1" fmla="*/ 76196 h 78509"/>
                  <a:gd name="connsiteX2" fmla="*/ 49455 w 95949"/>
                  <a:gd name="connsiteY2" fmla="*/ 13686 h 78509"/>
                  <a:gd name="connsiteX3" fmla="*/ 8736 w 95949"/>
                  <a:gd name="connsiteY3" fmla="*/ 74193 h 78509"/>
                  <a:gd name="connsiteX4" fmla="*/ 2108 w 95949"/>
                  <a:gd name="connsiteY4" fmla="*/ 75481 h 78509"/>
                  <a:gd name="connsiteX5" fmla="*/ 821 w 95949"/>
                  <a:gd name="connsiteY5" fmla="*/ 68853 h 78509"/>
                  <a:gd name="connsiteX6" fmla="*/ 45736 w 95949"/>
                  <a:gd name="connsiteY6" fmla="*/ 2100 h 78509"/>
                  <a:gd name="connsiteX7" fmla="*/ 49837 w 95949"/>
                  <a:gd name="connsiteY7" fmla="*/ 2 h 78509"/>
                  <a:gd name="connsiteX8" fmla="*/ 53794 w 95949"/>
                  <a:gd name="connsiteY8" fmla="*/ 2291 h 78509"/>
                  <a:gd name="connsiteX9" fmla="*/ 95276 w 95949"/>
                  <a:gd name="connsiteY9" fmla="*/ 71190 h 78509"/>
                  <a:gd name="connsiteX10" fmla="*/ 95944 w 95949"/>
                  <a:gd name="connsiteY10" fmla="*/ 73764 h 78509"/>
                  <a:gd name="connsiteX11" fmla="*/ 93608 w 95949"/>
                  <a:gd name="connsiteY11" fmla="*/ 77817 h 78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5949" h="78509">
                    <a:moveTo>
                      <a:pt x="93608" y="77817"/>
                    </a:moveTo>
                    <a:cubicBezTo>
                      <a:pt x="91366" y="79200"/>
                      <a:pt x="88410" y="78437"/>
                      <a:pt x="87075" y="76196"/>
                    </a:cubicBezTo>
                    <a:lnTo>
                      <a:pt x="49455" y="13686"/>
                    </a:lnTo>
                    <a:lnTo>
                      <a:pt x="8736" y="74193"/>
                    </a:lnTo>
                    <a:cubicBezTo>
                      <a:pt x="7258" y="76387"/>
                      <a:pt x="4301" y="76959"/>
                      <a:pt x="2108" y="75481"/>
                    </a:cubicBezTo>
                    <a:cubicBezTo>
                      <a:pt x="-85" y="74003"/>
                      <a:pt x="-658" y="71046"/>
                      <a:pt x="821" y="68853"/>
                    </a:cubicBezTo>
                    <a:lnTo>
                      <a:pt x="45736" y="2100"/>
                    </a:lnTo>
                    <a:cubicBezTo>
                      <a:pt x="46642" y="765"/>
                      <a:pt x="48168" y="-46"/>
                      <a:pt x="49837" y="2"/>
                    </a:cubicBezTo>
                    <a:cubicBezTo>
                      <a:pt x="51505" y="50"/>
                      <a:pt x="52983" y="908"/>
                      <a:pt x="53794" y="2291"/>
                    </a:cubicBezTo>
                    <a:lnTo>
                      <a:pt x="95276" y="71190"/>
                    </a:lnTo>
                    <a:cubicBezTo>
                      <a:pt x="95753" y="72000"/>
                      <a:pt x="95992" y="72906"/>
                      <a:pt x="95944" y="73764"/>
                    </a:cubicBezTo>
                    <a:cubicBezTo>
                      <a:pt x="95896" y="75433"/>
                      <a:pt x="95038" y="76959"/>
                      <a:pt x="93608" y="77817"/>
                    </a:cubicBezTo>
                    <a:close/>
                  </a:path>
                </a:pathLst>
              </a:custGeom>
              <a:grpFill/>
              <a:ln w="4768" cap="flat">
                <a:solidFill>
                  <a:schemeClr val="bg1"/>
                </a:solidFill>
                <a:prstDash val="solid"/>
                <a:miter/>
              </a:ln>
            </p:spPr>
            <p:txBody>
              <a:bodyPr rtlCol="0" anchor="ctr"/>
              <a:lstStyle/>
              <a:p>
                <a:endParaRPr lang="en-US"/>
              </a:p>
            </p:txBody>
          </p:sp>
        </p:grpSp>
        <p:sp>
          <p:nvSpPr>
            <p:cNvPr id="42" name="Freeform: Shape 41">
              <a:extLst>
                <a:ext uri="{FF2B5EF4-FFF2-40B4-BE49-F238E27FC236}">
                  <a16:creationId xmlns:a16="http://schemas.microsoft.com/office/drawing/2014/main" id="{EB2172BB-8572-461E-AE6B-8169CE921711}"/>
                </a:ext>
              </a:extLst>
            </p:cNvPr>
            <p:cNvSpPr/>
            <p:nvPr/>
          </p:nvSpPr>
          <p:spPr bwMode="white">
            <a:xfrm>
              <a:off x="3920185" y="-2849864"/>
              <a:ext cx="4768" cy="238404"/>
            </a:xfrm>
            <a:custGeom>
              <a:avLst/>
              <a:gdLst>
                <a:gd name="connsiteX0" fmla="*/ 0 w 4768"/>
                <a:gd name="connsiteY0" fmla="*/ 0 h 238404"/>
                <a:gd name="connsiteX1" fmla="*/ 0 w 4768"/>
                <a:gd name="connsiteY1" fmla="*/ 238404 h 238404"/>
              </a:gdLst>
              <a:ahLst/>
              <a:cxnLst>
                <a:cxn ang="0">
                  <a:pos x="connsiteX0" y="connsiteY0"/>
                </a:cxn>
                <a:cxn ang="0">
                  <a:pos x="connsiteX1" y="connsiteY1"/>
                </a:cxn>
              </a:cxnLst>
              <a:rect l="l" t="t" r="r" b="b"/>
              <a:pathLst>
                <a:path w="4768" h="238404">
                  <a:moveTo>
                    <a:pt x="0" y="0"/>
                  </a:moveTo>
                  <a:lnTo>
                    <a:pt x="0" y="238404"/>
                  </a:lnTo>
                </a:path>
              </a:pathLst>
            </a:custGeom>
            <a:ln w="9536" cap="rnd">
              <a:solidFill>
                <a:schemeClr val="bg1"/>
              </a:solidFill>
              <a:prstDash val="solid"/>
              <a:round/>
            </a:ln>
          </p:spPr>
          <p:txBody>
            <a:bodyPr rtlCol="0" anchor="ctr"/>
            <a:lstStyle/>
            <a:p>
              <a:endParaRPr lang="en-US"/>
            </a:p>
          </p:txBody>
        </p:sp>
        <p:sp>
          <p:nvSpPr>
            <p:cNvPr id="43" name="Freeform: Shape 42">
              <a:extLst>
                <a:ext uri="{FF2B5EF4-FFF2-40B4-BE49-F238E27FC236}">
                  <a16:creationId xmlns:a16="http://schemas.microsoft.com/office/drawing/2014/main" id="{A1A3FB9D-A800-4499-B824-291C31B650F9}"/>
                </a:ext>
              </a:extLst>
            </p:cNvPr>
            <p:cNvSpPr/>
            <p:nvPr/>
          </p:nvSpPr>
          <p:spPr bwMode="white">
            <a:xfrm>
              <a:off x="3372332" y="-2622903"/>
              <a:ext cx="105088" cy="105088"/>
            </a:xfrm>
            <a:custGeom>
              <a:avLst/>
              <a:gdLst>
                <a:gd name="connsiteX0" fmla="*/ 0 w 105088"/>
                <a:gd name="connsiteY0" fmla="*/ 0 h 105088"/>
                <a:gd name="connsiteX1" fmla="*/ 105089 w 105088"/>
                <a:gd name="connsiteY1" fmla="*/ 105089 h 105088"/>
              </a:gdLst>
              <a:ahLst/>
              <a:cxnLst>
                <a:cxn ang="0">
                  <a:pos x="connsiteX0" y="connsiteY0"/>
                </a:cxn>
                <a:cxn ang="0">
                  <a:pos x="connsiteX1" y="connsiteY1"/>
                </a:cxn>
              </a:cxnLst>
              <a:rect l="l" t="t" r="r" b="b"/>
              <a:pathLst>
                <a:path w="105088" h="105088">
                  <a:moveTo>
                    <a:pt x="0" y="0"/>
                  </a:moveTo>
                  <a:lnTo>
                    <a:pt x="105089" y="105089"/>
                  </a:lnTo>
                </a:path>
              </a:pathLst>
            </a:custGeom>
            <a:ln w="9536" cap="rnd">
              <a:solidFill>
                <a:schemeClr val="bg1"/>
              </a:solidFill>
              <a:prstDash val="solid"/>
              <a:round/>
            </a:ln>
          </p:spPr>
          <p:txBody>
            <a:bodyPr rtlCol="0" anchor="ctr"/>
            <a:lstStyle/>
            <a:p>
              <a:endParaRPr lang="en-US"/>
            </a:p>
          </p:txBody>
        </p:sp>
        <p:sp>
          <p:nvSpPr>
            <p:cNvPr id="44" name="Freeform: Shape 43">
              <a:extLst>
                <a:ext uri="{FF2B5EF4-FFF2-40B4-BE49-F238E27FC236}">
                  <a16:creationId xmlns:a16="http://schemas.microsoft.com/office/drawing/2014/main" id="{C1BDF6BA-83DD-414C-AC1F-679037FA1230}"/>
                </a:ext>
              </a:extLst>
            </p:cNvPr>
            <p:cNvSpPr/>
            <p:nvPr/>
          </p:nvSpPr>
          <p:spPr bwMode="white">
            <a:xfrm>
              <a:off x="3145371" y="-2075050"/>
              <a:ext cx="238404" cy="4768"/>
            </a:xfrm>
            <a:custGeom>
              <a:avLst/>
              <a:gdLst>
                <a:gd name="connsiteX0" fmla="*/ 0 w 238404"/>
                <a:gd name="connsiteY0" fmla="*/ 0 h 4768"/>
                <a:gd name="connsiteX1" fmla="*/ 238404 w 238404"/>
                <a:gd name="connsiteY1" fmla="*/ 0 h 4768"/>
              </a:gdLst>
              <a:ahLst/>
              <a:cxnLst>
                <a:cxn ang="0">
                  <a:pos x="connsiteX0" y="connsiteY0"/>
                </a:cxn>
                <a:cxn ang="0">
                  <a:pos x="connsiteX1" y="connsiteY1"/>
                </a:cxn>
              </a:cxnLst>
              <a:rect l="l" t="t" r="r" b="b"/>
              <a:pathLst>
                <a:path w="238404" h="4768">
                  <a:moveTo>
                    <a:pt x="0" y="0"/>
                  </a:moveTo>
                  <a:lnTo>
                    <a:pt x="238404" y="0"/>
                  </a:lnTo>
                </a:path>
              </a:pathLst>
            </a:custGeom>
            <a:ln w="9536" cap="rnd">
              <a:solidFill>
                <a:schemeClr val="bg1"/>
              </a:solidFill>
              <a:prstDash val="solid"/>
              <a:round/>
            </a:ln>
          </p:spPr>
          <p:txBody>
            <a:bodyPr rtlCol="0" anchor="ctr"/>
            <a:lstStyle/>
            <a:p>
              <a:endParaRPr lang="en-US"/>
            </a:p>
          </p:txBody>
        </p:sp>
        <p:sp>
          <p:nvSpPr>
            <p:cNvPr id="45" name="Freeform: Shape 44">
              <a:extLst>
                <a:ext uri="{FF2B5EF4-FFF2-40B4-BE49-F238E27FC236}">
                  <a16:creationId xmlns:a16="http://schemas.microsoft.com/office/drawing/2014/main" id="{7B3F777B-673D-44AF-907A-74A423507CF8}"/>
                </a:ext>
              </a:extLst>
            </p:cNvPr>
            <p:cNvSpPr/>
            <p:nvPr/>
          </p:nvSpPr>
          <p:spPr bwMode="white">
            <a:xfrm>
              <a:off x="3372332" y="-1632285"/>
              <a:ext cx="105088" cy="105088"/>
            </a:xfrm>
            <a:custGeom>
              <a:avLst/>
              <a:gdLst>
                <a:gd name="connsiteX0" fmla="*/ 0 w 105088"/>
                <a:gd name="connsiteY0" fmla="*/ 105089 h 105088"/>
                <a:gd name="connsiteX1" fmla="*/ 105089 w 105088"/>
                <a:gd name="connsiteY1" fmla="*/ 0 h 105088"/>
              </a:gdLst>
              <a:ahLst/>
              <a:cxnLst>
                <a:cxn ang="0">
                  <a:pos x="connsiteX0" y="connsiteY0"/>
                </a:cxn>
                <a:cxn ang="0">
                  <a:pos x="connsiteX1" y="connsiteY1"/>
                </a:cxn>
              </a:cxnLst>
              <a:rect l="l" t="t" r="r" b="b"/>
              <a:pathLst>
                <a:path w="105088" h="105088">
                  <a:moveTo>
                    <a:pt x="0" y="105089"/>
                  </a:moveTo>
                  <a:lnTo>
                    <a:pt x="105089" y="0"/>
                  </a:lnTo>
                </a:path>
              </a:pathLst>
            </a:custGeom>
            <a:ln w="9536" cap="rnd">
              <a:solidFill>
                <a:schemeClr val="bg1"/>
              </a:solidFill>
              <a:prstDash val="solid"/>
              <a:round/>
            </a:ln>
          </p:spPr>
          <p:txBody>
            <a:bodyPr rtlCol="0" anchor="ctr"/>
            <a:lstStyle/>
            <a:p>
              <a:endParaRPr lang="en-US"/>
            </a:p>
          </p:txBody>
        </p:sp>
        <p:sp>
          <p:nvSpPr>
            <p:cNvPr id="46" name="Freeform: Shape 45">
              <a:extLst>
                <a:ext uri="{FF2B5EF4-FFF2-40B4-BE49-F238E27FC236}">
                  <a16:creationId xmlns:a16="http://schemas.microsoft.com/office/drawing/2014/main" id="{72224C85-3503-4D10-99B3-4A1066DA761F}"/>
                </a:ext>
              </a:extLst>
            </p:cNvPr>
            <p:cNvSpPr/>
            <p:nvPr/>
          </p:nvSpPr>
          <p:spPr bwMode="white">
            <a:xfrm>
              <a:off x="3920185" y="-1538640"/>
              <a:ext cx="4768" cy="238404"/>
            </a:xfrm>
            <a:custGeom>
              <a:avLst/>
              <a:gdLst>
                <a:gd name="connsiteX0" fmla="*/ 0 w 4768"/>
                <a:gd name="connsiteY0" fmla="*/ 238404 h 238404"/>
                <a:gd name="connsiteX1" fmla="*/ 0 w 4768"/>
                <a:gd name="connsiteY1" fmla="*/ 0 h 238404"/>
              </a:gdLst>
              <a:ahLst/>
              <a:cxnLst>
                <a:cxn ang="0">
                  <a:pos x="connsiteX0" y="connsiteY0"/>
                </a:cxn>
                <a:cxn ang="0">
                  <a:pos x="connsiteX1" y="connsiteY1"/>
                </a:cxn>
              </a:cxnLst>
              <a:rect l="l" t="t" r="r" b="b"/>
              <a:pathLst>
                <a:path w="4768" h="238404">
                  <a:moveTo>
                    <a:pt x="0" y="238404"/>
                  </a:moveTo>
                  <a:lnTo>
                    <a:pt x="0" y="0"/>
                  </a:lnTo>
                </a:path>
              </a:pathLst>
            </a:custGeom>
            <a:ln w="9536" cap="rnd">
              <a:solidFill>
                <a:schemeClr val="bg1"/>
              </a:solidFill>
              <a:prstDash val="solid"/>
              <a:round/>
            </a:ln>
          </p:spPr>
          <p:txBody>
            <a:bodyPr rtlCol="0" anchor="ctr"/>
            <a:lstStyle/>
            <a:p>
              <a:endParaRPr lang="en-US"/>
            </a:p>
          </p:txBody>
        </p:sp>
        <p:sp>
          <p:nvSpPr>
            <p:cNvPr id="47" name="Freeform: Shape 46">
              <a:extLst>
                <a:ext uri="{FF2B5EF4-FFF2-40B4-BE49-F238E27FC236}">
                  <a16:creationId xmlns:a16="http://schemas.microsoft.com/office/drawing/2014/main" id="{371BA960-BF2E-432A-8E70-1FC27BD2D7DD}"/>
                </a:ext>
              </a:extLst>
            </p:cNvPr>
            <p:cNvSpPr/>
            <p:nvPr/>
          </p:nvSpPr>
          <p:spPr bwMode="white">
            <a:xfrm>
              <a:off x="4362950" y="-1632285"/>
              <a:ext cx="105088" cy="105088"/>
            </a:xfrm>
            <a:custGeom>
              <a:avLst/>
              <a:gdLst>
                <a:gd name="connsiteX0" fmla="*/ 105089 w 105088"/>
                <a:gd name="connsiteY0" fmla="*/ 105089 h 105088"/>
                <a:gd name="connsiteX1" fmla="*/ 0 w 105088"/>
                <a:gd name="connsiteY1" fmla="*/ 0 h 105088"/>
              </a:gdLst>
              <a:ahLst/>
              <a:cxnLst>
                <a:cxn ang="0">
                  <a:pos x="connsiteX0" y="connsiteY0"/>
                </a:cxn>
                <a:cxn ang="0">
                  <a:pos x="connsiteX1" y="connsiteY1"/>
                </a:cxn>
              </a:cxnLst>
              <a:rect l="l" t="t" r="r" b="b"/>
              <a:pathLst>
                <a:path w="105088" h="105088">
                  <a:moveTo>
                    <a:pt x="105089" y="105089"/>
                  </a:moveTo>
                  <a:lnTo>
                    <a:pt x="0" y="0"/>
                  </a:lnTo>
                </a:path>
              </a:pathLst>
            </a:custGeom>
            <a:ln w="9536" cap="rnd">
              <a:solidFill>
                <a:schemeClr val="bg1"/>
              </a:solidFill>
              <a:prstDash val="solid"/>
              <a:round/>
            </a:ln>
          </p:spPr>
          <p:txBody>
            <a:bodyPr rtlCol="0" anchor="ctr"/>
            <a:lstStyle/>
            <a:p>
              <a:endParaRPr lang="en-US"/>
            </a:p>
          </p:txBody>
        </p:sp>
        <p:sp>
          <p:nvSpPr>
            <p:cNvPr id="48" name="Freeform: Shape 47">
              <a:extLst>
                <a:ext uri="{FF2B5EF4-FFF2-40B4-BE49-F238E27FC236}">
                  <a16:creationId xmlns:a16="http://schemas.microsoft.com/office/drawing/2014/main" id="{A9139F10-32DE-4571-BD76-09665E5E1101}"/>
                </a:ext>
              </a:extLst>
            </p:cNvPr>
            <p:cNvSpPr/>
            <p:nvPr/>
          </p:nvSpPr>
          <p:spPr bwMode="white">
            <a:xfrm>
              <a:off x="3809518" y="-2185717"/>
              <a:ext cx="221334" cy="221334"/>
            </a:xfrm>
            <a:custGeom>
              <a:avLst/>
              <a:gdLst>
                <a:gd name="connsiteX0" fmla="*/ 221335 w 221334"/>
                <a:gd name="connsiteY0" fmla="*/ 110667 h 221334"/>
                <a:gd name="connsiteX1" fmla="*/ 110667 w 221334"/>
                <a:gd name="connsiteY1" fmla="*/ 221335 h 221334"/>
                <a:gd name="connsiteX2" fmla="*/ 0 w 221334"/>
                <a:gd name="connsiteY2" fmla="*/ 110667 h 221334"/>
                <a:gd name="connsiteX3" fmla="*/ 110667 w 221334"/>
                <a:gd name="connsiteY3" fmla="*/ 0 h 221334"/>
                <a:gd name="connsiteX4" fmla="*/ 221335 w 221334"/>
                <a:gd name="connsiteY4" fmla="*/ 110667 h 2213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1334" h="221334">
                  <a:moveTo>
                    <a:pt x="221335" y="110667"/>
                  </a:moveTo>
                  <a:cubicBezTo>
                    <a:pt x="221335" y="171787"/>
                    <a:pt x="171787" y="221335"/>
                    <a:pt x="110667" y="221335"/>
                  </a:cubicBezTo>
                  <a:cubicBezTo>
                    <a:pt x="49547" y="221335"/>
                    <a:pt x="0" y="171787"/>
                    <a:pt x="0" y="110667"/>
                  </a:cubicBezTo>
                  <a:cubicBezTo>
                    <a:pt x="0" y="49547"/>
                    <a:pt x="49547" y="0"/>
                    <a:pt x="110667" y="0"/>
                  </a:cubicBezTo>
                  <a:cubicBezTo>
                    <a:pt x="171787" y="0"/>
                    <a:pt x="221335" y="49547"/>
                    <a:pt x="221335" y="110667"/>
                  </a:cubicBezTo>
                  <a:close/>
                </a:path>
              </a:pathLst>
            </a:custGeom>
            <a:noFill/>
            <a:ln w="9536" cap="flat">
              <a:solidFill>
                <a:schemeClr val="bg1"/>
              </a:solid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748A7E19-D543-4D99-91A0-4B8CF04BFD38}"/>
                </a:ext>
              </a:extLst>
            </p:cNvPr>
            <p:cNvSpPr/>
            <p:nvPr/>
          </p:nvSpPr>
          <p:spPr bwMode="white">
            <a:xfrm>
              <a:off x="4599638" y="-2682981"/>
              <a:ext cx="95361" cy="95361"/>
            </a:xfrm>
            <a:custGeom>
              <a:avLst/>
              <a:gdLst>
                <a:gd name="connsiteX0" fmla="*/ 95362 w 95361"/>
                <a:gd name="connsiteY0" fmla="*/ 47681 h 95361"/>
                <a:gd name="connsiteX1" fmla="*/ 47681 w 95361"/>
                <a:gd name="connsiteY1" fmla="*/ 95362 h 95361"/>
                <a:gd name="connsiteX2" fmla="*/ 0 w 95361"/>
                <a:gd name="connsiteY2" fmla="*/ 47681 h 95361"/>
                <a:gd name="connsiteX3" fmla="*/ 47681 w 95361"/>
                <a:gd name="connsiteY3" fmla="*/ 0 h 95361"/>
                <a:gd name="connsiteX4" fmla="*/ 95362 w 95361"/>
                <a:gd name="connsiteY4" fmla="*/ 47681 h 9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61" h="95361">
                  <a:moveTo>
                    <a:pt x="95362" y="47681"/>
                  </a:moveTo>
                  <a:cubicBezTo>
                    <a:pt x="95362" y="74014"/>
                    <a:pt x="74014" y="95362"/>
                    <a:pt x="47681" y="95362"/>
                  </a:cubicBezTo>
                  <a:cubicBezTo>
                    <a:pt x="21348" y="95362"/>
                    <a:pt x="0" y="74014"/>
                    <a:pt x="0" y="47681"/>
                  </a:cubicBezTo>
                  <a:cubicBezTo>
                    <a:pt x="0" y="21347"/>
                    <a:pt x="21348" y="0"/>
                    <a:pt x="47681" y="0"/>
                  </a:cubicBezTo>
                  <a:cubicBezTo>
                    <a:pt x="74014" y="0"/>
                    <a:pt x="95362" y="21347"/>
                    <a:pt x="95362" y="47681"/>
                  </a:cubicBezTo>
                  <a:close/>
                </a:path>
              </a:pathLst>
            </a:custGeom>
            <a:noFill/>
            <a:ln w="9536" cap="rnd">
              <a:solidFill>
                <a:srgbClr val="00FFFF"/>
              </a:solidFill>
              <a:prstDash val="solid"/>
              <a:round/>
            </a:ln>
          </p:spPr>
          <p:txBody>
            <a:bodyPr rtlCol="0" anchor="ctr"/>
            <a:lstStyle/>
            <a:p>
              <a:endParaRPr lang="en-US"/>
            </a:p>
          </p:txBody>
        </p:sp>
        <p:sp>
          <p:nvSpPr>
            <p:cNvPr id="50" name="Freeform: Shape 49">
              <a:extLst>
                <a:ext uri="{FF2B5EF4-FFF2-40B4-BE49-F238E27FC236}">
                  <a16:creationId xmlns:a16="http://schemas.microsoft.com/office/drawing/2014/main" id="{9DC4852D-8796-4E6E-8DE3-49D7D16E8B89}"/>
                </a:ext>
              </a:extLst>
            </p:cNvPr>
            <p:cNvSpPr/>
            <p:nvPr/>
          </p:nvSpPr>
          <p:spPr bwMode="white">
            <a:xfrm>
              <a:off x="2978488" y="-2492258"/>
              <a:ext cx="143042" cy="143042"/>
            </a:xfrm>
            <a:custGeom>
              <a:avLst/>
              <a:gdLst>
                <a:gd name="connsiteX0" fmla="*/ 71521 w 143042"/>
                <a:gd name="connsiteY0" fmla="*/ 0 h 143042"/>
                <a:gd name="connsiteX1" fmla="*/ 71521 w 143042"/>
                <a:gd name="connsiteY1" fmla="*/ 0 h 143042"/>
                <a:gd name="connsiteX2" fmla="*/ 143043 w 143042"/>
                <a:gd name="connsiteY2" fmla="*/ 71521 h 143042"/>
                <a:gd name="connsiteX3" fmla="*/ 143043 w 143042"/>
                <a:gd name="connsiteY3" fmla="*/ 71521 h 143042"/>
                <a:gd name="connsiteX4" fmla="*/ 143043 w 143042"/>
                <a:gd name="connsiteY4" fmla="*/ 71521 h 143042"/>
                <a:gd name="connsiteX5" fmla="*/ 71521 w 143042"/>
                <a:gd name="connsiteY5" fmla="*/ 143043 h 143042"/>
                <a:gd name="connsiteX6" fmla="*/ 71521 w 143042"/>
                <a:gd name="connsiteY6" fmla="*/ 143043 h 143042"/>
                <a:gd name="connsiteX7" fmla="*/ 71521 w 143042"/>
                <a:gd name="connsiteY7" fmla="*/ 143043 h 143042"/>
                <a:gd name="connsiteX8" fmla="*/ 0 w 143042"/>
                <a:gd name="connsiteY8" fmla="*/ 71521 h 143042"/>
                <a:gd name="connsiteX9" fmla="*/ 0 w 143042"/>
                <a:gd name="connsiteY9" fmla="*/ 71521 h 143042"/>
                <a:gd name="connsiteX10" fmla="*/ 0 w 143042"/>
                <a:gd name="connsiteY10" fmla="*/ 71521 h 143042"/>
                <a:gd name="connsiteX11" fmla="*/ 71521 w 143042"/>
                <a:gd name="connsiteY11" fmla="*/ 0 h 143042"/>
                <a:gd name="connsiteX12" fmla="*/ 71521 w 143042"/>
                <a:gd name="connsiteY12" fmla="*/ 0 h 14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042" h="143042">
                  <a:moveTo>
                    <a:pt x="71521" y="0"/>
                  </a:moveTo>
                  <a:lnTo>
                    <a:pt x="71521" y="0"/>
                  </a:lnTo>
                  <a:cubicBezTo>
                    <a:pt x="88019" y="30182"/>
                    <a:pt x="112861" y="55024"/>
                    <a:pt x="143043" y="71521"/>
                  </a:cubicBezTo>
                  <a:lnTo>
                    <a:pt x="143043" y="71521"/>
                  </a:lnTo>
                  <a:lnTo>
                    <a:pt x="143043" y="71521"/>
                  </a:lnTo>
                  <a:cubicBezTo>
                    <a:pt x="112861" y="88019"/>
                    <a:pt x="88019" y="112861"/>
                    <a:pt x="71521" y="143043"/>
                  </a:cubicBezTo>
                  <a:lnTo>
                    <a:pt x="71521" y="143043"/>
                  </a:lnTo>
                  <a:lnTo>
                    <a:pt x="71521" y="143043"/>
                  </a:lnTo>
                  <a:cubicBezTo>
                    <a:pt x="55024" y="112861"/>
                    <a:pt x="30182" y="88019"/>
                    <a:pt x="0" y="71521"/>
                  </a:cubicBezTo>
                  <a:lnTo>
                    <a:pt x="0" y="71521"/>
                  </a:lnTo>
                  <a:lnTo>
                    <a:pt x="0" y="71521"/>
                  </a:lnTo>
                  <a:cubicBezTo>
                    <a:pt x="30182" y="55024"/>
                    <a:pt x="55024" y="30182"/>
                    <a:pt x="71521" y="0"/>
                  </a:cubicBezTo>
                  <a:lnTo>
                    <a:pt x="71521" y="0"/>
                  </a:lnTo>
                  <a:close/>
                </a:path>
              </a:pathLst>
            </a:custGeom>
            <a:noFill/>
            <a:ln w="9536" cap="rnd">
              <a:solidFill>
                <a:srgbClr val="FF69B0"/>
              </a:solidFill>
              <a:prstDash val="solid"/>
              <a:round/>
            </a:ln>
          </p:spPr>
          <p:txBody>
            <a:bodyPr rtlCol="0" anchor="ctr"/>
            <a:lstStyle/>
            <a:p>
              <a:endParaRPr lang="en-US"/>
            </a:p>
          </p:txBody>
        </p:sp>
        <p:sp>
          <p:nvSpPr>
            <p:cNvPr id="51" name="Freeform: Shape 50">
              <a:extLst>
                <a:ext uri="{FF2B5EF4-FFF2-40B4-BE49-F238E27FC236}">
                  <a16:creationId xmlns:a16="http://schemas.microsoft.com/office/drawing/2014/main" id="{E8809F52-CA55-41CD-8EFD-8F4C60B3CF13}"/>
                </a:ext>
              </a:extLst>
            </p:cNvPr>
            <p:cNvSpPr/>
            <p:nvPr/>
          </p:nvSpPr>
          <p:spPr bwMode="white">
            <a:xfrm>
              <a:off x="4647319" y="-2468417"/>
              <a:ext cx="224195" cy="224195"/>
            </a:xfrm>
            <a:custGeom>
              <a:avLst/>
              <a:gdLst>
                <a:gd name="connsiteX0" fmla="*/ 112098 w 224195"/>
                <a:gd name="connsiteY0" fmla="*/ 0 h 224195"/>
                <a:gd name="connsiteX1" fmla="*/ 112098 w 224195"/>
                <a:gd name="connsiteY1" fmla="*/ 0 h 224195"/>
                <a:gd name="connsiteX2" fmla="*/ 224196 w 224195"/>
                <a:gd name="connsiteY2" fmla="*/ 112098 h 224195"/>
                <a:gd name="connsiteX3" fmla="*/ 224196 w 224195"/>
                <a:gd name="connsiteY3" fmla="*/ 112098 h 224195"/>
                <a:gd name="connsiteX4" fmla="*/ 224196 w 224195"/>
                <a:gd name="connsiteY4" fmla="*/ 112098 h 224195"/>
                <a:gd name="connsiteX5" fmla="*/ 112098 w 224195"/>
                <a:gd name="connsiteY5" fmla="*/ 224196 h 224195"/>
                <a:gd name="connsiteX6" fmla="*/ 112098 w 224195"/>
                <a:gd name="connsiteY6" fmla="*/ 224196 h 224195"/>
                <a:gd name="connsiteX7" fmla="*/ 112098 w 224195"/>
                <a:gd name="connsiteY7" fmla="*/ 224196 h 224195"/>
                <a:gd name="connsiteX8" fmla="*/ 0 w 224195"/>
                <a:gd name="connsiteY8" fmla="*/ 112098 h 224195"/>
                <a:gd name="connsiteX9" fmla="*/ 0 w 224195"/>
                <a:gd name="connsiteY9" fmla="*/ 112098 h 224195"/>
                <a:gd name="connsiteX10" fmla="*/ 0 w 224195"/>
                <a:gd name="connsiteY10" fmla="*/ 112098 h 224195"/>
                <a:gd name="connsiteX11" fmla="*/ 112098 w 224195"/>
                <a:gd name="connsiteY11" fmla="*/ 0 h 224195"/>
                <a:gd name="connsiteX12" fmla="*/ 112098 w 224195"/>
                <a:gd name="connsiteY12" fmla="*/ 0 h 22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4195" h="224195">
                  <a:moveTo>
                    <a:pt x="112098" y="0"/>
                  </a:moveTo>
                  <a:lnTo>
                    <a:pt x="112098" y="0"/>
                  </a:lnTo>
                  <a:cubicBezTo>
                    <a:pt x="137988" y="47299"/>
                    <a:pt x="176896" y="86207"/>
                    <a:pt x="224196" y="112098"/>
                  </a:cubicBezTo>
                  <a:lnTo>
                    <a:pt x="224196" y="112098"/>
                  </a:lnTo>
                  <a:lnTo>
                    <a:pt x="224196" y="112098"/>
                  </a:lnTo>
                  <a:cubicBezTo>
                    <a:pt x="176896" y="137988"/>
                    <a:pt x="137988" y="176848"/>
                    <a:pt x="112098" y="224196"/>
                  </a:cubicBezTo>
                  <a:lnTo>
                    <a:pt x="112098" y="224196"/>
                  </a:lnTo>
                  <a:lnTo>
                    <a:pt x="112098" y="224196"/>
                  </a:lnTo>
                  <a:cubicBezTo>
                    <a:pt x="86207" y="176896"/>
                    <a:pt x="47347" y="137988"/>
                    <a:pt x="0" y="112098"/>
                  </a:cubicBezTo>
                  <a:lnTo>
                    <a:pt x="0" y="112098"/>
                  </a:lnTo>
                  <a:lnTo>
                    <a:pt x="0" y="112098"/>
                  </a:lnTo>
                  <a:cubicBezTo>
                    <a:pt x="47299" y="86207"/>
                    <a:pt x="86207" y="47299"/>
                    <a:pt x="112098" y="0"/>
                  </a:cubicBezTo>
                  <a:lnTo>
                    <a:pt x="112098" y="0"/>
                  </a:lnTo>
                  <a:close/>
                </a:path>
              </a:pathLst>
            </a:custGeom>
            <a:noFill/>
            <a:ln w="9536" cap="rnd">
              <a:solidFill>
                <a:srgbClr val="FF69B0"/>
              </a:solidFill>
              <a:prstDash val="solid"/>
              <a:round/>
            </a:ln>
          </p:spPr>
          <p:txBody>
            <a:bodyPr rtlCol="0" anchor="ctr"/>
            <a:lstStyle/>
            <a:p>
              <a:endParaRPr lang="en-US"/>
            </a:p>
          </p:txBody>
        </p:sp>
        <p:sp>
          <p:nvSpPr>
            <p:cNvPr id="52" name="Freeform: Shape 51">
              <a:extLst>
                <a:ext uri="{FF2B5EF4-FFF2-40B4-BE49-F238E27FC236}">
                  <a16:creationId xmlns:a16="http://schemas.microsoft.com/office/drawing/2014/main" id="{49F72B18-7A46-4BD5-84C9-1B83BC62FDC4}"/>
                </a:ext>
              </a:extLst>
            </p:cNvPr>
            <p:cNvSpPr/>
            <p:nvPr/>
          </p:nvSpPr>
          <p:spPr bwMode="white">
            <a:xfrm>
              <a:off x="3121531" y="-1443278"/>
              <a:ext cx="143042" cy="143042"/>
            </a:xfrm>
            <a:custGeom>
              <a:avLst/>
              <a:gdLst>
                <a:gd name="connsiteX0" fmla="*/ 143043 w 143042"/>
                <a:gd name="connsiteY0" fmla="*/ 71521 h 143042"/>
                <a:gd name="connsiteX1" fmla="*/ 71521 w 143042"/>
                <a:gd name="connsiteY1" fmla="*/ 143043 h 143042"/>
                <a:gd name="connsiteX2" fmla="*/ 0 w 143042"/>
                <a:gd name="connsiteY2" fmla="*/ 71521 h 143042"/>
                <a:gd name="connsiteX3" fmla="*/ 71521 w 143042"/>
                <a:gd name="connsiteY3" fmla="*/ 0 h 143042"/>
                <a:gd name="connsiteX4" fmla="*/ 143043 w 143042"/>
                <a:gd name="connsiteY4" fmla="*/ 71521 h 143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2" h="143042">
                  <a:moveTo>
                    <a:pt x="143043" y="71521"/>
                  </a:moveTo>
                  <a:cubicBezTo>
                    <a:pt x="143043" y="111021"/>
                    <a:pt x="111022" y="143043"/>
                    <a:pt x="71521" y="143043"/>
                  </a:cubicBezTo>
                  <a:cubicBezTo>
                    <a:pt x="32021" y="143043"/>
                    <a:pt x="0" y="111021"/>
                    <a:pt x="0" y="71521"/>
                  </a:cubicBezTo>
                  <a:cubicBezTo>
                    <a:pt x="0" y="32021"/>
                    <a:pt x="32021" y="0"/>
                    <a:pt x="71521" y="0"/>
                  </a:cubicBezTo>
                  <a:cubicBezTo>
                    <a:pt x="111022" y="0"/>
                    <a:pt x="143043" y="32021"/>
                    <a:pt x="143043" y="71521"/>
                  </a:cubicBezTo>
                  <a:close/>
                </a:path>
              </a:pathLst>
            </a:custGeom>
            <a:noFill/>
            <a:ln w="9536" cap="rnd">
              <a:solidFill>
                <a:srgbClr val="00FFFF"/>
              </a:solidFill>
              <a:prstDash val="solid"/>
              <a:round/>
            </a:ln>
          </p:spPr>
          <p:txBody>
            <a:bodyPr rtlCol="0" anchor="ctr"/>
            <a:lstStyle/>
            <a:p>
              <a:endParaRPr lang="en-US"/>
            </a:p>
          </p:txBody>
        </p:sp>
      </p:grpSp>
      <p:grpSp>
        <p:nvGrpSpPr>
          <p:cNvPr id="55" name="Group 54">
            <a:extLst>
              <a:ext uri="{FF2B5EF4-FFF2-40B4-BE49-F238E27FC236}">
                <a16:creationId xmlns:a16="http://schemas.microsoft.com/office/drawing/2014/main" id="{0FB8D133-7EB5-43C9-8CE5-8999716F1990}"/>
              </a:ext>
              <a:ext uri="{C183D7F6-B498-43B3-948B-1728B52AA6E4}">
                <adec:decorative xmlns:adec="http://schemas.microsoft.com/office/drawing/2017/decorative" val="1"/>
              </a:ext>
            </a:extLst>
          </p:cNvPr>
          <p:cNvGrpSpPr/>
          <p:nvPr/>
        </p:nvGrpSpPr>
        <p:grpSpPr bwMode="white">
          <a:xfrm>
            <a:off x="5461834" y="3484731"/>
            <a:ext cx="658117" cy="712961"/>
            <a:chOff x="5791660" y="-2682981"/>
            <a:chExt cx="1430426" cy="1549628"/>
          </a:xfrm>
        </p:grpSpPr>
        <p:sp>
          <p:nvSpPr>
            <p:cNvPr id="56" name="Freeform: Shape 55">
              <a:extLst>
                <a:ext uri="{FF2B5EF4-FFF2-40B4-BE49-F238E27FC236}">
                  <a16:creationId xmlns:a16="http://schemas.microsoft.com/office/drawing/2014/main" id="{9F77E17B-2E31-4085-B0FC-99738D092931}"/>
                </a:ext>
              </a:extLst>
            </p:cNvPr>
            <p:cNvSpPr/>
            <p:nvPr/>
          </p:nvSpPr>
          <p:spPr bwMode="white">
            <a:xfrm>
              <a:off x="6363830" y="-2454113"/>
              <a:ext cx="286085" cy="286085"/>
            </a:xfrm>
            <a:custGeom>
              <a:avLst/>
              <a:gdLst>
                <a:gd name="connsiteX0" fmla="*/ 286085 w 286085"/>
                <a:gd name="connsiteY0" fmla="*/ 143043 h 286085"/>
                <a:gd name="connsiteX1" fmla="*/ 143043 w 286085"/>
                <a:gd name="connsiteY1" fmla="*/ 286085 h 286085"/>
                <a:gd name="connsiteX2" fmla="*/ 0 w 286085"/>
                <a:gd name="connsiteY2" fmla="*/ 143043 h 286085"/>
                <a:gd name="connsiteX3" fmla="*/ 143043 w 286085"/>
                <a:gd name="connsiteY3" fmla="*/ 0 h 286085"/>
                <a:gd name="connsiteX4" fmla="*/ 286085 w 286085"/>
                <a:gd name="connsiteY4" fmla="*/ 143043 h 28608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085" h="286085">
                  <a:moveTo>
                    <a:pt x="286085" y="143043"/>
                  </a:moveTo>
                  <a:cubicBezTo>
                    <a:pt x="286085" y="222043"/>
                    <a:pt x="222043" y="286085"/>
                    <a:pt x="143043" y="286085"/>
                  </a:cubicBezTo>
                  <a:cubicBezTo>
                    <a:pt x="64042" y="286085"/>
                    <a:pt x="0" y="222043"/>
                    <a:pt x="0" y="143043"/>
                  </a:cubicBezTo>
                  <a:cubicBezTo>
                    <a:pt x="0" y="64042"/>
                    <a:pt x="64042" y="0"/>
                    <a:pt x="143043" y="0"/>
                  </a:cubicBezTo>
                  <a:cubicBezTo>
                    <a:pt x="222043" y="0"/>
                    <a:pt x="286085" y="64042"/>
                    <a:pt x="286085" y="143043"/>
                  </a:cubicBezTo>
                  <a:close/>
                </a:path>
              </a:pathLst>
            </a:custGeom>
            <a:noFill/>
            <a:ln w="9536" cap="flat">
              <a:solidFill>
                <a:schemeClr val="bg1"/>
              </a:solid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A690F3E0-FCD2-4870-8E11-97E85BD87478}"/>
                </a:ext>
              </a:extLst>
            </p:cNvPr>
            <p:cNvSpPr/>
            <p:nvPr/>
          </p:nvSpPr>
          <p:spPr bwMode="white">
            <a:xfrm>
              <a:off x="6077745" y="-2682981"/>
              <a:ext cx="858255" cy="1194084"/>
            </a:xfrm>
            <a:custGeom>
              <a:avLst/>
              <a:gdLst>
                <a:gd name="connsiteX0" fmla="*/ 429128 w 858255"/>
                <a:gd name="connsiteY0" fmla="*/ 0 h 1194084"/>
                <a:gd name="connsiteX1" fmla="*/ 0 w 858255"/>
                <a:gd name="connsiteY1" fmla="*/ 386215 h 1194084"/>
                <a:gd name="connsiteX2" fmla="*/ 52592 w 858255"/>
                <a:gd name="connsiteY2" fmla="*/ 571455 h 1194084"/>
                <a:gd name="connsiteX3" fmla="*/ 116198 w 858255"/>
                <a:gd name="connsiteY3" fmla="*/ 676639 h 1194084"/>
                <a:gd name="connsiteX4" fmla="*/ 409340 w 858255"/>
                <a:gd name="connsiteY4" fmla="*/ 1182677 h 1194084"/>
                <a:gd name="connsiteX5" fmla="*/ 448963 w 858255"/>
                <a:gd name="connsiteY5" fmla="*/ 1182677 h 1194084"/>
                <a:gd name="connsiteX6" fmla="*/ 742105 w 858255"/>
                <a:gd name="connsiteY6" fmla="*/ 676639 h 1194084"/>
                <a:gd name="connsiteX7" fmla="*/ 805711 w 858255"/>
                <a:gd name="connsiteY7" fmla="*/ 571455 h 1194084"/>
                <a:gd name="connsiteX8" fmla="*/ 858256 w 858255"/>
                <a:gd name="connsiteY8" fmla="*/ 386215 h 1194084"/>
                <a:gd name="connsiteX9" fmla="*/ 429128 w 858255"/>
                <a:gd name="connsiteY9" fmla="*/ 0 h 119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58255" h="1194084">
                  <a:moveTo>
                    <a:pt x="429128" y="0"/>
                  </a:moveTo>
                  <a:cubicBezTo>
                    <a:pt x="192106" y="0"/>
                    <a:pt x="0" y="172891"/>
                    <a:pt x="0" y="386215"/>
                  </a:cubicBezTo>
                  <a:cubicBezTo>
                    <a:pt x="0" y="453350"/>
                    <a:pt x="19072" y="516479"/>
                    <a:pt x="52592" y="571455"/>
                  </a:cubicBezTo>
                  <a:cubicBezTo>
                    <a:pt x="73905" y="606453"/>
                    <a:pt x="95648" y="641213"/>
                    <a:pt x="116198" y="676639"/>
                  </a:cubicBezTo>
                  <a:lnTo>
                    <a:pt x="409340" y="1182677"/>
                  </a:lnTo>
                  <a:cubicBezTo>
                    <a:pt x="418161" y="1197887"/>
                    <a:pt x="440142" y="1197887"/>
                    <a:pt x="448963" y="1182677"/>
                  </a:cubicBezTo>
                  <a:lnTo>
                    <a:pt x="742105" y="676639"/>
                  </a:lnTo>
                  <a:cubicBezTo>
                    <a:pt x="762655" y="641165"/>
                    <a:pt x="784350" y="606453"/>
                    <a:pt x="805711" y="571455"/>
                  </a:cubicBezTo>
                  <a:cubicBezTo>
                    <a:pt x="839183" y="516479"/>
                    <a:pt x="858256" y="453350"/>
                    <a:pt x="858256" y="386215"/>
                  </a:cubicBezTo>
                  <a:cubicBezTo>
                    <a:pt x="858256" y="172891"/>
                    <a:pt x="666149" y="0"/>
                    <a:pt x="429128" y="0"/>
                  </a:cubicBezTo>
                  <a:close/>
                </a:path>
              </a:pathLst>
            </a:custGeom>
            <a:noFill/>
            <a:ln w="9536" cap="flat">
              <a:solidFill>
                <a:schemeClr val="bg1"/>
              </a:solid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85177CC4-B0C4-4A36-9F22-9E1D8B3945D9}"/>
                </a:ext>
              </a:extLst>
            </p:cNvPr>
            <p:cNvSpPr/>
            <p:nvPr/>
          </p:nvSpPr>
          <p:spPr bwMode="white">
            <a:xfrm>
              <a:off x="5791660" y="-1324076"/>
              <a:ext cx="1430426" cy="190723"/>
            </a:xfrm>
            <a:custGeom>
              <a:avLst/>
              <a:gdLst>
                <a:gd name="connsiteX0" fmla="*/ 0 w 1430426"/>
                <a:gd name="connsiteY0" fmla="*/ 0 h 190723"/>
                <a:gd name="connsiteX1" fmla="*/ 264915 w 1430426"/>
                <a:gd name="connsiteY1" fmla="*/ 176610 h 190723"/>
                <a:gd name="connsiteX2" fmla="*/ 307255 w 1430426"/>
                <a:gd name="connsiteY2" fmla="*/ 176610 h 190723"/>
                <a:gd name="connsiteX3" fmla="*/ 551001 w 1430426"/>
                <a:gd name="connsiteY3" fmla="*/ 14114 h 190723"/>
                <a:gd name="connsiteX4" fmla="*/ 593341 w 1430426"/>
                <a:gd name="connsiteY4" fmla="*/ 14114 h 190723"/>
                <a:gd name="connsiteX5" fmla="*/ 837133 w 1430426"/>
                <a:gd name="connsiteY5" fmla="*/ 176610 h 190723"/>
                <a:gd name="connsiteX6" fmla="*/ 879474 w 1430426"/>
                <a:gd name="connsiteY6" fmla="*/ 176610 h 190723"/>
                <a:gd name="connsiteX7" fmla="*/ 1123266 w 1430426"/>
                <a:gd name="connsiteY7" fmla="*/ 14114 h 190723"/>
                <a:gd name="connsiteX8" fmla="*/ 1165607 w 1430426"/>
                <a:gd name="connsiteY8" fmla="*/ 14114 h 190723"/>
                <a:gd name="connsiteX9" fmla="*/ 1430426 w 1430426"/>
                <a:gd name="connsiteY9" fmla="*/ 190724 h 190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30426" h="190723">
                  <a:moveTo>
                    <a:pt x="0" y="0"/>
                  </a:moveTo>
                  <a:lnTo>
                    <a:pt x="264915" y="176610"/>
                  </a:lnTo>
                  <a:cubicBezTo>
                    <a:pt x="277741" y="185145"/>
                    <a:pt x="294429" y="185145"/>
                    <a:pt x="307255" y="176610"/>
                  </a:cubicBezTo>
                  <a:lnTo>
                    <a:pt x="551001" y="14114"/>
                  </a:lnTo>
                  <a:cubicBezTo>
                    <a:pt x="563826" y="5579"/>
                    <a:pt x="580515" y="5579"/>
                    <a:pt x="593341" y="14114"/>
                  </a:cubicBezTo>
                  <a:lnTo>
                    <a:pt x="837133" y="176610"/>
                  </a:lnTo>
                  <a:cubicBezTo>
                    <a:pt x="849959" y="185145"/>
                    <a:pt x="866648" y="185145"/>
                    <a:pt x="879474" y="176610"/>
                  </a:cubicBezTo>
                  <a:lnTo>
                    <a:pt x="1123266" y="14114"/>
                  </a:lnTo>
                  <a:cubicBezTo>
                    <a:pt x="1136092" y="5579"/>
                    <a:pt x="1152781" y="5579"/>
                    <a:pt x="1165607" y="14114"/>
                  </a:cubicBezTo>
                  <a:lnTo>
                    <a:pt x="1430426" y="190724"/>
                  </a:lnTo>
                </a:path>
              </a:pathLst>
            </a:custGeom>
            <a:noFill/>
            <a:ln w="9536" cap="flat">
              <a:solidFill>
                <a:schemeClr val="bg1"/>
              </a:solid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605A7D5D-8240-474A-B333-4E6A264C374A}"/>
                </a:ext>
              </a:extLst>
            </p:cNvPr>
            <p:cNvSpPr/>
            <p:nvPr/>
          </p:nvSpPr>
          <p:spPr bwMode="white">
            <a:xfrm>
              <a:off x="7019442" y="-1955848"/>
              <a:ext cx="95361" cy="95361"/>
            </a:xfrm>
            <a:custGeom>
              <a:avLst/>
              <a:gdLst>
                <a:gd name="connsiteX0" fmla="*/ 95362 w 95361"/>
                <a:gd name="connsiteY0" fmla="*/ 47681 h 95361"/>
                <a:gd name="connsiteX1" fmla="*/ 47681 w 95361"/>
                <a:gd name="connsiteY1" fmla="*/ 95362 h 95361"/>
                <a:gd name="connsiteX2" fmla="*/ 0 w 95361"/>
                <a:gd name="connsiteY2" fmla="*/ 47681 h 95361"/>
                <a:gd name="connsiteX3" fmla="*/ 47681 w 95361"/>
                <a:gd name="connsiteY3" fmla="*/ 0 h 95361"/>
                <a:gd name="connsiteX4" fmla="*/ 95362 w 95361"/>
                <a:gd name="connsiteY4" fmla="*/ 47681 h 9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61" h="95361">
                  <a:moveTo>
                    <a:pt x="95362" y="47681"/>
                  </a:moveTo>
                  <a:cubicBezTo>
                    <a:pt x="95362" y="74014"/>
                    <a:pt x="74014" y="95362"/>
                    <a:pt x="47681" y="95362"/>
                  </a:cubicBezTo>
                  <a:cubicBezTo>
                    <a:pt x="21348" y="95362"/>
                    <a:pt x="0" y="74014"/>
                    <a:pt x="0" y="47681"/>
                  </a:cubicBezTo>
                  <a:cubicBezTo>
                    <a:pt x="0" y="21347"/>
                    <a:pt x="21348" y="0"/>
                    <a:pt x="47681" y="0"/>
                  </a:cubicBezTo>
                  <a:cubicBezTo>
                    <a:pt x="74014" y="0"/>
                    <a:pt x="95362" y="21347"/>
                    <a:pt x="95362" y="47681"/>
                  </a:cubicBezTo>
                  <a:close/>
                </a:path>
              </a:pathLst>
            </a:custGeom>
            <a:noFill/>
            <a:ln w="9536" cap="rnd">
              <a:solidFill>
                <a:srgbClr val="00FFFF"/>
              </a:solidFill>
              <a:prstDash val="solid"/>
              <a:round/>
            </a:ln>
          </p:spPr>
          <p:txBody>
            <a:bodyPr rtlCol="0" anchor="ctr"/>
            <a:lstStyle/>
            <a:p>
              <a:endParaRPr lang="en-US"/>
            </a:p>
          </p:txBody>
        </p:sp>
        <p:sp>
          <p:nvSpPr>
            <p:cNvPr id="60" name="Freeform: Shape 59">
              <a:extLst>
                <a:ext uri="{FF2B5EF4-FFF2-40B4-BE49-F238E27FC236}">
                  <a16:creationId xmlns:a16="http://schemas.microsoft.com/office/drawing/2014/main" id="{ED1536F6-FB52-40D0-B5C9-FAE8BB6E0B20}"/>
                </a:ext>
              </a:extLst>
            </p:cNvPr>
            <p:cNvSpPr/>
            <p:nvPr/>
          </p:nvSpPr>
          <p:spPr bwMode="white">
            <a:xfrm>
              <a:off x="5791660" y="-2373056"/>
              <a:ext cx="143042" cy="143042"/>
            </a:xfrm>
            <a:custGeom>
              <a:avLst/>
              <a:gdLst>
                <a:gd name="connsiteX0" fmla="*/ 71521 w 143042"/>
                <a:gd name="connsiteY0" fmla="*/ 0 h 143042"/>
                <a:gd name="connsiteX1" fmla="*/ 71521 w 143042"/>
                <a:gd name="connsiteY1" fmla="*/ 0 h 143042"/>
                <a:gd name="connsiteX2" fmla="*/ 143043 w 143042"/>
                <a:gd name="connsiteY2" fmla="*/ 71521 h 143042"/>
                <a:gd name="connsiteX3" fmla="*/ 143043 w 143042"/>
                <a:gd name="connsiteY3" fmla="*/ 71521 h 143042"/>
                <a:gd name="connsiteX4" fmla="*/ 143043 w 143042"/>
                <a:gd name="connsiteY4" fmla="*/ 71521 h 143042"/>
                <a:gd name="connsiteX5" fmla="*/ 71521 w 143042"/>
                <a:gd name="connsiteY5" fmla="*/ 143043 h 143042"/>
                <a:gd name="connsiteX6" fmla="*/ 71521 w 143042"/>
                <a:gd name="connsiteY6" fmla="*/ 143043 h 143042"/>
                <a:gd name="connsiteX7" fmla="*/ 71521 w 143042"/>
                <a:gd name="connsiteY7" fmla="*/ 143043 h 143042"/>
                <a:gd name="connsiteX8" fmla="*/ 0 w 143042"/>
                <a:gd name="connsiteY8" fmla="*/ 71521 h 143042"/>
                <a:gd name="connsiteX9" fmla="*/ 0 w 143042"/>
                <a:gd name="connsiteY9" fmla="*/ 71521 h 143042"/>
                <a:gd name="connsiteX10" fmla="*/ 0 w 143042"/>
                <a:gd name="connsiteY10" fmla="*/ 71521 h 143042"/>
                <a:gd name="connsiteX11" fmla="*/ 71521 w 143042"/>
                <a:gd name="connsiteY11" fmla="*/ 0 h 143042"/>
                <a:gd name="connsiteX12" fmla="*/ 71521 w 143042"/>
                <a:gd name="connsiteY12" fmla="*/ 0 h 14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042" h="143042">
                  <a:moveTo>
                    <a:pt x="71521" y="0"/>
                  </a:moveTo>
                  <a:lnTo>
                    <a:pt x="71521" y="0"/>
                  </a:lnTo>
                  <a:cubicBezTo>
                    <a:pt x="88019" y="30182"/>
                    <a:pt x="112861" y="55024"/>
                    <a:pt x="143043" y="71521"/>
                  </a:cubicBezTo>
                  <a:lnTo>
                    <a:pt x="143043" y="71521"/>
                  </a:lnTo>
                  <a:lnTo>
                    <a:pt x="143043" y="71521"/>
                  </a:lnTo>
                  <a:cubicBezTo>
                    <a:pt x="112861" y="88019"/>
                    <a:pt x="88019" y="112861"/>
                    <a:pt x="71521" y="143043"/>
                  </a:cubicBezTo>
                  <a:lnTo>
                    <a:pt x="71521" y="143043"/>
                  </a:lnTo>
                  <a:lnTo>
                    <a:pt x="71521" y="143043"/>
                  </a:lnTo>
                  <a:cubicBezTo>
                    <a:pt x="55024" y="112861"/>
                    <a:pt x="30182" y="88019"/>
                    <a:pt x="0" y="71521"/>
                  </a:cubicBezTo>
                  <a:lnTo>
                    <a:pt x="0" y="71521"/>
                  </a:lnTo>
                  <a:lnTo>
                    <a:pt x="0" y="71521"/>
                  </a:lnTo>
                  <a:cubicBezTo>
                    <a:pt x="30182" y="55024"/>
                    <a:pt x="55024" y="30182"/>
                    <a:pt x="71521" y="0"/>
                  </a:cubicBezTo>
                  <a:lnTo>
                    <a:pt x="71521" y="0"/>
                  </a:lnTo>
                  <a:close/>
                </a:path>
              </a:pathLst>
            </a:custGeom>
            <a:noFill/>
            <a:ln w="9536" cap="rnd">
              <a:solidFill>
                <a:srgbClr val="FF69B0"/>
              </a:solidFill>
              <a:prstDash val="solid"/>
              <a:round/>
            </a:ln>
          </p:spPr>
          <p:txBody>
            <a:bodyPr rtlCol="0" anchor="ctr"/>
            <a:lstStyle/>
            <a:p>
              <a:endParaRPr lang="en-US"/>
            </a:p>
          </p:txBody>
        </p:sp>
        <p:sp>
          <p:nvSpPr>
            <p:cNvPr id="61" name="Freeform: Shape 60">
              <a:extLst>
                <a:ext uri="{FF2B5EF4-FFF2-40B4-BE49-F238E27FC236}">
                  <a16:creationId xmlns:a16="http://schemas.microsoft.com/office/drawing/2014/main" id="{4FF7D952-5E29-4474-94BB-3BEDAD4BE937}"/>
                </a:ext>
              </a:extLst>
            </p:cNvPr>
            <p:cNvSpPr/>
            <p:nvPr/>
          </p:nvSpPr>
          <p:spPr bwMode="white">
            <a:xfrm>
              <a:off x="6711805" y="-1674578"/>
              <a:ext cx="224195" cy="224195"/>
            </a:xfrm>
            <a:custGeom>
              <a:avLst/>
              <a:gdLst>
                <a:gd name="connsiteX0" fmla="*/ 112098 w 224195"/>
                <a:gd name="connsiteY0" fmla="*/ 0 h 224195"/>
                <a:gd name="connsiteX1" fmla="*/ 112098 w 224195"/>
                <a:gd name="connsiteY1" fmla="*/ 0 h 224195"/>
                <a:gd name="connsiteX2" fmla="*/ 224196 w 224195"/>
                <a:gd name="connsiteY2" fmla="*/ 112098 h 224195"/>
                <a:gd name="connsiteX3" fmla="*/ 224196 w 224195"/>
                <a:gd name="connsiteY3" fmla="*/ 112098 h 224195"/>
                <a:gd name="connsiteX4" fmla="*/ 224196 w 224195"/>
                <a:gd name="connsiteY4" fmla="*/ 112098 h 224195"/>
                <a:gd name="connsiteX5" fmla="*/ 112098 w 224195"/>
                <a:gd name="connsiteY5" fmla="*/ 224196 h 224195"/>
                <a:gd name="connsiteX6" fmla="*/ 112098 w 224195"/>
                <a:gd name="connsiteY6" fmla="*/ 224196 h 224195"/>
                <a:gd name="connsiteX7" fmla="*/ 112098 w 224195"/>
                <a:gd name="connsiteY7" fmla="*/ 224196 h 224195"/>
                <a:gd name="connsiteX8" fmla="*/ 0 w 224195"/>
                <a:gd name="connsiteY8" fmla="*/ 112098 h 224195"/>
                <a:gd name="connsiteX9" fmla="*/ 0 w 224195"/>
                <a:gd name="connsiteY9" fmla="*/ 112098 h 224195"/>
                <a:gd name="connsiteX10" fmla="*/ 0 w 224195"/>
                <a:gd name="connsiteY10" fmla="*/ 112098 h 224195"/>
                <a:gd name="connsiteX11" fmla="*/ 112098 w 224195"/>
                <a:gd name="connsiteY11" fmla="*/ 0 h 224195"/>
                <a:gd name="connsiteX12" fmla="*/ 112098 w 224195"/>
                <a:gd name="connsiteY12" fmla="*/ 0 h 2241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4195" h="224195">
                  <a:moveTo>
                    <a:pt x="112098" y="0"/>
                  </a:moveTo>
                  <a:lnTo>
                    <a:pt x="112098" y="0"/>
                  </a:lnTo>
                  <a:cubicBezTo>
                    <a:pt x="137989" y="47299"/>
                    <a:pt x="176848" y="86207"/>
                    <a:pt x="224196" y="112098"/>
                  </a:cubicBezTo>
                  <a:lnTo>
                    <a:pt x="224196" y="112098"/>
                  </a:lnTo>
                  <a:lnTo>
                    <a:pt x="224196" y="112098"/>
                  </a:lnTo>
                  <a:cubicBezTo>
                    <a:pt x="176896" y="137988"/>
                    <a:pt x="137989" y="176848"/>
                    <a:pt x="112098" y="224196"/>
                  </a:cubicBezTo>
                  <a:lnTo>
                    <a:pt x="112098" y="224196"/>
                  </a:lnTo>
                  <a:lnTo>
                    <a:pt x="112098" y="224196"/>
                  </a:lnTo>
                  <a:cubicBezTo>
                    <a:pt x="86207" y="176896"/>
                    <a:pt x="47300" y="137988"/>
                    <a:pt x="0" y="112098"/>
                  </a:cubicBezTo>
                  <a:lnTo>
                    <a:pt x="0" y="112098"/>
                  </a:lnTo>
                  <a:lnTo>
                    <a:pt x="0" y="112098"/>
                  </a:lnTo>
                  <a:cubicBezTo>
                    <a:pt x="47347" y="86207"/>
                    <a:pt x="86255" y="47299"/>
                    <a:pt x="112098" y="0"/>
                  </a:cubicBezTo>
                  <a:lnTo>
                    <a:pt x="112098" y="0"/>
                  </a:lnTo>
                  <a:close/>
                </a:path>
              </a:pathLst>
            </a:custGeom>
            <a:noFill/>
            <a:ln w="9536" cap="rnd">
              <a:solidFill>
                <a:srgbClr val="FF69B0"/>
              </a:solidFill>
              <a:prstDash val="solid"/>
              <a:round/>
            </a:ln>
          </p:spPr>
          <p:txBody>
            <a:bodyPr rtlCol="0" anchor="ctr"/>
            <a:lstStyle/>
            <a:p>
              <a:endParaRPr lang="en-US"/>
            </a:p>
          </p:txBody>
        </p:sp>
      </p:grpSp>
      <p:grpSp>
        <p:nvGrpSpPr>
          <p:cNvPr id="62" name="Group 61">
            <a:extLst>
              <a:ext uri="{FF2B5EF4-FFF2-40B4-BE49-F238E27FC236}">
                <a16:creationId xmlns:a16="http://schemas.microsoft.com/office/drawing/2014/main" id="{6B5E4455-6897-4881-A915-DAA02D6536E5}"/>
              </a:ext>
              <a:ext uri="{C183D7F6-B498-43B3-948B-1728B52AA6E4}">
                <adec:decorative xmlns:adec="http://schemas.microsoft.com/office/drawing/2017/decorative" val="1"/>
              </a:ext>
            </a:extLst>
          </p:cNvPr>
          <p:cNvGrpSpPr/>
          <p:nvPr/>
        </p:nvGrpSpPr>
        <p:grpSpPr bwMode="white">
          <a:xfrm>
            <a:off x="9552674" y="3624440"/>
            <a:ext cx="946612" cy="509227"/>
            <a:chOff x="10821992" y="-2444575"/>
            <a:chExt cx="1811873" cy="974691"/>
          </a:xfrm>
        </p:grpSpPr>
        <p:sp>
          <p:nvSpPr>
            <p:cNvPr id="63" name="Freeform: Shape 62">
              <a:extLst>
                <a:ext uri="{FF2B5EF4-FFF2-40B4-BE49-F238E27FC236}">
                  <a16:creationId xmlns:a16="http://schemas.microsoft.com/office/drawing/2014/main" id="{E18E0FBD-426D-45CD-AEC6-FA372F7D37B6}"/>
                </a:ext>
              </a:extLst>
            </p:cNvPr>
            <p:cNvSpPr/>
            <p:nvPr/>
          </p:nvSpPr>
          <p:spPr bwMode="white">
            <a:xfrm>
              <a:off x="11537205" y="-2086970"/>
              <a:ext cx="833605" cy="617086"/>
            </a:xfrm>
            <a:custGeom>
              <a:avLst/>
              <a:gdLst>
                <a:gd name="connsiteX0" fmla="*/ 0 w 833605"/>
                <a:gd name="connsiteY0" fmla="*/ 27417 h 617086"/>
                <a:gd name="connsiteX1" fmla="*/ 0 w 833605"/>
                <a:gd name="connsiteY1" fmla="*/ 469514 h 617086"/>
                <a:gd name="connsiteX2" fmla="*/ 26844 w 833605"/>
                <a:gd name="connsiteY2" fmla="*/ 496930 h 617086"/>
                <a:gd name="connsiteX3" fmla="*/ 598872 w 833605"/>
                <a:gd name="connsiteY3" fmla="*/ 496930 h 617086"/>
                <a:gd name="connsiteX4" fmla="*/ 653943 w 833605"/>
                <a:gd name="connsiteY4" fmla="*/ 609505 h 617086"/>
                <a:gd name="connsiteX5" fmla="*/ 677926 w 833605"/>
                <a:gd name="connsiteY5" fmla="*/ 609505 h 617086"/>
                <a:gd name="connsiteX6" fmla="*/ 732998 w 833605"/>
                <a:gd name="connsiteY6" fmla="*/ 496930 h 617086"/>
                <a:gd name="connsiteX7" fmla="*/ 806760 w 833605"/>
                <a:gd name="connsiteY7" fmla="*/ 496930 h 617086"/>
                <a:gd name="connsiteX8" fmla="*/ 833605 w 833605"/>
                <a:gd name="connsiteY8" fmla="*/ 469514 h 617086"/>
                <a:gd name="connsiteX9" fmla="*/ 833605 w 833605"/>
                <a:gd name="connsiteY9" fmla="*/ 27417 h 617086"/>
                <a:gd name="connsiteX10" fmla="*/ 806760 w 833605"/>
                <a:gd name="connsiteY10" fmla="*/ 0 h 617086"/>
                <a:gd name="connsiteX11" fmla="*/ 26797 w 833605"/>
                <a:gd name="connsiteY11" fmla="*/ 0 h 617086"/>
                <a:gd name="connsiteX12" fmla="*/ 0 w 833605"/>
                <a:gd name="connsiteY12" fmla="*/ 27417 h 617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33605" h="617086">
                  <a:moveTo>
                    <a:pt x="0" y="27417"/>
                  </a:moveTo>
                  <a:lnTo>
                    <a:pt x="0" y="469514"/>
                  </a:lnTo>
                  <a:cubicBezTo>
                    <a:pt x="0" y="484676"/>
                    <a:pt x="12016" y="496930"/>
                    <a:pt x="26844" y="496930"/>
                  </a:cubicBezTo>
                  <a:lnTo>
                    <a:pt x="598872" y="496930"/>
                  </a:lnTo>
                  <a:lnTo>
                    <a:pt x="653943" y="609505"/>
                  </a:lnTo>
                  <a:cubicBezTo>
                    <a:pt x="658902" y="619613"/>
                    <a:pt x="673015" y="619613"/>
                    <a:pt x="677926" y="609505"/>
                  </a:cubicBezTo>
                  <a:lnTo>
                    <a:pt x="732998" y="496930"/>
                  </a:lnTo>
                  <a:lnTo>
                    <a:pt x="806760" y="496930"/>
                  </a:lnTo>
                  <a:cubicBezTo>
                    <a:pt x="821589" y="496930"/>
                    <a:pt x="833605" y="484676"/>
                    <a:pt x="833605" y="469514"/>
                  </a:cubicBezTo>
                  <a:lnTo>
                    <a:pt x="833605" y="27417"/>
                  </a:lnTo>
                  <a:cubicBezTo>
                    <a:pt x="833605" y="12254"/>
                    <a:pt x="821589" y="0"/>
                    <a:pt x="806760" y="0"/>
                  </a:cubicBezTo>
                  <a:lnTo>
                    <a:pt x="26797" y="0"/>
                  </a:lnTo>
                  <a:cubicBezTo>
                    <a:pt x="12016" y="0"/>
                    <a:pt x="0" y="12254"/>
                    <a:pt x="0" y="27417"/>
                  </a:cubicBezTo>
                  <a:close/>
                </a:path>
              </a:pathLst>
            </a:custGeom>
            <a:noFill/>
            <a:ln w="9536" cap="rnd">
              <a:solidFill>
                <a:schemeClr val="bg1"/>
              </a:solidFill>
              <a:prstDash val="solid"/>
              <a:round/>
            </a:ln>
          </p:spPr>
          <p:txBody>
            <a:bodyPr rtlCol="0" anchor="ctr"/>
            <a:lstStyle/>
            <a:p>
              <a:endParaRPr lang="en-US"/>
            </a:p>
          </p:txBody>
        </p:sp>
        <p:sp>
          <p:nvSpPr>
            <p:cNvPr id="64" name="Freeform: Shape 63">
              <a:extLst>
                <a:ext uri="{FF2B5EF4-FFF2-40B4-BE49-F238E27FC236}">
                  <a16:creationId xmlns:a16="http://schemas.microsoft.com/office/drawing/2014/main" id="{BB157776-6CF1-4C83-8FD0-D93AAB3F3AA9}"/>
                </a:ext>
              </a:extLst>
            </p:cNvPr>
            <p:cNvSpPr/>
            <p:nvPr/>
          </p:nvSpPr>
          <p:spPr bwMode="white">
            <a:xfrm>
              <a:off x="10917259" y="-2444575"/>
              <a:ext cx="1192117" cy="882345"/>
            </a:xfrm>
            <a:custGeom>
              <a:avLst/>
              <a:gdLst>
                <a:gd name="connsiteX0" fmla="*/ 1192117 w 1192117"/>
                <a:gd name="connsiteY0" fmla="*/ 39194 h 882346"/>
                <a:gd name="connsiteX1" fmla="*/ 1192117 w 1192117"/>
                <a:gd name="connsiteY1" fmla="*/ 671347 h 882346"/>
                <a:gd name="connsiteX2" fmla="*/ 1153734 w 1192117"/>
                <a:gd name="connsiteY2" fmla="*/ 710541 h 882346"/>
                <a:gd name="connsiteX3" fmla="*/ 335768 w 1192117"/>
                <a:gd name="connsiteY3" fmla="*/ 710541 h 882346"/>
                <a:gd name="connsiteX4" fmla="*/ 256999 w 1192117"/>
                <a:gd name="connsiteY4" fmla="*/ 871511 h 882346"/>
                <a:gd name="connsiteX5" fmla="*/ 222669 w 1192117"/>
                <a:gd name="connsiteY5" fmla="*/ 871511 h 882346"/>
                <a:gd name="connsiteX6" fmla="*/ 143901 w 1192117"/>
                <a:gd name="connsiteY6" fmla="*/ 710541 h 882346"/>
                <a:gd name="connsiteX7" fmla="*/ 38383 w 1192117"/>
                <a:gd name="connsiteY7" fmla="*/ 710541 h 882346"/>
                <a:gd name="connsiteX8" fmla="*/ 0 w 1192117"/>
                <a:gd name="connsiteY8" fmla="*/ 671347 h 882346"/>
                <a:gd name="connsiteX9" fmla="*/ 0 w 1192117"/>
                <a:gd name="connsiteY9" fmla="*/ 39194 h 882346"/>
                <a:gd name="connsiteX10" fmla="*/ 38383 w 1192117"/>
                <a:gd name="connsiteY10" fmla="*/ 0 h 882346"/>
                <a:gd name="connsiteX11" fmla="*/ 1153686 w 1192117"/>
                <a:gd name="connsiteY11" fmla="*/ 0 h 882346"/>
                <a:gd name="connsiteX12" fmla="*/ 1192117 w 1192117"/>
                <a:gd name="connsiteY12" fmla="*/ 39194 h 882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92117" h="882346">
                  <a:moveTo>
                    <a:pt x="1192117" y="39194"/>
                  </a:moveTo>
                  <a:lnTo>
                    <a:pt x="1192117" y="671347"/>
                  </a:lnTo>
                  <a:cubicBezTo>
                    <a:pt x="1192117" y="692994"/>
                    <a:pt x="1174952" y="710541"/>
                    <a:pt x="1153734" y="710541"/>
                  </a:cubicBezTo>
                  <a:lnTo>
                    <a:pt x="335768" y="710541"/>
                  </a:lnTo>
                  <a:lnTo>
                    <a:pt x="256999" y="871511"/>
                  </a:lnTo>
                  <a:cubicBezTo>
                    <a:pt x="249943" y="885959"/>
                    <a:pt x="229774" y="885959"/>
                    <a:pt x="222669" y="871511"/>
                  </a:cubicBezTo>
                  <a:lnTo>
                    <a:pt x="143901" y="710541"/>
                  </a:lnTo>
                  <a:lnTo>
                    <a:pt x="38383" y="710541"/>
                  </a:lnTo>
                  <a:cubicBezTo>
                    <a:pt x="17213" y="710541"/>
                    <a:pt x="0" y="692994"/>
                    <a:pt x="0" y="671347"/>
                  </a:cubicBezTo>
                  <a:lnTo>
                    <a:pt x="0" y="39194"/>
                  </a:lnTo>
                  <a:cubicBezTo>
                    <a:pt x="0" y="17547"/>
                    <a:pt x="17166" y="0"/>
                    <a:pt x="38383" y="0"/>
                  </a:cubicBezTo>
                  <a:lnTo>
                    <a:pt x="1153686" y="0"/>
                  </a:lnTo>
                  <a:cubicBezTo>
                    <a:pt x="1174952" y="0"/>
                    <a:pt x="1192117" y="17547"/>
                    <a:pt x="1192117" y="39194"/>
                  </a:cubicBezTo>
                  <a:close/>
                </a:path>
              </a:pathLst>
            </a:custGeom>
            <a:solidFill>
              <a:schemeClr val="accent1"/>
            </a:solidFill>
            <a:ln w="9536" cap="rnd">
              <a:solidFill>
                <a:schemeClr val="bg1"/>
              </a:solidFill>
              <a:prstDash val="solid"/>
              <a:round/>
            </a:ln>
          </p:spPr>
          <p:txBody>
            <a:bodyPr rtlCol="0" anchor="ctr"/>
            <a:lstStyle/>
            <a:p>
              <a:endParaRPr lang="en-US"/>
            </a:p>
          </p:txBody>
        </p:sp>
        <p:sp>
          <p:nvSpPr>
            <p:cNvPr id="65" name="Freeform: Shape 64">
              <a:extLst>
                <a:ext uri="{FF2B5EF4-FFF2-40B4-BE49-F238E27FC236}">
                  <a16:creationId xmlns:a16="http://schemas.microsoft.com/office/drawing/2014/main" id="{CB41021C-5AE6-47F9-A7B3-AFF92B17A56A}"/>
                </a:ext>
              </a:extLst>
            </p:cNvPr>
            <p:cNvSpPr/>
            <p:nvPr/>
          </p:nvSpPr>
          <p:spPr bwMode="white">
            <a:xfrm>
              <a:off x="11012716" y="-2325375"/>
              <a:ext cx="309925" cy="309925"/>
            </a:xfrm>
            <a:custGeom>
              <a:avLst/>
              <a:gdLst>
                <a:gd name="connsiteX0" fmla="*/ 154963 w 309925"/>
                <a:gd name="connsiteY0" fmla="*/ 0 h 309925"/>
                <a:gd name="connsiteX1" fmla="*/ 154963 w 309925"/>
                <a:gd name="connsiteY1" fmla="*/ 0 h 309925"/>
                <a:gd name="connsiteX2" fmla="*/ 309926 w 309925"/>
                <a:gd name="connsiteY2" fmla="*/ 154963 h 309925"/>
                <a:gd name="connsiteX3" fmla="*/ 309926 w 309925"/>
                <a:gd name="connsiteY3" fmla="*/ 154963 h 309925"/>
                <a:gd name="connsiteX4" fmla="*/ 309926 w 309925"/>
                <a:gd name="connsiteY4" fmla="*/ 154963 h 309925"/>
                <a:gd name="connsiteX5" fmla="*/ 154963 w 309925"/>
                <a:gd name="connsiteY5" fmla="*/ 309926 h 309925"/>
                <a:gd name="connsiteX6" fmla="*/ 154963 w 309925"/>
                <a:gd name="connsiteY6" fmla="*/ 309926 h 309925"/>
                <a:gd name="connsiteX7" fmla="*/ 154963 w 309925"/>
                <a:gd name="connsiteY7" fmla="*/ 309926 h 309925"/>
                <a:gd name="connsiteX8" fmla="*/ 0 w 309925"/>
                <a:gd name="connsiteY8" fmla="*/ 154963 h 309925"/>
                <a:gd name="connsiteX9" fmla="*/ 0 w 309925"/>
                <a:gd name="connsiteY9" fmla="*/ 154963 h 309925"/>
                <a:gd name="connsiteX10" fmla="*/ 0 w 309925"/>
                <a:gd name="connsiteY10" fmla="*/ 154963 h 309925"/>
                <a:gd name="connsiteX11" fmla="*/ 154963 w 309925"/>
                <a:gd name="connsiteY11" fmla="*/ 0 h 309925"/>
                <a:gd name="connsiteX12" fmla="*/ 154963 w 309925"/>
                <a:gd name="connsiteY12" fmla="*/ 0 h 309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9925" h="309925">
                  <a:moveTo>
                    <a:pt x="154963" y="0"/>
                  </a:moveTo>
                  <a:lnTo>
                    <a:pt x="154963" y="0"/>
                  </a:lnTo>
                  <a:cubicBezTo>
                    <a:pt x="190724" y="65418"/>
                    <a:pt x="244508" y="119202"/>
                    <a:pt x="309926" y="154963"/>
                  </a:cubicBezTo>
                  <a:lnTo>
                    <a:pt x="309926" y="154963"/>
                  </a:lnTo>
                  <a:lnTo>
                    <a:pt x="309926" y="154963"/>
                  </a:lnTo>
                  <a:cubicBezTo>
                    <a:pt x="244508" y="190724"/>
                    <a:pt x="190724" y="244508"/>
                    <a:pt x="154963" y="309926"/>
                  </a:cubicBezTo>
                  <a:lnTo>
                    <a:pt x="154963" y="309926"/>
                  </a:lnTo>
                  <a:lnTo>
                    <a:pt x="154963" y="309926"/>
                  </a:lnTo>
                  <a:cubicBezTo>
                    <a:pt x="119202" y="244508"/>
                    <a:pt x="65418" y="190724"/>
                    <a:pt x="0" y="154963"/>
                  </a:cubicBezTo>
                  <a:lnTo>
                    <a:pt x="0" y="154963"/>
                  </a:lnTo>
                  <a:lnTo>
                    <a:pt x="0" y="154963"/>
                  </a:lnTo>
                  <a:cubicBezTo>
                    <a:pt x="65418" y="119202"/>
                    <a:pt x="119202" y="65418"/>
                    <a:pt x="154963" y="0"/>
                  </a:cubicBezTo>
                  <a:lnTo>
                    <a:pt x="154963" y="0"/>
                  </a:lnTo>
                  <a:close/>
                </a:path>
              </a:pathLst>
            </a:custGeom>
            <a:solidFill>
              <a:srgbClr val="7B5DFD"/>
            </a:solidFill>
            <a:ln w="9536" cap="rnd">
              <a:solidFill>
                <a:srgbClr val="FF69B0"/>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66" name="Freeform: Shape 65">
              <a:extLst>
                <a:ext uri="{FF2B5EF4-FFF2-40B4-BE49-F238E27FC236}">
                  <a16:creationId xmlns:a16="http://schemas.microsoft.com/office/drawing/2014/main" id="{29A62FE3-D12F-4C16-8767-1EC358DA81F8}"/>
                </a:ext>
              </a:extLst>
            </p:cNvPr>
            <p:cNvSpPr/>
            <p:nvPr/>
          </p:nvSpPr>
          <p:spPr bwMode="white">
            <a:xfrm>
              <a:off x="12490823" y="-1872406"/>
              <a:ext cx="143042" cy="143042"/>
            </a:xfrm>
            <a:custGeom>
              <a:avLst/>
              <a:gdLst>
                <a:gd name="connsiteX0" fmla="*/ 71521 w 143042"/>
                <a:gd name="connsiteY0" fmla="*/ 0 h 143042"/>
                <a:gd name="connsiteX1" fmla="*/ 71521 w 143042"/>
                <a:gd name="connsiteY1" fmla="*/ 0 h 143042"/>
                <a:gd name="connsiteX2" fmla="*/ 143043 w 143042"/>
                <a:gd name="connsiteY2" fmla="*/ 71521 h 143042"/>
                <a:gd name="connsiteX3" fmla="*/ 143043 w 143042"/>
                <a:gd name="connsiteY3" fmla="*/ 71521 h 143042"/>
                <a:gd name="connsiteX4" fmla="*/ 143043 w 143042"/>
                <a:gd name="connsiteY4" fmla="*/ 71521 h 143042"/>
                <a:gd name="connsiteX5" fmla="*/ 71521 w 143042"/>
                <a:gd name="connsiteY5" fmla="*/ 143043 h 143042"/>
                <a:gd name="connsiteX6" fmla="*/ 71521 w 143042"/>
                <a:gd name="connsiteY6" fmla="*/ 143043 h 143042"/>
                <a:gd name="connsiteX7" fmla="*/ 71521 w 143042"/>
                <a:gd name="connsiteY7" fmla="*/ 143043 h 143042"/>
                <a:gd name="connsiteX8" fmla="*/ 0 w 143042"/>
                <a:gd name="connsiteY8" fmla="*/ 71521 h 143042"/>
                <a:gd name="connsiteX9" fmla="*/ 0 w 143042"/>
                <a:gd name="connsiteY9" fmla="*/ 71521 h 143042"/>
                <a:gd name="connsiteX10" fmla="*/ 0 w 143042"/>
                <a:gd name="connsiteY10" fmla="*/ 71521 h 143042"/>
                <a:gd name="connsiteX11" fmla="*/ 71521 w 143042"/>
                <a:gd name="connsiteY11" fmla="*/ 0 h 143042"/>
                <a:gd name="connsiteX12" fmla="*/ 71521 w 143042"/>
                <a:gd name="connsiteY12" fmla="*/ 0 h 14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042" h="143042">
                  <a:moveTo>
                    <a:pt x="71521" y="0"/>
                  </a:moveTo>
                  <a:lnTo>
                    <a:pt x="71521" y="0"/>
                  </a:lnTo>
                  <a:cubicBezTo>
                    <a:pt x="88019" y="30182"/>
                    <a:pt x="112860" y="55024"/>
                    <a:pt x="143043" y="71521"/>
                  </a:cubicBezTo>
                  <a:lnTo>
                    <a:pt x="143043" y="71521"/>
                  </a:lnTo>
                  <a:lnTo>
                    <a:pt x="143043" y="71521"/>
                  </a:lnTo>
                  <a:cubicBezTo>
                    <a:pt x="112860" y="88019"/>
                    <a:pt x="88019" y="112861"/>
                    <a:pt x="71521" y="143043"/>
                  </a:cubicBezTo>
                  <a:lnTo>
                    <a:pt x="71521" y="143043"/>
                  </a:lnTo>
                  <a:lnTo>
                    <a:pt x="71521" y="143043"/>
                  </a:lnTo>
                  <a:cubicBezTo>
                    <a:pt x="55024" y="112861"/>
                    <a:pt x="30182" y="88019"/>
                    <a:pt x="0" y="71521"/>
                  </a:cubicBezTo>
                  <a:lnTo>
                    <a:pt x="0" y="71521"/>
                  </a:lnTo>
                  <a:lnTo>
                    <a:pt x="0" y="71521"/>
                  </a:lnTo>
                  <a:cubicBezTo>
                    <a:pt x="30182" y="55024"/>
                    <a:pt x="55024" y="30182"/>
                    <a:pt x="71521" y="0"/>
                  </a:cubicBezTo>
                  <a:lnTo>
                    <a:pt x="71521" y="0"/>
                  </a:lnTo>
                  <a:close/>
                </a:path>
              </a:pathLst>
            </a:custGeom>
            <a:noFill/>
            <a:ln w="9536" cap="rnd">
              <a:solidFill>
                <a:srgbClr val="FF69B0"/>
              </a:solidFill>
              <a:prstDash val="solid"/>
              <a:round/>
            </a:ln>
          </p:spPr>
          <p:txBody>
            <a:bodyPr rtlCol="0" anchor="ctr"/>
            <a:lstStyle/>
            <a:p>
              <a:endParaRPr lang="en-US"/>
            </a:p>
          </p:txBody>
        </p:sp>
        <p:sp>
          <p:nvSpPr>
            <p:cNvPr id="67" name="Freeform: Shape 66">
              <a:extLst>
                <a:ext uri="{FF2B5EF4-FFF2-40B4-BE49-F238E27FC236}">
                  <a16:creationId xmlns:a16="http://schemas.microsoft.com/office/drawing/2014/main" id="{5672E986-3E68-4B13-ACC1-462329F8C82E}"/>
                </a:ext>
              </a:extLst>
            </p:cNvPr>
            <p:cNvSpPr/>
            <p:nvPr/>
          </p:nvSpPr>
          <p:spPr bwMode="white">
            <a:xfrm>
              <a:off x="12395461" y="-2277694"/>
              <a:ext cx="95361" cy="95361"/>
            </a:xfrm>
            <a:custGeom>
              <a:avLst/>
              <a:gdLst>
                <a:gd name="connsiteX0" fmla="*/ 95362 w 95361"/>
                <a:gd name="connsiteY0" fmla="*/ 47681 h 95361"/>
                <a:gd name="connsiteX1" fmla="*/ 47681 w 95361"/>
                <a:gd name="connsiteY1" fmla="*/ 95362 h 95361"/>
                <a:gd name="connsiteX2" fmla="*/ 0 w 95361"/>
                <a:gd name="connsiteY2" fmla="*/ 47681 h 95361"/>
                <a:gd name="connsiteX3" fmla="*/ 47681 w 95361"/>
                <a:gd name="connsiteY3" fmla="*/ 0 h 95361"/>
                <a:gd name="connsiteX4" fmla="*/ 95362 w 95361"/>
                <a:gd name="connsiteY4" fmla="*/ 47681 h 9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61" h="95361">
                  <a:moveTo>
                    <a:pt x="95362" y="47681"/>
                  </a:moveTo>
                  <a:cubicBezTo>
                    <a:pt x="95362" y="74014"/>
                    <a:pt x="74015" y="95362"/>
                    <a:pt x="47681" y="95362"/>
                  </a:cubicBezTo>
                  <a:cubicBezTo>
                    <a:pt x="21347" y="95362"/>
                    <a:pt x="0" y="74014"/>
                    <a:pt x="0" y="47681"/>
                  </a:cubicBezTo>
                  <a:cubicBezTo>
                    <a:pt x="0" y="21347"/>
                    <a:pt x="21347" y="0"/>
                    <a:pt x="47681" y="0"/>
                  </a:cubicBezTo>
                  <a:cubicBezTo>
                    <a:pt x="74015" y="0"/>
                    <a:pt x="95362" y="21347"/>
                    <a:pt x="95362" y="47681"/>
                  </a:cubicBezTo>
                  <a:close/>
                </a:path>
              </a:pathLst>
            </a:custGeom>
            <a:noFill/>
            <a:ln w="9536" cap="rnd">
              <a:solidFill>
                <a:srgbClr val="00FFFF"/>
              </a:solidFill>
              <a:prstDash val="solid"/>
              <a:round/>
            </a:ln>
          </p:spPr>
          <p:txBody>
            <a:bodyPr rtlCol="0" anchor="ctr"/>
            <a:lstStyle/>
            <a:p>
              <a:endParaRPr lang="en-US"/>
            </a:p>
          </p:txBody>
        </p:sp>
        <p:sp>
          <p:nvSpPr>
            <p:cNvPr id="68" name="Freeform: Shape 67">
              <a:extLst>
                <a:ext uri="{FF2B5EF4-FFF2-40B4-BE49-F238E27FC236}">
                  <a16:creationId xmlns:a16="http://schemas.microsoft.com/office/drawing/2014/main" id="{EF3ED3B6-D169-43EB-8868-DDB0F8CA910E}"/>
                </a:ext>
              </a:extLst>
            </p:cNvPr>
            <p:cNvSpPr/>
            <p:nvPr/>
          </p:nvSpPr>
          <p:spPr bwMode="white">
            <a:xfrm>
              <a:off x="10821992" y="-2039289"/>
              <a:ext cx="143042" cy="143042"/>
            </a:xfrm>
            <a:custGeom>
              <a:avLst/>
              <a:gdLst>
                <a:gd name="connsiteX0" fmla="*/ 143043 w 143042"/>
                <a:gd name="connsiteY0" fmla="*/ 71521 h 143042"/>
                <a:gd name="connsiteX1" fmla="*/ 71521 w 143042"/>
                <a:gd name="connsiteY1" fmla="*/ 143043 h 143042"/>
                <a:gd name="connsiteX2" fmla="*/ 0 w 143042"/>
                <a:gd name="connsiteY2" fmla="*/ 71521 h 143042"/>
                <a:gd name="connsiteX3" fmla="*/ 71521 w 143042"/>
                <a:gd name="connsiteY3" fmla="*/ 0 h 143042"/>
                <a:gd name="connsiteX4" fmla="*/ 143043 w 143042"/>
                <a:gd name="connsiteY4" fmla="*/ 71521 h 1430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042" h="143042">
                  <a:moveTo>
                    <a:pt x="143043" y="71521"/>
                  </a:moveTo>
                  <a:cubicBezTo>
                    <a:pt x="143043" y="111021"/>
                    <a:pt x="111021" y="143043"/>
                    <a:pt x="71521" y="143043"/>
                  </a:cubicBezTo>
                  <a:cubicBezTo>
                    <a:pt x="32022" y="143043"/>
                    <a:pt x="0" y="111021"/>
                    <a:pt x="0" y="71521"/>
                  </a:cubicBezTo>
                  <a:cubicBezTo>
                    <a:pt x="0" y="32021"/>
                    <a:pt x="32022" y="0"/>
                    <a:pt x="71521" y="0"/>
                  </a:cubicBezTo>
                  <a:cubicBezTo>
                    <a:pt x="111021" y="0"/>
                    <a:pt x="143043" y="32021"/>
                    <a:pt x="143043" y="71521"/>
                  </a:cubicBezTo>
                  <a:close/>
                </a:path>
              </a:pathLst>
            </a:custGeom>
            <a:solidFill>
              <a:schemeClr val="accent1"/>
            </a:solidFill>
            <a:ln w="9536" cap="rnd">
              <a:solidFill>
                <a:srgbClr val="00FFFF"/>
              </a:solidFill>
              <a:prstDash val="solid"/>
              <a:round/>
            </a:ln>
          </p:spPr>
          <p:txBody>
            <a:bodyPr rtlCol="0" anchor="ctr"/>
            <a:lstStyle/>
            <a:p>
              <a:endParaRPr lang="en-US"/>
            </a:p>
          </p:txBody>
        </p:sp>
      </p:grpSp>
      <p:grpSp>
        <p:nvGrpSpPr>
          <p:cNvPr id="69" name="Group 68">
            <a:extLst>
              <a:ext uri="{FF2B5EF4-FFF2-40B4-BE49-F238E27FC236}">
                <a16:creationId xmlns:a16="http://schemas.microsoft.com/office/drawing/2014/main" id="{87274AAE-2B51-483F-9EB0-B8FC6ADFD00F}"/>
              </a:ext>
              <a:ext uri="{C183D7F6-B498-43B3-948B-1728B52AA6E4}">
                <adec:decorative xmlns:adec="http://schemas.microsoft.com/office/drawing/2017/decorative" val="1"/>
              </a:ext>
            </a:extLst>
          </p:cNvPr>
          <p:cNvGrpSpPr/>
          <p:nvPr/>
        </p:nvGrpSpPr>
        <p:grpSpPr bwMode="white">
          <a:xfrm>
            <a:off x="7499418" y="3501972"/>
            <a:ext cx="846708" cy="629310"/>
            <a:chOff x="8247225" y="-2706822"/>
            <a:chExt cx="1764191" cy="1311224"/>
          </a:xfrm>
        </p:grpSpPr>
        <p:sp>
          <p:nvSpPr>
            <p:cNvPr id="70" name="Freeform: Shape 69">
              <a:extLst>
                <a:ext uri="{FF2B5EF4-FFF2-40B4-BE49-F238E27FC236}">
                  <a16:creationId xmlns:a16="http://schemas.microsoft.com/office/drawing/2014/main" id="{F859368C-304D-4192-B97A-E6D51A54FCBA}"/>
                </a:ext>
              </a:extLst>
            </p:cNvPr>
            <p:cNvSpPr/>
            <p:nvPr/>
          </p:nvSpPr>
          <p:spPr bwMode="white">
            <a:xfrm>
              <a:off x="8414108" y="-2444577"/>
              <a:ext cx="1430426" cy="834415"/>
            </a:xfrm>
            <a:custGeom>
              <a:avLst/>
              <a:gdLst>
                <a:gd name="connsiteX0" fmla="*/ 1392282 w 1430426"/>
                <a:gd name="connsiteY0" fmla="*/ 834416 h 834415"/>
                <a:gd name="connsiteX1" fmla="*/ 38145 w 1430426"/>
                <a:gd name="connsiteY1" fmla="*/ 834416 h 834415"/>
                <a:gd name="connsiteX2" fmla="*/ 0 w 1430426"/>
                <a:gd name="connsiteY2" fmla="*/ 796271 h 834415"/>
                <a:gd name="connsiteX3" fmla="*/ 0 w 1430426"/>
                <a:gd name="connsiteY3" fmla="*/ 38145 h 834415"/>
                <a:gd name="connsiteX4" fmla="*/ 38145 w 1430426"/>
                <a:gd name="connsiteY4" fmla="*/ 0 h 834415"/>
                <a:gd name="connsiteX5" fmla="*/ 1392282 w 1430426"/>
                <a:gd name="connsiteY5" fmla="*/ 0 h 834415"/>
                <a:gd name="connsiteX6" fmla="*/ 1430426 w 1430426"/>
                <a:gd name="connsiteY6" fmla="*/ 38145 h 834415"/>
                <a:gd name="connsiteX7" fmla="*/ 1430426 w 1430426"/>
                <a:gd name="connsiteY7" fmla="*/ 796271 h 834415"/>
                <a:gd name="connsiteX8" fmla="*/ 1392282 w 1430426"/>
                <a:gd name="connsiteY8" fmla="*/ 834416 h 834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30426" h="834415">
                  <a:moveTo>
                    <a:pt x="1392282" y="834416"/>
                  </a:moveTo>
                  <a:lnTo>
                    <a:pt x="38145" y="834416"/>
                  </a:lnTo>
                  <a:cubicBezTo>
                    <a:pt x="17070" y="834416"/>
                    <a:pt x="0" y="817346"/>
                    <a:pt x="0" y="796271"/>
                  </a:cubicBezTo>
                  <a:lnTo>
                    <a:pt x="0" y="38145"/>
                  </a:lnTo>
                  <a:cubicBezTo>
                    <a:pt x="0" y="17070"/>
                    <a:pt x="17070" y="0"/>
                    <a:pt x="38145" y="0"/>
                  </a:cubicBezTo>
                  <a:lnTo>
                    <a:pt x="1392282" y="0"/>
                  </a:lnTo>
                  <a:cubicBezTo>
                    <a:pt x="1413357" y="0"/>
                    <a:pt x="1430426" y="17070"/>
                    <a:pt x="1430426" y="38145"/>
                  </a:cubicBezTo>
                  <a:lnTo>
                    <a:pt x="1430426" y="796271"/>
                  </a:lnTo>
                  <a:cubicBezTo>
                    <a:pt x="1430426" y="817346"/>
                    <a:pt x="1413357" y="834416"/>
                    <a:pt x="1392282" y="834416"/>
                  </a:cubicBezTo>
                  <a:close/>
                </a:path>
              </a:pathLst>
            </a:custGeom>
            <a:noFill/>
            <a:ln w="9536" cap="rnd">
              <a:solidFill>
                <a:schemeClr val="bg1"/>
              </a:solidFill>
              <a:prstDash val="solid"/>
              <a:round/>
            </a:ln>
          </p:spPr>
          <p:txBody>
            <a:bodyPr rtlCol="0" anchor="ctr"/>
            <a:lstStyle/>
            <a:p>
              <a:endParaRPr lang="en-US"/>
            </a:p>
          </p:txBody>
        </p:sp>
        <p:sp>
          <p:nvSpPr>
            <p:cNvPr id="71" name="Freeform: Shape 70">
              <a:extLst>
                <a:ext uri="{FF2B5EF4-FFF2-40B4-BE49-F238E27FC236}">
                  <a16:creationId xmlns:a16="http://schemas.microsoft.com/office/drawing/2014/main" id="{81CE53C5-FE89-4A17-AFDE-11C074B3001C}"/>
                </a:ext>
              </a:extLst>
            </p:cNvPr>
            <p:cNvSpPr/>
            <p:nvPr/>
          </p:nvSpPr>
          <p:spPr bwMode="white">
            <a:xfrm>
              <a:off x="8414108" y="-1467119"/>
              <a:ext cx="1430426" cy="4768"/>
            </a:xfrm>
            <a:custGeom>
              <a:avLst/>
              <a:gdLst>
                <a:gd name="connsiteX0" fmla="*/ 0 w 1430426"/>
                <a:gd name="connsiteY0" fmla="*/ 0 h 4768"/>
                <a:gd name="connsiteX1" fmla="*/ 1430426 w 1430426"/>
                <a:gd name="connsiteY1" fmla="*/ 0 h 4768"/>
              </a:gdLst>
              <a:ahLst/>
              <a:cxnLst>
                <a:cxn ang="0">
                  <a:pos x="connsiteX0" y="connsiteY0"/>
                </a:cxn>
                <a:cxn ang="0">
                  <a:pos x="connsiteX1" y="connsiteY1"/>
                </a:cxn>
              </a:cxnLst>
              <a:rect l="l" t="t" r="r" b="b"/>
              <a:pathLst>
                <a:path w="1430426" h="4768">
                  <a:moveTo>
                    <a:pt x="0" y="0"/>
                  </a:moveTo>
                  <a:lnTo>
                    <a:pt x="1430426" y="0"/>
                  </a:lnTo>
                </a:path>
              </a:pathLst>
            </a:custGeom>
            <a:ln w="9536" cap="rnd">
              <a:solidFill>
                <a:schemeClr val="bg1"/>
              </a:solidFill>
              <a:prstDash val="solid"/>
              <a:round/>
            </a:ln>
          </p:spPr>
          <p:txBody>
            <a:bodyPr rtlCol="0" anchor="ctr"/>
            <a:lstStyle/>
            <a:p>
              <a:endParaRPr lang="en-US"/>
            </a:p>
          </p:txBody>
        </p:sp>
        <p:sp>
          <p:nvSpPr>
            <p:cNvPr id="72" name="Freeform: Shape 71">
              <a:extLst>
                <a:ext uri="{FF2B5EF4-FFF2-40B4-BE49-F238E27FC236}">
                  <a16:creationId xmlns:a16="http://schemas.microsoft.com/office/drawing/2014/main" id="{9B128DE8-7455-4C54-A71C-D4594B81246D}"/>
                </a:ext>
              </a:extLst>
            </p:cNvPr>
            <p:cNvSpPr/>
            <p:nvPr/>
          </p:nvSpPr>
          <p:spPr bwMode="white">
            <a:xfrm>
              <a:off x="8294858" y="-1610161"/>
              <a:ext cx="1668831" cy="214563"/>
            </a:xfrm>
            <a:custGeom>
              <a:avLst/>
              <a:gdLst>
                <a:gd name="connsiteX0" fmla="*/ 1657721 w 1668831"/>
                <a:gd name="connsiteY0" fmla="*/ 131885 h 214563"/>
                <a:gd name="connsiteX1" fmla="*/ 1531415 w 1668831"/>
                <a:gd name="connsiteY1" fmla="*/ 5579 h 214563"/>
                <a:gd name="connsiteX2" fmla="*/ 1517921 w 1668831"/>
                <a:gd name="connsiteY2" fmla="*/ 0 h 214563"/>
                <a:gd name="connsiteX3" fmla="*/ 150958 w 1668831"/>
                <a:gd name="connsiteY3" fmla="*/ 0 h 214563"/>
                <a:gd name="connsiteX4" fmla="*/ 137464 w 1668831"/>
                <a:gd name="connsiteY4" fmla="*/ 5579 h 214563"/>
                <a:gd name="connsiteX5" fmla="*/ 11157 w 1668831"/>
                <a:gd name="connsiteY5" fmla="*/ 131885 h 214563"/>
                <a:gd name="connsiteX6" fmla="*/ 0 w 1668831"/>
                <a:gd name="connsiteY6" fmla="*/ 158873 h 214563"/>
                <a:gd name="connsiteX7" fmla="*/ 0 w 1668831"/>
                <a:gd name="connsiteY7" fmla="*/ 195492 h 214563"/>
                <a:gd name="connsiteX8" fmla="*/ 19072 w 1668831"/>
                <a:gd name="connsiteY8" fmla="*/ 214564 h 214563"/>
                <a:gd name="connsiteX9" fmla="*/ 1649758 w 1668831"/>
                <a:gd name="connsiteY9" fmla="*/ 214564 h 214563"/>
                <a:gd name="connsiteX10" fmla="*/ 1668831 w 1668831"/>
                <a:gd name="connsiteY10" fmla="*/ 195492 h 214563"/>
                <a:gd name="connsiteX11" fmla="*/ 1668831 w 1668831"/>
                <a:gd name="connsiteY11" fmla="*/ 158825 h 214563"/>
                <a:gd name="connsiteX12" fmla="*/ 1657721 w 1668831"/>
                <a:gd name="connsiteY12" fmla="*/ 131885 h 214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68831" h="214563">
                  <a:moveTo>
                    <a:pt x="1657721" y="131885"/>
                  </a:moveTo>
                  <a:lnTo>
                    <a:pt x="1531415" y="5579"/>
                  </a:lnTo>
                  <a:cubicBezTo>
                    <a:pt x="1527839" y="2003"/>
                    <a:pt x="1522975" y="0"/>
                    <a:pt x="1517921" y="0"/>
                  </a:cubicBezTo>
                  <a:lnTo>
                    <a:pt x="150958" y="0"/>
                  </a:lnTo>
                  <a:cubicBezTo>
                    <a:pt x="145903" y="0"/>
                    <a:pt x="141040" y="2003"/>
                    <a:pt x="137464" y="5579"/>
                  </a:cubicBezTo>
                  <a:lnTo>
                    <a:pt x="11157" y="131885"/>
                  </a:lnTo>
                  <a:cubicBezTo>
                    <a:pt x="4005" y="139037"/>
                    <a:pt x="0" y="148764"/>
                    <a:pt x="0" y="158873"/>
                  </a:cubicBezTo>
                  <a:lnTo>
                    <a:pt x="0" y="195492"/>
                  </a:lnTo>
                  <a:cubicBezTo>
                    <a:pt x="0" y="206029"/>
                    <a:pt x="8535" y="214564"/>
                    <a:pt x="19072" y="214564"/>
                  </a:cubicBezTo>
                  <a:lnTo>
                    <a:pt x="1649758" y="214564"/>
                  </a:lnTo>
                  <a:cubicBezTo>
                    <a:pt x="1660296" y="214564"/>
                    <a:pt x="1668831" y="206029"/>
                    <a:pt x="1668831" y="195492"/>
                  </a:cubicBezTo>
                  <a:lnTo>
                    <a:pt x="1668831" y="158825"/>
                  </a:lnTo>
                  <a:cubicBezTo>
                    <a:pt x="1668878" y="148717"/>
                    <a:pt x="1664873" y="139037"/>
                    <a:pt x="1657721" y="131885"/>
                  </a:cubicBezTo>
                  <a:close/>
                </a:path>
              </a:pathLst>
            </a:custGeom>
            <a:noFill/>
            <a:ln w="9536" cap="rnd">
              <a:solidFill>
                <a:schemeClr val="bg1"/>
              </a:solidFill>
              <a:prstDash val="solid"/>
              <a:round/>
            </a:ln>
          </p:spPr>
          <p:txBody>
            <a:bodyPr rtlCol="0" anchor="ctr"/>
            <a:lstStyle/>
            <a:p>
              <a:endParaRPr lang="en-US"/>
            </a:p>
          </p:txBody>
        </p:sp>
        <p:sp>
          <p:nvSpPr>
            <p:cNvPr id="73" name="Freeform: Shape 72">
              <a:extLst>
                <a:ext uri="{FF2B5EF4-FFF2-40B4-BE49-F238E27FC236}">
                  <a16:creationId xmlns:a16="http://schemas.microsoft.com/office/drawing/2014/main" id="{3848C26E-7514-4CB6-8456-0355971111B6}"/>
                </a:ext>
              </a:extLst>
            </p:cNvPr>
            <p:cNvSpPr/>
            <p:nvPr/>
          </p:nvSpPr>
          <p:spPr bwMode="white">
            <a:xfrm>
              <a:off x="8890917" y="-2349215"/>
              <a:ext cx="476808" cy="47680"/>
            </a:xfrm>
            <a:custGeom>
              <a:avLst/>
              <a:gdLst>
                <a:gd name="connsiteX0" fmla="*/ 452968 w 476808"/>
                <a:gd name="connsiteY0" fmla="*/ 47681 h 47680"/>
                <a:gd name="connsiteX1" fmla="*/ 23840 w 476808"/>
                <a:gd name="connsiteY1" fmla="*/ 47681 h 47680"/>
                <a:gd name="connsiteX2" fmla="*/ 0 w 476808"/>
                <a:gd name="connsiteY2" fmla="*/ 23840 h 47680"/>
                <a:gd name="connsiteX3" fmla="*/ 0 w 476808"/>
                <a:gd name="connsiteY3" fmla="*/ 23840 h 47680"/>
                <a:gd name="connsiteX4" fmla="*/ 23840 w 476808"/>
                <a:gd name="connsiteY4" fmla="*/ 0 h 47680"/>
                <a:gd name="connsiteX5" fmla="*/ 452968 w 476808"/>
                <a:gd name="connsiteY5" fmla="*/ 0 h 47680"/>
                <a:gd name="connsiteX6" fmla="*/ 476809 w 476808"/>
                <a:gd name="connsiteY6" fmla="*/ 23840 h 47680"/>
                <a:gd name="connsiteX7" fmla="*/ 476809 w 476808"/>
                <a:gd name="connsiteY7" fmla="*/ 23840 h 47680"/>
                <a:gd name="connsiteX8" fmla="*/ 452968 w 476808"/>
                <a:gd name="connsiteY8" fmla="*/ 47681 h 47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808" h="47680">
                  <a:moveTo>
                    <a:pt x="452968" y="47681"/>
                  </a:moveTo>
                  <a:lnTo>
                    <a:pt x="23840" y="47681"/>
                  </a:lnTo>
                  <a:cubicBezTo>
                    <a:pt x="10680" y="47681"/>
                    <a:pt x="0" y="37000"/>
                    <a:pt x="0" y="23840"/>
                  </a:cubicBezTo>
                  <a:lnTo>
                    <a:pt x="0" y="23840"/>
                  </a:lnTo>
                  <a:cubicBezTo>
                    <a:pt x="0" y="10681"/>
                    <a:pt x="10680" y="0"/>
                    <a:pt x="23840" y="0"/>
                  </a:cubicBezTo>
                  <a:lnTo>
                    <a:pt x="452968" y="0"/>
                  </a:lnTo>
                  <a:cubicBezTo>
                    <a:pt x="466128" y="0"/>
                    <a:pt x="476809" y="10681"/>
                    <a:pt x="476809" y="23840"/>
                  </a:cubicBezTo>
                  <a:lnTo>
                    <a:pt x="476809" y="23840"/>
                  </a:lnTo>
                  <a:cubicBezTo>
                    <a:pt x="476809" y="37000"/>
                    <a:pt x="466128" y="47681"/>
                    <a:pt x="452968" y="47681"/>
                  </a:cubicBezTo>
                  <a:close/>
                </a:path>
              </a:pathLst>
            </a:custGeom>
            <a:noFill/>
            <a:ln w="9536" cap="rnd">
              <a:solidFill>
                <a:schemeClr val="bg1"/>
              </a:solidFill>
              <a:prstDash val="solid"/>
              <a:round/>
            </a:ln>
          </p:spPr>
          <p:txBody>
            <a:bodyPr rtlCol="0" anchor="ctr"/>
            <a:lstStyle/>
            <a:p>
              <a:endParaRPr lang="en-US"/>
            </a:p>
          </p:txBody>
        </p:sp>
        <p:sp>
          <p:nvSpPr>
            <p:cNvPr id="74" name="Freeform: Shape 73">
              <a:extLst>
                <a:ext uri="{FF2B5EF4-FFF2-40B4-BE49-F238E27FC236}">
                  <a16:creationId xmlns:a16="http://schemas.microsoft.com/office/drawing/2014/main" id="{2C7B48F9-9B4D-4B38-952E-ABE4C6826FC2}"/>
                </a:ext>
              </a:extLst>
            </p:cNvPr>
            <p:cNvSpPr/>
            <p:nvPr/>
          </p:nvSpPr>
          <p:spPr bwMode="white">
            <a:xfrm>
              <a:off x="9606131" y="-2206173"/>
              <a:ext cx="309925" cy="309926"/>
            </a:xfrm>
            <a:custGeom>
              <a:avLst/>
              <a:gdLst>
                <a:gd name="connsiteX0" fmla="*/ 154963 w 309925"/>
                <a:gd name="connsiteY0" fmla="*/ 0 h 309925"/>
                <a:gd name="connsiteX1" fmla="*/ 154963 w 309925"/>
                <a:gd name="connsiteY1" fmla="*/ 0 h 309925"/>
                <a:gd name="connsiteX2" fmla="*/ 309926 w 309925"/>
                <a:gd name="connsiteY2" fmla="*/ 154963 h 309925"/>
                <a:gd name="connsiteX3" fmla="*/ 309926 w 309925"/>
                <a:gd name="connsiteY3" fmla="*/ 154963 h 309925"/>
                <a:gd name="connsiteX4" fmla="*/ 309926 w 309925"/>
                <a:gd name="connsiteY4" fmla="*/ 154963 h 309925"/>
                <a:gd name="connsiteX5" fmla="*/ 154963 w 309925"/>
                <a:gd name="connsiteY5" fmla="*/ 309926 h 309925"/>
                <a:gd name="connsiteX6" fmla="*/ 154963 w 309925"/>
                <a:gd name="connsiteY6" fmla="*/ 309926 h 309925"/>
                <a:gd name="connsiteX7" fmla="*/ 154963 w 309925"/>
                <a:gd name="connsiteY7" fmla="*/ 309926 h 309925"/>
                <a:gd name="connsiteX8" fmla="*/ 0 w 309925"/>
                <a:gd name="connsiteY8" fmla="*/ 154963 h 309925"/>
                <a:gd name="connsiteX9" fmla="*/ 0 w 309925"/>
                <a:gd name="connsiteY9" fmla="*/ 154963 h 309925"/>
                <a:gd name="connsiteX10" fmla="*/ 0 w 309925"/>
                <a:gd name="connsiteY10" fmla="*/ 154963 h 309925"/>
                <a:gd name="connsiteX11" fmla="*/ 154963 w 309925"/>
                <a:gd name="connsiteY11" fmla="*/ 0 h 309925"/>
                <a:gd name="connsiteX12" fmla="*/ 154963 w 309925"/>
                <a:gd name="connsiteY12" fmla="*/ 0 h 309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9925" h="309925">
                  <a:moveTo>
                    <a:pt x="154963" y="0"/>
                  </a:moveTo>
                  <a:lnTo>
                    <a:pt x="154963" y="0"/>
                  </a:lnTo>
                  <a:cubicBezTo>
                    <a:pt x="190724" y="65418"/>
                    <a:pt x="244508" y="119202"/>
                    <a:pt x="309926" y="154963"/>
                  </a:cubicBezTo>
                  <a:lnTo>
                    <a:pt x="309926" y="154963"/>
                  </a:lnTo>
                  <a:lnTo>
                    <a:pt x="309926" y="154963"/>
                  </a:lnTo>
                  <a:cubicBezTo>
                    <a:pt x="244508" y="190724"/>
                    <a:pt x="190724" y="244508"/>
                    <a:pt x="154963" y="309926"/>
                  </a:cubicBezTo>
                  <a:lnTo>
                    <a:pt x="154963" y="309926"/>
                  </a:lnTo>
                  <a:lnTo>
                    <a:pt x="154963" y="309926"/>
                  </a:lnTo>
                  <a:cubicBezTo>
                    <a:pt x="119202" y="244508"/>
                    <a:pt x="65418" y="190724"/>
                    <a:pt x="0" y="154963"/>
                  </a:cubicBezTo>
                  <a:lnTo>
                    <a:pt x="0" y="154963"/>
                  </a:lnTo>
                  <a:lnTo>
                    <a:pt x="0" y="154963"/>
                  </a:lnTo>
                  <a:cubicBezTo>
                    <a:pt x="65418" y="119202"/>
                    <a:pt x="119202" y="65418"/>
                    <a:pt x="154963" y="0"/>
                  </a:cubicBezTo>
                  <a:lnTo>
                    <a:pt x="154963" y="0"/>
                  </a:lnTo>
                  <a:close/>
                </a:path>
              </a:pathLst>
            </a:custGeom>
            <a:solidFill>
              <a:schemeClr val="accent1"/>
            </a:solidFill>
            <a:ln w="9536" cap="rnd">
              <a:solidFill>
                <a:srgbClr val="FF69B0"/>
              </a:soli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p>
          </p:txBody>
        </p:sp>
        <p:sp>
          <p:nvSpPr>
            <p:cNvPr id="75" name="Freeform: Shape 74">
              <a:extLst>
                <a:ext uri="{FF2B5EF4-FFF2-40B4-BE49-F238E27FC236}">
                  <a16:creationId xmlns:a16="http://schemas.microsoft.com/office/drawing/2014/main" id="{07F8BD3E-4DC4-418A-97E4-D8B63E9CBB83}"/>
                </a:ext>
              </a:extLst>
            </p:cNvPr>
            <p:cNvSpPr/>
            <p:nvPr/>
          </p:nvSpPr>
          <p:spPr bwMode="white">
            <a:xfrm>
              <a:off x="9916055" y="-2325375"/>
              <a:ext cx="95361" cy="95361"/>
            </a:xfrm>
            <a:custGeom>
              <a:avLst/>
              <a:gdLst>
                <a:gd name="connsiteX0" fmla="*/ 95362 w 95361"/>
                <a:gd name="connsiteY0" fmla="*/ 47681 h 95361"/>
                <a:gd name="connsiteX1" fmla="*/ 47681 w 95361"/>
                <a:gd name="connsiteY1" fmla="*/ 95362 h 95361"/>
                <a:gd name="connsiteX2" fmla="*/ 0 w 95361"/>
                <a:gd name="connsiteY2" fmla="*/ 47681 h 95361"/>
                <a:gd name="connsiteX3" fmla="*/ 47681 w 95361"/>
                <a:gd name="connsiteY3" fmla="*/ 0 h 95361"/>
                <a:gd name="connsiteX4" fmla="*/ 95362 w 95361"/>
                <a:gd name="connsiteY4" fmla="*/ 47681 h 9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61" h="95361">
                  <a:moveTo>
                    <a:pt x="95362" y="47681"/>
                  </a:moveTo>
                  <a:cubicBezTo>
                    <a:pt x="95362" y="74014"/>
                    <a:pt x="74014" y="95362"/>
                    <a:pt x="47681" y="95362"/>
                  </a:cubicBezTo>
                  <a:cubicBezTo>
                    <a:pt x="21348" y="95362"/>
                    <a:pt x="0" y="74014"/>
                    <a:pt x="0" y="47681"/>
                  </a:cubicBezTo>
                  <a:cubicBezTo>
                    <a:pt x="0" y="21347"/>
                    <a:pt x="21348" y="0"/>
                    <a:pt x="47681" y="0"/>
                  </a:cubicBezTo>
                  <a:cubicBezTo>
                    <a:pt x="74014" y="0"/>
                    <a:pt x="95362" y="21347"/>
                    <a:pt x="95362" y="47681"/>
                  </a:cubicBezTo>
                  <a:close/>
                </a:path>
              </a:pathLst>
            </a:custGeom>
            <a:noFill/>
            <a:ln w="9536" cap="rnd">
              <a:solidFill>
                <a:srgbClr val="00FFFF"/>
              </a:solidFill>
              <a:prstDash val="solid"/>
              <a:round/>
            </a:ln>
          </p:spPr>
          <p:txBody>
            <a:bodyPr rtlCol="0" anchor="ctr"/>
            <a:lstStyle/>
            <a:p>
              <a:endParaRPr lang="en-US"/>
            </a:p>
          </p:txBody>
        </p:sp>
        <p:sp>
          <p:nvSpPr>
            <p:cNvPr id="76" name="Freeform: Shape 75">
              <a:extLst>
                <a:ext uri="{FF2B5EF4-FFF2-40B4-BE49-F238E27FC236}">
                  <a16:creationId xmlns:a16="http://schemas.microsoft.com/office/drawing/2014/main" id="{360712B4-0286-46F8-9365-8762B4C2C279}"/>
                </a:ext>
              </a:extLst>
            </p:cNvPr>
            <p:cNvSpPr/>
            <p:nvPr/>
          </p:nvSpPr>
          <p:spPr bwMode="white">
            <a:xfrm>
              <a:off x="8509470" y="-2706822"/>
              <a:ext cx="143042" cy="143042"/>
            </a:xfrm>
            <a:custGeom>
              <a:avLst/>
              <a:gdLst>
                <a:gd name="connsiteX0" fmla="*/ 71521 w 143042"/>
                <a:gd name="connsiteY0" fmla="*/ 0 h 143042"/>
                <a:gd name="connsiteX1" fmla="*/ 71521 w 143042"/>
                <a:gd name="connsiteY1" fmla="*/ 0 h 143042"/>
                <a:gd name="connsiteX2" fmla="*/ 143043 w 143042"/>
                <a:gd name="connsiteY2" fmla="*/ 71521 h 143042"/>
                <a:gd name="connsiteX3" fmla="*/ 143043 w 143042"/>
                <a:gd name="connsiteY3" fmla="*/ 71521 h 143042"/>
                <a:gd name="connsiteX4" fmla="*/ 143043 w 143042"/>
                <a:gd name="connsiteY4" fmla="*/ 71521 h 143042"/>
                <a:gd name="connsiteX5" fmla="*/ 71521 w 143042"/>
                <a:gd name="connsiteY5" fmla="*/ 143043 h 143042"/>
                <a:gd name="connsiteX6" fmla="*/ 71521 w 143042"/>
                <a:gd name="connsiteY6" fmla="*/ 143043 h 143042"/>
                <a:gd name="connsiteX7" fmla="*/ 71521 w 143042"/>
                <a:gd name="connsiteY7" fmla="*/ 143043 h 143042"/>
                <a:gd name="connsiteX8" fmla="*/ 0 w 143042"/>
                <a:gd name="connsiteY8" fmla="*/ 71521 h 143042"/>
                <a:gd name="connsiteX9" fmla="*/ 0 w 143042"/>
                <a:gd name="connsiteY9" fmla="*/ 71521 h 143042"/>
                <a:gd name="connsiteX10" fmla="*/ 0 w 143042"/>
                <a:gd name="connsiteY10" fmla="*/ 71521 h 143042"/>
                <a:gd name="connsiteX11" fmla="*/ 71521 w 143042"/>
                <a:gd name="connsiteY11" fmla="*/ 0 h 143042"/>
                <a:gd name="connsiteX12" fmla="*/ 71521 w 143042"/>
                <a:gd name="connsiteY12" fmla="*/ 0 h 143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3042" h="143042">
                  <a:moveTo>
                    <a:pt x="71521" y="0"/>
                  </a:moveTo>
                  <a:lnTo>
                    <a:pt x="71521" y="0"/>
                  </a:lnTo>
                  <a:cubicBezTo>
                    <a:pt x="88019" y="30182"/>
                    <a:pt x="112861" y="55024"/>
                    <a:pt x="143043" y="71521"/>
                  </a:cubicBezTo>
                  <a:lnTo>
                    <a:pt x="143043" y="71521"/>
                  </a:lnTo>
                  <a:lnTo>
                    <a:pt x="143043" y="71521"/>
                  </a:lnTo>
                  <a:cubicBezTo>
                    <a:pt x="112861" y="88019"/>
                    <a:pt x="88019" y="112861"/>
                    <a:pt x="71521" y="143043"/>
                  </a:cubicBezTo>
                  <a:lnTo>
                    <a:pt x="71521" y="143043"/>
                  </a:lnTo>
                  <a:lnTo>
                    <a:pt x="71521" y="143043"/>
                  </a:lnTo>
                  <a:cubicBezTo>
                    <a:pt x="55024" y="112861"/>
                    <a:pt x="30182" y="88019"/>
                    <a:pt x="0" y="71521"/>
                  </a:cubicBezTo>
                  <a:lnTo>
                    <a:pt x="0" y="71521"/>
                  </a:lnTo>
                  <a:lnTo>
                    <a:pt x="0" y="71521"/>
                  </a:lnTo>
                  <a:cubicBezTo>
                    <a:pt x="30182" y="55024"/>
                    <a:pt x="55024" y="30182"/>
                    <a:pt x="71521" y="0"/>
                  </a:cubicBezTo>
                  <a:lnTo>
                    <a:pt x="71521" y="0"/>
                  </a:lnTo>
                  <a:close/>
                </a:path>
              </a:pathLst>
            </a:custGeom>
            <a:noFill/>
            <a:ln w="9536" cap="rnd">
              <a:solidFill>
                <a:srgbClr val="FF69B0"/>
              </a:solidFill>
              <a:prstDash val="solid"/>
              <a:round/>
            </a:ln>
          </p:spPr>
          <p:txBody>
            <a:bodyPr rtlCol="0" anchor="ctr"/>
            <a:lstStyle/>
            <a:p>
              <a:endParaRPr lang="en-US"/>
            </a:p>
          </p:txBody>
        </p:sp>
        <p:sp>
          <p:nvSpPr>
            <p:cNvPr id="77" name="Freeform: Shape 76">
              <a:extLst>
                <a:ext uri="{FF2B5EF4-FFF2-40B4-BE49-F238E27FC236}">
                  <a16:creationId xmlns:a16="http://schemas.microsoft.com/office/drawing/2014/main" id="{2CAB37A5-24E5-4C31-B9C0-BB57B2BA83BA}"/>
                </a:ext>
              </a:extLst>
            </p:cNvPr>
            <p:cNvSpPr/>
            <p:nvPr/>
          </p:nvSpPr>
          <p:spPr bwMode="white">
            <a:xfrm>
              <a:off x="8247225" y="-2230013"/>
              <a:ext cx="95361" cy="95361"/>
            </a:xfrm>
            <a:custGeom>
              <a:avLst/>
              <a:gdLst>
                <a:gd name="connsiteX0" fmla="*/ 95362 w 95361"/>
                <a:gd name="connsiteY0" fmla="*/ 47681 h 95361"/>
                <a:gd name="connsiteX1" fmla="*/ 47681 w 95361"/>
                <a:gd name="connsiteY1" fmla="*/ 95362 h 95361"/>
                <a:gd name="connsiteX2" fmla="*/ 0 w 95361"/>
                <a:gd name="connsiteY2" fmla="*/ 47681 h 95361"/>
                <a:gd name="connsiteX3" fmla="*/ 47681 w 95361"/>
                <a:gd name="connsiteY3" fmla="*/ 0 h 95361"/>
                <a:gd name="connsiteX4" fmla="*/ 95362 w 95361"/>
                <a:gd name="connsiteY4" fmla="*/ 47681 h 953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361" h="95361">
                  <a:moveTo>
                    <a:pt x="95362" y="47681"/>
                  </a:moveTo>
                  <a:cubicBezTo>
                    <a:pt x="95362" y="74014"/>
                    <a:pt x="74014" y="95362"/>
                    <a:pt x="47681" y="95362"/>
                  </a:cubicBezTo>
                  <a:cubicBezTo>
                    <a:pt x="21348" y="95362"/>
                    <a:pt x="0" y="74014"/>
                    <a:pt x="0" y="47681"/>
                  </a:cubicBezTo>
                  <a:cubicBezTo>
                    <a:pt x="0" y="21347"/>
                    <a:pt x="21348" y="0"/>
                    <a:pt x="47681" y="0"/>
                  </a:cubicBezTo>
                  <a:cubicBezTo>
                    <a:pt x="74014" y="0"/>
                    <a:pt x="95362" y="21347"/>
                    <a:pt x="95362" y="47681"/>
                  </a:cubicBezTo>
                  <a:close/>
                </a:path>
              </a:pathLst>
            </a:custGeom>
            <a:noFill/>
            <a:ln w="9536" cap="rnd">
              <a:solidFill>
                <a:srgbClr val="00FFFF"/>
              </a:solidFill>
              <a:prstDash val="solid"/>
              <a:round/>
            </a:ln>
          </p:spPr>
          <p:txBody>
            <a:bodyPr rtlCol="0" anchor="ctr"/>
            <a:lstStyle/>
            <a:p>
              <a:endParaRPr lang="en-US"/>
            </a:p>
          </p:txBody>
        </p:sp>
      </p:grpSp>
      <p:sp>
        <p:nvSpPr>
          <p:cNvPr id="3" name="Text Placeholder 2">
            <a:extLst>
              <a:ext uri="{FF2B5EF4-FFF2-40B4-BE49-F238E27FC236}">
                <a16:creationId xmlns:a16="http://schemas.microsoft.com/office/drawing/2014/main" id="{2639DD2C-DE4F-4B3E-B395-15CF5B196C5F}"/>
              </a:ext>
            </a:extLst>
          </p:cNvPr>
          <p:cNvSpPr>
            <a:spLocks noGrp="1"/>
          </p:cNvSpPr>
          <p:nvPr>
            <p:ph type="subTitle" idx="1"/>
          </p:nvPr>
        </p:nvSpPr>
        <p:spPr/>
        <p:txBody>
          <a:bodyPr/>
          <a:lstStyle/>
          <a:p>
            <a:r>
              <a:rPr lang="en-US" dirty="0"/>
              <a:t>Diagrams</a:t>
            </a:r>
          </a:p>
        </p:txBody>
      </p:sp>
      <p:sp>
        <p:nvSpPr>
          <p:cNvPr id="2" name="Title 1">
            <a:extLst>
              <a:ext uri="{FF2B5EF4-FFF2-40B4-BE49-F238E27FC236}">
                <a16:creationId xmlns:a16="http://schemas.microsoft.com/office/drawing/2014/main" id="{71495639-DDE6-4008-8331-BA1CA61FA60E}"/>
              </a:ext>
            </a:extLst>
          </p:cNvPr>
          <p:cNvSpPr>
            <a:spLocks noGrp="1"/>
          </p:cNvSpPr>
          <p:nvPr>
            <p:ph type="title"/>
          </p:nvPr>
        </p:nvSpPr>
        <p:spPr/>
        <p:txBody>
          <a:bodyPr/>
          <a:lstStyle/>
          <a:p>
            <a:r>
              <a:rPr lang="en-US" dirty="0"/>
              <a:t>Timeline</a:t>
            </a:r>
          </a:p>
        </p:txBody>
      </p:sp>
      <p:sp>
        <p:nvSpPr>
          <p:cNvPr id="23" name="Rectangle 22">
            <a:extLst>
              <a:ext uri="{FF2B5EF4-FFF2-40B4-BE49-F238E27FC236}">
                <a16:creationId xmlns:a16="http://schemas.microsoft.com/office/drawing/2014/main" id="{6FB0E6E6-F072-4F41-9796-CB10D44CD20F}"/>
              </a:ext>
            </a:extLst>
          </p:cNvPr>
          <p:cNvSpPr/>
          <p:nvPr/>
        </p:nvSpPr>
        <p:spPr>
          <a:xfrm>
            <a:off x="737096" y="2063550"/>
            <a:ext cx="859670" cy="454750"/>
          </a:xfrm>
          <a:prstGeom prst="rect">
            <a:avLst/>
          </a:prstGeom>
        </p:spPr>
        <p:txBody>
          <a:bodyPr wrap="square">
            <a:noAutofit/>
          </a:bodyPr>
          <a:lstStyle/>
          <a:p>
            <a:pPr lvl="0" algn="r">
              <a:defRPr/>
            </a:pPr>
            <a:r>
              <a:rPr lang="en-US" dirty="0">
                <a:solidFill>
                  <a:schemeClr val="accent1"/>
                </a:solidFill>
                <a:latin typeface="+mj-lt"/>
                <a:ea typeface="Roboto" pitchFamily="2" charset="0"/>
              </a:rPr>
              <a:t>2005</a:t>
            </a:r>
            <a:endParaRPr lang="de-DE" dirty="0">
              <a:solidFill>
                <a:schemeClr val="accent1"/>
              </a:solidFill>
              <a:latin typeface="+mj-lt"/>
              <a:ea typeface="Roboto" pitchFamily="2" charset="0"/>
            </a:endParaRPr>
          </a:p>
        </p:txBody>
      </p:sp>
      <p:sp>
        <p:nvSpPr>
          <p:cNvPr id="21" name="Rectangle 20">
            <a:extLst>
              <a:ext uri="{FF2B5EF4-FFF2-40B4-BE49-F238E27FC236}">
                <a16:creationId xmlns:a16="http://schemas.microsoft.com/office/drawing/2014/main" id="{48268A0F-0F5F-46CB-9EA0-E3C74BF363A2}"/>
              </a:ext>
            </a:extLst>
          </p:cNvPr>
          <p:cNvSpPr/>
          <p:nvPr/>
        </p:nvSpPr>
        <p:spPr>
          <a:xfrm>
            <a:off x="1620840" y="2063550"/>
            <a:ext cx="1514745" cy="1042591"/>
          </a:xfrm>
          <a:prstGeom prst="rect">
            <a:avLst/>
          </a:prstGeom>
        </p:spPr>
        <p:txBody>
          <a:bodyPr wrap="square">
            <a:noAutofit/>
          </a:bodyPr>
          <a:lstStyle/>
          <a:p>
            <a:pPr>
              <a:lnSpc>
                <a:spcPct val="110000"/>
              </a:lnSpc>
              <a:spcAft>
                <a:spcPts val="900"/>
              </a:spcAft>
              <a:defRPr/>
            </a:pPr>
            <a:r>
              <a:rPr lang="en-US" sz="1400" dirty="0">
                <a:solidFill>
                  <a:schemeClr val="accent1"/>
                </a:solidFill>
                <a:latin typeface="+mj-lt"/>
                <a:ea typeface="Roboto" panose="02000000000000000000" pitchFamily="2" charset="0"/>
                <a:cs typeface="Roboto" panose="02000000000000000000" pitchFamily="2" charset="0"/>
              </a:rPr>
              <a:t>Title text block </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congue massa</a:t>
            </a:r>
          </a:p>
        </p:txBody>
      </p:sp>
      <p:sp>
        <p:nvSpPr>
          <p:cNvPr id="15" name="Rectangle 14">
            <a:extLst>
              <a:ext uri="{FF2B5EF4-FFF2-40B4-BE49-F238E27FC236}">
                <a16:creationId xmlns:a16="http://schemas.microsoft.com/office/drawing/2014/main" id="{A6F29306-DB80-4534-9BFD-CE723676BAD5}"/>
              </a:ext>
            </a:extLst>
          </p:cNvPr>
          <p:cNvSpPr/>
          <p:nvPr/>
        </p:nvSpPr>
        <p:spPr>
          <a:xfrm>
            <a:off x="2854417" y="5233100"/>
            <a:ext cx="859670" cy="454750"/>
          </a:xfrm>
          <a:prstGeom prst="rect">
            <a:avLst/>
          </a:prstGeom>
        </p:spPr>
        <p:txBody>
          <a:bodyPr wrap="square">
            <a:noAutofit/>
          </a:bodyPr>
          <a:lstStyle/>
          <a:p>
            <a:pPr algn="r"/>
            <a:r>
              <a:rPr lang="en-US" dirty="0">
                <a:solidFill>
                  <a:schemeClr val="accent1"/>
                </a:solidFill>
                <a:latin typeface="+mj-lt"/>
                <a:ea typeface="Roboto" pitchFamily="2" charset="0"/>
              </a:rPr>
              <a:t>2010</a:t>
            </a:r>
            <a:endParaRPr lang="de-DE" dirty="0">
              <a:solidFill>
                <a:schemeClr val="accent1"/>
              </a:solidFill>
              <a:latin typeface="+mj-lt"/>
              <a:ea typeface="Roboto" pitchFamily="2" charset="0"/>
            </a:endParaRPr>
          </a:p>
        </p:txBody>
      </p:sp>
      <p:sp>
        <p:nvSpPr>
          <p:cNvPr id="84" name="Rectangle 83">
            <a:extLst>
              <a:ext uri="{FF2B5EF4-FFF2-40B4-BE49-F238E27FC236}">
                <a16:creationId xmlns:a16="http://schemas.microsoft.com/office/drawing/2014/main" id="{302F89C2-9E8F-49AB-A559-1987DB3062A2}"/>
              </a:ext>
            </a:extLst>
          </p:cNvPr>
          <p:cNvSpPr/>
          <p:nvPr/>
        </p:nvSpPr>
        <p:spPr>
          <a:xfrm>
            <a:off x="3699471" y="4540087"/>
            <a:ext cx="1514745" cy="1042591"/>
          </a:xfrm>
          <a:prstGeom prst="rect">
            <a:avLst/>
          </a:prstGeom>
        </p:spPr>
        <p:txBody>
          <a:bodyPr wrap="square" anchor="b">
            <a:noAutofit/>
          </a:bodyPr>
          <a:lstStyle/>
          <a:p>
            <a:pPr>
              <a:lnSpc>
                <a:spcPct val="110000"/>
              </a:lnSpc>
              <a:spcAft>
                <a:spcPts val="900"/>
              </a:spcAft>
              <a:defRPr/>
            </a:pPr>
            <a:r>
              <a:rPr lang="en-US" sz="1400" dirty="0">
                <a:solidFill>
                  <a:schemeClr val="accent1"/>
                </a:solidFill>
                <a:latin typeface="+mj-lt"/>
                <a:ea typeface="Roboto" panose="02000000000000000000" pitchFamily="2" charset="0"/>
                <a:cs typeface="Roboto" panose="02000000000000000000" pitchFamily="2" charset="0"/>
              </a:rPr>
              <a:t>Title text block </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congue massa</a:t>
            </a:r>
          </a:p>
        </p:txBody>
      </p:sp>
      <p:sp>
        <p:nvSpPr>
          <p:cNvPr id="16" name="Rectangle 15">
            <a:extLst>
              <a:ext uri="{FF2B5EF4-FFF2-40B4-BE49-F238E27FC236}">
                <a16:creationId xmlns:a16="http://schemas.microsoft.com/office/drawing/2014/main" id="{BB46FF81-B9C9-4052-83ED-090B4D913423}"/>
              </a:ext>
            </a:extLst>
          </p:cNvPr>
          <p:cNvSpPr/>
          <p:nvPr/>
        </p:nvSpPr>
        <p:spPr>
          <a:xfrm>
            <a:off x="4945736" y="2037246"/>
            <a:ext cx="859670" cy="454750"/>
          </a:xfrm>
          <a:prstGeom prst="rect">
            <a:avLst/>
          </a:prstGeom>
        </p:spPr>
        <p:txBody>
          <a:bodyPr wrap="square">
            <a:noAutofit/>
          </a:bodyPr>
          <a:lstStyle/>
          <a:p>
            <a:pPr algn="r"/>
            <a:r>
              <a:rPr lang="en-US">
                <a:solidFill>
                  <a:schemeClr val="accent1"/>
                </a:solidFill>
                <a:latin typeface="+mj-lt"/>
                <a:ea typeface="Roboto" pitchFamily="2" charset="0"/>
              </a:rPr>
              <a:t>2015</a:t>
            </a:r>
            <a:endParaRPr lang="de-DE" dirty="0">
              <a:solidFill>
                <a:schemeClr val="accent1"/>
              </a:solidFill>
              <a:latin typeface="+mj-lt"/>
              <a:ea typeface="Roboto" pitchFamily="2" charset="0"/>
            </a:endParaRPr>
          </a:p>
        </p:txBody>
      </p:sp>
      <p:sp>
        <p:nvSpPr>
          <p:cNvPr id="82" name="Rectangle 81">
            <a:extLst>
              <a:ext uri="{FF2B5EF4-FFF2-40B4-BE49-F238E27FC236}">
                <a16:creationId xmlns:a16="http://schemas.microsoft.com/office/drawing/2014/main" id="{4B8222D7-2608-4A76-B467-FE2A80C9BE63}"/>
              </a:ext>
            </a:extLst>
          </p:cNvPr>
          <p:cNvSpPr/>
          <p:nvPr/>
        </p:nvSpPr>
        <p:spPr>
          <a:xfrm>
            <a:off x="5811763" y="2063550"/>
            <a:ext cx="1514745" cy="1042591"/>
          </a:xfrm>
          <a:prstGeom prst="rect">
            <a:avLst/>
          </a:prstGeom>
        </p:spPr>
        <p:txBody>
          <a:bodyPr wrap="square">
            <a:noAutofit/>
          </a:bodyPr>
          <a:lstStyle/>
          <a:p>
            <a:pPr>
              <a:lnSpc>
                <a:spcPct val="110000"/>
              </a:lnSpc>
              <a:spcAft>
                <a:spcPts val="900"/>
              </a:spcAft>
              <a:defRPr/>
            </a:pPr>
            <a:r>
              <a:rPr lang="en-US" sz="1400" dirty="0">
                <a:solidFill>
                  <a:schemeClr val="accent1"/>
                </a:solidFill>
                <a:latin typeface="+mj-lt"/>
                <a:ea typeface="Roboto" panose="02000000000000000000" pitchFamily="2" charset="0"/>
                <a:cs typeface="Roboto" panose="02000000000000000000" pitchFamily="2" charset="0"/>
              </a:rPr>
              <a:t>Title text block </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congue massa</a:t>
            </a:r>
          </a:p>
        </p:txBody>
      </p:sp>
      <p:sp>
        <p:nvSpPr>
          <p:cNvPr id="19" name="Rectangle 18">
            <a:extLst>
              <a:ext uri="{FF2B5EF4-FFF2-40B4-BE49-F238E27FC236}">
                <a16:creationId xmlns:a16="http://schemas.microsoft.com/office/drawing/2014/main" id="{4CCA3D54-118E-4E40-B434-8DF816530667}"/>
              </a:ext>
            </a:extLst>
          </p:cNvPr>
          <p:cNvSpPr/>
          <p:nvPr/>
        </p:nvSpPr>
        <p:spPr>
          <a:xfrm>
            <a:off x="7049699" y="5233100"/>
            <a:ext cx="833415" cy="454750"/>
          </a:xfrm>
          <a:prstGeom prst="rect">
            <a:avLst/>
          </a:prstGeom>
        </p:spPr>
        <p:txBody>
          <a:bodyPr wrap="square">
            <a:noAutofit/>
          </a:bodyPr>
          <a:lstStyle/>
          <a:p>
            <a:pPr algn="r"/>
            <a:r>
              <a:rPr lang="en-US" dirty="0">
                <a:solidFill>
                  <a:schemeClr val="accent1"/>
                </a:solidFill>
                <a:latin typeface="+mj-lt"/>
                <a:ea typeface="Roboto" pitchFamily="2" charset="0"/>
              </a:rPr>
              <a:t>2020</a:t>
            </a:r>
            <a:endParaRPr lang="de-DE" dirty="0">
              <a:solidFill>
                <a:schemeClr val="accent1"/>
              </a:solidFill>
              <a:latin typeface="+mj-lt"/>
              <a:ea typeface="Roboto" pitchFamily="2" charset="0"/>
            </a:endParaRPr>
          </a:p>
        </p:txBody>
      </p:sp>
      <p:sp>
        <p:nvSpPr>
          <p:cNvPr id="85" name="Rectangle 84">
            <a:extLst>
              <a:ext uri="{FF2B5EF4-FFF2-40B4-BE49-F238E27FC236}">
                <a16:creationId xmlns:a16="http://schemas.microsoft.com/office/drawing/2014/main" id="{24C7F4B4-AC10-49C7-864C-4E991E3FCF0C}"/>
              </a:ext>
            </a:extLst>
          </p:cNvPr>
          <p:cNvSpPr/>
          <p:nvPr/>
        </p:nvSpPr>
        <p:spPr>
          <a:xfrm>
            <a:off x="7898824" y="4540087"/>
            <a:ext cx="1514745" cy="1042591"/>
          </a:xfrm>
          <a:prstGeom prst="rect">
            <a:avLst/>
          </a:prstGeom>
        </p:spPr>
        <p:txBody>
          <a:bodyPr wrap="square" anchor="b">
            <a:noAutofit/>
          </a:bodyPr>
          <a:lstStyle/>
          <a:p>
            <a:pPr>
              <a:lnSpc>
                <a:spcPct val="110000"/>
              </a:lnSpc>
              <a:spcAft>
                <a:spcPts val="900"/>
              </a:spcAft>
              <a:defRPr/>
            </a:pPr>
            <a:r>
              <a:rPr lang="en-US" sz="1400" dirty="0">
                <a:solidFill>
                  <a:schemeClr val="accent1"/>
                </a:solidFill>
                <a:latin typeface="+mj-lt"/>
                <a:ea typeface="Roboto" panose="02000000000000000000" pitchFamily="2" charset="0"/>
                <a:cs typeface="Roboto" panose="02000000000000000000" pitchFamily="2" charset="0"/>
              </a:rPr>
              <a:t>Title text block </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congue massa</a:t>
            </a:r>
          </a:p>
        </p:txBody>
      </p:sp>
      <p:sp>
        <p:nvSpPr>
          <p:cNvPr id="26" name="Rectangle 25">
            <a:extLst>
              <a:ext uri="{FF2B5EF4-FFF2-40B4-BE49-F238E27FC236}">
                <a16:creationId xmlns:a16="http://schemas.microsoft.com/office/drawing/2014/main" id="{C42FF4D9-3E4E-496A-A96B-253C19B8CE0A}"/>
              </a:ext>
            </a:extLst>
          </p:cNvPr>
          <p:cNvSpPr/>
          <p:nvPr/>
        </p:nvSpPr>
        <p:spPr>
          <a:xfrm>
            <a:off x="9124203" y="2037246"/>
            <a:ext cx="859670" cy="454750"/>
          </a:xfrm>
          <a:prstGeom prst="rect">
            <a:avLst/>
          </a:prstGeom>
        </p:spPr>
        <p:txBody>
          <a:bodyPr wrap="square">
            <a:noAutofit/>
          </a:bodyPr>
          <a:lstStyle/>
          <a:p>
            <a:pPr algn="r"/>
            <a:r>
              <a:rPr lang="en-US">
                <a:solidFill>
                  <a:schemeClr val="accent1"/>
                </a:solidFill>
                <a:latin typeface="+mj-lt"/>
                <a:ea typeface="Roboto" pitchFamily="2" charset="0"/>
              </a:rPr>
              <a:t>2015</a:t>
            </a:r>
            <a:endParaRPr lang="de-DE" dirty="0">
              <a:solidFill>
                <a:schemeClr val="accent1"/>
              </a:solidFill>
              <a:latin typeface="+mj-lt"/>
              <a:ea typeface="Roboto" pitchFamily="2" charset="0"/>
            </a:endParaRPr>
          </a:p>
        </p:txBody>
      </p:sp>
      <p:sp>
        <p:nvSpPr>
          <p:cNvPr id="83" name="Rectangle 82">
            <a:extLst>
              <a:ext uri="{FF2B5EF4-FFF2-40B4-BE49-F238E27FC236}">
                <a16:creationId xmlns:a16="http://schemas.microsoft.com/office/drawing/2014/main" id="{CFF29986-53BF-4D96-86DA-3F0621E4FAAC}"/>
              </a:ext>
            </a:extLst>
          </p:cNvPr>
          <p:cNvSpPr/>
          <p:nvPr/>
        </p:nvSpPr>
        <p:spPr>
          <a:xfrm>
            <a:off x="10002686" y="2063550"/>
            <a:ext cx="1514745" cy="1042591"/>
          </a:xfrm>
          <a:prstGeom prst="rect">
            <a:avLst/>
          </a:prstGeom>
        </p:spPr>
        <p:txBody>
          <a:bodyPr wrap="square">
            <a:noAutofit/>
          </a:bodyPr>
          <a:lstStyle/>
          <a:p>
            <a:pPr>
              <a:lnSpc>
                <a:spcPct val="110000"/>
              </a:lnSpc>
              <a:spcAft>
                <a:spcPts val="900"/>
              </a:spcAft>
              <a:defRPr/>
            </a:pPr>
            <a:r>
              <a:rPr lang="en-US" sz="1400" dirty="0">
                <a:solidFill>
                  <a:schemeClr val="accent1"/>
                </a:solidFill>
                <a:latin typeface="+mj-lt"/>
                <a:ea typeface="Roboto" panose="02000000000000000000" pitchFamily="2" charset="0"/>
                <a:cs typeface="Roboto" panose="02000000000000000000" pitchFamily="2" charset="0"/>
              </a:rPr>
              <a:t>Title text block </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congue massa</a:t>
            </a:r>
          </a:p>
        </p:txBody>
      </p:sp>
    </p:spTree>
    <p:extLst>
      <p:ext uri="{BB962C8B-B14F-4D97-AF65-F5344CB8AC3E}">
        <p14:creationId xmlns:p14="http://schemas.microsoft.com/office/powerpoint/2010/main" val="2642585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3D818258-1B41-4486-4110-145DD0181237}"/>
              </a:ext>
              <a:ext uri="{C183D7F6-B498-43B3-948B-1728B52AA6E4}">
                <adec:decorative xmlns:adec="http://schemas.microsoft.com/office/drawing/2017/decorative" val="1"/>
              </a:ext>
            </a:extLst>
          </p:cNvPr>
          <p:cNvGrpSpPr/>
          <p:nvPr/>
        </p:nvGrpSpPr>
        <p:grpSpPr>
          <a:xfrm>
            <a:off x="-1186626" y="2669925"/>
            <a:ext cx="10663358" cy="545445"/>
            <a:chOff x="-1186626" y="2585025"/>
            <a:chExt cx="10663358" cy="545445"/>
          </a:xfrm>
        </p:grpSpPr>
        <p:grpSp>
          <p:nvGrpSpPr>
            <p:cNvPr id="25" name="Group 24">
              <a:extLst>
                <a:ext uri="{FF2B5EF4-FFF2-40B4-BE49-F238E27FC236}">
                  <a16:creationId xmlns:a16="http://schemas.microsoft.com/office/drawing/2014/main" id="{695BFEFB-BF7F-4EE4-A178-1E65241CBA3B}"/>
                </a:ext>
              </a:extLst>
            </p:cNvPr>
            <p:cNvGrpSpPr/>
            <p:nvPr/>
          </p:nvGrpSpPr>
          <p:grpSpPr>
            <a:xfrm flipH="1">
              <a:off x="6543220" y="2585026"/>
              <a:ext cx="2933512" cy="545444"/>
              <a:chOff x="3472180" y="2331720"/>
              <a:chExt cx="2458917" cy="457200"/>
            </a:xfrm>
          </p:grpSpPr>
          <p:sp>
            <p:nvSpPr>
              <p:cNvPr id="26" name="Rectangle 25">
                <a:extLst>
                  <a:ext uri="{FF2B5EF4-FFF2-40B4-BE49-F238E27FC236}">
                    <a16:creationId xmlns:a16="http://schemas.microsoft.com/office/drawing/2014/main" id="{FFAD84CC-D173-4989-9CDD-2F60641B4C6D}"/>
                  </a:ext>
                </a:extLst>
              </p:cNvPr>
              <p:cNvSpPr/>
              <p:nvPr/>
            </p:nvSpPr>
            <p:spPr>
              <a:xfrm>
                <a:off x="3700781" y="2331720"/>
                <a:ext cx="2230316" cy="457200"/>
              </a:xfrm>
              <a:prstGeom prst="rect">
                <a:avLst/>
              </a:prstGeom>
              <a:gradFill flip="none" rotWithShape="1">
                <a:gsLst>
                  <a:gs pos="0">
                    <a:schemeClr val="accent3">
                      <a:alpha val="60000"/>
                    </a:schemeClr>
                  </a:gs>
                  <a:gs pos="85000">
                    <a:schemeClr val="accent1">
                      <a:alpha val="60000"/>
                    </a:scheme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a:ea typeface="+mn-ea"/>
                  <a:cs typeface="+mn-cs"/>
                </a:endParaRPr>
              </a:p>
            </p:txBody>
          </p:sp>
          <p:sp>
            <p:nvSpPr>
              <p:cNvPr id="27" name="Oval 26">
                <a:extLst>
                  <a:ext uri="{FF2B5EF4-FFF2-40B4-BE49-F238E27FC236}">
                    <a16:creationId xmlns:a16="http://schemas.microsoft.com/office/drawing/2014/main" id="{6DA16778-E0A9-40F6-B003-81AD08A96658}"/>
                  </a:ext>
                </a:extLst>
              </p:cNvPr>
              <p:cNvSpPr/>
              <p:nvPr/>
            </p:nvSpPr>
            <p:spPr>
              <a:xfrm>
                <a:off x="3472180" y="2331720"/>
                <a:ext cx="457200" cy="457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grpSp>
          <p:nvGrpSpPr>
            <p:cNvPr id="21" name="Group 20">
              <a:extLst>
                <a:ext uri="{FF2B5EF4-FFF2-40B4-BE49-F238E27FC236}">
                  <a16:creationId xmlns:a16="http://schemas.microsoft.com/office/drawing/2014/main" id="{DF6F9ED3-3443-46F7-BA5C-CFB6A4CF2C19}"/>
                </a:ext>
              </a:extLst>
            </p:cNvPr>
            <p:cNvGrpSpPr/>
            <p:nvPr/>
          </p:nvGrpSpPr>
          <p:grpSpPr>
            <a:xfrm flipH="1">
              <a:off x="1330959" y="2585026"/>
              <a:ext cx="2913627" cy="545444"/>
              <a:chOff x="3472180" y="2331720"/>
              <a:chExt cx="2374900" cy="457200"/>
            </a:xfrm>
          </p:grpSpPr>
          <p:sp>
            <p:nvSpPr>
              <p:cNvPr id="22" name="Rectangle 21">
                <a:extLst>
                  <a:ext uri="{FF2B5EF4-FFF2-40B4-BE49-F238E27FC236}">
                    <a16:creationId xmlns:a16="http://schemas.microsoft.com/office/drawing/2014/main" id="{B56FE19F-3338-46CE-BC83-BD05A60DB261}"/>
                  </a:ext>
                </a:extLst>
              </p:cNvPr>
              <p:cNvSpPr/>
              <p:nvPr/>
            </p:nvSpPr>
            <p:spPr>
              <a:xfrm>
                <a:off x="3700780" y="2331720"/>
                <a:ext cx="2146300" cy="457200"/>
              </a:xfrm>
              <a:prstGeom prst="rect">
                <a:avLst/>
              </a:prstGeom>
              <a:gradFill flip="none" rotWithShape="1">
                <a:gsLst>
                  <a:gs pos="7000">
                    <a:srgbClr val="2367F8">
                      <a:alpha val="60000"/>
                      <a:lumMod val="100000"/>
                    </a:srgbClr>
                  </a:gs>
                  <a:gs pos="99000">
                    <a:srgbClr val="00FFFF">
                      <a:alpha val="60000"/>
                    </a:srgbClr>
                  </a:gs>
                </a:gsLst>
                <a:lin ang="3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23" name="Oval 22">
                <a:extLst>
                  <a:ext uri="{FF2B5EF4-FFF2-40B4-BE49-F238E27FC236}">
                    <a16:creationId xmlns:a16="http://schemas.microsoft.com/office/drawing/2014/main" id="{E144B810-236F-4707-A69F-548A6BD40BD1}"/>
                  </a:ext>
                </a:extLst>
              </p:cNvPr>
              <p:cNvSpPr/>
              <p:nvPr/>
            </p:nvSpPr>
            <p:spPr>
              <a:xfrm>
                <a:off x="3472180" y="233172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grpSp>
        <p:grpSp>
          <p:nvGrpSpPr>
            <p:cNvPr id="17" name="Group 16">
              <a:extLst>
                <a:ext uri="{FF2B5EF4-FFF2-40B4-BE49-F238E27FC236}">
                  <a16:creationId xmlns:a16="http://schemas.microsoft.com/office/drawing/2014/main" id="{A9DCE167-2D04-43AD-9FDC-8E1ADA6D7070}"/>
                </a:ext>
              </a:extLst>
            </p:cNvPr>
            <p:cNvGrpSpPr/>
            <p:nvPr/>
          </p:nvGrpSpPr>
          <p:grpSpPr>
            <a:xfrm>
              <a:off x="-1186626" y="2585026"/>
              <a:ext cx="2787825" cy="545444"/>
              <a:chOff x="1816100" y="5506720"/>
              <a:chExt cx="2336800" cy="457200"/>
            </a:xfrm>
          </p:grpSpPr>
          <p:sp>
            <p:nvSpPr>
              <p:cNvPr id="18" name="Rectangle 17">
                <a:extLst>
                  <a:ext uri="{FF2B5EF4-FFF2-40B4-BE49-F238E27FC236}">
                    <a16:creationId xmlns:a16="http://schemas.microsoft.com/office/drawing/2014/main" id="{D13FEEDE-8EE1-4D0A-B592-098C4E6E7845}"/>
                  </a:ext>
                </a:extLst>
              </p:cNvPr>
              <p:cNvSpPr/>
              <p:nvPr/>
            </p:nvSpPr>
            <p:spPr>
              <a:xfrm flipH="1">
                <a:off x="1816100" y="5506720"/>
                <a:ext cx="2146300" cy="457200"/>
              </a:xfrm>
              <a:prstGeom prst="rect">
                <a:avLst/>
              </a:prstGeom>
              <a:gradFill flip="none" rotWithShape="1">
                <a:gsLst>
                  <a:gs pos="18000">
                    <a:schemeClr val="accent2">
                      <a:alpha val="0"/>
                    </a:schemeClr>
                  </a:gs>
                  <a:gs pos="100000">
                    <a:schemeClr val="accent2">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prstClr val="white"/>
                  </a:solidFill>
                  <a:latin typeface="Roboto" panose="02000000000000000000" pitchFamily="2" charset="0"/>
                </a:endParaRPr>
              </a:p>
            </p:txBody>
          </p:sp>
          <p:sp>
            <p:nvSpPr>
              <p:cNvPr id="20" name="Oval 19">
                <a:extLst>
                  <a:ext uri="{FF2B5EF4-FFF2-40B4-BE49-F238E27FC236}">
                    <a16:creationId xmlns:a16="http://schemas.microsoft.com/office/drawing/2014/main" id="{1E6248DB-B59A-4026-87D6-DD2D84973318}"/>
                  </a:ext>
                </a:extLst>
              </p:cNvPr>
              <p:cNvSpPr/>
              <p:nvPr/>
            </p:nvSpPr>
            <p:spPr>
              <a:xfrm>
                <a:off x="3695700" y="5506720"/>
                <a:ext cx="457200" cy="45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grpSp>
          <p:nvGrpSpPr>
            <p:cNvPr id="29" name="Group 28">
              <a:extLst>
                <a:ext uri="{FF2B5EF4-FFF2-40B4-BE49-F238E27FC236}">
                  <a16:creationId xmlns:a16="http://schemas.microsoft.com/office/drawing/2014/main" id="{9200A704-884B-4364-97E2-7788BE6BF488}"/>
                </a:ext>
              </a:extLst>
            </p:cNvPr>
            <p:cNvGrpSpPr/>
            <p:nvPr/>
          </p:nvGrpSpPr>
          <p:grpSpPr>
            <a:xfrm>
              <a:off x="3989267" y="2585025"/>
              <a:ext cx="2842285" cy="545445"/>
              <a:chOff x="3655132" y="2331719"/>
              <a:chExt cx="2382449" cy="457201"/>
            </a:xfrm>
          </p:grpSpPr>
          <p:sp>
            <p:nvSpPr>
              <p:cNvPr id="30" name="Rectangle 29">
                <a:extLst>
                  <a:ext uri="{FF2B5EF4-FFF2-40B4-BE49-F238E27FC236}">
                    <a16:creationId xmlns:a16="http://schemas.microsoft.com/office/drawing/2014/main" id="{E12A10AC-523A-4442-83AB-4F60A1609586}"/>
                  </a:ext>
                </a:extLst>
              </p:cNvPr>
              <p:cNvSpPr/>
              <p:nvPr/>
            </p:nvSpPr>
            <p:spPr>
              <a:xfrm>
                <a:off x="3655132" y="2331720"/>
                <a:ext cx="2191947" cy="457200"/>
              </a:xfrm>
              <a:prstGeom prst="rect">
                <a:avLst/>
              </a:prstGeom>
              <a:gradFill flip="none" rotWithShape="1">
                <a:gsLst>
                  <a:gs pos="0">
                    <a:schemeClr val="accent4">
                      <a:lumMod val="100000"/>
                      <a:alpha val="60000"/>
                    </a:schemeClr>
                  </a:gs>
                  <a:gs pos="85000">
                    <a:schemeClr val="accent1">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a:ea typeface="+mn-ea"/>
                  <a:cs typeface="+mn-cs"/>
                </a:endParaRPr>
              </a:p>
            </p:txBody>
          </p:sp>
          <p:sp>
            <p:nvSpPr>
              <p:cNvPr id="32" name="Oval 31">
                <a:extLst>
                  <a:ext uri="{FF2B5EF4-FFF2-40B4-BE49-F238E27FC236}">
                    <a16:creationId xmlns:a16="http://schemas.microsoft.com/office/drawing/2014/main" id="{8B4BF830-C2F9-446F-99EA-5EAFD6C04E0C}"/>
                  </a:ext>
                </a:extLst>
              </p:cNvPr>
              <p:cNvSpPr/>
              <p:nvPr/>
            </p:nvSpPr>
            <p:spPr>
              <a:xfrm>
                <a:off x="5580381" y="2331719"/>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grpSp>
      </p:grpSp>
      <p:sp>
        <p:nvSpPr>
          <p:cNvPr id="3" name="Subtitle 2">
            <a:extLst>
              <a:ext uri="{FF2B5EF4-FFF2-40B4-BE49-F238E27FC236}">
                <a16:creationId xmlns:a16="http://schemas.microsoft.com/office/drawing/2014/main" id="{F52A8075-47A3-4E5C-86D8-C50E16AD3772}"/>
              </a:ext>
            </a:extLst>
          </p:cNvPr>
          <p:cNvSpPr>
            <a:spLocks noGrp="1"/>
          </p:cNvSpPr>
          <p:nvPr>
            <p:ph type="subTitle" idx="1"/>
          </p:nvPr>
        </p:nvSpPr>
        <p:spPr/>
        <p:txBody>
          <a:bodyPr/>
          <a:lstStyle/>
          <a:p>
            <a:r>
              <a:rPr lang="en-US" dirty="0"/>
              <a:t>Diagrams</a:t>
            </a:r>
          </a:p>
        </p:txBody>
      </p:sp>
      <p:sp>
        <p:nvSpPr>
          <p:cNvPr id="2" name="Title 1">
            <a:extLst>
              <a:ext uri="{FF2B5EF4-FFF2-40B4-BE49-F238E27FC236}">
                <a16:creationId xmlns:a16="http://schemas.microsoft.com/office/drawing/2014/main" id="{376885DD-294C-4241-9CA1-3269D710FFF0}"/>
              </a:ext>
            </a:extLst>
          </p:cNvPr>
          <p:cNvSpPr>
            <a:spLocks noGrp="1"/>
          </p:cNvSpPr>
          <p:nvPr>
            <p:ph type="title"/>
          </p:nvPr>
        </p:nvSpPr>
        <p:spPr/>
        <p:txBody>
          <a:bodyPr/>
          <a:lstStyle/>
          <a:p>
            <a:r>
              <a:rPr lang="en-US" dirty="0"/>
              <a:t>Linear 1</a:t>
            </a:r>
          </a:p>
        </p:txBody>
      </p:sp>
      <p:sp>
        <p:nvSpPr>
          <p:cNvPr id="33" name="Rectangle 32">
            <a:extLst>
              <a:ext uri="{FF2B5EF4-FFF2-40B4-BE49-F238E27FC236}">
                <a16:creationId xmlns:a16="http://schemas.microsoft.com/office/drawing/2014/main" id="{C3E2E40A-0730-48FA-ACC3-D215BAB5DFC6}"/>
              </a:ext>
            </a:extLst>
          </p:cNvPr>
          <p:cNvSpPr/>
          <p:nvPr/>
        </p:nvSpPr>
        <p:spPr>
          <a:xfrm>
            <a:off x="1078992" y="3475879"/>
            <a:ext cx="2178277" cy="1220334"/>
          </a:xfrm>
          <a:prstGeom prst="rect">
            <a:avLst/>
          </a:prstGeom>
        </p:spPr>
        <p:txBody>
          <a:bodyPr wrap="square" lIns="0" tIns="0" rIns="0" bIns="0">
            <a:spAutoFit/>
          </a:bodyPr>
          <a:lstStyle/>
          <a:p>
            <a:pPr>
              <a:lnSpc>
                <a:spcPct val="110000"/>
              </a:lnSpc>
              <a:spcAft>
                <a:spcPts val="900"/>
              </a:spcAft>
              <a:defRPr/>
            </a:pPr>
            <a:r>
              <a:rPr lang="en-US" dirty="0">
                <a:solidFill>
                  <a:schemeClr val="accent2"/>
                </a:solidFill>
                <a:latin typeface="+mj-lt"/>
                <a:ea typeface="Roboto" panose="02000000000000000000" pitchFamily="2" charset="0"/>
                <a:cs typeface="Roboto" panose="02000000000000000000" pitchFamily="2" charset="0"/>
              </a:rPr>
              <a:t>Generic Label</a:t>
            </a:r>
            <a:endParaRPr lang="en-US" b="1" dirty="0">
              <a:solidFill>
                <a:schemeClr val="accent2"/>
              </a:solidFill>
              <a:ea typeface="Roboto" panose="02000000000000000000" pitchFamily="2" charset="0"/>
              <a:cs typeface="Roboto" panose="02000000000000000000" pitchFamily="2" charset="0"/>
            </a:endParaRP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 </a:t>
            </a:r>
            <a:r>
              <a:rPr lang="en-US" sz="1200" spc="-30" dirty="0">
                <a:solidFill>
                  <a:schemeClr val="bg1"/>
                </a:solidFill>
              </a:rPr>
              <a:t>Dolor sit amet </a:t>
            </a:r>
            <a:r>
              <a:rPr lang="en-US" sz="1200" spc="-30" dirty="0" err="1">
                <a:solidFill>
                  <a:schemeClr val="bg1"/>
                </a:solidFill>
              </a:rPr>
              <a:t>allepsis</a:t>
            </a:r>
            <a:r>
              <a:rPr lang="en-US" sz="1200" spc="-30" dirty="0">
                <a:solidFill>
                  <a:schemeClr val="bg1"/>
                </a:solidFill>
              </a:rPr>
              <a:t> </a:t>
            </a:r>
            <a:r>
              <a:rPr lang="en-US" sz="1200" spc="-30" dirty="0" err="1">
                <a:solidFill>
                  <a:schemeClr val="bg1"/>
                </a:solidFill>
              </a:rPr>
              <a:t>conquistator</a:t>
            </a:r>
            <a:r>
              <a:rPr lang="en-US" sz="1200" spc="-30" dirty="0">
                <a:solidFill>
                  <a:schemeClr val="bg1"/>
                </a:solidFill>
              </a:rPr>
              <a:t> </a:t>
            </a:r>
            <a:r>
              <a:rPr lang="en-US" sz="1200" spc="-30" dirty="0" err="1">
                <a:solidFill>
                  <a:schemeClr val="bg1"/>
                </a:solidFill>
              </a:rPr>
              <a:t>alascum</a:t>
            </a:r>
            <a:endParaRPr lang="en-US" sz="1200" spc="-30" dirty="0">
              <a:solidFill>
                <a:schemeClr val="bg1"/>
              </a:solidFill>
            </a:endParaRPr>
          </a:p>
        </p:txBody>
      </p:sp>
      <p:sp>
        <p:nvSpPr>
          <p:cNvPr id="34" name="Rectangle 33">
            <a:extLst>
              <a:ext uri="{FF2B5EF4-FFF2-40B4-BE49-F238E27FC236}">
                <a16:creationId xmlns:a16="http://schemas.microsoft.com/office/drawing/2014/main" id="{C499AE32-0D45-4FB7-B34C-75C5476D29B3}"/>
              </a:ext>
            </a:extLst>
          </p:cNvPr>
          <p:cNvSpPr/>
          <p:nvPr/>
        </p:nvSpPr>
        <p:spPr>
          <a:xfrm>
            <a:off x="3677577" y="3475879"/>
            <a:ext cx="2200293" cy="1220334"/>
          </a:xfrm>
          <a:prstGeom prst="rect">
            <a:avLst/>
          </a:prstGeom>
        </p:spPr>
        <p:txBody>
          <a:bodyPr wrap="square" lIns="0" tIns="0" rIns="0" bIns="0">
            <a:spAutoFit/>
          </a:bodyPr>
          <a:lstStyle/>
          <a:p>
            <a:pPr>
              <a:lnSpc>
                <a:spcPct val="110000"/>
              </a:lnSpc>
              <a:spcAft>
                <a:spcPts val="900"/>
              </a:spcAft>
              <a:defRPr/>
            </a:pPr>
            <a:r>
              <a:rPr lang="en-US" dirty="0">
                <a:solidFill>
                  <a:schemeClr val="accent4"/>
                </a:solidFill>
                <a:latin typeface="+mj-lt"/>
                <a:ea typeface="Roboto" panose="02000000000000000000" pitchFamily="2" charset="0"/>
                <a:cs typeface="Roboto" panose="02000000000000000000" pitchFamily="2" charset="0"/>
              </a:rPr>
              <a:t>Generic Label</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 </a:t>
            </a:r>
            <a:r>
              <a:rPr lang="en-US" sz="1200" dirty="0">
                <a:solidFill>
                  <a:schemeClr val="bg1"/>
                </a:solidFill>
                <a:ea typeface="Roboto" panose="02000000000000000000" pitchFamily="2" charset="0"/>
                <a:cs typeface="Roboto" panose="02000000000000000000" pitchFamily="2" charset="0"/>
              </a:rPr>
              <a:t>Dolor sit amet </a:t>
            </a:r>
            <a:r>
              <a:rPr lang="en-US" sz="1200" dirty="0" err="1">
                <a:solidFill>
                  <a:schemeClr val="bg1"/>
                </a:solidFill>
                <a:ea typeface="Roboto" panose="02000000000000000000" pitchFamily="2" charset="0"/>
                <a:cs typeface="Roboto" panose="02000000000000000000" pitchFamily="2" charset="0"/>
              </a:rPr>
              <a:t>allepsis</a:t>
            </a:r>
            <a:r>
              <a:rPr lang="en-US" sz="1200" dirty="0">
                <a:solidFill>
                  <a:schemeClr val="bg1"/>
                </a:solidFill>
                <a:ea typeface="Roboto" panose="02000000000000000000" pitchFamily="2" charset="0"/>
                <a:cs typeface="Roboto" panose="02000000000000000000" pitchFamily="2" charset="0"/>
              </a:rPr>
              <a:t> </a:t>
            </a:r>
            <a:r>
              <a:rPr lang="en-US" sz="1200" dirty="0" err="1">
                <a:solidFill>
                  <a:schemeClr val="bg1"/>
                </a:solidFill>
                <a:ea typeface="Roboto" panose="02000000000000000000" pitchFamily="2" charset="0"/>
                <a:cs typeface="Roboto" panose="02000000000000000000" pitchFamily="2" charset="0"/>
              </a:rPr>
              <a:t>conquistator</a:t>
            </a:r>
            <a:r>
              <a:rPr lang="en-US" sz="1200" dirty="0">
                <a:solidFill>
                  <a:schemeClr val="bg1"/>
                </a:solidFill>
                <a:ea typeface="Roboto" panose="02000000000000000000" pitchFamily="2" charset="0"/>
                <a:cs typeface="Roboto" panose="02000000000000000000" pitchFamily="2" charset="0"/>
              </a:rPr>
              <a:t> </a:t>
            </a:r>
            <a:r>
              <a:rPr lang="en-US" sz="1200" dirty="0" err="1">
                <a:solidFill>
                  <a:schemeClr val="bg1"/>
                </a:solidFill>
                <a:ea typeface="Roboto" panose="02000000000000000000" pitchFamily="2" charset="0"/>
                <a:cs typeface="Roboto" panose="02000000000000000000" pitchFamily="2" charset="0"/>
              </a:rPr>
              <a:t>alascum</a:t>
            </a:r>
            <a:endParaRPr lang="en-US" sz="1200" dirty="0">
              <a:solidFill>
                <a:schemeClr val="bg1"/>
              </a:solidFill>
              <a:ea typeface="Roboto" panose="02000000000000000000" pitchFamily="2" charset="0"/>
              <a:cs typeface="Roboto" panose="02000000000000000000" pitchFamily="2" charset="0"/>
            </a:endParaRPr>
          </a:p>
        </p:txBody>
      </p:sp>
      <p:sp>
        <p:nvSpPr>
          <p:cNvPr id="35" name="Rectangle 34">
            <a:extLst>
              <a:ext uri="{FF2B5EF4-FFF2-40B4-BE49-F238E27FC236}">
                <a16:creationId xmlns:a16="http://schemas.microsoft.com/office/drawing/2014/main" id="{65A35E54-32E2-4FB7-8FB0-0135A176977A}"/>
              </a:ext>
            </a:extLst>
          </p:cNvPr>
          <p:cNvSpPr/>
          <p:nvPr/>
        </p:nvSpPr>
        <p:spPr>
          <a:xfrm>
            <a:off x="6312409" y="3475879"/>
            <a:ext cx="2190888" cy="1220334"/>
          </a:xfrm>
          <a:prstGeom prst="rect">
            <a:avLst/>
          </a:prstGeom>
        </p:spPr>
        <p:txBody>
          <a:bodyPr wrap="square" lIns="0" tIns="0" rIns="0" bIns="0">
            <a:spAutoFit/>
          </a:bodyPr>
          <a:lstStyle/>
          <a:p>
            <a:pPr>
              <a:lnSpc>
                <a:spcPct val="110000"/>
              </a:lnSpc>
              <a:spcAft>
                <a:spcPts val="900"/>
              </a:spcAft>
              <a:defRPr/>
            </a:pPr>
            <a:r>
              <a:rPr lang="en-US" dirty="0">
                <a:solidFill>
                  <a:schemeClr val="accent1"/>
                </a:solidFill>
                <a:latin typeface="+mj-lt"/>
                <a:ea typeface="Roboto" panose="02000000000000000000" pitchFamily="2" charset="0"/>
                <a:cs typeface="Roboto" panose="02000000000000000000" pitchFamily="2" charset="0"/>
              </a:rPr>
              <a:t>Generic Label</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 </a:t>
            </a:r>
            <a:r>
              <a:rPr lang="en-US" sz="1200" dirty="0">
                <a:solidFill>
                  <a:schemeClr val="bg1"/>
                </a:solidFill>
                <a:ea typeface="Roboto" panose="02000000000000000000" pitchFamily="2" charset="0"/>
                <a:cs typeface="Roboto" panose="02000000000000000000" pitchFamily="2" charset="0"/>
              </a:rPr>
              <a:t>Dolor sit amet </a:t>
            </a:r>
            <a:r>
              <a:rPr lang="en-US" sz="1200" dirty="0" err="1">
                <a:solidFill>
                  <a:schemeClr val="bg1"/>
                </a:solidFill>
                <a:ea typeface="Roboto" panose="02000000000000000000" pitchFamily="2" charset="0"/>
                <a:cs typeface="Roboto" panose="02000000000000000000" pitchFamily="2" charset="0"/>
              </a:rPr>
              <a:t>allepsis</a:t>
            </a:r>
            <a:r>
              <a:rPr lang="en-US" sz="1200" dirty="0">
                <a:solidFill>
                  <a:schemeClr val="bg1"/>
                </a:solidFill>
                <a:ea typeface="Roboto" panose="02000000000000000000" pitchFamily="2" charset="0"/>
                <a:cs typeface="Roboto" panose="02000000000000000000" pitchFamily="2" charset="0"/>
              </a:rPr>
              <a:t> </a:t>
            </a:r>
            <a:r>
              <a:rPr lang="en-US" sz="1200" dirty="0" err="1">
                <a:solidFill>
                  <a:schemeClr val="bg1"/>
                </a:solidFill>
                <a:ea typeface="Roboto" panose="02000000000000000000" pitchFamily="2" charset="0"/>
                <a:cs typeface="Roboto" panose="02000000000000000000" pitchFamily="2" charset="0"/>
              </a:rPr>
              <a:t>conquistator</a:t>
            </a:r>
            <a:r>
              <a:rPr lang="en-US" sz="1200" dirty="0">
                <a:solidFill>
                  <a:schemeClr val="bg1"/>
                </a:solidFill>
                <a:ea typeface="Roboto" panose="02000000000000000000" pitchFamily="2" charset="0"/>
                <a:cs typeface="Roboto" panose="02000000000000000000" pitchFamily="2" charset="0"/>
              </a:rPr>
              <a:t> </a:t>
            </a:r>
            <a:r>
              <a:rPr lang="en-US" sz="1200" dirty="0" err="1">
                <a:solidFill>
                  <a:schemeClr val="bg1"/>
                </a:solidFill>
                <a:ea typeface="Roboto" panose="02000000000000000000" pitchFamily="2" charset="0"/>
                <a:cs typeface="Roboto" panose="02000000000000000000" pitchFamily="2" charset="0"/>
              </a:rPr>
              <a:t>alascu</a:t>
            </a:r>
            <a:r>
              <a:rPr lang="en-US" sz="1200" spc="-30" dirty="0" err="1">
                <a:solidFill>
                  <a:schemeClr val="bg1"/>
                </a:solidFill>
              </a:rPr>
              <a:t>m</a:t>
            </a:r>
            <a:endParaRPr lang="en-US" sz="1200" spc="-30" dirty="0">
              <a:solidFill>
                <a:schemeClr val="bg1"/>
              </a:solidFill>
            </a:endParaRPr>
          </a:p>
        </p:txBody>
      </p:sp>
      <p:sp>
        <p:nvSpPr>
          <p:cNvPr id="36" name="Rectangle 35">
            <a:extLst>
              <a:ext uri="{FF2B5EF4-FFF2-40B4-BE49-F238E27FC236}">
                <a16:creationId xmlns:a16="http://schemas.microsoft.com/office/drawing/2014/main" id="{D2064706-2003-4382-8C50-98FE8D03C699}"/>
              </a:ext>
            </a:extLst>
          </p:cNvPr>
          <p:cNvSpPr/>
          <p:nvPr/>
        </p:nvSpPr>
        <p:spPr>
          <a:xfrm>
            <a:off x="8923358" y="3475879"/>
            <a:ext cx="2189619" cy="1220334"/>
          </a:xfrm>
          <a:prstGeom prst="rect">
            <a:avLst/>
          </a:prstGeom>
        </p:spPr>
        <p:txBody>
          <a:bodyPr wrap="square" lIns="0" tIns="0" rIns="0" bIns="0">
            <a:spAutoFit/>
          </a:bodyPr>
          <a:lstStyle/>
          <a:p>
            <a:pPr>
              <a:lnSpc>
                <a:spcPct val="110000"/>
              </a:lnSpc>
              <a:spcAft>
                <a:spcPts val="900"/>
              </a:spcAft>
              <a:defRPr/>
            </a:pPr>
            <a:r>
              <a:rPr lang="en-US" dirty="0">
                <a:solidFill>
                  <a:schemeClr val="accent3"/>
                </a:solidFill>
                <a:latin typeface="+mj-lt"/>
                <a:ea typeface="Roboto" panose="02000000000000000000" pitchFamily="2" charset="0"/>
                <a:cs typeface="Roboto" panose="02000000000000000000" pitchFamily="2" charset="0"/>
              </a:rPr>
              <a:t>Generic Label</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 </a:t>
            </a:r>
            <a:r>
              <a:rPr lang="en-US" sz="1200" dirty="0">
                <a:solidFill>
                  <a:schemeClr val="bg1"/>
                </a:solidFill>
                <a:ea typeface="Roboto" panose="02000000000000000000" pitchFamily="2" charset="0"/>
                <a:cs typeface="Roboto" panose="02000000000000000000" pitchFamily="2" charset="0"/>
              </a:rPr>
              <a:t>Dolor sit amet </a:t>
            </a:r>
            <a:r>
              <a:rPr lang="en-US" sz="1200" dirty="0" err="1">
                <a:solidFill>
                  <a:schemeClr val="bg1"/>
                </a:solidFill>
                <a:ea typeface="Roboto" panose="02000000000000000000" pitchFamily="2" charset="0"/>
                <a:cs typeface="Roboto" panose="02000000000000000000" pitchFamily="2" charset="0"/>
              </a:rPr>
              <a:t>allepsis</a:t>
            </a:r>
            <a:r>
              <a:rPr lang="en-US" sz="1200" dirty="0">
                <a:solidFill>
                  <a:schemeClr val="bg1"/>
                </a:solidFill>
                <a:ea typeface="Roboto" panose="02000000000000000000" pitchFamily="2" charset="0"/>
                <a:cs typeface="Roboto" panose="02000000000000000000" pitchFamily="2" charset="0"/>
              </a:rPr>
              <a:t> </a:t>
            </a:r>
            <a:r>
              <a:rPr lang="en-US" sz="1200" dirty="0" err="1">
                <a:solidFill>
                  <a:schemeClr val="bg1"/>
                </a:solidFill>
                <a:ea typeface="Roboto" panose="02000000000000000000" pitchFamily="2" charset="0"/>
                <a:cs typeface="Roboto" panose="02000000000000000000" pitchFamily="2" charset="0"/>
              </a:rPr>
              <a:t>conquistator</a:t>
            </a:r>
            <a:r>
              <a:rPr lang="en-US" sz="1200" dirty="0">
                <a:solidFill>
                  <a:schemeClr val="bg1"/>
                </a:solidFill>
                <a:ea typeface="Roboto" panose="02000000000000000000" pitchFamily="2" charset="0"/>
                <a:cs typeface="Roboto" panose="02000000000000000000" pitchFamily="2" charset="0"/>
              </a:rPr>
              <a:t> </a:t>
            </a:r>
            <a:r>
              <a:rPr lang="en-US" sz="1200" dirty="0" err="1">
                <a:solidFill>
                  <a:schemeClr val="bg1"/>
                </a:solidFill>
                <a:ea typeface="Roboto" panose="02000000000000000000" pitchFamily="2" charset="0"/>
                <a:cs typeface="Roboto" panose="02000000000000000000" pitchFamily="2" charset="0"/>
              </a:rPr>
              <a:t>alascum</a:t>
            </a:r>
            <a:endParaRPr lang="en-US" sz="1200" dirty="0">
              <a:solidFill>
                <a:schemeClr val="bg1"/>
              </a:solidFill>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3252581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FC970B6F-82A6-8F95-C651-440385815329}"/>
              </a:ext>
              <a:ext uri="{C183D7F6-B498-43B3-948B-1728B52AA6E4}">
                <adec:decorative xmlns:adec="http://schemas.microsoft.com/office/drawing/2017/decorative" val="1"/>
              </a:ext>
            </a:extLst>
          </p:cNvPr>
          <p:cNvGrpSpPr/>
          <p:nvPr/>
        </p:nvGrpSpPr>
        <p:grpSpPr>
          <a:xfrm>
            <a:off x="-762278" y="2669925"/>
            <a:ext cx="11898431" cy="565854"/>
            <a:chOff x="-762278" y="2669925"/>
            <a:chExt cx="11898431" cy="565854"/>
          </a:xfrm>
        </p:grpSpPr>
        <p:sp>
          <p:nvSpPr>
            <p:cNvPr id="24" name="Rectangle: Rounded Corners 23">
              <a:extLst>
                <a:ext uri="{FF2B5EF4-FFF2-40B4-BE49-F238E27FC236}">
                  <a16:creationId xmlns:a16="http://schemas.microsoft.com/office/drawing/2014/main" id="{C03AB2D1-C1C4-431A-BA13-3600B21B3FF7}"/>
                </a:ext>
              </a:extLst>
            </p:cNvPr>
            <p:cNvSpPr/>
            <p:nvPr/>
          </p:nvSpPr>
          <p:spPr>
            <a:xfrm rot="10800000">
              <a:off x="7331233" y="2669925"/>
              <a:ext cx="3804920" cy="548640"/>
            </a:xfrm>
            <a:prstGeom prst="roundRect">
              <a:avLst>
                <a:gd name="adj" fmla="val 50000"/>
              </a:avLst>
            </a:prstGeom>
            <a:gradFill flip="none" rotWithShape="1">
              <a:gsLst>
                <a:gs pos="18000">
                  <a:schemeClr val="accent1">
                    <a:alpha val="0"/>
                  </a:schemeClr>
                </a:gs>
                <a:gs pos="100000">
                  <a:schemeClr val="accent1">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1431925" algn="l"/>
                </a:tabLst>
              </a:pPr>
              <a:endParaRPr lang="en-US" dirty="0">
                <a:solidFill>
                  <a:prstClr val="white"/>
                </a:solidFill>
                <a:latin typeface="Roboto" panose="02000000000000000000" pitchFamily="2" charset="0"/>
              </a:endParaRPr>
            </a:p>
          </p:txBody>
        </p:sp>
        <p:sp>
          <p:nvSpPr>
            <p:cNvPr id="28" name="Rectangle: Rounded Corners 27">
              <a:extLst>
                <a:ext uri="{FF2B5EF4-FFF2-40B4-BE49-F238E27FC236}">
                  <a16:creationId xmlns:a16="http://schemas.microsoft.com/office/drawing/2014/main" id="{ECB2A8E8-E6A6-4413-BB62-DB838844DE69}"/>
                </a:ext>
              </a:extLst>
            </p:cNvPr>
            <p:cNvSpPr/>
            <p:nvPr/>
          </p:nvSpPr>
          <p:spPr>
            <a:xfrm rot="10800000">
              <a:off x="3284478" y="2669925"/>
              <a:ext cx="3804920" cy="548640"/>
            </a:xfrm>
            <a:prstGeom prst="roundRect">
              <a:avLst>
                <a:gd name="adj" fmla="val 50000"/>
              </a:avLst>
            </a:prstGeom>
            <a:gradFill flip="none" rotWithShape="1">
              <a:gsLst>
                <a:gs pos="18000">
                  <a:schemeClr val="accent1">
                    <a:alpha val="0"/>
                  </a:schemeClr>
                </a:gs>
                <a:gs pos="100000">
                  <a:schemeClr val="accent1">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1431925" algn="l"/>
                </a:tabLst>
              </a:pPr>
              <a:endParaRPr lang="en-US" dirty="0">
                <a:solidFill>
                  <a:prstClr val="white"/>
                </a:solidFill>
                <a:latin typeface="Roboto" panose="02000000000000000000" pitchFamily="2" charset="0"/>
              </a:endParaRPr>
            </a:p>
          </p:txBody>
        </p:sp>
        <p:sp>
          <p:nvSpPr>
            <p:cNvPr id="31" name="Rectangle: Rounded Corners 30">
              <a:extLst>
                <a:ext uri="{FF2B5EF4-FFF2-40B4-BE49-F238E27FC236}">
                  <a16:creationId xmlns:a16="http://schemas.microsoft.com/office/drawing/2014/main" id="{C77D6292-FA28-42BE-986E-A769967593B7}"/>
                </a:ext>
              </a:extLst>
            </p:cNvPr>
            <p:cNvSpPr/>
            <p:nvPr/>
          </p:nvSpPr>
          <p:spPr>
            <a:xfrm rot="10800000">
              <a:off x="1261100" y="2687139"/>
              <a:ext cx="3804920" cy="548640"/>
            </a:xfrm>
            <a:prstGeom prst="roundRect">
              <a:avLst>
                <a:gd name="adj" fmla="val 50000"/>
              </a:avLst>
            </a:prstGeom>
            <a:gradFill flip="none" rotWithShape="1">
              <a:gsLst>
                <a:gs pos="18000">
                  <a:schemeClr val="accent4">
                    <a:alpha val="0"/>
                  </a:schemeClr>
                </a:gs>
                <a:gs pos="100000">
                  <a:schemeClr val="accent4">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sp>
          <p:nvSpPr>
            <p:cNvPr id="37" name="Rectangle: Rounded Corners 36">
              <a:extLst>
                <a:ext uri="{FF2B5EF4-FFF2-40B4-BE49-F238E27FC236}">
                  <a16:creationId xmlns:a16="http://schemas.microsoft.com/office/drawing/2014/main" id="{9AEB24BC-524B-437E-AD5B-58FC782EDFA6}"/>
                </a:ext>
              </a:extLst>
            </p:cNvPr>
            <p:cNvSpPr/>
            <p:nvPr/>
          </p:nvSpPr>
          <p:spPr>
            <a:xfrm rot="10800000">
              <a:off x="-762278" y="2669925"/>
              <a:ext cx="3804920" cy="548640"/>
            </a:xfrm>
            <a:prstGeom prst="roundRect">
              <a:avLst>
                <a:gd name="adj" fmla="val 50000"/>
              </a:avLst>
            </a:prstGeom>
            <a:gradFill flip="none" rotWithShape="1">
              <a:gsLst>
                <a:gs pos="18000">
                  <a:schemeClr val="accent2">
                    <a:alpha val="0"/>
                  </a:schemeClr>
                </a:gs>
                <a:gs pos="100000">
                  <a:schemeClr val="accent2">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sp>
          <p:nvSpPr>
            <p:cNvPr id="38" name="Rectangle: Rounded Corners 37">
              <a:extLst>
                <a:ext uri="{FF2B5EF4-FFF2-40B4-BE49-F238E27FC236}">
                  <a16:creationId xmlns:a16="http://schemas.microsoft.com/office/drawing/2014/main" id="{1D79B000-599B-44C2-8C7F-210A543AD68A}"/>
                </a:ext>
              </a:extLst>
            </p:cNvPr>
            <p:cNvSpPr/>
            <p:nvPr/>
          </p:nvSpPr>
          <p:spPr>
            <a:xfrm rot="10800000">
              <a:off x="5307856" y="2669925"/>
              <a:ext cx="3804920" cy="548640"/>
            </a:xfrm>
            <a:prstGeom prst="roundRect">
              <a:avLst>
                <a:gd name="adj" fmla="val 50000"/>
              </a:avLst>
            </a:prstGeom>
            <a:gradFill flip="none" rotWithShape="1">
              <a:gsLst>
                <a:gs pos="18000">
                  <a:schemeClr val="accent3">
                    <a:alpha val="0"/>
                  </a:schemeClr>
                </a:gs>
                <a:gs pos="100000">
                  <a:schemeClr val="accent3">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grpSp>
      <p:sp>
        <p:nvSpPr>
          <p:cNvPr id="3" name="Subtitle 2">
            <a:extLst>
              <a:ext uri="{FF2B5EF4-FFF2-40B4-BE49-F238E27FC236}">
                <a16:creationId xmlns:a16="http://schemas.microsoft.com/office/drawing/2014/main" id="{F52A8075-47A3-4E5C-86D8-C50E16AD3772}"/>
              </a:ext>
            </a:extLst>
          </p:cNvPr>
          <p:cNvSpPr>
            <a:spLocks noGrp="1"/>
          </p:cNvSpPr>
          <p:nvPr>
            <p:ph type="subTitle" idx="1"/>
          </p:nvPr>
        </p:nvSpPr>
        <p:spPr/>
        <p:txBody>
          <a:bodyPr/>
          <a:lstStyle/>
          <a:p>
            <a:r>
              <a:rPr lang="en-US" dirty="0"/>
              <a:t>Diagrams</a:t>
            </a:r>
          </a:p>
        </p:txBody>
      </p:sp>
      <p:sp>
        <p:nvSpPr>
          <p:cNvPr id="2" name="Title 1">
            <a:extLst>
              <a:ext uri="{FF2B5EF4-FFF2-40B4-BE49-F238E27FC236}">
                <a16:creationId xmlns:a16="http://schemas.microsoft.com/office/drawing/2014/main" id="{376885DD-294C-4241-9CA1-3269D710FFF0}"/>
              </a:ext>
            </a:extLst>
          </p:cNvPr>
          <p:cNvSpPr>
            <a:spLocks noGrp="1"/>
          </p:cNvSpPr>
          <p:nvPr>
            <p:ph type="title"/>
          </p:nvPr>
        </p:nvSpPr>
        <p:spPr/>
        <p:txBody>
          <a:bodyPr/>
          <a:lstStyle/>
          <a:p>
            <a:r>
              <a:rPr lang="en-US" dirty="0"/>
              <a:t>Linear 2</a:t>
            </a:r>
          </a:p>
        </p:txBody>
      </p:sp>
      <p:sp>
        <p:nvSpPr>
          <p:cNvPr id="4" name="Rectangle 3">
            <a:extLst>
              <a:ext uri="{FF2B5EF4-FFF2-40B4-BE49-F238E27FC236}">
                <a16:creationId xmlns:a16="http://schemas.microsoft.com/office/drawing/2014/main" id="{B6D8F01D-E0B5-4F57-8835-E163BA6A2ACA}"/>
              </a:ext>
            </a:extLst>
          </p:cNvPr>
          <p:cNvSpPr/>
          <p:nvPr/>
        </p:nvSpPr>
        <p:spPr>
          <a:xfrm>
            <a:off x="1075651" y="2759579"/>
            <a:ext cx="1517403" cy="369332"/>
          </a:xfrm>
          <a:prstGeom prst="rect">
            <a:avLst/>
          </a:prstGeom>
        </p:spPr>
        <p:txBody>
          <a:bodyPr wrap="none" lIns="0">
            <a:spAutoFit/>
          </a:bodyPr>
          <a:lstStyle/>
          <a:p>
            <a:pPr>
              <a:spcAft>
                <a:spcPts val="400"/>
              </a:spcAft>
              <a:defRPr/>
            </a:pPr>
            <a:r>
              <a:rPr lang="en-US" dirty="0">
                <a:solidFill>
                  <a:schemeClr val="bg1"/>
                </a:solidFill>
                <a:latin typeface="+mj-lt"/>
                <a:ea typeface="Roboto" panose="02000000000000000000" pitchFamily="2" charset="0"/>
                <a:cs typeface="Roboto" panose="02000000000000000000" pitchFamily="2" charset="0"/>
              </a:rPr>
              <a:t>Generic Label</a:t>
            </a:r>
          </a:p>
        </p:txBody>
      </p:sp>
      <p:sp>
        <p:nvSpPr>
          <p:cNvPr id="118" name="Rectangle 117">
            <a:extLst>
              <a:ext uri="{FF2B5EF4-FFF2-40B4-BE49-F238E27FC236}">
                <a16:creationId xmlns:a16="http://schemas.microsoft.com/office/drawing/2014/main" id="{1BC400AB-A114-4314-B28C-3C746752A1BE}"/>
              </a:ext>
            </a:extLst>
          </p:cNvPr>
          <p:cNvSpPr/>
          <p:nvPr/>
        </p:nvSpPr>
        <p:spPr>
          <a:xfrm>
            <a:off x="1075651" y="3475879"/>
            <a:ext cx="1737106" cy="800219"/>
          </a:xfrm>
          <a:prstGeom prst="rect">
            <a:avLst/>
          </a:prstGeom>
        </p:spPr>
        <p:txBody>
          <a:bodyPr wrap="square" lIns="0" tIns="0" rIns="0" bIns="0">
            <a:spAutoFit/>
          </a:bodyPr>
          <a:lstStyle/>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 congue massa </a:t>
            </a:r>
            <a:r>
              <a:rPr lang="en-US" sz="1200" spc="-30" dirty="0">
                <a:solidFill>
                  <a:schemeClr val="bg1"/>
                </a:solidFill>
              </a:rPr>
              <a:t>Dolor sit amet </a:t>
            </a:r>
            <a:r>
              <a:rPr lang="en-US" sz="1200" spc="-30" dirty="0" err="1">
                <a:solidFill>
                  <a:schemeClr val="bg1"/>
                </a:solidFill>
              </a:rPr>
              <a:t>allepsis</a:t>
            </a:r>
            <a:r>
              <a:rPr lang="en-US" sz="1200" spc="-30" dirty="0">
                <a:solidFill>
                  <a:schemeClr val="bg1"/>
                </a:solidFill>
              </a:rPr>
              <a:t> </a:t>
            </a:r>
            <a:r>
              <a:rPr lang="en-US" sz="1200" spc="-30" dirty="0" err="1">
                <a:solidFill>
                  <a:schemeClr val="bg1"/>
                </a:solidFill>
              </a:rPr>
              <a:t>conquistator</a:t>
            </a:r>
            <a:endParaRPr lang="en-US" sz="1200" spc="-30" dirty="0">
              <a:solidFill>
                <a:schemeClr val="bg1"/>
              </a:solidFill>
            </a:endParaRPr>
          </a:p>
        </p:txBody>
      </p:sp>
      <p:sp>
        <p:nvSpPr>
          <p:cNvPr id="164" name="Rectangle 163">
            <a:extLst>
              <a:ext uri="{FF2B5EF4-FFF2-40B4-BE49-F238E27FC236}">
                <a16:creationId xmlns:a16="http://schemas.microsoft.com/office/drawing/2014/main" id="{669A0306-7EC3-48DA-B016-2B7620BB8A3D}"/>
              </a:ext>
            </a:extLst>
          </p:cNvPr>
          <p:cNvSpPr/>
          <p:nvPr/>
        </p:nvSpPr>
        <p:spPr>
          <a:xfrm>
            <a:off x="3151542" y="2759579"/>
            <a:ext cx="1517403" cy="369332"/>
          </a:xfrm>
          <a:prstGeom prst="rect">
            <a:avLst/>
          </a:prstGeom>
        </p:spPr>
        <p:txBody>
          <a:bodyPr wrap="none" lIns="0">
            <a:spAutoFit/>
          </a:bodyPr>
          <a:lstStyle/>
          <a:p>
            <a:pPr>
              <a:spcAft>
                <a:spcPts val="400"/>
              </a:spcAft>
              <a:defRPr/>
            </a:pPr>
            <a:r>
              <a:rPr lang="en-US" dirty="0">
                <a:solidFill>
                  <a:schemeClr val="bg1"/>
                </a:solidFill>
                <a:latin typeface="+mj-lt"/>
                <a:ea typeface="Roboto" panose="02000000000000000000" pitchFamily="2" charset="0"/>
                <a:cs typeface="Roboto" panose="02000000000000000000" pitchFamily="2" charset="0"/>
              </a:rPr>
              <a:t>Generic Label</a:t>
            </a:r>
          </a:p>
        </p:txBody>
      </p:sp>
      <p:sp>
        <p:nvSpPr>
          <p:cNvPr id="77" name="Rectangle 76">
            <a:extLst>
              <a:ext uri="{FF2B5EF4-FFF2-40B4-BE49-F238E27FC236}">
                <a16:creationId xmlns:a16="http://schemas.microsoft.com/office/drawing/2014/main" id="{7D114984-280E-4793-ACB8-9EBA84DDEA41}"/>
              </a:ext>
            </a:extLst>
          </p:cNvPr>
          <p:cNvSpPr/>
          <p:nvPr/>
        </p:nvSpPr>
        <p:spPr>
          <a:xfrm>
            <a:off x="3151541" y="3475879"/>
            <a:ext cx="1737106" cy="800219"/>
          </a:xfrm>
          <a:prstGeom prst="rect">
            <a:avLst/>
          </a:prstGeom>
        </p:spPr>
        <p:txBody>
          <a:bodyPr wrap="square" lIns="0" tIns="0" rIns="0" bIns="0">
            <a:spAutoFit/>
          </a:bodyPr>
          <a:lstStyle/>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 congue massa </a:t>
            </a:r>
            <a:r>
              <a:rPr lang="en-US" sz="1200" spc="-30" dirty="0">
                <a:solidFill>
                  <a:schemeClr val="bg1"/>
                </a:solidFill>
              </a:rPr>
              <a:t>Dolor sit amet </a:t>
            </a:r>
            <a:r>
              <a:rPr lang="en-US" sz="1200" spc="-30" dirty="0" err="1">
                <a:solidFill>
                  <a:schemeClr val="bg1"/>
                </a:solidFill>
              </a:rPr>
              <a:t>allepsis</a:t>
            </a:r>
            <a:r>
              <a:rPr lang="en-US" sz="1200" spc="-30" dirty="0">
                <a:solidFill>
                  <a:schemeClr val="bg1"/>
                </a:solidFill>
              </a:rPr>
              <a:t> </a:t>
            </a:r>
            <a:r>
              <a:rPr lang="en-US" sz="1200" spc="-30" dirty="0" err="1">
                <a:solidFill>
                  <a:schemeClr val="bg1"/>
                </a:solidFill>
              </a:rPr>
              <a:t>conquistator</a:t>
            </a:r>
            <a:endParaRPr lang="en-US" sz="1200" spc="-30" dirty="0">
              <a:solidFill>
                <a:schemeClr val="bg1"/>
              </a:solidFill>
            </a:endParaRPr>
          </a:p>
        </p:txBody>
      </p:sp>
      <p:sp>
        <p:nvSpPr>
          <p:cNvPr id="166" name="Rectangle 165">
            <a:extLst>
              <a:ext uri="{FF2B5EF4-FFF2-40B4-BE49-F238E27FC236}">
                <a16:creationId xmlns:a16="http://schemas.microsoft.com/office/drawing/2014/main" id="{BBA319CB-17D5-4B31-9655-C4B53B38B213}"/>
              </a:ext>
            </a:extLst>
          </p:cNvPr>
          <p:cNvSpPr/>
          <p:nvPr/>
        </p:nvSpPr>
        <p:spPr>
          <a:xfrm>
            <a:off x="5227433" y="2759579"/>
            <a:ext cx="1517403" cy="369332"/>
          </a:xfrm>
          <a:prstGeom prst="rect">
            <a:avLst/>
          </a:prstGeom>
        </p:spPr>
        <p:txBody>
          <a:bodyPr wrap="none" lIns="0">
            <a:spAutoFit/>
          </a:bodyPr>
          <a:lstStyle/>
          <a:p>
            <a:pPr>
              <a:spcAft>
                <a:spcPts val="400"/>
              </a:spcAft>
              <a:defRPr/>
            </a:pPr>
            <a:r>
              <a:rPr lang="en-US" dirty="0">
                <a:solidFill>
                  <a:schemeClr val="bg1"/>
                </a:solidFill>
                <a:latin typeface="+mj-lt"/>
                <a:ea typeface="Roboto" panose="02000000000000000000" pitchFamily="2" charset="0"/>
                <a:cs typeface="Roboto" panose="02000000000000000000" pitchFamily="2" charset="0"/>
              </a:rPr>
              <a:t>Generic Label</a:t>
            </a:r>
          </a:p>
        </p:txBody>
      </p:sp>
      <p:sp>
        <p:nvSpPr>
          <p:cNvPr id="160" name="Rectangle 159">
            <a:extLst>
              <a:ext uri="{FF2B5EF4-FFF2-40B4-BE49-F238E27FC236}">
                <a16:creationId xmlns:a16="http://schemas.microsoft.com/office/drawing/2014/main" id="{208267E2-D54A-43E2-9173-DF4E8171CDE7}"/>
              </a:ext>
            </a:extLst>
          </p:cNvPr>
          <p:cNvSpPr/>
          <p:nvPr/>
        </p:nvSpPr>
        <p:spPr>
          <a:xfrm>
            <a:off x="5227431" y="3475879"/>
            <a:ext cx="1737106" cy="800219"/>
          </a:xfrm>
          <a:prstGeom prst="rect">
            <a:avLst/>
          </a:prstGeom>
        </p:spPr>
        <p:txBody>
          <a:bodyPr wrap="square" lIns="0" tIns="0" rIns="0" bIns="0">
            <a:spAutoFit/>
          </a:bodyPr>
          <a:lstStyle/>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 rcongue massa </a:t>
            </a:r>
            <a:r>
              <a:rPr lang="en-US" sz="1200" spc="-30" dirty="0">
                <a:solidFill>
                  <a:schemeClr val="bg1"/>
                </a:solidFill>
              </a:rPr>
              <a:t>Dolor sit amet </a:t>
            </a:r>
            <a:r>
              <a:rPr lang="en-US" sz="1200" spc="-30" dirty="0" err="1">
                <a:solidFill>
                  <a:schemeClr val="bg1"/>
                </a:solidFill>
              </a:rPr>
              <a:t>allepsis</a:t>
            </a:r>
            <a:r>
              <a:rPr lang="en-US" sz="1200" spc="-30" dirty="0">
                <a:solidFill>
                  <a:schemeClr val="bg1"/>
                </a:solidFill>
              </a:rPr>
              <a:t> </a:t>
            </a:r>
            <a:r>
              <a:rPr lang="en-US" sz="1200" spc="-30" dirty="0" err="1">
                <a:solidFill>
                  <a:schemeClr val="bg1"/>
                </a:solidFill>
              </a:rPr>
              <a:t>conquistator</a:t>
            </a:r>
            <a:endParaRPr lang="en-US" sz="1200" spc="-30" dirty="0">
              <a:solidFill>
                <a:schemeClr val="bg1"/>
              </a:solidFill>
            </a:endParaRPr>
          </a:p>
        </p:txBody>
      </p:sp>
      <p:sp>
        <p:nvSpPr>
          <p:cNvPr id="167" name="Rectangle 166">
            <a:extLst>
              <a:ext uri="{FF2B5EF4-FFF2-40B4-BE49-F238E27FC236}">
                <a16:creationId xmlns:a16="http://schemas.microsoft.com/office/drawing/2014/main" id="{E25309B7-EA47-4659-8EDE-AD1EE816A841}"/>
              </a:ext>
            </a:extLst>
          </p:cNvPr>
          <p:cNvSpPr/>
          <p:nvPr/>
        </p:nvSpPr>
        <p:spPr>
          <a:xfrm>
            <a:off x="7303324" y="2759579"/>
            <a:ext cx="1517403" cy="369332"/>
          </a:xfrm>
          <a:prstGeom prst="rect">
            <a:avLst/>
          </a:prstGeom>
        </p:spPr>
        <p:txBody>
          <a:bodyPr wrap="none" lIns="0">
            <a:spAutoFit/>
          </a:bodyPr>
          <a:lstStyle/>
          <a:p>
            <a:pPr>
              <a:spcAft>
                <a:spcPts val="400"/>
              </a:spcAft>
              <a:defRPr/>
            </a:pPr>
            <a:r>
              <a:rPr lang="en-US" dirty="0">
                <a:solidFill>
                  <a:schemeClr val="bg1"/>
                </a:solidFill>
                <a:latin typeface="+mj-lt"/>
                <a:ea typeface="Roboto" panose="02000000000000000000" pitchFamily="2" charset="0"/>
                <a:cs typeface="Roboto" panose="02000000000000000000" pitchFamily="2" charset="0"/>
              </a:rPr>
              <a:t>Generic Label</a:t>
            </a:r>
          </a:p>
        </p:txBody>
      </p:sp>
      <p:sp>
        <p:nvSpPr>
          <p:cNvPr id="159" name="Rectangle 158">
            <a:extLst>
              <a:ext uri="{FF2B5EF4-FFF2-40B4-BE49-F238E27FC236}">
                <a16:creationId xmlns:a16="http://schemas.microsoft.com/office/drawing/2014/main" id="{535BD277-CA9F-4220-A447-9BB4A8B1C7EC}"/>
              </a:ext>
            </a:extLst>
          </p:cNvPr>
          <p:cNvSpPr/>
          <p:nvPr/>
        </p:nvSpPr>
        <p:spPr>
          <a:xfrm>
            <a:off x="7303321" y="3475879"/>
            <a:ext cx="1737106" cy="800219"/>
          </a:xfrm>
          <a:prstGeom prst="rect">
            <a:avLst/>
          </a:prstGeom>
        </p:spPr>
        <p:txBody>
          <a:bodyPr wrap="square" lIns="0" tIns="0" rIns="0" bIns="0">
            <a:spAutoFit/>
          </a:bodyPr>
          <a:lstStyle/>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 congue massa </a:t>
            </a:r>
            <a:r>
              <a:rPr lang="en-US" sz="1200" spc="-30" dirty="0">
                <a:solidFill>
                  <a:schemeClr val="bg1"/>
                </a:solidFill>
              </a:rPr>
              <a:t>Dolor sit amet </a:t>
            </a:r>
            <a:r>
              <a:rPr lang="en-US" sz="1200" spc="-30" dirty="0" err="1">
                <a:solidFill>
                  <a:schemeClr val="bg1"/>
                </a:solidFill>
              </a:rPr>
              <a:t>allepsis</a:t>
            </a:r>
            <a:r>
              <a:rPr lang="en-US" sz="1200" spc="-30" dirty="0">
                <a:solidFill>
                  <a:schemeClr val="bg1"/>
                </a:solidFill>
              </a:rPr>
              <a:t> </a:t>
            </a:r>
            <a:r>
              <a:rPr lang="en-US" sz="1200" spc="-30" dirty="0" err="1">
                <a:solidFill>
                  <a:schemeClr val="bg1"/>
                </a:solidFill>
              </a:rPr>
              <a:t>conquistator</a:t>
            </a:r>
            <a:endParaRPr lang="en-US" sz="1200" spc="-30" dirty="0">
              <a:solidFill>
                <a:schemeClr val="bg1"/>
              </a:solidFill>
            </a:endParaRPr>
          </a:p>
        </p:txBody>
      </p:sp>
      <p:sp>
        <p:nvSpPr>
          <p:cNvPr id="168" name="Rectangle 167">
            <a:extLst>
              <a:ext uri="{FF2B5EF4-FFF2-40B4-BE49-F238E27FC236}">
                <a16:creationId xmlns:a16="http://schemas.microsoft.com/office/drawing/2014/main" id="{F5C98FE4-51E8-4B7E-8503-0DA21A5EB345}"/>
              </a:ext>
            </a:extLst>
          </p:cNvPr>
          <p:cNvSpPr/>
          <p:nvPr/>
        </p:nvSpPr>
        <p:spPr>
          <a:xfrm>
            <a:off x="9379213" y="2759579"/>
            <a:ext cx="1517403" cy="369332"/>
          </a:xfrm>
          <a:prstGeom prst="rect">
            <a:avLst/>
          </a:prstGeom>
        </p:spPr>
        <p:txBody>
          <a:bodyPr wrap="none" lIns="0">
            <a:spAutoFit/>
          </a:bodyPr>
          <a:lstStyle/>
          <a:p>
            <a:pPr>
              <a:spcAft>
                <a:spcPts val="400"/>
              </a:spcAft>
              <a:defRPr/>
            </a:pPr>
            <a:r>
              <a:rPr lang="en-US" dirty="0">
                <a:solidFill>
                  <a:schemeClr val="bg1"/>
                </a:solidFill>
                <a:latin typeface="+mj-lt"/>
                <a:ea typeface="Roboto" panose="02000000000000000000" pitchFamily="2" charset="0"/>
                <a:cs typeface="Roboto" panose="02000000000000000000" pitchFamily="2" charset="0"/>
              </a:rPr>
              <a:t>Generic Label</a:t>
            </a:r>
          </a:p>
        </p:txBody>
      </p:sp>
      <p:sp>
        <p:nvSpPr>
          <p:cNvPr id="161" name="Rectangle 160">
            <a:extLst>
              <a:ext uri="{FF2B5EF4-FFF2-40B4-BE49-F238E27FC236}">
                <a16:creationId xmlns:a16="http://schemas.microsoft.com/office/drawing/2014/main" id="{2A70A6B0-A2A7-4DDB-9842-913F3DD5A024}"/>
              </a:ext>
            </a:extLst>
          </p:cNvPr>
          <p:cNvSpPr/>
          <p:nvPr/>
        </p:nvSpPr>
        <p:spPr>
          <a:xfrm>
            <a:off x="9379213" y="3475879"/>
            <a:ext cx="1737106" cy="800219"/>
          </a:xfrm>
          <a:prstGeom prst="rect">
            <a:avLst/>
          </a:prstGeom>
        </p:spPr>
        <p:txBody>
          <a:bodyPr wrap="square" lIns="0" tIns="0" rIns="0" bIns="0">
            <a:spAutoFit/>
          </a:bodyPr>
          <a:lstStyle/>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 congue massa </a:t>
            </a:r>
            <a:r>
              <a:rPr lang="en-US" sz="1200" spc="-30" dirty="0">
                <a:solidFill>
                  <a:schemeClr val="bg1"/>
                </a:solidFill>
              </a:rPr>
              <a:t>Dolor sit amet </a:t>
            </a:r>
            <a:r>
              <a:rPr lang="en-US" sz="1200" spc="-30" dirty="0" err="1">
                <a:solidFill>
                  <a:schemeClr val="bg1"/>
                </a:solidFill>
              </a:rPr>
              <a:t>allepsis</a:t>
            </a:r>
            <a:r>
              <a:rPr lang="en-US" sz="1200" spc="-30" dirty="0">
                <a:solidFill>
                  <a:schemeClr val="bg1"/>
                </a:solidFill>
              </a:rPr>
              <a:t> </a:t>
            </a:r>
            <a:r>
              <a:rPr lang="en-US" sz="1200" spc="-30" dirty="0" err="1">
                <a:solidFill>
                  <a:schemeClr val="bg1"/>
                </a:solidFill>
              </a:rPr>
              <a:t>conquistator</a:t>
            </a:r>
            <a:endParaRPr lang="en-US" sz="1200" spc="-30" dirty="0">
              <a:solidFill>
                <a:schemeClr val="bg1"/>
              </a:solidFill>
            </a:endParaRPr>
          </a:p>
        </p:txBody>
      </p:sp>
    </p:spTree>
    <p:extLst>
      <p:ext uri="{BB962C8B-B14F-4D97-AF65-F5344CB8AC3E}">
        <p14:creationId xmlns:p14="http://schemas.microsoft.com/office/powerpoint/2010/main" val="2180928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FDA0EA5F-39C4-F7ED-769B-C6A6F5984B5E}"/>
              </a:ext>
              <a:ext uri="{C183D7F6-B498-43B3-948B-1728B52AA6E4}">
                <adec:decorative xmlns:adec="http://schemas.microsoft.com/office/drawing/2017/decorative" val="1"/>
              </a:ext>
            </a:extLst>
          </p:cNvPr>
          <p:cNvGrpSpPr/>
          <p:nvPr/>
        </p:nvGrpSpPr>
        <p:grpSpPr>
          <a:xfrm>
            <a:off x="-1413932" y="2103119"/>
            <a:ext cx="12526164" cy="3858767"/>
            <a:chOff x="-1413932" y="2103119"/>
            <a:chExt cx="12526164" cy="3858767"/>
          </a:xfrm>
        </p:grpSpPr>
        <p:grpSp>
          <p:nvGrpSpPr>
            <p:cNvPr id="98" name="Group 97">
              <a:extLst>
                <a:ext uri="{FF2B5EF4-FFF2-40B4-BE49-F238E27FC236}">
                  <a16:creationId xmlns:a16="http://schemas.microsoft.com/office/drawing/2014/main" id="{F2F3E394-4538-4D71-A2C5-7E414E379A11}"/>
                </a:ext>
              </a:extLst>
            </p:cNvPr>
            <p:cNvGrpSpPr/>
            <p:nvPr/>
          </p:nvGrpSpPr>
          <p:grpSpPr>
            <a:xfrm>
              <a:off x="-1413932" y="2116973"/>
              <a:ext cx="12526164" cy="3746201"/>
              <a:chOff x="1028432" y="2149168"/>
              <a:chExt cx="10083799" cy="3746201"/>
            </a:xfrm>
          </p:grpSpPr>
          <p:sp>
            <p:nvSpPr>
              <p:cNvPr id="80" name="Rectangle: Rounded Corners 79">
                <a:extLst>
                  <a:ext uri="{FF2B5EF4-FFF2-40B4-BE49-F238E27FC236}">
                    <a16:creationId xmlns:a16="http://schemas.microsoft.com/office/drawing/2014/main" id="{BDA6AF7D-7265-4B9E-B71D-0396E2E5791A}"/>
                  </a:ext>
                </a:extLst>
              </p:cNvPr>
              <p:cNvSpPr/>
              <p:nvPr/>
            </p:nvSpPr>
            <p:spPr>
              <a:xfrm rot="10800000">
                <a:off x="1028432" y="2149168"/>
                <a:ext cx="10083799" cy="894336"/>
              </a:xfrm>
              <a:prstGeom prst="roundRect">
                <a:avLst>
                  <a:gd name="adj" fmla="val 50000"/>
                </a:avLst>
              </a:prstGeom>
              <a:gradFill flip="none" rotWithShape="1">
                <a:gsLst>
                  <a:gs pos="18000">
                    <a:schemeClr val="accent3">
                      <a:alpha val="0"/>
                    </a:schemeClr>
                  </a:gs>
                  <a:gs pos="60000">
                    <a:schemeClr val="accent3">
                      <a:alpha val="4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sp>
            <p:nvSpPr>
              <p:cNvPr id="77" name="Rectangle: Rounded Corners 76">
                <a:extLst>
                  <a:ext uri="{FF2B5EF4-FFF2-40B4-BE49-F238E27FC236}">
                    <a16:creationId xmlns:a16="http://schemas.microsoft.com/office/drawing/2014/main" id="{DA858D16-3963-4A22-AB6F-A120AC3E4E30}"/>
                  </a:ext>
                </a:extLst>
              </p:cNvPr>
              <p:cNvSpPr/>
              <p:nvPr/>
            </p:nvSpPr>
            <p:spPr>
              <a:xfrm rot="10800000">
                <a:off x="1028432" y="4050412"/>
                <a:ext cx="10083799" cy="894336"/>
              </a:xfrm>
              <a:prstGeom prst="roundRect">
                <a:avLst>
                  <a:gd name="adj" fmla="val 50000"/>
                </a:avLst>
              </a:prstGeom>
              <a:gradFill flip="none" rotWithShape="1">
                <a:gsLst>
                  <a:gs pos="18000">
                    <a:schemeClr val="accent2">
                      <a:alpha val="0"/>
                    </a:schemeClr>
                  </a:gs>
                  <a:gs pos="60000">
                    <a:schemeClr val="accent2">
                      <a:alpha val="4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sp>
            <p:nvSpPr>
              <p:cNvPr id="78" name="Rectangle: Rounded Corners 77">
                <a:extLst>
                  <a:ext uri="{FF2B5EF4-FFF2-40B4-BE49-F238E27FC236}">
                    <a16:creationId xmlns:a16="http://schemas.microsoft.com/office/drawing/2014/main" id="{6F3F94EB-26A1-4F9A-9386-A7477EFC8316}"/>
                  </a:ext>
                </a:extLst>
              </p:cNvPr>
              <p:cNvSpPr/>
              <p:nvPr/>
            </p:nvSpPr>
            <p:spPr>
              <a:xfrm rot="10800000">
                <a:off x="1028432" y="3099790"/>
                <a:ext cx="10083799" cy="894336"/>
              </a:xfrm>
              <a:prstGeom prst="roundRect">
                <a:avLst>
                  <a:gd name="adj" fmla="val 50000"/>
                </a:avLst>
              </a:prstGeom>
              <a:gradFill flip="none" rotWithShape="1">
                <a:gsLst>
                  <a:gs pos="18000">
                    <a:schemeClr val="accent1">
                      <a:alpha val="0"/>
                    </a:schemeClr>
                  </a:gs>
                  <a:gs pos="60000">
                    <a:schemeClr val="accent1">
                      <a:alpha val="4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tabLst>
                    <a:tab pos="1431925" algn="l"/>
                  </a:tabLst>
                </a:pPr>
                <a:endParaRPr lang="en-US" dirty="0">
                  <a:solidFill>
                    <a:prstClr val="white"/>
                  </a:solidFill>
                  <a:latin typeface="Roboto" panose="02000000000000000000" pitchFamily="2" charset="0"/>
                </a:endParaRPr>
              </a:p>
            </p:txBody>
          </p:sp>
          <p:sp>
            <p:nvSpPr>
              <p:cNvPr id="79" name="Rectangle: Rounded Corners 78">
                <a:extLst>
                  <a:ext uri="{FF2B5EF4-FFF2-40B4-BE49-F238E27FC236}">
                    <a16:creationId xmlns:a16="http://schemas.microsoft.com/office/drawing/2014/main" id="{EF65A4F9-B332-41AA-B090-8CC9AD468013}"/>
                  </a:ext>
                </a:extLst>
              </p:cNvPr>
              <p:cNvSpPr/>
              <p:nvPr/>
            </p:nvSpPr>
            <p:spPr>
              <a:xfrm rot="10800000">
                <a:off x="1028432" y="5001033"/>
                <a:ext cx="10083799" cy="894336"/>
              </a:xfrm>
              <a:prstGeom prst="roundRect">
                <a:avLst>
                  <a:gd name="adj" fmla="val 50000"/>
                </a:avLst>
              </a:prstGeom>
              <a:gradFill flip="none" rotWithShape="1">
                <a:gsLst>
                  <a:gs pos="18000">
                    <a:schemeClr val="accent4">
                      <a:alpha val="0"/>
                    </a:schemeClr>
                  </a:gs>
                  <a:gs pos="60000">
                    <a:schemeClr val="accent4">
                      <a:alpha val="4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grpSp>
        <p:grpSp>
          <p:nvGrpSpPr>
            <p:cNvPr id="114" name="Group 113">
              <a:extLst>
                <a:ext uri="{FF2B5EF4-FFF2-40B4-BE49-F238E27FC236}">
                  <a16:creationId xmlns:a16="http://schemas.microsoft.com/office/drawing/2014/main" id="{B6251F3D-99DD-42C6-B9BC-8FD09D54D81E}"/>
                </a:ext>
              </a:extLst>
            </p:cNvPr>
            <p:cNvGrpSpPr/>
            <p:nvPr/>
          </p:nvGrpSpPr>
          <p:grpSpPr>
            <a:xfrm>
              <a:off x="1530144" y="2103119"/>
              <a:ext cx="4345354" cy="3858767"/>
              <a:chOff x="1087976" y="2103119"/>
              <a:chExt cx="4345354" cy="3858767"/>
            </a:xfrm>
          </p:grpSpPr>
          <p:sp>
            <p:nvSpPr>
              <p:cNvPr id="72" name="Freeform: Shape 71">
                <a:extLst>
                  <a:ext uri="{FF2B5EF4-FFF2-40B4-BE49-F238E27FC236}">
                    <a16:creationId xmlns:a16="http://schemas.microsoft.com/office/drawing/2014/main" id="{1E464491-9E03-46BC-B954-C47784C57DFD}"/>
                  </a:ext>
                </a:extLst>
              </p:cNvPr>
              <p:cNvSpPr/>
              <p:nvPr/>
            </p:nvSpPr>
            <p:spPr>
              <a:xfrm>
                <a:off x="2719760" y="2103119"/>
                <a:ext cx="1081789" cy="960652"/>
              </a:xfrm>
              <a:custGeom>
                <a:avLst/>
                <a:gdLst>
                  <a:gd name="connsiteX0" fmla="*/ 540894 w 1081789"/>
                  <a:gd name="connsiteY0" fmla="*/ 0 h 960652"/>
                  <a:gd name="connsiteX1" fmla="*/ 1081789 w 1081789"/>
                  <a:gd name="connsiteY1" fmla="*/ 960652 h 960652"/>
                  <a:gd name="connsiteX2" fmla="*/ 0 w 1081789"/>
                  <a:gd name="connsiteY2" fmla="*/ 960652 h 960652"/>
                  <a:gd name="connsiteX3" fmla="*/ 540894 w 1081789"/>
                  <a:gd name="connsiteY3" fmla="*/ 0 h 960652"/>
                </a:gdLst>
                <a:ahLst/>
                <a:cxnLst>
                  <a:cxn ang="0">
                    <a:pos x="connsiteX0" y="connsiteY0"/>
                  </a:cxn>
                  <a:cxn ang="0">
                    <a:pos x="connsiteX1" y="connsiteY1"/>
                  </a:cxn>
                  <a:cxn ang="0">
                    <a:pos x="connsiteX2" y="connsiteY2"/>
                  </a:cxn>
                  <a:cxn ang="0">
                    <a:pos x="connsiteX3" y="connsiteY3"/>
                  </a:cxn>
                </a:cxnLst>
                <a:rect l="l" t="t" r="r" b="b"/>
                <a:pathLst>
                  <a:path w="1081789" h="960652">
                    <a:moveTo>
                      <a:pt x="540894" y="0"/>
                    </a:moveTo>
                    <a:lnTo>
                      <a:pt x="1081789" y="960652"/>
                    </a:lnTo>
                    <a:lnTo>
                      <a:pt x="0" y="960652"/>
                    </a:lnTo>
                    <a:lnTo>
                      <a:pt x="540894" y="0"/>
                    </a:lnTo>
                    <a:close/>
                  </a:path>
                </a:pathLst>
              </a:custGeom>
              <a:gradFill flip="none" rotWithShape="1">
                <a:gsLst>
                  <a:gs pos="20000">
                    <a:schemeClr val="accent3"/>
                  </a:gs>
                  <a:gs pos="100000">
                    <a:schemeClr val="accent3">
                      <a:lumMod val="50000"/>
                    </a:scheme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Freeform: Shape 68">
                <a:extLst>
                  <a:ext uri="{FF2B5EF4-FFF2-40B4-BE49-F238E27FC236}">
                    <a16:creationId xmlns:a16="http://schemas.microsoft.com/office/drawing/2014/main" id="{DEB9E18F-0A4B-47A4-9E6D-5F8678F84EFF}"/>
                  </a:ext>
                </a:extLst>
              </p:cNvPr>
              <p:cNvSpPr/>
              <p:nvPr/>
            </p:nvSpPr>
            <p:spPr>
              <a:xfrm>
                <a:off x="2172924" y="3111917"/>
                <a:ext cx="2175461" cy="923058"/>
              </a:xfrm>
              <a:custGeom>
                <a:avLst/>
                <a:gdLst>
                  <a:gd name="connsiteX0" fmla="*/ 519727 w 2175461"/>
                  <a:gd name="connsiteY0" fmla="*/ 0 h 923058"/>
                  <a:gd name="connsiteX1" fmla="*/ 1655734 w 2175461"/>
                  <a:gd name="connsiteY1" fmla="*/ 0 h 923058"/>
                  <a:gd name="connsiteX2" fmla="*/ 2175461 w 2175461"/>
                  <a:gd name="connsiteY2" fmla="*/ 923058 h 923058"/>
                  <a:gd name="connsiteX3" fmla="*/ 0 w 2175461"/>
                  <a:gd name="connsiteY3" fmla="*/ 923058 h 923058"/>
                  <a:gd name="connsiteX4" fmla="*/ 519727 w 2175461"/>
                  <a:gd name="connsiteY4" fmla="*/ 0 h 923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5461" h="923058">
                    <a:moveTo>
                      <a:pt x="519727" y="0"/>
                    </a:moveTo>
                    <a:lnTo>
                      <a:pt x="1655734" y="0"/>
                    </a:lnTo>
                    <a:lnTo>
                      <a:pt x="2175461" y="923058"/>
                    </a:lnTo>
                    <a:lnTo>
                      <a:pt x="0" y="923058"/>
                    </a:lnTo>
                    <a:lnTo>
                      <a:pt x="519727" y="0"/>
                    </a:lnTo>
                    <a:close/>
                  </a:path>
                </a:pathLst>
              </a:custGeom>
              <a:gradFill>
                <a:gsLst>
                  <a:gs pos="20000">
                    <a:schemeClr val="accent1"/>
                  </a:gs>
                  <a:gs pos="85000">
                    <a:schemeClr val="accent1">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dirty="0"/>
              </a:p>
            </p:txBody>
          </p:sp>
          <p:sp>
            <p:nvSpPr>
              <p:cNvPr id="66" name="Freeform: Shape 65">
                <a:extLst>
                  <a:ext uri="{FF2B5EF4-FFF2-40B4-BE49-F238E27FC236}">
                    <a16:creationId xmlns:a16="http://schemas.microsoft.com/office/drawing/2014/main" id="{7A60C438-5D1F-44C5-A858-A9B7832C579B}"/>
                  </a:ext>
                </a:extLst>
              </p:cNvPr>
              <p:cNvSpPr/>
              <p:nvPr/>
            </p:nvSpPr>
            <p:spPr>
              <a:xfrm>
                <a:off x="1626088" y="4083121"/>
                <a:ext cx="3269133" cy="923058"/>
              </a:xfrm>
              <a:custGeom>
                <a:avLst/>
                <a:gdLst>
                  <a:gd name="connsiteX0" fmla="*/ 519727 w 3269133"/>
                  <a:gd name="connsiteY0" fmla="*/ 0 h 923058"/>
                  <a:gd name="connsiteX1" fmla="*/ 2749405 w 3269133"/>
                  <a:gd name="connsiteY1" fmla="*/ 0 h 923058"/>
                  <a:gd name="connsiteX2" fmla="*/ 3269133 w 3269133"/>
                  <a:gd name="connsiteY2" fmla="*/ 923058 h 923058"/>
                  <a:gd name="connsiteX3" fmla="*/ 0 w 3269133"/>
                  <a:gd name="connsiteY3" fmla="*/ 923058 h 923058"/>
                  <a:gd name="connsiteX4" fmla="*/ 519727 w 3269133"/>
                  <a:gd name="connsiteY4" fmla="*/ 0 h 9230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69133" h="923058">
                    <a:moveTo>
                      <a:pt x="519727" y="0"/>
                    </a:moveTo>
                    <a:lnTo>
                      <a:pt x="2749405" y="0"/>
                    </a:lnTo>
                    <a:lnTo>
                      <a:pt x="3269133" y="923058"/>
                    </a:lnTo>
                    <a:lnTo>
                      <a:pt x="0" y="923058"/>
                    </a:lnTo>
                    <a:lnTo>
                      <a:pt x="519727" y="0"/>
                    </a:lnTo>
                    <a:close/>
                  </a:path>
                </a:pathLst>
              </a:custGeom>
              <a:gradFill>
                <a:gsLst>
                  <a:gs pos="20000">
                    <a:schemeClr val="accent2"/>
                  </a:gs>
                  <a:gs pos="85000">
                    <a:schemeClr val="accent2">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dirty="0"/>
              </a:p>
            </p:txBody>
          </p:sp>
          <p:sp>
            <p:nvSpPr>
              <p:cNvPr id="63" name="Freeform: Shape 62">
                <a:extLst>
                  <a:ext uri="{FF2B5EF4-FFF2-40B4-BE49-F238E27FC236}">
                    <a16:creationId xmlns:a16="http://schemas.microsoft.com/office/drawing/2014/main" id="{CE4ED90F-7950-4BBF-A886-0C9673A673D6}"/>
                  </a:ext>
                </a:extLst>
              </p:cNvPr>
              <p:cNvSpPr/>
              <p:nvPr/>
            </p:nvSpPr>
            <p:spPr>
              <a:xfrm>
                <a:off x="1087976" y="5054325"/>
                <a:ext cx="4345354" cy="907561"/>
              </a:xfrm>
              <a:custGeom>
                <a:avLst/>
                <a:gdLst>
                  <a:gd name="connsiteX0" fmla="*/ 511002 w 4345354"/>
                  <a:gd name="connsiteY0" fmla="*/ 0 h 907561"/>
                  <a:gd name="connsiteX1" fmla="*/ 3834352 w 4345354"/>
                  <a:gd name="connsiteY1" fmla="*/ 0 h 907561"/>
                  <a:gd name="connsiteX2" fmla="*/ 4345354 w 4345354"/>
                  <a:gd name="connsiteY2" fmla="*/ 907561 h 907561"/>
                  <a:gd name="connsiteX3" fmla="*/ 0 w 4345354"/>
                  <a:gd name="connsiteY3" fmla="*/ 907561 h 907561"/>
                  <a:gd name="connsiteX4" fmla="*/ 511002 w 4345354"/>
                  <a:gd name="connsiteY4" fmla="*/ 0 h 90756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45354" h="907561">
                    <a:moveTo>
                      <a:pt x="511002" y="0"/>
                    </a:moveTo>
                    <a:lnTo>
                      <a:pt x="3834352" y="0"/>
                    </a:lnTo>
                    <a:lnTo>
                      <a:pt x="4345354" y="907561"/>
                    </a:lnTo>
                    <a:lnTo>
                      <a:pt x="0" y="907561"/>
                    </a:lnTo>
                    <a:lnTo>
                      <a:pt x="511002" y="0"/>
                    </a:lnTo>
                    <a:close/>
                  </a:path>
                </a:pathLst>
              </a:custGeom>
              <a:gradFill>
                <a:gsLst>
                  <a:gs pos="20000">
                    <a:schemeClr val="accent4"/>
                  </a:gs>
                  <a:gs pos="85000">
                    <a:schemeClr val="accent4">
                      <a:lumMod val="60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dirty="0"/>
              </a:p>
            </p:txBody>
          </p:sp>
        </p:grpSp>
      </p:grpSp>
      <p:sp>
        <p:nvSpPr>
          <p:cNvPr id="105" name="Oval 104">
            <a:extLst>
              <a:ext uri="{FF2B5EF4-FFF2-40B4-BE49-F238E27FC236}">
                <a16:creationId xmlns:a16="http://schemas.microsoft.com/office/drawing/2014/main" id="{7C1A3884-7954-4908-8C9C-D1433C5BE4D1}"/>
              </a:ext>
              <a:ext uri="{C183D7F6-B498-43B3-948B-1728B52AA6E4}">
                <adec:decorative xmlns:adec="http://schemas.microsoft.com/office/drawing/2017/decorative" val="1"/>
              </a:ext>
            </a:extLst>
          </p:cNvPr>
          <p:cNvSpPr/>
          <p:nvPr/>
        </p:nvSpPr>
        <p:spPr>
          <a:xfrm>
            <a:off x="10336993" y="2224181"/>
            <a:ext cx="687322" cy="687322"/>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sp>
        <p:nvSpPr>
          <p:cNvPr id="106" name="Oval 105">
            <a:extLst>
              <a:ext uri="{FF2B5EF4-FFF2-40B4-BE49-F238E27FC236}">
                <a16:creationId xmlns:a16="http://schemas.microsoft.com/office/drawing/2014/main" id="{9FE95026-5CF6-49C4-BA75-75FB5A759194}"/>
              </a:ext>
              <a:ext uri="{C183D7F6-B498-43B3-948B-1728B52AA6E4}">
                <adec:decorative xmlns:adec="http://schemas.microsoft.com/office/drawing/2017/decorative" val="1"/>
              </a:ext>
            </a:extLst>
          </p:cNvPr>
          <p:cNvSpPr/>
          <p:nvPr/>
        </p:nvSpPr>
        <p:spPr>
          <a:xfrm>
            <a:off x="10336993" y="3173569"/>
            <a:ext cx="687322" cy="68732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sp>
        <p:nvSpPr>
          <p:cNvPr id="107" name="Oval 106">
            <a:extLst>
              <a:ext uri="{FF2B5EF4-FFF2-40B4-BE49-F238E27FC236}">
                <a16:creationId xmlns:a16="http://schemas.microsoft.com/office/drawing/2014/main" id="{FC0313B0-91EB-474A-9239-12E6F575AEED}"/>
              </a:ext>
              <a:ext uri="{C183D7F6-B498-43B3-948B-1728B52AA6E4}">
                <adec:decorative xmlns:adec="http://schemas.microsoft.com/office/drawing/2017/decorative" val="1"/>
              </a:ext>
            </a:extLst>
          </p:cNvPr>
          <p:cNvSpPr/>
          <p:nvPr/>
        </p:nvSpPr>
        <p:spPr>
          <a:xfrm>
            <a:off x="10336993" y="4122957"/>
            <a:ext cx="687322" cy="68732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sp>
        <p:nvSpPr>
          <p:cNvPr id="108" name="Oval 107">
            <a:extLst>
              <a:ext uri="{FF2B5EF4-FFF2-40B4-BE49-F238E27FC236}">
                <a16:creationId xmlns:a16="http://schemas.microsoft.com/office/drawing/2014/main" id="{EC0B6F62-CEEB-4C06-A005-08405EF01142}"/>
              </a:ext>
              <a:ext uri="{C183D7F6-B498-43B3-948B-1728B52AA6E4}">
                <adec:decorative xmlns:adec="http://schemas.microsoft.com/office/drawing/2017/decorative" val="1"/>
              </a:ext>
            </a:extLst>
          </p:cNvPr>
          <p:cNvSpPr/>
          <p:nvPr/>
        </p:nvSpPr>
        <p:spPr>
          <a:xfrm>
            <a:off x="10336993" y="5072345"/>
            <a:ext cx="687322" cy="68732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sp>
        <p:nvSpPr>
          <p:cNvPr id="3" name="Subtitle 2">
            <a:extLst>
              <a:ext uri="{FF2B5EF4-FFF2-40B4-BE49-F238E27FC236}">
                <a16:creationId xmlns:a16="http://schemas.microsoft.com/office/drawing/2014/main" id="{F52A8075-47A3-4E5C-86D8-C50E16AD3772}"/>
              </a:ext>
            </a:extLst>
          </p:cNvPr>
          <p:cNvSpPr>
            <a:spLocks noGrp="1"/>
          </p:cNvSpPr>
          <p:nvPr>
            <p:ph type="subTitle" idx="1"/>
          </p:nvPr>
        </p:nvSpPr>
        <p:spPr/>
        <p:txBody>
          <a:bodyPr/>
          <a:lstStyle/>
          <a:p>
            <a:r>
              <a:rPr lang="en-US" dirty="0"/>
              <a:t>Diagrams</a:t>
            </a:r>
          </a:p>
        </p:txBody>
      </p:sp>
      <p:sp>
        <p:nvSpPr>
          <p:cNvPr id="2" name="Title 1">
            <a:extLst>
              <a:ext uri="{FF2B5EF4-FFF2-40B4-BE49-F238E27FC236}">
                <a16:creationId xmlns:a16="http://schemas.microsoft.com/office/drawing/2014/main" id="{376885DD-294C-4241-9CA1-3269D710FFF0}"/>
              </a:ext>
            </a:extLst>
          </p:cNvPr>
          <p:cNvSpPr>
            <a:spLocks noGrp="1"/>
          </p:cNvSpPr>
          <p:nvPr>
            <p:ph type="title"/>
          </p:nvPr>
        </p:nvSpPr>
        <p:spPr/>
        <p:txBody>
          <a:bodyPr/>
          <a:lstStyle/>
          <a:p>
            <a:r>
              <a:rPr lang="en-US" dirty="0"/>
              <a:t>Pyramid</a:t>
            </a:r>
          </a:p>
        </p:txBody>
      </p:sp>
      <p:sp>
        <p:nvSpPr>
          <p:cNvPr id="99" name="Rectangle 98">
            <a:extLst>
              <a:ext uri="{FF2B5EF4-FFF2-40B4-BE49-F238E27FC236}">
                <a16:creationId xmlns:a16="http://schemas.microsoft.com/office/drawing/2014/main" id="{7B39BDF7-D963-403F-9BA0-4A1D3D5EFADA}"/>
              </a:ext>
            </a:extLst>
          </p:cNvPr>
          <p:cNvSpPr/>
          <p:nvPr/>
        </p:nvSpPr>
        <p:spPr bwMode="white">
          <a:xfrm>
            <a:off x="10375977" y="2383176"/>
            <a:ext cx="594784" cy="369332"/>
          </a:xfrm>
          <a:prstGeom prst="rect">
            <a:avLst/>
          </a:prstGeom>
        </p:spPr>
        <p:txBody>
          <a:bodyPr wrap="square" lIns="0" tIns="0" rIns="0" bIns="0">
            <a:spAutoFit/>
          </a:bodyPr>
          <a:lstStyle/>
          <a:p>
            <a:pPr algn="ctr">
              <a:spcAft>
                <a:spcPts val="400"/>
              </a:spcAft>
              <a:defRPr/>
            </a:pPr>
            <a:r>
              <a:rPr lang="en-US" sz="2400" dirty="0">
                <a:solidFill>
                  <a:schemeClr val="bg1"/>
                </a:solidFill>
                <a:latin typeface="+mj-lt"/>
                <a:ea typeface="Roboto" panose="02000000000000000000" pitchFamily="2" charset="0"/>
                <a:cs typeface="Roboto" panose="02000000000000000000" pitchFamily="2" charset="0"/>
              </a:rPr>
              <a:t>01</a:t>
            </a:r>
            <a:endParaRPr lang="en-US" sz="2400" spc="-30" dirty="0">
              <a:solidFill>
                <a:schemeClr val="bg1"/>
              </a:solidFill>
              <a:latin typeface="+mj-lt"/>
            </a:endParaRPr>
          </a:p>
        </p:txBody>
      </p:sp>
      <p:sp>
        <p:nvSpPr>
          <p:cNvPr id="52" name="Rectangle 51">
            <a:extLst>
              <a:ext uri="{FF2B5EF4-FFF2-40B4-BE49-F238E27FC236}">
                <a16:creationId xmlns:a16="http://schemas.microsoft.com/office/drawing/2014/main" id="{6A7CA1DC-F4A6-4505-9DA1-445A63DD9167}"/>
              </a:ext>
            </a:extLst>
          </p:cNvPr>
          <p:cNvSpPr/>
          <p:nvPr/>
        </p:nvSpPr>
        <p:spPr>
          <a:xfrm>
            <a:off x="6975874" y="2211552"/>
            <a:ext cx="2820416" cy="636072"/>
          </a:xfrm>
          <a:prstGeom prst="rect">
            <a:avLst/>
          </a:prstGeom>
        </p:spPr>
        <p:txBody>
          <a:bodyPr wrap="square" lIns="0" tIns="0" rIns="0" bIns="0">
            <a:spAutoFit/>
          </a:bodyPr>
          <a:lstStyle/>
          <a:p>
            <a:pPr>
              <a:spcAft>
                <a:spcPts val="400"/>
              </a:spcAft>
              <a:defRPr/>
            </a:pPr>
            <a:r>
              <a:rPr lang="en-US" sz="1400" dirty="0">
                <a:solidFill>
                  <a:schemeClr val="bg1"/>
                </a:solidFill>
                <a:latin typeface="+mj-lt"/>
                <a:ea typeface="Roboto" panose="02000000000000000000" pitchFamily="2" charset="0"/>
                <a:cs typeface="Roboto" panose="02000000000000000000" pitchFamily="2" charset="0"/>
              </a:rPr>
              <a:t>Generic Label</a:t>
            </a:r>
          </a:p>
          <a:p>
            <a:pPr>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a:t>
            </a:r>
            <a:endParaRPr lang="en-US" sz="1200" spc="-30" dirty="0">
              <a:solidFill>
                <a:schemeClr val="bg1"/>
              </a:solidFill>
            </a:endParaRPr>
          </a:p>
        </p:txBody>
      </p:sp>
      <p:sp>
        <p:nvSpPr>
          <p:cNvPr id="100" name="Rectangle 99">
            <a:extLst>
              <a:ext uri="{FF2B5EF4-FFF2-40B4-BE49-F238E27FC236}">
                <a16:creationId xmlns:a16="http://schemas.microsoft.com/office/drawing/2014/main" id="{0E261E9E-B488-4173-9204-913EC4AD42A1}"/>
              </a:ext>
            </a:extLst>
          </p:cNvPr>
          <p:cNvSpPr/>
          <p:nvPr/>
        </p:nvSpPr>
        <p:spPr bwMode="white">
          <a:xfrm>
            <a:off x="10375977" y="3332564"/>
            <a:ext cx="594784" cy="369332"/>
          </a:xfrm>
          <a:prstGeom prst="rect">
            <a:avLst/>
          </a:prstGeom>
        </p:spPr>
        <p:txBody>
          <a:bodyPr wrap="square" lIns="0" tIns="0" rIns="0" bIns="0">
            <a:spAutoFit/>
          </a:bodyPr>
          <a:lstStyle/>
          <a:p>
            <a:pPr algn="ctr">
              <a:spcAft>
                <a:spcPts val="400"/>
              </a:spcAft>
              <a:defRPr/>
            </a:pPr>
            <a:r>
              <a:rPr lang="en-US" sz="2400" dirty="0">
                <a:solidFill>
                  <a:schemeClr val="bg1"/>
                </a:solidFill>
                <a:latin typeface="+mj-lt"/>
                <a:ea typeface="Roboto" panose="02000000000000000000" pitchFamily="2" charset="0"/>
                <a:cs typeface="Roboto" panose="02000000000000000000" pitchFamily="2" charset="0"/>
              </a:rPr>
              <a:t>02</a:t>
            </a:r>
            <a:endParaRPr lang="en-US" sz="2400" spc="-30" dirty="0">
              <a:solidFill>
                <a:schemeClr val="bg1"/>
              </a:solidFill>
              <a:latin typeface="+mj-lt"/>
            </a:endParaRPr>
          </a:p>
        </p:txBody>
      </p:sp>
      <p:sp>
        <p:nvSpPr>
          <p:cNvPr id="81" name="Rectangle 80">
            <a:extLst>
              <a:ext uri="{FF2B5EF4-FFF2-40B4-BE49-F238E27FC236}">
                <a16:creationId xmlns:a16="http://schemas.microsoft.com/office/drawing/2014/main" id="{2F35648F-B324-4A75-8A0B-7AA7D4B18B6E}"/>
              </a:ext>
            </a:extLst>
          </p:cNvPr>
          <p:cNvSpPr/>
          <p:nvPr/>
        </p:nvSpPr>
        <p:spPr>
          <a:xfrm>
            <a:off x="6975874" y="3160192"/>
            <a:ext cx="2820416" cy="636072"/>
          </a:xfrm>
          <a:prstGeom prst="rect">
            <a:avLst/>
          </a:prstGeom>
        </p:spPr>
        <p:txBody>
          <a:bodyPr wrap="square" lIns="0" tIns="0" rIns="0" bIns="0">
            <a:spAutoFit/>
          </a:bodyPr>
          <a:lstStyle/>
          <a:p>
            <a:pPr>
              <a:spcAft>
                <a:spcPts val="400"/>
              </a:spcAft>
              <a:defRPr/>
            </a:pPr>
            <a:r>
              <a:rPr lang="en-US" sz="1400" dirty="0">
                <a:solidFill>
                  <a:schemeClr val="bg1"/>
                </a:solidFill>
                <a:latin typeface="+mj-lt"/>
                <a:ea typeface="Roboto" panose="02000000000000000000" pitchFamily="2" charset="0"/>
                <a:cs typeface="Roboto" panose="02000000000000000000" pitchFamily="2" charset="0"/>
              </a:rPr>
              <a:t>Generic Label</a:t>
            </a:r>
          </a:p>
          <a:p>
            <a:pPr>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a:t>
            </a:r>
            <a:endParaRPr lang="en-US" sz="1200" spc="-30" dirty="0">
              <a:solidFill>
                <a:schemeClr val="bg1"/>
              </a:solidFill>
            </a:endParaRPr>
          </a:p>
        </p:txBody>
      </p:sp>
      <p:sp>
        <p:nvSpPr>
          <p:cNvPr id="101" name="Rectangle 100">
            <a:extLst>
              <a:ext uri="{FF2B5EF4-FFF2-40B4-BE49-F238E27FC236}">
                <a16:creationId xmlns:a16="http://schemas.microsoft.com/office/drawing/2014/main" id="{0DFE9AE2-31FE-4D71-90D5-24825F5727CA}"/>
              </a:ext>
            </a:extLst>
          </p:cNvPr>
          <p:cNvSpPr/>
          <p:nvPr/>
        </p:nvSpPr>
        <p:spPr bwMode="white">
          <a:xfrm>
            <a:off x="10375977" y="4281952"/>
            <a:ext cx="594784" cy="369332"/>
          </a:xfrm>
          <a:prstGeom prst="rect">
            <a:avLst/>
          </a:prstGeom>
        </p:spPr>
        <p:txBody>
          <a:bodyPr wrap="square" lIns="0" tIns="0" rIns="0" bIns="0">
            <a:spAutoFit/>
          </a:bodyPr>
          <a:lstStyle/>
          <a:p>
            <a:pPr algn="ctr">
              <a:spcAft>
                <a:spcPts val="400"/>
              </a:spcAft>
              <a:defRPr/>
            </a:pPr>
            <a:r>
              <a:rPr lang="en-US" sz="2400" dirty="0">
                <a:solidFill>
                  <a:schemeClr val="bg1"/>
                </a:solidFill>
                <a:latin typeface="+mj-lt"/>
                <a:ea typeface="Roboto" panose="02000000000000000000" pitchFamily="2" charset="0"/>
                <a:cs typeface="Roboto" panose="02000000000000000000" pitchFamily="2" charset="0"/>
              </a:rPr>
              <a:t>03</a:t>
            </a:r>
            <a:endParaRPr lang="en-US" sz="2400" spc="-30" dirty="0">
              <a:solidFill>
                <a:schemeClr val="bg1"/>
              </a:solidFill>
              <a:latin typeface="+mj-lt"/>
            </a:endParaRPr>
          </a:p>
        </p:txBody>
      </p:sp>
      <p:sp>
        <p:nvSpPr>
          <p:cNvPr id="53" name="Rectangle 52">
            <a:extLst>
              <a:ext uri="{FF2B5EF4-FFF2-40B4-BE49-F238E27FC236}">
                <a16:creationId xmlns:a16="http://schemas.microsoft.com/office/drawing/2014/main" id="{A9C482A1-FF92-4186-835E-46A76DFAA203}"/>
              </a:ext>
            </a:extLst>
          </p:cNvPr>
          <p:cNvSpPr/>
          <p:nvPr/>
        </p:nvSpPr>
        <p:spPr>
          <a:xfrm>
            <a:off x="6975874" y="4108832"/>
            <a:ext cx="2820416" cy="636072"/>
          </a:xfrm>
          <a:prstGeom prst="rect">
            <a:avLst/>
          </a:prstGeom>
        </p:spPr>
        <p:txBody>
          <a:bodyPr wrap="square" lIns="0" tIns="0" rIns="0" bIns="0">
            <a:spAutoFit/>
          </a:bodyPr>
          <a:lstStyle/>
          <a:p>
            <a:pPr>
              <a:spcAft>
                <a:spcPts val="400"/>
              </a:spcAft>
              <a:defRPr/>
            </a:pPr>
            <a:r>
              <a:rPr lang="en-US" sz="1400" dirty="0">
                <a:solidFill>
                  <a:schemeClr val="bg1"/>
                </a:solidFill>
                <a:latin typeface="+mj-lt"/>
                <a:ea typeface="Roboto" panose="02000000000000000000" pitchFamily="2" charset="0"/>
                <a:cs typeface="Roboto" panose="02000000000000000000" pitchFamily="2" charset="0"/>
              </a:rPr>
              <a:t>Generic Label</a:t>
            </a:r>
          </a:p>
          <a:p>
            <a:pPr>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a:t>
            </a:r>
            <a:endParaRPr lang="en-US" sz="1200" spc="-30" dirty="0">
              <a:solidFill>
                <a:schemeClr val="bg1"/>
              </a:solidFill>
            </a:endParaRPr>
          </a:p>
        </p:txBody>
      </p:sp>
      <p:sp>
        <p:nvSpPr>
          <p:cNvPr id="102" name="Rectangle 101">
            <a:extLst>
              <a:ext uri="{FF2B5EF4-FFF2-40B4-BE49-F238E27FC236}">
                <a16:creationId xmlns:a16="http://schemas.microsoft.com/office/drawing/2014/main" id="{19191B0C-A621-4E00-811B-9A4BD0185831}"/>
              </a:ext>
            </a:extLst>
          </p:cNvPr>
          <p:cNvSpPr/>
          <p:nvPr/>
        </p:nvSpPr>
        <p:spPr bwMode="white">
          <a:xfrm>
            <a:off x="10375977" y="5231340"/>
            <a:ext cx="594784" cy="369332"/>
          </a:xfrm>
          <a:prstGeom prst="rect">
            <a:avLst/>
          </a:prstGeom>
        </p:spPr>
        <p:txBody>
          <a:bodyPr wrap="square" lIns="0" tIns="0" rIns="0" bIns="0">
            <a:spAutoFit/>
          </a:bodyPr>
          <a:lstStyle/>
          <a:p>
            <a:pPr algn="ctr">
              <a:spcAft>
                <a:spcPts val="400"/>
              </a:spcAft>
              <a:defRPr/>
            </a:pPr>
            <a:r>
              <a:rPr lang="en-US" sz="2400" dirty="0">
                <a:solidFill>
                  <a:schemeClr val="bg1"/>
                </a:solidFill>
                <a:latin typeface="+mj-lt"/>
                <a:ea typeface="Roboto" panose="02000000000000000000" pitchFamily="2" charset="0"/>
                <a:cs typeface="Roboto" panose="02000000000000000000" pitchFamily="2" charset="0"/>
              </a:rPr>
              <a:t>04</a:t>
            </a:r>
            <a:endParaRPr lang="en-US" sz="2400" spc="-30" dirty="0">
              <a:solidFill>
                <a:schemeClr val="bg1"/>
              </a:solidFill>
              <a:latin typeface="+mj-lt"/>
            </a:endParaRPr>
          </a:p>
        </p:txBody>
      </p:sp>
      <p:sp>
        <p:nvSpPr>
          <p:cNvPr id="82" name="Rectangle 81">
            <a:extLst>
              <a:ext uri="{FF2B5EF4-FFF2-40B4-BE49-F238E27FC236}">
                <a16:creationId xmlns:a16="http://schemas.microsoft.com/office/drawing/2014/main" id="{9F42BD91-AB59-4E7F-B9D2-210749171585}"/>
              </a:ext>
            </a:extLst>
          </p:cNvPr>
          <p:cNvSpPr/>
          <p:nvPr/>
        </p:nvSpPr>
        <p:spPr>
          <a:xfrm>
            <a:off x="6975874" y="5057472"/>
            <a:ext cx="2820416" cy="636072"/>
          </a:xfrm>
          <a:prstGeom prst="rect">
            <a:avLst/>
          </a:prstGeom>
        </p:spPr>
        <p:txBody>
          <a:bodyPr wrap="square" lIns="0" tIns="0" rIns="0" bIns="0">
            <a:spAutoFit/>
          </a:bodyPr>
          <a:lstStyle/>
          <a:p>
            <a:pPr>
              <a:spcAft>
                <a:spcPts val="400"/>
              </a:spcAft>
              <a:defRPr/>
            </a:pPr>
            <a:r>
              <a:rPr lang="en-US" sz="1400" dirty="0">
                <a:solidFill>
                  <a:schemeClr val="bg1"/>
                </a:solidFill>
                <a:latin typeface="+mj-lt"/>
                <a:ea typeface="Roboto" panose="02000000000000000000" pitchFamily="2" charset="0"/>
                <a:cs typeface="Roboto" panose="02000000000000000000" pitchFamily="2" charset="0"/>
              </a:rPr>
              <a:t>Generic Label</a:t>
            </a:r>
          </a:p>
          <a:p>
            <a:pPr>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a:t>
            </a:r>
            <a:endParaRPr lang="en-US" sz="1200" spc="-30" dirty="0">
              <a:solidFill>
                <a:schemeClr val="bg1"/>
              </a:solidFill>
            </a:endParaRPr>
          </a:p>
        </p:txBody>
      </p:sp>
    </p:spTree>
    <p:extLst>
      <p:ext uri="{BB962C8B-B14F-4D97-AF65-F5344CB8AC3E}">
        <p14:creationId xmlns:p14="http://schemas.microsoft.com/office/powerpoint/2010/main" val="2609691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Block Arc 7">
            <a:extLst>
              <a:ext uri="{FF2B5EF4-FFF2-40B4-BE49-F238E27FC236}">
                <a16:creationId xmlns:a16="http://schemas.microsoft.com/office/drawing/2014/main" id="{27C3F1D6-F999-4BBB-964E-24EFAD7E1F96}"/>
              </a:ext>
              <a:ext uri="{C183D7F6-B498-43B3-948B-1728B52AA6E4}">
                <adec:decorative xmlns:adec="http://schemas.microsoft.com/office/drawing/2017/decorative" val="1"/>
              </a:ext>
            </a:extLst>
          </p:cNvPr>
          <p:cNvSpPr/>
          <p:nvPr/>
        </p:nvSpPr>
        <p:spPr>
          <a:xfrm rot="2616404">
            <a:off x="3902515" y="1748094"/>
            <a:ext cx="4386969" cy="4386968"/>
          </a:xfrm>
          <a:prstGeom prst="blockArc">
            <a:avLst>
              <a:gd name="adj1" fmla="val 16083772"/>
              <a:gd name="adj2" fmla="val 16074991"/>
              <a:gd name="adj3" fmla="val 5897"/>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grpSp>
        <p:nvGrpSpPr>
          <p:cNvPr id="9" name="Group 8">
            <a:extLst>
              <a:ext uri="{FF2B5EF4-FFF2-40B4-BE49-F238E27FC236}">
                <a16:creationId xmlns:a16="http://schemas.microsoft.com/office/drawing/2014/main" id="{0B6D84E6-FC6F-A4E2-2CEA-832016F9E497}"/>
              </a:ext>
              <a:ext uri="{C183D7F6-B498-43B3-948B-1728B52AA6E4}">
                <adec:decorative xmlns:adec="http://schemas.microsoft.com/office/drawing/2017/decorative" val="1"/>
              </a:ext>
            </a:extLst>
          </p:cNvPr>
          <p:cNvGrpSpPr/>
          <p:nvPr/>
        </p:nvGrpSpPr>
        <p:grpSpPr>
          <a:xfrm>
            <a:off x="3538886" y="1828836"/>
            <a:ext cx="5114226" cy="4228864"/>
            <a:chOff x="3538886" y="1828836"/>
            <a:chExt cx="5114226" cy="4228864"/>
          </a:xfrm>
        </p:grpSpPr>
        <p:sp>
          <p:nvSpPr>
            <p:cNvPr id="12" name="Freeform: Shape 11">
              <a:extLst>
                <a:ext uri="{FF2B5EF4-FFF2-40B4-BE49-F238E27FC236}">
                  <a16:creationId xmlns:a16="http://schemas.microsoft.com/office/drawing/2014/main" id="{907925B4-C966-47AB-848A-4D746EA9C5E7}"/>
                </a:ext>
              </a:extLst>
            </p:cNvPr>
            <p:cNvSpPr/>
            <p:nvPr/>
          </p:nvSpPr>
          <p:spPr>
            <a:xfrm>
              <a:off x="4909173" y="2754753"/>
              <a:ext cx="2373657" cy="2373652"/>
            </a:xfrm>
            <a:custGeom>
              <a:avLst/>
              <a:gdLst>
                <a:gd name="connsiteX0" fmla="*/ 0 w 1918890"/>
                <a:gd name="connsiteY0" fmla="*/ 959445 h 1918890"/>
                <a:gd name="connsiteX1" fmla="*/ 959445 w 1918890"/>
                <a:gd name="connsiteY1" fmla="*/ 0 h 1918890"/>
                <a:gd name="connsiteX2" fmla="*/ 1918890 w 1918890"/>
                <a:gd name="connsiteY2" fmla="*/ 959445 h 1918890"/>
                <a:gd name="connsiteX3" fmla="*/ 959445 w 1918890"/>
                <a:gd name="connsiteY3" fmla="*/ 1918890 h 1918890"/>
                <a:gd name="connsiteX4" fmla="*/ 0 w 1918890"/>
                <a:gd name="connsiteY4" fmla="*/ 959445 h 1918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8890" h="1918890">
                  <a:moveTo>
                    <a:pt x="0" y="959445"/>
                  </a:moveTo>
                  <a:cubicBezTo>
                    <a:pt x="0" y="429558"/>
                    <a:pt x="429558" y="0"/>
                    <a:pt x="959445" y="0"/>
                  </a:cubicBezTo>
                  <a:cubicBezTo>
                    <a:pt x="1489332" y="0"/>
                    <a:pt x="1918890" y="429558"/>
                    <a:pt x="1918890" y="959445"/>
                  </a:cubicBezTo>
                  <a:cubicBezTo>
                    <a:pt x="1918890" y="1489332"/>
                    <a:pt x="1489332" y="1918890"/>
                    <a:pt x="959445" y="1918890"/>
                  </a:cubicBezTo>
                  <a:cubicBezTo>
                    <a:pt x="429558" y="1918890"/>
                    <a:pt x="0" y="1489332"/>
                    <a:pt x="0" y="95944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E5A6CB0A-C99A-46DC-8403-C266E8944CAC}"/>
                </a:ext>
              </a:extLst>
            </p:cNvPr>
            <p:cNvSpPr/>
            <p:nvPr/>
          </p:nvSpPr>
          <p:spPr>
            <a:xfrm>
              <a:off x="7529938" y="3379993"/>
              <a:ext cx="1123174" cy="1123172"/>
            </a:xfrm>
            <a:custGeom>
              <a:avLst/>
              <a:gdLst>
                <a:gd name="connsiteX0" fmla="*/ 0 w 1343223"/>
                <a:gd name="connsiteY0" fmla="*/ 671612 h 1343223"/>
                <a:gd name="connsiteX1" fmla="*/ 671612 w 1343223"/>
                <a:gd name="connsiteY1" fmla="*/ 0 h 1343223"/>
                <a:gd name="connsiteX2" fmla="*/ 1343224 w 1343223"/>
                <a:gd name="connsiteY2" fmla="*/ 671612 h 1343223"/>
                <a:gd name="connsiteX3" fmla="*/ 671612 w 1343223"/>
                <a:gd name="connsiteY3" fmla="*/ 1343224 h 1343223"/>
                <a:gd name="connsiteX4" fmla="*/ 0 w 1343223"/>
                <a:gd name="connsiteY4" fmla="*/ 671612 h 134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3223" h="1343223">
                  <a:moveTo>
                    <a:pt x="0" y="671612"/>
                  </a:moveTo>
                  <a:cubicBezTo>
                    <a:pt x="0" y="300691"/>
                    <a:pt x="300691" y="0"/>
                    <a:pt x="671612" y="0"/>
                  </a:cubicBezTo>
                  <a:cubicBezTo>
                    <a:pt x="1042533" y="0"/>
                    <a:pt x="1343224" y="300691"/>
                    <a:pt x="1343224" y="671612"/>
                  </a:cubicBezTo>
                  <a:cubicBezTo>
                    <a:pt x="1343224" y="1042533"/>
                    <a:pt x="1042533" y="1343224"/>
                    <a:pt x="671612" y="1343224"/>
                  </a:cubicBezTo>
                  <a:cubicBezTo>
                    <a:pt x="300691" y="1343224"/>
                    <a:pt x="0" y="1042533"/>
                    <a:pt x="0" y="671612"/>
                  </a:cubicBezTo>
                  <a:close/>
                </a:path>
              </a:pathLst>
            </a:custGeom>
            <a:solidFill>
              <a:schemeClr val="accent2"/>
            </a:solidFill>
            <a:ln w="127000">
              <a:solidFill>
                <a:schemeClr val="accent2">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Roboto" panose="02000000000000000000" pitchFamily="2" charset="0"/>
              </a:endParaRPr>
            </a:p>
          </p:txBody>
        </p:sp>
        <p:sp>
          <p:nvSpPr>
            <p:cNvPr id="16" name="Freeform: Shape 15">
              <a:extLst>
                <a:ext uri="{FF2B5EF4-FFF2-40B4-BE49-F238E27FC236}">
                  <a16:creationId xmlns:a16="http://schemas.microsoft.com/office/drawing/2014/main" id="{F4CD0297-5E13-4C42-9D04-57E05C843122}"/>
                </a:ext>
              </a:extLst>
            </p:cNvPr>
            <p:cNvSpPr/>
            <p:nvPr/>
          </p:nvSpPr>
          <p:spPr>
            <a:xfrm>
              <a:off x="3538886" y="3379993"/>
              <a:ext cx="1123174" cy="1123172"/>
            </a:xfrm>
            <a:custGeom>
              <a:avLst/>
              <a:gdLst>
                <a:gd name="connsiteX0" fmla="*/ 0 w 1343223"/>
                <a:gd name="connsiteY0" fmla="*/ 671612 h 1343223"/>
                <a:gd name="connsiteX1" fmla="*/ 671612 w 1343223"/>
                <a:gd name="connsiteY1" fmla="*/ 0 h 1343223"/>
                <a:gd name="connsiteX2" fmla="*/ 1343224 w 1343223"/>
                <a:gd name="connsiteY2" fmla="*/ 671612 h 1343223"/>
                <a:gd name="connsiteX3" fmla="*/ 671612 w 1343223"/>
                <a:gd name="connsiteY3" fmla="*/ 1343224 h 1343223"/>
                <a:gd name="connsiteX4" fmla="*/ 0 w 1343223"/>
                <a:gd name="connsiteY4" fmla="*/ 671612 h 134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3223" h="1343223">
                  <a:moveTo>
                    <a:pt x="0" y="671612"/>
                  </a:moveTo>
                  <a:cubicBezTo>
                    <a:pt x="0" y="300691"/>
                    <a:pt x="300691" y="0"/>
                    <a:pt x="671612" y="0"/>
                  </a:cubicBezTo>
                  <a:cubicBezTo>
                    <a:pt x="1042533" y="0"/>
                    <a:pt x="1343224" y="300691"/>
                    <a:pt x="1343224" y="671612"/>
                  </a:cubicBezTo>
                  <a:cubicBezTo>
                    <a:pt x="1343224" y="1042533"/>
                    <a:pt x="1042533" y="1343224"/>
                    <a:pt x="671612" y="1343224"/>
                  </a:cubicBezTo>
                  <a:cubicBezTo>
                    <a:pt x="300691" y="1343224"/>
                    <a:pt x="0" y="1042533"/>
                    <a:pt x="0" y="671612"/>
                  </a:cubicBezTo>
                  <a:close/>
                </a:path>
              </a:pathLst>
            </a:custGeom>
            <a:solidFill>
              <a:schemeClr val="accent2"/>
            </a:solidFill>
            <a:ln w="127000">
              <a:solidFill>
                <a:schemeClr val="accent2">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Roboto" panose="02000000000000000000" pitchFamily="2" charset="0"/>
              </a:endParaRPr>
            </a:p>
          </p:txBody>
        </p:sp>
        <p:sp>
          <p:nvSpPr>
            <p:cNvPr id="22" name="Freeform: Shape 21">
              <a:extLst>
                <a:ext uri="{FF2B5EF4-FFF2-40B4-BE49-F238E27FC236}">
                  <a16:creationId xmlns:a16="http://schemas.microsoft.com/office/drawing/2014/main" id="{EF342820-CB92-46F5-ACA0-BD0DFB685067}"/>
                </a:ext>
              </a:extLst>
            </p:cNvPr>
            <p:cNvSpPr/>
            <p:nvPr/>
          </p:nvSpPr>
          <p:spPr>
            <a:xfrm>
              <a:off x="6771371" y="4934528"/>
              <a:ext cx="1123174" cy="1123172"/>
            </a:xfrm>
            <a:custGeom>
              <a:avLst/>
              <a:gdLst>
                <a:gd name="connsiteX0" fmla="*/ 0 w 1343223"/>
                <a:gd name="connsiteY0" fmla="*/ 671612 h 1343223"/>
                <a:gd name="connsiteX1" fmla="*/ 671612 w 1343223"/>
                <a:gd name="connsiteY1" fmla="*/ 0 h 1343223"/>
                <a:gd name="connsiteX2" fmla="*/ 1343224 w 1343223"/>
                <a:gd name="connsiteY2" fmla="*/ 671612 h 1343223"/>
                <a:gd name="connsiteX3" fmla="*/ 671612 w 1343223"/>
                <a:gd name="connsiteY3" fmla="*/ 1343224 h 1343223"/>
                <a:gd name="connsiteX4" fmla="*/ 0 w 1343223"/>
                <a:gd name="connsiteY4" fmla="*/ 671612 h 134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3223" h="1343223">
                  <a:moveTo>
                    <a:pt x="0" y="671612"/>
                  </a:moveTo>
                  <a:cubicBezTo>
                    <a:pt x="0" y="300691"/>
                    <a:pt x="300691" y="0"/>
                    <a:pt x="671612" y="0"/>
                  </a:cubicBezTo>
                  <a:cubicBezTo>
                    <a:pt x="1042533" y="0"/>
                    <a:pt x="1343224" y="300691"/>
                    <a:pt x="1343224" y="671612"/>
                  </a:cubicBezTo>
                  <a:cubicBezTo>
                    <a:pt x="1343224" y="1042533"/>
                    <a:pt x="1042533" y="1343224"/>
                    <a:pt x="671612" y="1343224"/>
                  </a:cubicBezTo>
                  <a:cubicBezTo>
                    <a:pt x="300691" y="1343224"/>
                    <a:pt x="0" y="1042533"/>
                    <a:pt x="0" y="671612"/>
                  </a:cubicBezTo>
                  <a:close/>
                </a:path>
              </a:pathLst>
            </a:custGeom>
            <a:solidFill>
              <a:schemeClr val="accent4"/>
            </a:solidFill>
            <a:ln w="127000">
              <a:solidFill>
                <a:schemeClr val="accent4">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Roboto" panose="02000000000000000000" pitchFamily="2" charset="0"/>
              </a:endParaRPr>
            </a:p>
          </p:txBody>
        </p:sp>
        <p:sp>
          <p:nvSpPr>
            <p:cNvPr id="18" name="Freeform: Shape 17">
              <a:extLst>
                <a:ext uri="{FF2B5EF4-FFF2-40B4-BE49-F238E27FC236}">
                  <a16:creationId xmlns:a16="http://schemas.microsoft.com/office/drawing/2014/main" id="{1E920907-4819-4D6D-93DC-97FD1AA64612}"/>
                </a:ext>
              </a:extLst>
            </p:cNvPr>
            <p:cNvSpPr/>
            <p:nvPr/>
          </p:nvSpPr>
          <p:spPr>
            <a:xfrm>
              <a:off x="4297454" y="4934528"/>
              <a:ext cx="1123174" cy="1123172"/>
            </a:xfrm>
            <a:custGeom>
              <a:avLst/>
              <a:gdLst>
                <a:gd name="connsiteX0" fmla="*/ 0 w 1343223"/>
                <a:gd name="connsiteY0" fmla="*/ 671612 h 1343223"/>
                <a:gd name="connsiteX1" fmla="*/ 671612 w 1343223"/>
                <a:gd name="connsiteY1" fmla="*/ 0 h 1343223"/>
                <a:gd name="connsiteX2" fmla="*/ 1343224 w 1343223"/>
                <a:gd name="connsiteY2" fmla="*/ 671612 h 1343223"/>
                <a:gd name="connsiteX3" fmla="*/ 671612 w 1343223"/>
                <a:gd name="connsiteY3" fmla="*/ 1343224 h 1343223"/>
                <a:gd name="connsiteX4" fmla="*/ 0 w 1343223"/>
                <a:gd name="connsiteY4" fmla="*/ 671612 h 134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3223" h="1343223">
                  <a:moveTo>
                    <a:pt x="0" y="671612"/>
                  </a:moveTo>
                  <a:cubicBezTo>
                    <a:pt x="0" y="300691"/>
                    <a:pt x="300691" y="0"/>
                    <a:pt x="671612" y="0"/>
                  </a:cubicBezTo>
                  <a:cubicBezTo>
                    <a:pt x="1042533" y="0"/>
                    <a:pt x="1343224" y="300691"/>
                    <a:pt x="1343224" y="671612"/>
                  </a:cubicBezTo>
                  <a:cubicBezTo>
                    <a:pt x="1343224" y="1042533"/>
                    <a:pt x="1042533" y="1343224"/>
                    <a:pt x="671612" y="1343224"/>
                  </a:cubicBezTo>
                  <a:cubicBezTo>
                    <a:pt x="300691" y="1343224"/>
                    <a:pt x="0" y="1042533"/>
                    <a:pt x="0" y="671612"/>
                  </a:cubicBezTo>
                  <a:close/>
                </a:path>
              </a:pathLst>
            </a:custGeom>
            <a:solidFill>
              <a:schemeClr val="accent3"/>
            </a:solidFill>
            <a:ln w="127000">
              <a:solidFill>
                <a:schemeClr val="accent3">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latin typeface="Roboto" panose="02000000000000000000" pitchFamily="2" charset="0"/>
              </a:endParaRPr>
            </a:p>
          </p:txBody>
        </p:sp>
        <p:sp>
          <p:nvSpPr>
            <p:cNvPr id="15" name="Freeform: Shape 14">
              <a:extLst>
                <a:ext uri="{FF2B5EF4-FFF2-40B4-BE49-F238E27FC236}">
                  <a16:creationId xmlns:a16="http://schemas.microsoft.com/office/drawing/2014/main" id="{3E63141A-666E-44E4-883A-61DD6602FED2}"/>
                </a:ext>
              </a:extLst>
            </p:cNvPr>
            <p:cNvSpPr/>
            <p:nvPr/>
          </p:nvSpPr>
          <p:spPr>
            <a:xfrm>
              <a:off x="6771371" y="1828836"/>
              <a:ext cx="1123174" cy="1123172"/>
            </a:xfrm>
            <a:custGeom>
              <a:avLst/>
              <a:gdLst>
                <a:gd name="connsiteX0" fmla="*/ 0 w 1343223"/>
                <a:gd name="connsiteY0" fmla="*/ 671612 h 1343223"/>
                <a:gd name="connsiteX1" fmla="*/ 671612 w 1343223"/>
                <a:gd name="connsiteY1" fmla="*/ 0 h 1343223"/>
                <a:gd name="connsiteX2" fmla="*/ 1343224 w 1343223"/>
                <a:gd name="connsiteY2" fmla="*/ 671612 h 1343223"/>
                <a:gd name="connsiteX3" fmla="*/ 671612 w 1343223"/>
                <a:gd name="connsiteY3" fmla="*/ 1343224 h 1343223"/>
                <a:gd name="connsiteX4" fmla="*/ 0 w 1343223"/>
                <a:gd name="connsiteY4" fmla="*/ 671612 h 134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3223" h="1343223">
                  <a:moveTo>
                    <a:pt x="0" y="671612"/>
                  </a:moveTo>
                  <a:cubicBezTo>
                    <a:pt x="0" y="300691"/>
                    <a:pt x="300691" y="0"/>
                    <a:pt x="671612" y="0"/>
                  </a:cubicBezTo>
                  <a:cubicBezTo>
                    <a:pt x="1042533" y="0"/>
                    <a:pt x="1343224" y="300691"/>
                    <a:pt x="1343224" y="671612"/>
                  </a:cubicBezTo>
                  <a:cubicBezTo>
                    <a:pt x="1343224" y="1042533"/>
                    <a:pt x="1042533" y="1343224"/>
                    <a:pt x="671612" y="1343224"/>
                  </a:cubicBezTo>
                  <a:cubicBezTo>
                    <a:pt x="300691" y="1343224"/>
                    <a:pt x="0" y="1042533"/>
                    <a:pt x="0" y="671612"/>
                  </a:cubicBezTo>
                  <a:close/>
                </a:path>
              </a:pathLst>
            </a:custGeom>
            <a:solidFill>
              <a:schemeClr val="accent3"/>
            </a:solidFill>
            <a:ln w="127000">
              <a:solidFill>
                <a:schemeClr val="accent3">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latin typeface="Roboto" panose="02000000000000000000" pitchFamily="2" charset="0"/>
              </a:endParaRPr>
            </a:p>
          </p:txBody>
        </p:sp>
        <p:sp>
          <p:nvSpPr>
            <p:cNvPr id="23" name="Freeform: Shape 22">
              <a:extLst>
                <a:ext uri="{FF2B5EF4-FFF2-40B4-BE49-F238E27FC236}">
                  <a16:creationId xmlns:a16="http://schemas.microsoft.com/office/drawing/2014/main" id="{12458BCC-9A7E-4C1C-8297-F413506AB643}"/>
                </a:ext>
              </a:extLst>
            </p:cNvPr>
            <p:cNvSpPr/>
            <p:nvPr/>
          </p:nvSpPr>
          <p:spPr>
            <a:xfrm>
              <a:off x="4297454" y="1828836"/>
              <a:ext cx="1123174" cy="1123172"/>
            </a:xfrm>
            <a:custGeom>
              <a:avLst/>
              <a:gdLst>
                <a:gd name="connsiteX0" fmla="*/ 0 w 1343223"/>
                <a:gd name="connsiteY0" fmla="*/ 671612 h 1343223"/>
                <a:gd name="connsiteX1" fmla="*/ 671612 w 1343223"/>
                <a:gd name="connsiteY1" fmla="*/ 0 h 1343223"/>
                <a:gd name="connsiteX2" fmla="*/ 1343224 w 1343223"/>
                <a:gd name="connsiteY2" fmla="*/ 671612 h 1343223"/>
                <a:gd name="connsiteX3" fmla="*/ 671612 w 1343223"/>
                <a:gd name="connsiteY3" fmla="*/ 1343224 h 1343223"/>
                <a:gd name="connsiteX4" fmla="*/ 0 w 1343223"/>
                <a:gd name="connsiteY4" fmla="*/ 671612 h 1343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3223" h="1343223">
                  <a:moveTo>
                    <a:pt x="0" y="671612"/>
                  </a:moveTo>
                  <a:cubicBezTo>
                    <a:pt x="0" y="300691"/>
                    <a:pt x="300691" y="0"/>
                    <a:pt x="671612" y="0"/>
                  </a:cubicBezTo>
                  <a:cubicBezTo>
                    <a:pt x="1042533" y="0"/>
                    <a:pt x="1343224" y="300691"/>
                    <a:pt x="1343224" y="671612"/>
                  </a:cubicBezTo>
                  <a:cubicBezTo>
                    <a:pt x="1343224" y="1042533"/>
                    <a:pt x="1042533" y="1343224"/>
                    <a:pt x="671612" y="1343224"/>
                  </a:cubicBezTo>
                  <a:cubicBezTo>
                    <a:pt x="300691" y="1343224"/>
                    <a:pt x="0" y="1042533"/>
                    <a:pt x="0" y="671612"/>
                  </a:cubicBezTo>
                  <a:close/>
                </a:path>
              </a:pathLst>
            </a:custGeom>
            <a:solidFill>
              <a:schemeClr val="accent4"/>
            </a:solidFill>
            <a:ln w="127000">
              <a:solidFill>
                <a:schemeClr val="accent4">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latin typeface="Roboto" panose="02000000000000000000" pitchFamily="2" charset="0"/>
              </a:endParaRPr>
            </a:p>
          </p:txBody>
        </p:sp>
      </p:grpSp>
      <p:sp>
        <p:nvSpPr>
          <p:cNvPr id="3" name="Subtitle 2">
            <a:extLst>
              <a:ext uri="{FF2B5EF4-FFF2-40B4-BE49-F238E27FC236}">
                <a16:creationId xmlns:a16="http://schemas.microsoft.com/office/drawing/2014/main" id="{B46FD118-3EC3-4172-821F-8F42E834FAD4}"/>
              </a:ext>
            </a:extLst>
          </p:cNvPr>
          <p:cNvSpPr>
            <a:spLocks noGrp="1"/>
          </p:cNvSpPr>
          <p:nvPr>
            <p:ph type="subTitle" idx="1"/>
          </p:nvPr>
        </p:nvSpPr>
        <p:spPr/>
        <p:txBody>
          <a:bodyPr/>
          <a:lstStyle/>
          <a:p>
            <a:r>
              <a:rPr lang="en-US" dirty="0"/>
              <a:t>Diagrams</a:t>
            </a:r>
          </a:p>
        </p:txBody>
      </p:sp>
      <p:sp>
        <p:nvSpPr>
          <p:cNvPr id="2" name="Title 1">
            <a:extLst>
              <a:ext uri="{FF2B5EF4-FFF2-40B4-BE49-F238E27FC236}">
                <a16:creationId xmlns:a16="http://schemas.microsoft.com/office/drawing/2014/main" id="{05C7BDAC-FDFB-42AD-8869-0E5BC41CBA3D}"/>
              </a:ext>
            </a:extLst>
          </p:cNvPr>
          <p:cNvSpPr>
            <a:spLocks noGrp="1"/>
          </p:cNvSpPr>
          <p:nvPr>
            <p:ph type="title"/>
          </p:nvPr>
        </p:nvSpPr>
        <p:spPr/>
        <p:txBody>
          <a:bodyPr/>
          <a:lstStyle/>
          <a:p>
            <a:r>
              <a:rPr lang="en-US" dirty="0"/>
              <a:t>Network</a:t>
            </a:r>
          </a:p>
        </p:txBody>
      </p:sp>
      <p:sp>
        <p:nvSpPr>
          <p:cNvPr id="24" name="Rectangle 23">
            <a:extLst>
              <a:ext uri="{FF2B5EF4-FFF2-40B4-BE49-F238E27FC236}">
                <a16:creationId xmlns:a16="http://schemas.microsoft.com/office/drawing/2014/main" id="{45A6BD74-1088-A14D-F747-94FD4812C9CE}"/>
              </a:ext>
            </a:extLst>
          </p:cNvPr>
          <p:cNvSpPr/>
          <p:nvPr/>
        </p:nvSpPr>
        <p:spPr bwMode="white">
          <a:xfrm>
            <a:off x="5156821" y="3504058"/>
            <a:ext cx="1878355" cy="882293"/>
          </a:xfrm>
          <a:prstGeom prst="rect">
            <a:avLst/>
          </a:prstGeom>
        </p:spPr>
        <p:txBody>
          <a:bodyPr wrap="square" lIns="0" tIns="0" rIns="0" bIns="0">
            <a:spAutoFit/>
          </a:bodyPr>
          <a:lstStyle/>
          <a:p>
            <a:pPr algn="ctr">
              <a:spcAft>
                <a:spcPts val="400"/>
              </a:spcAft>
              <a:defRPr/>
            </a:pPr>
            <a:r>
              <a:rPr lang="en-US" b="1" dirty="0">
                <a:solidFill>
                  <a:schemeClr val="bg1"/>
                </a:solidFill>
                <a:latin typeface="+mj-lt"/>
                <a:ea typeface="Roboto" panose="02000000000000000000" pitchFamily="2" charset="0"/>
                <a:cs typeface="Roboto" panose="02000000000000000000" pitchFamily="2" charset="0"/>
              </a:rPr>
              <a:t>Title </a:t>
            </a:r>
          </a:p>
          <a:p>
            <a:pPr algn="ctr">
              <a:spcAft>
                <a:spcPts val="4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 congue massa</a:t>
            </a:r>
            <a:endParaRPr lang="en-US" sz="1200" spc="-30" dirty="0">
              <a:solidFill>
                <a:schemeClr val="bg1"/>
              </a:solidFill>
            </a:endParaRPr>
          </a:p>
        </p:txBody>
      </p:sp>
      <p:sp>
        <p:nvSpPr>
          <p:cNvPr id="28" name="Rectangle 27">
            <a:extLst>
              <a:ext uri="{FF2B5EF4-FFF2-40B4-BE49-F238E27FC236}">
                <a16:creationId xmlns:a16="http://schemas.microsoft.com/office/drawing/2014/main" id="{6B5BEDAF-C2D7-9046-B89C-6B287FA35F72}"/>
              </a:ext>
            </a:extLst>
          </p:cNvPr>
          <p:cNvSpPr/>
          <p:nvPr/>
        </p:nvSpPr>
        <p:spPr bwMode="white">
          <a:xfrm>
            <a:off x="4396695" y="2284737"/>
            <a:ext cx="924690" cy="211374"/>
          </a:xfrm>
          <a:prstGeom prst="rect">
            <a:avLst/>
          </a:prstGeom>
        </p:spPr>
        <p:txBody>
          <a:bodyPr wrap="square" lIns="0" tIns="0" rIns="0" bIns="0" anchor="ctr">
            <a:spAutoFit/>
          </a:bodyPr>
          <a:lstStyle/>
          <a:p>
            <a:pPr algn="ctr">
              <a:lnSpc>
                <a:spcPct val="110000"/>
              </a:lnSpc>
              <a:spcAft>
                <a:spcPts val="900"/>
              </a:spcAft>
            </a:pPr>
            <a:r>
              <a:rPr lang="en-US" sz="1200" dirty="0">
                <a:solidFill>
                  <a:schemeClr val="bg1"/>
                </a:solidFill>
                <a:latin typeface="+mj-lt"/>
                <a:ea typeface="Roboto" panose="02000000000000000000" pitchFamily="2" charset="0"/>
                <a:cs typeface="Roboto" panose="02000000000000000000" pitchFamily="2" charset="0"/>
              </a:rPr>
              <a:t>Label</a:t>
            </a:r>
          </a:p>
        </p:txBody>
      </p:sp>
      <p:sp>
        <p:nvSpPr>
          <p:cNvPr id="27" name="Rectangle 26">
            <a:extLst>
              <a:ext uri="{FF2B5EF4-FFF2-40B4-BE49-F238E27FC236}">
                <a16:creationId xmlns:a16="http://schemas.microsoft.com/office/drawing/2014/main" id="{8C1BA441-18B1-AD57-4717-0F2E1B0F4340}"/>
              </a:ext>
            </a:extLst>
          </p:cNvPr>
          <p:cNvSpPr/>
          <p:nvPr/>
        </p:nvSpPr>
        <p:spPr bwMode="white">
          <a:xfrm>
            <a:off x="6831366" y="2284736"/>
            <a:ext cx="1003187" cy="211374"/>
          </a:xfrm>
          <a:prstGeom prst="rect">
            <a:avLst/>
          </a:prstGeom>
        </p:spPr>
        <p:txBody>
          <a:bodyPr wrap="square" lIns="0" tIns="0" rIns="0" bIns="0" anchor="ctr">
            <a:spAutoFit/>
          </a:bodyPr>
          <a:lstStyle/>
          <a:p>
            <a:pPr algn="ctr">
              <a:lnSpc>
                <a:spcPct val="110000"/>
              </a:lnSpc>
              <a:spcAft>
                <a:spcPts val="900"/>
              </a:spcAft>
            </a:pPr>
            <a:r>
              <a:rPr lang="en-US" sz="1200" dirty="0">
                <a:solidFill>
                  <a:schemeClr val="bg1"/>
                </a:solidFill>
                <a:latin typeface="+mj-lt"/>
                <a:ea typeface="Roboto" panose="02000000000000000000" pitchFamily="2" charset="0"/>
                <a:cs typeface="Roboto" panose="02000000000000000000" pitchFamily="2" charset="0"/>
              </a:rPr>
              <a:t>Label</a:t>
            </a:r>
          </a:p>
        </p:txBody>
      </p:sp>
      <p:sp>
        <p:nvSpPr>
          <p:cNvPr id="25" name="Rectangle 24">
            <a:extLst>
              <a:ext uri="{FF2B5EF4-FFF2-40B4-BE49-F238E27FC236}">
                <a16:creationId xmlns:a16="http://schemas.microsoft.com/office/drawing/2014/main" id="{F678816E-C3F8-F002-F286-DE44803B5A67}"/>
              </a:ext>
            </a:extLst>
          </p:cNvPr>
          <p:cNvSpPr/>
          <p:nvPr/>
        </p:nvSpPr>
        <p:spPr bwMode="white">
          <a:xfrm>
            <a:off x="7589933" y="3835893"/>
            <a:ext cx="1003187" cy="211374"/>
          </a:xfrm>
          <a:prstGeom prst="rect">
            <a:avLst/>
          </a:prstGeom>
        </p:spPr>
        <p:txBody>
          <a:bodyPr wrap="square" lIns="0" tIns="0" rIns="0" bIns="0" anchor="ctr">
            <a:spAutoFit/>
          </a:bodyPr>
          <a:lstStyle/>
          <a:p>
            <a:pPr algn="ctr">
              <a:lnSpc>
                <a:spcPct val="110000"/>
              </a:lnSpc>
              <a:spcAft>
                <a:spcPts val="900"/>
              </a:spcAft>
            </a:pPr>
            <a:r>
              <a:rPr lang="en-US" sz="1200" dirty="0">
                <a:solidFill>
                  <a:schemeClr val="bg1"/>
                </a:solidFill>
                <a:latin typeface="+mj-lt"/>
                <a:ea typeface="Roboto" panose="02000000000000000000" pitchFamily="2" charset="0"/>
                <a:cs typeface="Roboto" panose="02000000000000000000" pitchFamily="2" charset="0"/>
              </a:rPr>
              <a:t>Label</a:t>
            </a:r>
          </a:p>
        </p:txBody>
      </p:sp>
      <p:sp>
        <p:nvSpPr>
          <p:cNvPr id="29" name="Rectangle 28">
            <a:extLst>
              <a:ext uri="{FF2B5EF4-FFF2-40B4-BE49-F238E27FC236}">
                <a16:creationId xmlns:a16="http://schemas.microsoft.com/office/drawing/2014/main" id="{AAEF13A5-E8FD-B50D-6DB2-9EE367ACB629}"/>
              </a:ext>
            </a:extLst>
          </p:cNvPr>
          <p:cNvSpPr/>
          <p:nvPr/>
        </p:nvSpPr>
        <p:spPr bwMode="white">
          <a:xfrm>
            <a:off x="6831366" y="5390424"/>
            <a:ext cx="1003187" cy="211374"/>
          </a:xfrm>
          <a:prstGeom prst="rect">
            <a:avLst/>
          </a:prstGeom>
        </p:spPr>
        <p:txBody>
          <a:bodyPr wrap="square" lIns="0" tIns="0" rIns="0" bIns="0" anchor="ctr">
            <a:spAutoFit/>
          </a:bodyPr>
          <a:lstStyle/>
          <a:p>
            <a:pPr algn="ctr">
              <a:lnSpc>
                <a:spcPct val="110000"/>
              </a:lnSpc>
              <a:spcAft>
                <a:spcPts val="900"/>
              </a:spcAft>
            </a:pPr>
            <a:r>
              <a:rPr lang="en-US" sz="1200" dirty="0">
                <a:solidFill>
                  <a:schemeClr val="bg1"/>
                </a:solidFill>
                <a:latin typeface="+mj-lt"/>
                <a:ea typeface="Roboto" panose="02000000000000000000" pitchFamily="2" charset="0"/>
                <a:cs typeface="Roboto" panose="02000000000000000000" pitchFamily="2" charset="0"/>
              </a:rPr>
              <a:t>Label</a:t>
            </a:r>
          </a:p>
        </p:txBody>
      </p:sp>
      <p:sp>
        <p:nvSpPr>
          <p:cNvPr id="30" name="Rectangle 29">
            <a:extLst>
              <a:ext uri="{FF2B5EF4-FFF2-40B4-BE49-F238E27FC236}">
                <a16:creationId xmlns:a16="http://schemas.microsoft.com/office/drawing/2014/main" id="{0FA035C2-226A-4FB5-4C5D-1469B66B997E}"/>
              </a:ext>
            </a:extLst>
          </p:cNvPr>
          <p:cNvSpPr/>
          <p:nvPr/>
        </p:nvSpPr>
        <p:spPr bwMode="white">
          <a:xfrm>
            <a:off x="4357449" y="5390436"/>
            <a:ext cx="1003187" cy="211374"/>
          </a:xfrm>
          <a:prstGeom prst="rect">
            <a:avLst/>
          </a:prstGeom>
        </p:spPr>
        <p:txBody>
          <a:bodyPr wrap="square" lIns="0" tIns="0" rIns="0" bIns="0" anchor="ctr">
            <a:spAutoFit/>
          </a:bodyPr>
          <a:lstStyle/>
          <a:p>
            <a:pPr algn="ctr">
              <a:lnSpc>
                <a:spcPct val="110000"/>
              </a:lnSpc>
              <a:spcAft>
                <a:spcPts val="900"/>
              </a:spcAft>
            </a:pPr>
            <a:r>
              <a:rPr lang="en-US" sz="1200" dirty="0">
                <a:solidFill>
                  <a:schemeClr val="bg1"/>
                </a:solidFill>
                <a:latin typeface="+mj-lt"/>
                <a:ea typeface="Roboto" panose="02000000000000000000" pitchFamily="2" charset="0"/>
                <a:cs typeface="Roboto" panose="02000000000000000000" pitchFamily="2" charset="0"/>
              </a:rPr>
              <a:t>Label</a:t>
            </a:r>
          </a:p>
        </p:txBody>
      </p:sp>
      <p:sp>
        <p:nvSpPr>
          <p:cNvPr id="26" name="Rectangle 25">
            <a:extLst>
              <a:ext uri="{FF2B5EF4-FFF2-40B4-BE49-F238E27FC236}">
                <a16:creationId xmlns:a16="http://schemas.microsoft.com/office/drawing/2014/main" id="{1C29735D-393C-943F-C10D-D6ABB203AB15}"/>
              </a:ext>
            </a:extLst>
          </p:cNvPr>
          <p:cNvSpPr/>
          <p:nvPr/>
        </p:nvSpPr>
        <p:spPr bwMode="white">
          <a:xfrm>
            <a:off x="3598879" y="3835893"/>
            <a:ext cx="1003187" cy="211374"/>
          </a:xfrm>
          <a:prstGeom prst="rect">
            <a:avLst/>
          </a:prstGeom>
        </p:spPr>
        <p:txBody>
          <a:bodyPr wrap="square" lIns="0" tIns="0" rIns="0" bIns="0" anchor="ctr">
            <a:spAutoFit/>
          </a:bodyPr>
          <a:lstStyle/>
          <a:p>
            <a:pPr algn="ctr">
              <a:lnSpc>
                <a:spcPct val="110000"/>
              </a:lnSpc>
              <a:spcAft>
                <a:spcPts val="900"/>
              </a:spcAft>
            </a:pPr>
            <a:r>
              <a:rPr lang="en-US" sz="1200" dirty="0">
                <a:solidFill>
                  <a:schemeClr val="bg1"/>
                </a:solidFill>
                <a:latin typeface="+mj-lt"/>
                <a:ea typeface="Roboto" panose="02000000000000000000" pitchFamily="2" charset="0"/>
                <a:cs typeface="Roboto" panose="02000000000000000000" pitchFamily="2" charset="0"/>
              </a:rPr>
              <a:t>Label</a:t>
            </a:r>
          </a:p>
        </p:txBody>
      </p:sp>
    </p:spTree>
    <p:extLst>
      <p:ext uri="{BB962C8B-B14F-4D97-AF65-F5344CB8AC3E}">
        <p14:creationId xmlns:p14="http://schemas.microsoft.com/office/powerpoint/2010/main" val="55343726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DAEB9A8A-3E03-4521-B55F-4745C1444494}"/>
              </a:ext>
              <a:ext uri="{C183D7F6-B498-43B3-948B-1728B52AA6E4}">
                <adec:decorative xmlns:adec="http://schemas.microsoft.com/office/drawing/2017/decorative" val="1"/>
              </a:ext>
            </a:extLst>
          </p:cNvPr>
          <p:cNvSpPr/>
          <p:nvPr/>
        </p:nvSpPr>
        <p:spPr>
          <a:xfrm>
            <a:off x="0" y="4345942"/>
            <a:ext cx="12192000" cy="170465"/>
          </a:xfrm>
          <a:prstGeom prst="roundRect">
            <a:avLst>
              <a:gd name="adj" fmla="val 0"/>
            </a:avLst>
          </a:prstGeom>
          <a:solidFill>
            <a:schemeClr val="tx1">
              <a:lumMod val="75000"/>
              <a:lumOff val="2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02FCF-E18D-BE13-4DD3-8D1F19A86975}"/>
              </a:ext>
              <a:ext uri="{C183D7F6-B498-43B3-948B-1728B52AA6E4}">
                <adec:decorative xmlns:adec="http://schemas.microsoft.com/office/drawing/2017/decorative" val="1"/>
              </a:ext>
            </a:extLst>
          </p:cNvPr>
          <p:cNvGrpSpPr/>
          <p:nvPr/>
        </p:nvGrpSpPr>
        <p:grpSpPr>
          <a:xfrm>
            <a:off x="1117382" y="2867300"/>
            <a:ext cx="1131419" cy="1744653"/>
            <a:chOff x="1117382" y="2867300"/>
            <a:chExt cx="1131419" cy="1744653"/>
          </a:xfrm>
        </p:grpSpPr>
        <p:sp>
          <p:nvSpPr>
            <p:cNvPr id="18" name="Oval 17">
              <a:extLst>
                <a:ext uri="{FF2B5EF4-FFF2-40B4-BE49-F238E27FC236}">
                  <a16:creationId xmlns:a16="http://schemas.microsoft.com/office/drawing/2014/main" id="{B01B4C8A-28AE-47C7-9FA2-B986FE1840B1}"/>
                </a:ext>
              </a:extLst>
            </p:cNvPr>
            <p:cNvSpPr/>
            <p:nvPr/>
          </p:nvSpPr>
          <p:spPr>
            <a:xfrm>
              <a:off x="1512622" y="4271021"/>
              <a:ext cx="340938" cy="340932"/>
            </a:xfrm>
            <a:prstGeom prst="ellipse">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sp>
          <p:nvSpPr>
            <p:cNvPr id="32" name="Oval 31">
              <a:extLst>
                <a:ext uri="{FF2B5EF4-FFF2-40B4-BE49-F238E27FC236}">
                  <a16:creationId xmlns:a16="http://schemas.microsoft.com/office/drawing/2014/main" id="{6CF56C7E-D776-4529-9D4C-CC2E1493D986}"/>
                </a:ext>
              </a:extLst>
            </p:cNvPr>
            <p:cNvSpPr/>
            <p:nvPr/>
          </p:nvSpPr>
          <p:spPr>
            <a:xfrm>
              <a:off x="1587543" y="4345941"/>
              <a:ext cx="191096" cy="191092"/>
            </a:xfrm>
            <a:prstGeom prst="ellipse">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grpSp>
          <p:nvGrpSpPr>
            <p:cNvPr id="17" name="Group 16">
              <a:extLst>
                <a:ext uri="{FF2B5EF4-FFF2-40B4-BE49-F238E27FC236}">
                  <a16:creationId xmlns:a16="http://schemas.microsoft.com/office/drawing/2014/main" id="{76C30D0C-10CE-4C9A-8683-DA987D9E15ED}"/>
                </a:ext>
              </a:extLst>
            </p:cNvPr>
            <p:cNvGrpSpPr/>
            <p:nvPr/>
          </p:nvGrpSpPr>
          <p:grpSpPr>
            <a:xfrm rot="10800000">
              <a:off x="1117382" y="2867300"/>
              <a:ext cx="1131419" cy="1574187"/>
              <a:chOff x="1045950" y="2555316"/>
              <a:chExt cx="1131419" cy="1574187"/>
            </a:xfrm>
          </p:grpSpPr>
          <p:cxnSp>
            <p:nvCxnSpPr>
              <p:cNvPr id="22" name="Straight Connector 21">
                <a:extLst>
                  <a:ext uri="{FF2B5EF4-FFF2-40B4-BE49-F238E27FC236}">
                    <a16:creationId xmlns:a16="http://schemas.microsoft.com/office/drawing/2014/main" id="{72563F61-E9B9-4A10-A3A0-99191AC4E30C}"/>
                  </a:ext>
                </a:extLst>
              </p:cNvPr>
              <p:cNvCxnSpPr>
                <a:cxnSpLocks/>
              </p:cNvCxnSpPr>
              <p:nvPr/>
            </p:nvCxnSpPr>
            <p:spPr>
              <a:xfrm rot="10800000" flipV="1">
                <a:off x="1611660" y="2555316"/>
                <a:ext cx="0" cy="442770"/>
              </a:xfrm>
              <a:prstGeom prst="line">
                <a:avLst/>
              </a:prstGeom>
              <a:ln w="22225">
                <a:solidFill>
                  <a:schemeClr val="accent1"/>
                </a:solidFill>
                <a:headEnd type="oval" w="med" len="med"/>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E8CDFFA-A496-461B-BB4E-C21654507C53}"/>
                  </a:ext>
                </a:extLst>
              </p:cNvPr>
              <p:cNvSpPr/>
              <p:nvPr/>
            </p:nvSpPr>
            <p:spPr>
              <a:xfrm>
                <a:off x="1045950" y="2998086"/>
                <a:ext cx="1131419" cy="1131417"/>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grpSp>
      <p:grpSp>
        <p:nvGrpSpPr>
          <p:cNvPr id="7" name="Group 6">
            <a:extLst>
              <a:ext uri="{FF2B5EF4-FFF2-40B4-BE49-F238E27FC236}">
                <a16:creationId xmlns:a16="http://schemas.microsoft.com/office/drawing/2014/main" id="{1E18388B-D906-1291-EC98-6ACF1EFBF7BF}"/>
              </a:ext>
              <a:ext uri="{C183D7F6-B498-43B3-948B-1728B52AA6E4}">
                <adec:decorative xmlns:adec="http://schemas.microsoft.com/office/drawing/2017/decorative" val="1"/>
              </a:ext>
            </a:extLst>
          </p:cNvPr>
          <p:cNvGrpSpPr/>
          <p:nvPr/>
        </p:nvGrpSpPr>
        <p:grpSpPr>
          <a:xfrm>
            <a:off x="4754324" y="2867300"/>
            <a:ext cx="1131419" cy="1744653"/>
            <a:chOff x="4754324" y="2867300"/>
            <a:chExt cx="1131419" cy="1744653"/>
          </a:xfrm>
        </p:grpSpPr>
        <p:sp>
          <p:nvSpPr>
            <p:cNvPr id="43" name="Oval 42">
              <a:extLst>
                <a:ext uri="{FF2B5EF4-FFF2-40B4-BE49-F238E27FC236}">
                  <a16:creationId xmlns:a16="http://schemas.microsoft.com/office/drawing/2014/main" id="{9701B96C-E798-40D4-86FB-1117777AC5C1}"/>
                </a:ext>
              </a:extLst>
            </p:cNvPr>
            <p:cNvSpPr/>
            <p:nvPr/>
          </p:nvSpPr>
          <p:spPr>
            <a:xfrm>
              <a:off x="5149564" y="4271021"/>
              <a:ext cx="340938" cy="340932"/>
            </a:xfrm>
            <a:prstGeom prst="ellipse">
              <a:avLst/>
            </a:prstGeom>
            <a:solidFill>
              <a:schemeClr val="accent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sp>
          <p:nvSpPr>
            <p:cNvPr id="44" name="Oval 43">
              <a:extLst>
                <a:ext uri="{FF2B5EF4-FFF2-40B4-BE49-F238E27FC236}">
                  <a16:creationId xmlns:a16="http://schemas.microsoft.com/office/drawing/2014/main" id="{C4BC4771-DDA8-43B0-8F79-E1310F66DBE5}"/>
                </a:ext>
              </a:extLst>
            </p:cNvPr>
            <p:cNvSpPr/>
            <p:nvPr/>
          </p:nvSpPr>
          <p:spPr>
            <a:xfrm>
              <a:off x="5224485" y="4345941"/>
              <a:ext cx="191096" cy="19109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grpSp>
          <p:nvGrpSpPr>
            <p:cNvPr id="46" name="Group 45">
              <a:extLst>
                <a:ext uri="{FF2B5EF4-FFF2-40B4-BE49-F238E27FC236}">
                  <a16:creationId xmlns:a16="http://schemas.microsoft.com/office/drawing/2014/main" id="{BB5D7AB2-6E3C-4BE6-889A-FD811853C9E9}"/>
                </a:ext>
              </a:extLst>
            </p:cNvPr>
            <p:cNvGrpSpPr/>
            <p:nvPr/>
          </p:nvGrpSpPr>
          <p:grpSpPr>
            <a:xfrm rot="10800000">
              <a:off x="4754324" y="2867300"/>
              <a:ext cx="1131419" cy="1574187"/>
              <a:chOff x="1045950" y="2555316"/>
              <a:chExt cx="1131419" cy="1574187"/>
            </a:xfrm>
          </p:grpSpPr>
          <p:cxnSp>
            <p:nvCxnSpPr>
              <p:cNvPr id="47" name="Straight Connector 46">
                <a:extLst>
                  <a:ext uri="{FF2B5EF4-FFF2-40B4-BE49-F238E27FC236}">
                    <a16:creationId xmlns:a16="http://schemas.microsoft.com/office/drawing/2014/main" id="{E20C3C2F-506D-4891-A05F-12ACD3BAABF5}"/>
                  </a:ext>
                </a:extLst>
              </p:cNvPr>
              <p:cNvCxnSpPr>
                <a:cxnSpLocks/>
              </p:cNvCxnSpPr>
              <p:nvPr/>
            </p:nvCxnSpPr>
            <p:spPr>
              <a:xfrm rot="10800000" flipV="1">
                <a:off x="1611660" y="2555316"/>
                <a:ext cx="0" cy="442770"/>
              </a:xfrm>
              <a:prstGeom prst="line">
                <a:avLst/>
              </a:prstGeom>
              <a:ln w="22225">
                <a:solidFill>
                  <a:schemeClr val="accent2"/>
                </a:solidFill>
                <a:headEnd type="oval" w="med" len="med"/>
              </a:ln>
            </p:spPr>
            <p:style>
              <a:lnRef idx="1">
                <a:schemeClr val="accent1"/>
              </a:lnRef>
              <a:fillRef idx="0">
                <a:schemeClr val="accent1"/>
              </a:fillRef>
              <a:effectRef idx="0">
                <a:schemeClr val="accent1"/>
              </a:effectRef>
              <a:fontRef idx="minor">
                <a:schemeClr val="tx1"/>
              </a:fontRef>
            </p:style>
          </p:cxnSp>
          <p:sp>
            <p:nvSpPr>
              <p:cNvPr id="48" name="Oval 47">
                <a:extLst>
                  <a:ext uri="{FF2B5EF4-FFF2-40B4-BE49-F238E27FC236}">
                    <a16:creationId xmlns:a16="http://schemas.microsoft.com/office/drawing/2014/main" id="{95A641A4-9992-4336-A68E-5380AFBCC1AB}"/>
                  </a:ext>
                </a:extLst>
              </p:cNvPr>
              <p:cNvSpPr/>
              <p:nvPr/>
            </p:nvSpPr>
            <p:spPr>
              <a:xfrm>
                <a:off x="1045950" y="2998086"/>
                <a:ext cx="1131419" cy="1131417"/>
              </a:xfrm>
              <a:prstGeom prst="ellipse">
                <a:avLst/>
              </a:prstGeom>
              <a:solidFill>
                <a:schemeClr val="accent2"/>
              </a:solidFill>
              <a:ln w="127000">
                <a:solidFill>
                  <a:schemeClr val="accent2">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grpSp>
      <p:grpSp>
        <p:nvGrpSpPr>
          <p:cNvPr id="8" name="Group 7">
            <a:extLst>
              <a:ext uri="{FF2B5EF4-FFF2-40B4-BE49-F238E27FC236}">
                <a16:creationId xmlns:a16="http://schemas.microsoft.com/office/drawing/2014/main" id="{6F4AEE06-5CF5-4FD1-DE35-73C5AD8C0E4F}"/>
              </a:ext>
              <a:ext uri="{C183D7F6-B498-43B3-948B-1728B52AA6E4}">
                <adec:decorative xmlns:adec="http://schemas.microsoft.com/office/drawing/2017/decorative" val="1"/>
              </a:ext>
            </a:extLst>
          </p:cNvPr>
          <p:cNvGrpSpPr/>
          <p:nvPr/>
        </p:nvGrpSpPr>
        <p:grpSpPr>
          <a:xfrm>
            <a:off x="8519520" y="2867300"/>
            <a:ext cx="1131419" cy="1744653"/>
            <a:chOff x="8519520" y="2867300"/>
            <a:chExt cx="1131419" cy="1744653"/>
          </a:xfrm>
        </p:grpSpPr>
        <p:sp>
          <p:nvSpPr>
            <p:cNvPr id="56" name="Oval 55">
              <a:extLst>
                <a:ext uri="{FF2B5EF4-FFF2-40B4-BE49-F238E27FC236}">
                  <a16:creationId xmlns:a16="http://schemas.microsoft.com/office/drawing/2014/main" id="{F1C41B32-A3B8-483D-B81B-ED2EA0B8E2C0}"/>
                </a:ext>
              </a:extLst>
            </p:cNvPr>
            <p:cNvSpPr/>
            <p:nvPr/>
          </p:nvSpPr>
          <p:spPr>
            <a:xfrm>
              <a:off x="8914760" y="4271021"/>
              <a:ext cx="340938" cy="340932"/>
            </a:xfrm>
            <a:prstGeom prst="ellipse">
              <a:avLst/>
            </a:prstGeom>
            <a:solidFill>
              <a:schemeClr val="accent3">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sp>
          <p:nvSpPr>
            <p:cNvPr id="57" name="Oval 56">
              <a:extLst>
                <a:ext uri="{FF2B5EF4-FFF2-40B4-BE49-F238E27FC236}">
                  <a16:creationId xmlns:a16="http://schemas.microsoft.com/office/drawing/2014/main" id="{7C4C8819-3ADC-4AC2-85C3-C19CBA379CA4}"/>
                </a:ext>
              </a:extLst>
            </p:cNvPr>
            <p:cNvSpPr/>
            <p:nvPr/>
          </p:nvSpPr>
          <p:spPr>
            <a:xfrm>
              <a:off x="8989681" y="4345941"/>
              <a:ext cx="191096" cy="191092"/>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cxnSp>
          <p:nvCxnSpPr>
            <p:cNvPr id="59" name="Straight Connector 58">
              <a:extLst>
                <a:ext uri="{FF2B5EF4-FFF2-40B4-BE49-F238E27FC236}">
                  <a16:creationId xmlns:a16="http://schemas.microsoft.com/office/drawing/2014/main" id="{49FCEC1E-47A7-4BFB-A6FF-A3E64FA40856}"/>
                </a:ext>
              </a:extLst>
            </p:cNvPr>
            <p:cNvCxnSpPr>
              <a:cxnSpLocks/>
            </p:cNvCxnSpPr>
            <p:nvPr/>
          </p:nvCxnSpPr>
          <p:spPr>
            <a:xfrm flipV="1">
              <a:off x="9085229" y="3998717"/>
              <a:ext cx="0" cy="442770"/>
            </a:xfrm>
            <a:prstGeom prst="line">
              <a:avLst/>
            </a:prstGeom>
            <a:ln w="22225">
              <a:solidFill>
                <a:schemeClr val="accent3"/>
              </a:solidFill>
              <a:headEnd type="oval" w="med" len="med"/>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36B26C81-4BA4-49F8-BBA7-A6EE097FDE41}"/>
                </a:ext>
              </a:extLst>
            </p:cNvPr>
            <p:cNvSpPr/>
            <p:nvPr/>
          </p:nvSpPr>
          <p:spPr>
            <a:xfrm rot="10800000">
              <a:off x="8519520" y="2867300"/>
              <a:ext cx="1131419" cy="1131417"/>
            </a:xfrm>
            <a:prstGeom prst="ellipse">
              <a:avLst/>
            </a:prstGeom>
            <a:solidFill>
              <a:schemeClr val="accent3"/>
            </a:solidFill>
            <a:ln w="127000">
              <a:solidFill>
                <a:schemeClr val="accent3">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sp>
        <p:nvSpPr>
          <p:cNvPr id="3" name="Text Placeholder 2">
            <a:extLst>
              <a:ext uri="{FF2B5EF4-FFF2-40B4-BE49-F238E27FC236}">
                <a16:creationId xmlns:a16="http://schemas.microsoft.com/office/drawing/2014/main" id="{2639DD2C-DE4F-4B3E-B395-15CF5B196C5F}"/>
              </a:ext>
            </a:extLst>
          </p:cNvPr>
          <p:cNvSpPr>
            <a:spLocks noGrp="1"/>
          </p:cNvSpPr>
          <p:nvPr>
            <p:ph type="subTitle" idx="1"/>
          </p:nvPr>
        </p:nvSpPr>
        <p:spPr/>
        <p:txBody>
          <a:bodyPr/>
          <a:lstStyle/>
          <a:p>
            <a:r>
              <a:rPr lang="en-US"/>
              <a:t>Diagrams</a:t>
            </a:r>
            <a:endParaRPr lang="en-US" dirty="0"/>
          </a:p>
        </p:txBody>
      </p:sp>
      <p:sp>
        <p:nvSpPr>
          <p:cNvPr id="2" name="Title 1">
            <a:extLst>
              <a:ext uri="{FF2B5EF4-FFF2-40B4-BE49-F238E27FC236}">
                <a16:creationId xmlns:a16="http://schemas.microsoft.com/office/drawing/2014/main" id="{71495639-DDE6-4008-8331-BA1CA61FA60E}"/>
              </a:ext>
            </a:extLst>
          </p:cNvPr>
          <p:cNvSpPr>
            <a:spLocks noGrp="1"/>
          </p:cNvSpPr>
          <p:nvPr>
            <p:ph type="title"/>
          </p:nvPr>
        </p:nvSpPr>
        <p:spPr/>
        <p:txBody>
          <a:bodyPr/>
          <a:lstStyle/>
          <a:p>
            <a:r>
              <a:rPr lang="en-US" dirty="0"/>
              <a:t>Step Process 1</a:t>
            </a:r>
          </a:p>
        </p:txBody>
      </p:sp>
      <p:sp>
        <p:nvSpPr>
          <p:cNvPr id="34" name="Text Placeholder 5">
            <a:extLst>
              <a:ext uri="{FF2B5EF4-FFF2-40B4-BE49-F238E27FC236}">
                <a16:creationId xmlns:a16="http://schemas.microsoft.com/office/drawing/2014/main" id="{2E9EA7CB-54A0-7DE4-4F14-6052A0584BBF}"/>
              </a:ext>
            </a:extLst>
          </p:cNvPr>
          <p:cNvSpPr txBox="1">
            <a:spLocks/>
          </p:cNvSpPr>
          <p:nvPr/>
        </p:nvSpPr>
        <p:spPr bwMode="white">
          <a:xfrm>
            <a:off x="1117382" y="2794993"/>
            <a:ext cx="1131415" cy="1351249"/>
          </a:xfrm>
          <a:prstGeom prst="rect">
            <a:avLst/>
          </a:prstGeom>
        </p:spPr>
        <p:txBody>
          <a:bodyPr anchor="ct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1"/>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100" kern="1200">
                <a:solidFill>
                  <a:schemeClr val="bg1"/>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000" b="0" kern="1200">
                <a:solidFill>
                  <a:schemeClr val="accent2"/>
                </a:solidFill>
                <a:latin typeface="+mn-lt"/>
                <a:ea typeface="+mn-ea"/>
                <a:cs typeface="+mn-cs"/>
              </a:defRPr>
            </a:lvl3pPr>
            <a:lvl4pPr marL="457200" indent="-111125" algn="l" defTabSz="914400" rtl="0" eaLnBrk="1" latinLnBrk="0" hangingPunct="1">
              <a:lnSpc>
                <a:spcPct val="110000"/>
              </a:lnSpc>
              <a:spcBef>
                <a:spcPts val="0"/>
              </a:spcBef>
              <a:spcAft>
                <a:spcPts val="900"/>
              </a:spcAft>
              <a:buFont typeface="Roboto" panose="02000000000000000000" pitchFamily="2" charset="0"/>
              <a:buChar char="•"/>
              <a:defRPr sz="900" kern="1200">
                <a:solidFill>
                  <a:schemeClr val="accent2"/>
                </a:solidFill>
                <a:latin typeface="+mn-lt"/>
                <a:ea typeface="+mn-ea"/>
                <a:cs typeface="+mn-cs"/>
              </a:defRPr>
            </a:lvl4pPr>
            <a:lvl5pPr marL="0" indent="0" algn="l" defTabSz="914400" rtl="0" eaLnBrk="1" latinLnBrk="0" hangingPunct="1">
              <a:lnSpc>
                <a:spcPct val="110000"/>
              </a:lnSpc>
              <a:spcBef>
                <a:spcPts val="0"/>
              </a:spcBef>
              <a:spcAft>
                <a:spcPts val="900"/>
              </a:spcAft>
              <a:buFont typeface="Roboto" panose="02000000000000000000" pitchFamily="2" charset="0"/>
              <a:buChar char="​"/>
              <a:defRPr sz="1400" b="1" kern="1200">
                <a:solidFill>
                  <a:srgbClr val="FF69B0"/>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1"/>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rgbClr val="7B5DFD"/>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rgbClr val="7B5DFD"/>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pPr algn="ctr">
              <a:lnSpc>
                <a:spcPct val="95000"/>
              </a:lnSpc>
              <a:spcAft>
                <a:spcPts val="0"/>
              </a:spcAft>
            </a:pPr>
            <a:r>
              <a:rPr lang="en-US" sz="1400" dirty="0">
                <a:ea typeface="Roboto" panose="02000000000000000000" pitchFamily="2" charset="0"/>
                <a:cs typeface="Roboto" panose="02000000000000000000" pitchFamily="2" charset="0"/>
              </a:rPr>
              <a:t>Step</a:t>
            </a:r>
            <a:endParaRPr lang="en-US" sz="1800" dirty="0">
              <a:ea typeface="Roboto" panose="02000000000000000000" pitchFamily="2" charset="0"/>
              <a:cs typeface="Roboto" panose="02000000000000000000" pitchFamily="2" charset="0"/>
            </a:endParaRPr>
          </a:p>
          <a:p>
            <a:pPr algn="ctr">
              <a:lnSpc>
                <a:spcPct val="95000"/>
              </a:lnSpc>
              <a:buNone/>
            </a:pPr>
            <a:r>
              <a:rPr lang="en-US" sz="4400" dirty="0">
                <a:latin typeface="+mj-lt"/>
                <a:ea typeface="Roboto" panose="02000000000000000000" pitchFamily="2" charset="0"/>
                <a:cs typeface="Roboto" panose="02000000000000000000" pitchFamily="2" charset="0"/>
              </a:rPr>
              <a:t>1</a:t>
            </a:r>
            <a:endParaRPr lang="en-US" sz="1800" dirty="0">
              <a:latin typeface="+mj-lt"/>
              <a:ea typeface="Roboto" panose="02000000000000000000" pitchFamily="2" charset="0"/>
              <a:cs typeface="Roboto" panose="02000000000000000000" pitchFamily="2" charset="0"/>
            </a:endParaRPr>
          </a:p>
        </p:txBody>
      </p:sp>
      <p:sp>
        <p:nvSpPr>
          <p:cNvPr id="29" name="Rectangle 28">
            <a:extLst>
              <a:ext uri="{FF2B5EF4-FFF2-40B4-BE49-F238E27FC236}">
                <a16:creationId xmlns:a16="http://schemas.microsoft.com/office/drawing/2014/main" id="{2EAC412E-E23E-486D-AE37-8AAF7672A47F}"/>
              </a:ext>
            </a:extLst>
          </p:cNvPr>
          <p:cNvSpPr/>
          <p:nvPr/>
        </p:nvSpPr>
        <p:spPr>
          <a:xfrm>
            <a:off x="1081648" y="4862046"/>
            <a:ext cx="2784183" cy="780214"/>
          </a:xfrm>
          <a:prstGeom prst="rect">
            <a:avLst/>
          </a:prstGeom>
        </p:spPr>
        <p:txBody>
          <a:bodyPr wrap="square" lIns="0" tIns="0" rIns="0" bIns="0">
            <a:spAutoFit/>
          </a:bodyPr>
          <a:lstStyle/>
          <a:p>
            <a:pPr>
              <a:lnSpc>
                <a:spcPct val="110000"/>
              </a:lnSpc>
              <a:spcAft>
                <a:spcPts val="900"/>
              </a:spcAft>
              <a:defRPr/>
            </a:pPr>
            <a:r>
              <a:rPr lang="en-US" sz="1600" dirty="0">
                <a:solidFill>
                  <a:schemeClr val="accent1"/>
                </a:solidFill>
                <a:latin typeface="+mj-lt"/>
                <a:ea typeface="Roboto" panose="02000000000000000000" pitchFamily="2" charset="0"/>
                <a:cs typeface="Roboto" panose="02000000000000000000" pitchFamily="2" charset="0"/>
              </a:rPr>
              <a:t>Generic Label</a:t>
            </a:r>
          </a:p>
          <a:p>
            <a:pPr lvl="0">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a:t>
            </a:r>
            <a:br>
              <a:rPr lang="pt-BR" sz="1200" dirty="0">
                <a:solidFill>
                  <a:schemeClr val="bg1"/>
                </a:solidFill>
                <a:ea typeface="Roboto" panose="02000000000000000000" pitchFamily="2" charset="0"/>
                <a:cs typeface="Roboto" panose="02000000000000000000" pitchFamily="2" charset="0"/>
              </a:rPr>
            </a:br>
            <a:r>
              <a:rPr lang="pt-BR" sz="1200" dirty="0">
                <a:solidFill>
                  <a:schemeClr val="bg1"/>
                </a:solidFill>
                <a:ea typeface="Roboto" panose="02000000000000000000" pitchFamily="2" charset="0"/>
                <a:cs typeface="Roboto" panose="02000000000000000000" pitchFamily="2" charset="0"/>
              </a:rPr>
              <a:t>sed pulvinarcongue massa</a:t>
            </a:r>
          </a:p>
        </p:txBody>
      </p:sp>
      <p:sp>
        <p:nvSpPr>
          <p:cNvPr id="35" name="Text Placeholder 5">
            <a:extLst>
              <a:ext uri="{FF2B5EF4-FFF2-40B4-BE49-F238E27FC236}">
                <a16:creationId xmlns:a16="http://schemas.microsoft.com/office/drawing/2014/main" id="{B121AE63-92A6-432B-0961-BFC97C601377}"/>
              </a:ext>
            </a:extLst>
          </p:cNvPr>
          <p:cNvSpPr txBox="1">
            <a:spLocks/>
          </p:cNvSpPr>
          <p:nvPr/>
        </p:nvSpPr>
        <p:spPr bwMode="white">
          <a:xfrm>
            <a:off x="4749238" y="2794993"/>
            <a:ext cx="1131415" cy="1351249"/>
          </a:xfrm>
          <a:prstGeom prst="rect">
            <a:avLst/>
          </a:prstGeom>
        </p:spPr>
        <p:txBody>
          <a:bodyPr anchor="ct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1"/>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100" kern="1200">
                <a:solidFill>
                  <a:schemeClr val="bg1"/>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000" b="0" kern="1200">
                <a:solidFill>
                  <a:schemeClr val="accent2"/>
                </a:solidFill>
                <a:latin typeface="+mn-lt"/>
                <a:ea typeface="+mn-ea"/>
                <a:cs typeface="+mn-cs"/>
              </a:defRPr>
            </a:lvl3pPr>
            <a:lvl4pPr marL="457200" indent="-111125" algn="l" defTabSz="914400" rtl="0" eaLnBrk="1" latinLnBrk="0" hangingPunct="1">
              <a:lnSpc>
                <a:spcPct val="110000"/>
              </a:lnSpc>
              <a:spcBef>
                <a:spcPts val="0"/>
              </a:spcBef>
              <a:spcAft>
                <a:spcPts val="900"/>
              </a:spcAft>
              <a:buFont typeface="Roboto" panose="02000000000000000000" pitchFamily="2" charset="0"/>
              <a:buChar char="•"/>
              <a:defRPr sz="900" kern="1200">
                <a:solidFill>
                  <a:schemeClr val="accent2"/>
                </a:solidFill>
                <a:latin typeface="+mn-lt"/>
                <a:ea typeface="+mn-ea"/>
                <a:cs typeface="+mn-cs"/>
              </a:defRPr>
            </a:lvl4pPr>
            <a:lvl5pPr marL="0" indent="0" algn="l" defTabSz="914400" rtl="0" eaLnBrk="1" latinLnBrk="0" hangingPunct="1">
              <a:lnSpc>
                <a:spcPct val="110000"/>
              </a:lnSpc>
              <a:spcBef>
                <a:spcPts val="0"/>
              </a:spcBef>
              <a:spcAft>
                <a:spcPts val="900"/>
              </a:spcAft>
              <a:buFont typeface="Roboto" panose="02000000000000000000" pitchFamily="2" charset="0"/>
              <a:buChar char="​"/>
              <a:defRPr sz="1400" b="1" kern="1200">
                <a:solidFill>
                  <a:srgbClr val="FF69B0"/>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1"/>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rgbClr val="7B5DFD"/>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rgbClr val="7B5DFD"/>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pPr algn="ctr">
              <a:lnSpc>
                <a:spcPct val="95000"/>
              </a:lnSpc>
              <a:spcAft>
                <a:spcPts val="0"/>
              </a:spcAft>
            </a:pPr>
            <a:r>
              <a:rPr lang="en-US" sz="1400" dirty="0">
                <a:ea typeface="Roboto" panose="02000000000000000000" pitchFamily="2" charset="0"/>
                <a:cs typeface="Roboto" panose="02000000000000000000" pitchFamily="2" charset="0"/>
              </a:rPr>
              <a:t>Step</a:t>
            </a:r>
          </a:p>
          <a:p>
            <a:pPr algn="ctr">
              <a:lnSpc>
                <a:spcPct val="95000"/>
              </a:lnSpc>
              <a:buNone/>
            </a:pPr>
            <a:r>
              <a:rPr lang="en-US" sz="4400" dirty="0">
                <a:latin typeface="+mj-lt"/>
                <a:ea typeface="Roboto" panose="02000000000000000000" pitchFamily="2" charset="0"/>
                <a:cs typeface="Roboto" panose="02000000000000000000" pitchFamily="2" charset="0"/>
              </a:rPr>
              <a:t>2</a:t>
            </a:r>
            <a:endParaRPr lang="en-US" sz="1800" dirty="0">
              <a:latin typeface="+mj-lt"/>
              <a:ea typeface="Roboto" panose="02000000000000000000" pitchFamily="2" charset="0"/>
              <a:cs typeface="Roboto" panose="02000000000000000000" pitchFamily="2" charset="0"/>
            </a:endParaRPr>
          </a:p>
        </p:txBody>
      </p:sp>
      <p:sp>
        <p:nvSpPr>
          <p:cNvPr id="91" name="Rectangle 90">
            <a:extLst>
              <a:ext uri="{FF2B5EF4-FFF2-40B4-BE49-F238E27FC236}">
                <a16:creationId xmlns:a16="http://schemas.microsoft.com/office/drawing/2014/main" id="{D34815BA-35A3-4214-BFF6-3572F84F018D}"/>
              </a:ext>
            </a:extLst>
          </p:cNvPr>
          <p:cNvSpPr/>
          <p:nvPr/>
        </p:nvSpPr>
        <p:spPr>
          <a:xfrm>
            <a:off x="4754324" y="4862046"/>
            <a:ext cx="2784183" cy="780214"/>
          </a:xfrm>
          <a:prstGeom prst="rect">
            <a:avLst/>
          </a:prstGeom>
        </p:spPr>
        <p:txBody>
          <a:bodyPr wrap="square" lIns="0" tIns="0" rIns="0" bIns="0">
            <a:spAutoFit/>
          </a:bodyPr>
          <a:lstStyle/>
          <a:p>
            <a:pPr lvl="0">
              <a:lnSpc>
                <a:spcPct val="110000"/>
              </a:lnSpc>
              <a:spcAft>
                <a:spcPts val="900"/>
              </a:spcAft>
              <a:defRPr/>
            </a:pPr>
            <a:r>
              <a:rPr lang="pt-BR" sz="1600" dirty="0">
                <a:solidFill>
                  <a:schemeClr val="accent2"/>
                </a:solidFill>
                <a:latin typeface="+mj-lt"/>
                <a:ea typeface="Roboto" panose="02000000000000000000" pitchFamily="2" charset="0"/>
                <a:cs typeface="Roboto" panose="02000000000000000000" pitchFamily="2" charset="0"/>
              </a:rPr>
              <a:t>Generic Label</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a:t>
            </a:r>
            <a:br>
              <a:rPr lang="pt-BR" sz="1200" dirty="0">
                <a:solidFill>
                  <a:schemeClr val="bg1"/>
                </a:solidFill>
                <a:ea typeface="Roboto" panose="02000000000000000000" pitchFamily="2" charset="0"/>
                <a:cs typeface="Roboto" panose="02000000000000000000" pitchFamily="2" charset="0"/>
              </a:rPr>
            </a:br>
            <a:r>
              <a:rPr lang="pt-BR" sz="1200" dirty="0">
                <a:solidFill>
                  <a:schemeClr val="bg1"/>
                </a:solidFill>
                <a:ea typeface="Roboto" panose="02000000000000000000" pitchFamily="2" charset="0"/>
                <a:cs typeface="Roboto" panose="02000000000000000000" pitchFamily="2" charset="0"/>
              </a:rPr>
              <a:t>sed pulvinarcongue massa</a:t>
            </a:r>
          </a:p>
        </p:txBody>
      </p:sp>
      <p:sp>
        <p:nvSpPr>
          <p:cNvPr id="36" name="Text Placeholder 5">
            <a:extLst>
              <a:ext uri="{FF2B5EF4-FFF2-40B4-BE49-F238E27FC236}">
                <a16:creationId xmlns:a16="http://schemas.microsoft.com/office/drawing/2014/main" id="{0C9C0AE1-5B90-3813-1B85-BCCAFDB7E5B5}"/>
              </a:ext>
            </a:extLst>
          </p:cNvPr>
          <p:cNvSpPr txBox="1">
            <a:spLocks/>
          </p:cNvSpPr>
          <p:nvPr/>
        </p:nvSpPr>
        <p:spPr bwMode="white">
          <a:xfrm>
            <a:off x="8510901" y="2794993"/>
            <a:ext cx="1131415" cy="1351249"/>
          </a:xfrm>
          <a:prstGeom prst="rect">
            <a:avLst/>
          </a:prstGeom>
        </p:spPr>
        <p:txBody>
          <a:bodyPr anchor="ct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1"/>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100" kern="1200">
                <a:solidFill>
                  <a:schemeClr val="bg1"/>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000" b="0" kern="1200">
                <a:solidFill>
                  <a:schemeClr val="accent2"/>
                </a:solidFill>
                <a:latin typeface="+mn-lt"/>
                <a:ea typeface="+mn-ea"/>
                <a:cs typeface="+mn-cs"/>
              </a:defRPr>
            </a:lvl3pPr>
            <a:lvl4pPr marL="457200" indent="-111125" algn="l" defTabSz="914400" rtl="0" eaLnBrk="1" latinLnBrk="0" hangingPunct="1">
              <a:lnSpc>
                <a:spcPct val="110000"/>
              </a:lnSpc>
              <a:spcBef>
                <a:spcPts val="0"/>
              </a:spcBef>
              <a:spcAft>
                <a:spcPts val="900"/>
              </a:spcAft>
              <a:buFont typeface="Roboto" panose="02000000000000000000" pitchFamily="2" charset="0"/>
              <a:buChar char="•"/>
              <a:defRPr sz="900" kern="1200">
                <a:solidFill>
                  <a:schemeClr val="accent2"/>
                </a:solidFill>
                <a:latin typeface="+mn-lt"/>
                <a:ea typeface="+mn-ea"/>
                <a:cs typeface="+mn-cs"/>
              </a:defRPr>
            </a:lvl4pPr>
            <a:lvl5pPr marL="0" indent="0" algn="l" defTabSz="914400" rtl="0" eaLnBrk="1" latinLnBrk="0" hangingPunct="1">
              <a:lnSpc>
                <a:spcPct val="110000"/>
              </a:lnSpc>
              <a:spcBef>
                <a:spcPts val="0"/>
              </a:spcBef>
              <a:spcAft>
                <a:spcPts val="900"/>
              </a:spcAft>
              <a:buFont typeface="Roboto" panose="02000000000000000000" pitchFamily="2" charset="0"/>
              <a:buChar char="​"/>
              <a:defRPr sz="1400" b="1" kern="1200">
                <a:solidFill>
                  <a:srgbClr val="FF69B0"/>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1"/>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rgbClr val="7B5DFD"/>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rgbClr val="7B5DFD"/>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pPr algn="ctr">
              <a:lnSpc>
                <a:spcPct val="95000"/>
              </a:lnSpc>
              <a:spcAft>
                <a:spcPts val="0"/>
              </a:spcAft>
            </a:pPr>
            <a:r>
              <a:rPr lang="en-US" sz="1400" dirty="0">
                <a:ea typeface="Roboto" panose="02000000000000000000" pitchFamily="2" charset="0"/>
                <a:cs typeface="Roboto" panose="02000000000000000000" pitchFamily="2" charset="0"/>
              </a:rPr>
              <a:t>Step</a:t>
            </a:r>
          </a:p>
          <a:p>
            <a:pPr algn="ctr">
              <a:lnSpc>
                <a:spcPct val="95000"/>
              </a:lnSpc>
              <a:buNone/>
            </a:pPr>
            <a:r>
              <a:rPr lang="en-US" sz="4400" dirty="0">
                <a:latin typeface="+mj-lt"/>
                <a:ea typeface="Roboto" panose="02000000000000000000" pitchFamily="2" charset="0"/>
                <a:cs typeface="Roboto" panose="02000000000000000000" pitchFamily="2" charset="0"/>
              </a:rPr>
              <a:t>3</a:t>
            </a:r>
            <a:endParaRPr lang="en-US" sz="1800" dirty="0">
              <a:latin typeface="+mj-lt"/>
              <a:ea typeface="Roboto" panose="02000000000000000000" pitchFamily="2" charset="0"/>
              <a:cs typeface="Roboto" panose="02000000000000000000" pitchFamily="2" charset="0"/>
            </a:endParaRPr>
          </a:p>
        </p:txBody>
      </p:sp>
      <p:sp>
        <p:nvSpPr>
          <p:cNvPr id="90" name="Rectangle 89">
            <a:extLst>
              <a:ext uri="{FF2B5EF4-FFF2-40B4-BE49-F238E27FC236}">
                <a16:creationId xmlns:a16="http://schemas.microsoft.com/office/drawing/2014/main" id="{3FA64931-700A-40E6-B0E3-5969D76CFCEA}"/>
              </a:ext>
            </a:extLst>
          </p:cNvPr>
          <p:cNvSpPr/>
          <p:nvPr/>
        </p:nvSpPr>
        <p:spPr>
          <a:xfrm>
            <a:off x="8510901" y="4862046"/>
            <a:ext cx="2784183" cy="780214"/>
          </a:xfrm>
          <a:prstGeom prst="rect">
            <a:avLst/>
          </a:prstGeom>
        </p:spPr>
        <p:txBody>
          <a:bodyPr wrap="square" lIns="0" tIns="0" rIns="0" bIns="0">
            <a:spAutoFit/>
          </a:bodyPr>
          <a:lstStyle/>
          <a:p>
            <a:pPr>
              <a:lnSpc>
                <a:spcPct val="110000"/>
              </a:lnSpc>
              <a:spcAft>
                <a:spcPts val="900"/>
              </a:spcAft>
              <a:defRPr/>
            </a:pPr>
            <a:r>
              <a:rPr lang="pt-BR" sz="1600" dirty="0">
                <a:solidFill>
                  <a:schemeClr val="accent3"/>
                </a:solidFill>
                <a:latin typeface="+mj-lt"/>
                <a:ea typeface="Roboto" panose="02000000000000000000" pitchFamily="2" charset="0"/>
                <a:cs typeface="Roboto" panose="02000000000000000000" pitchFamily="2" charset="0"/>
              </a:rPr>
              <a:t>Generic Label</a:t>
            </a:r>
          </a:p>
          <a:p>
            <a:pP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a:t>
            </a:r>
            <a:br>
              <a:rPr lang="pt-BR" sz="1200" dirty="0">
                <a:solidFill>
                  <a:schemeClr val="bg1"/>
                </a:solidFill>
                <a:ea typeface="Roboto" panose="02000000000000000000" pitchFamily="2" charset="0"/>
                <a:cs typeface="Roboto" panose="02000000000000000000" pitchFamily="2" charset="0"/>
              </a:rPr>
            </a:br>
            <a:r>
              <a:rPr lang="pt-BR" sz="1200" dirty="0">
                <a:solidFill>
                  <a:schemeClr val="bg1"/>
                </a:solidFill>
                <a:ea typeface="Roboto" panose="02000000000000000000" pitchFamily="2" charset="0"/>
                <a:cs typeface="Roboto" panose="02000000000000000000" pitchFamily="2" charset="0"/>
              </a:rPr>
              <a:t>sed pulvinarcongue massa</a:t>
            </a:r>
          </a:p>
        </p:txBody>
      </p:sp>
    </p:spTree>
    <p:extLst>
      <p:ext uri="{BB962C8B-B14F-4D97-AF65-F5344CB8AC3E}">
        <p14:creationId xmlns:p14="http://schemas.microsoft.com/office/powerpoint/2010/main" val="4575678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 22">
            <a:extLst>
              <a:ext uri="{FF2B5EF4-FFF2-40B4-BE49-F238E27FC236}">
                <a16:creationId xmlns:a16="http://schemas.microsoft.com/office/drawing/2014/main" id="{1E8CDFFA-A496-461B-BB4E-C21654507C53}"/>
              </a:ext>
              <a:ext uri="{C183D7F6-B498-43B3-948B-1728B52AA6E4}">
                <adec:decorative xmlns:adec="http://schemas.microsoft.com/office/drawing/2017/decorative" val="1"/>
              </a:ext>
            </a:extLst>
          </p:cNvPr>
          <p:cNvSpPr/>
          <p:nvPr/>
        </p:nvSpPr>
        <p:spPr>
          <a:xfrm rot="10800000">
            <a:off x="1184378" y="2213066"/>
            <a:ext cx="3017406" cy="3017400"/>
          </a:xfrm>
          <a:prstGeom prst="ellipse">
            <a:avLst/>
          </a:prstGeom>
          <a:solidFill>
            <a:schemeClr val="accent1"/>
          </a:solidFill>
          <a:ln w="254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sp>
        <p:nvSpPr>
          <p:cNvPr id="48" name="Oval 47">
            <a:extLst>
              <a:ext uri="{FF2B5EF4-FFF2-40B4-BE49-F238E27FC236}">
                <a16:creationId xmlns:a16="http://schemas.microsoft.com/office/drawing/2014/main" id="{95A641A4-9992-4336-A68E-5380AFBCC1AB}"/>
              </a:ext>
              <a:ext uri="{C183D7F6-B498-43B3-948B-1728B52AA6E4}">
                <adec:decorative xmlns:adec="http://schemas.microsoft.com/office/drawing/2017/decorative" val="1"/>
              </a:ext>
            </a:extLst>
          </p:cNvPr>
          <p:cNvSpPr/>
          <p:nvPr/>
        </p:nvSpPr>
        <p:spPr>
          <a:xfrm rot="10800000">
            <a:off x="4576744" y="2213066"/>
            <a:ext cx="3017406" cy="3017400"/>
          </a:xfrm>
          <a:prstGeom prst="ellipse">
            <a:avLst/>
          </a:prstGeom>
          <a:solidFill>
            <a:schemeClr val="accent2">
              <a:lumMod val="75000"/>
            </a:schemeClr>
          </a:solidFill>
          <a:ln w="254000">
            <a:solidFill>
              <a:schemeClr val="accent2">
                <a:lumMod val="75000"/>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sp>
        <p:nvSpPr>
          <p:cNvPr id="60" name="Oval 59">
            <a:extLst>
              <a:ext uri="{FF2B5EF4-FFF2-40B4-BE49-F238E27FC236}">
                <a16:creationId xmlns:a16="http://schemas.microsoft.com/office/drawing/2014/main" id="{36B26C81-4BA4-49F8-BBA7-A6EE097FDE41}"/>
              </a:ext>
              <a:ext uri="{C183D7F6-B498-43B3-948B-1728B52AA6E4}">
                <adec:decorative xmlns:adec="http://schemas.microsoft.com/office/drawing/2017/decorative" val="1"/>
              </a:ext>
            </a:extLst>
          </p:cNvPr>
          <p:cNvSpPr/>
          <p:nvPr/>
        </p:nvSpPr>
        <p:spPr>
          <a:xfrm rot="10800000">
            <a:off x="7969109" y="2213066"/>
            <a:ext cx="3017406" cy="3017400"/>
          </a:xfrm>
          <a:prstGeom prst="ellipse">
            <a:avLst/>
          </a:prstGeom>
          <a:solidFill>
            <a:schemeClr val="accent3"/>
          </a:solidFill>
          <a:ln w="254000">
            <a:solidFill>
              <a:schemeClr val="accent3">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sp>
        <p:nvSpPr>
          <p:cNvPr id="3" name="Text Placeholder 2">
            <a:extLst>
              <a:ext uri="{FF2B5EF4-FFF2-40B4-BE49-F238E27FC236}">
                <a16:creationId xmlns:a16="http://schemas.microsoft.com/office/drawing/2014/main" id="{2639DD2C-DE4F-4B3E-B395-15CF5B196C5F}"/>
              </a:ext>
            </a:extLst>
          </p:cNvPr>
          <p:cNvSpPr>
            <a:spLocks noGrp="1"/>
          </p:cNvSpPr>
          <p:nvPr>
            <p:ph type="subTitle" idx="1"/>
          </p:nvPr>
        </p:nvSpPr>
        <p:spPr/>
        <p:txBody>
          <a:bodyPr/>
          <a:lstStyle/>
          <a:p>
            <a:r>
              <a:rPr lang="en-US"/>
              <a:t>Diagrams</a:t>
            </a:r>
            <a:endParaRPr lang="en-US" dirty="0"/>
          </a:p>
        </p:txBody>
      </p:sp>
      <p:sp>
        <p:nvSpPr>
          <p:cNvPr id="2" name="Title 1">
            <a:extLst>
              <a:ext uri="{FF2B5EF4-FFF2-40B4-BE49-F238E27FC236}">
                <a16:creationId xmlns:a16="http://schemas.microsoft.com/office/drawing/2014/main" id="{71495639-DDE6-4008-8331-BA1CA61FA60E}"/>
              </a:ext>
            </a:extLst>
          </p:cNvPr>
          <p:cNvSpPr>
            <a:spLocks noGrp="1"/>
          </p:cNvSpPr>
          <p:nvPr>
            <p:ph type="title"/>
          </p:nvPr>
        </p:nvSpPr>
        <p:spPr/>
        <p:txBody>
          <a:bodyPr/>
          <a:lstStyle/>
          <a:p>
            <a:r>
              <a:rPr lang="en-US" dirty="0"/>
              <a:t>Step Process 2</a:t>
            </a:r>
          </a:p>
        </p:txBody>
      </p:sp>
      <p:sp>
        <p:nvSpPr>
          <p:cNvPr id="4" name="TextBox 3">
            <a:extLst>
              <a:ext uri="{FF2B5EF4-FFF2-40B4-BE49-F238E27FC236}">
                <a16:creationId xmlns:a16="http://schemas.microsoft.com/office/drawing/2014/main" id="{9E6E6D94-FD14-2D51-B797-E5608D64BBDC}"/>
              </a:ext>
            </a:extLst>
          </p:cNvPr>
          <p:cNvSpPr txBox="1"/>
          <p:nvPr/>
        </p:nvSpPr>
        <p:spPr>
          <a:xfrm>
            <a:off x="1697719" y="4164185"/>
            <a:ext cx="1990725" cy="1606017"/>
          </a:xfrm>
          <a:prstGeom prst="rect">
            <a:avLst/>
          </a:prstGeom>
        </p:spPr>
        <p:txBody>
          <a:bodyPr vert="horz" wrap="square" lIns="0" tIns="0" rIns="0" bIns="0" rtlCol="0">
            <a:spAutoFit/>
          </a:bodyPr>
          <a:lstStyle/>
          <a:p>
            <a:pPr algn="ctr">
              <a:lnSpc>
                <a:spcPct val="110000"/>
              </a:lnSpc>
              <a:spcAft>
                <a:spcPts val="900"/>
              </a:spcAft>
              <a:buFont typeface="Roboto" panose="02000000000000000000" pitchFamily="2" charset="0"/>
              <a:buChar char="​"/>
            </a:pPr>
            <a:r>
              <a:rPr lang="en-US" sz="10100" dirty="0">
                <a:solidFill>
                  <a:schemeClr val="tx2"/>
                </a:solidFill>
                <a:latin typeface="+mj-lt"/>
              </a:rPr>
              <a:t>01</a:t>
            </a:r>
          </a:p>
        </p:txBody>
      </p:sp>
      <p:sp>
        <p:nvSpPr>
          <p:cNvPr id="15" name="Rectangle 14">
            <a:extLst>
              <a:ext uri="{FF2B5EF4-FFF2-40B4-BE49-F238E27FC236}">
                <a16:creationId xmlns:a16="http://schemas.microsoft.com/office/drawing/2014/main" id="{CED82659-0F48-D537-49A2-3A555793971F}"/>
              </a:ext>
            </a:extLst>
          </p:cNvPr>
          <p:cNvSpPr/>
          <p:nvPr/>
        </p:nvSpPr>
        <p:spPr>
          <a:xfrm>
            <a:off x="1588169" y="2879369"/>
            <a:ext cx="2121904" cy="1220334"/>
          </a:xfrm>
          <a:prstGeom prst="rect">
            <a:avLst/>
          </a:prstGeom>
        </p:spPr>
        <p:txBody>
          <a:bodyPr wrap="square" lIns="0" tIns="0" rIns="0" bIns="0">
            <a:spAutoFit/>
          </a:bodyPr>
          <a:lstStyle/>
          <a:p>
            <a:pPr algn="ctr">
              <a:lnSpc>
                <a:spcPct val="110000"/>
              </a:lnSpc>
              <a:spcAft>
                <a:spcPts val="900"/>
              </a:spcAft>
              <a:defRPr/>
            </a:pPr>
            <a:r>
              <a:rPr lang="en-US" dirty="0">
                <a:solidFill>
                  <a:schemeClr val="bg1"/>
                </a:solidFill>
                <a:latin typeface="+mj-lt"/>
                <a:ea typeface="Roboto" panose="02000000000000000000" pitchFamily="2" charset="0"/>
                <a:cs typeface="Roboto" panose="02000000000000000000" pitchFamily="2" charset="0"/>
              </a:rPr>
              <a:t>Generic Label</a:t>
            </a:r>
          </a:p>
          <a:p>
            <a:pPr lvl="0" algn="ct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 Dolor sit amet allepsis conquistator alascum</a:t>
            </a:r>
          </a:p>
        </p:txBody>
      </p:sp>
      <p:sp>
        <p:nvSpPr>
          <p:cNvPr id="14" name="TextBox 13">
            <a:extLst>
              <a:ext uri="{FF2B5EF4-FFF2-40B4-BE49-F238E27FC236}">
                <a16:creationId xmlns:a16="http://schemas.microsoft.com/office/drawing/2014/main" id="{AF98431E-DEA7-5074-5481-000387679FDE}"/>
              </a:ext>
            </a:extLst>
          </p:cNvPr>
          <p:cNvSpPr txBox="1"/>
          <p:nvPr/>
        </p:nvSpPr>
        <p:spPr>
          <a:xfrm>
            <a:off x="5090085" y="4164185"/>
            <a:ext cx="1990725" cy="1606017"/>
          </a:xfrm>
          <a:prstGeom prst="rect">
            <a:avLst/>
          </a:prstGeom>
        </p:spPr>
        <p:txBody>
          <a:bodyPr vert="horz" wrap="square" lIns="0" tIns="0" rIns="0" bIns="0" rtlCol="0">
            <a:spAutoFit/>
          </a:bodyPr>
          <a:lstStyle/>
          <a:p>
            <a:pPr algn="ctr">
              <a:lnSpc>
                <a:spcPct val="110000"/>
              </a:lnSpc>
              <a:spcAft>
                <a:spcPts val="900"/>
              </a:spcAft>
              <a:buFont typeface="Roboto" panose="02000000000000000000" pitchFamily="2" charset="0"/>
              <a:buChar char="​"/>
            </a:pPr>
            <a:r>
              <a:rPr lang="en-US" sz="10100" dirty="0">
                <a:solidFill>
                  <a:schemeClr val="tx2"/>
                </a:solidFill>
                <a:latin typeface="+mj-lt"/>
              </a:rPr>
              <a:t>02</a:t>
            </a:r>
          </a:p>
        </p:txBody>
      </p:sp>
      <p:sp>
        <p:nvSpPr>
          <p:cNvPr id="19" name="Rectangle 18">
            <a:extLst>
              <a:ext uri="{FF2B5EF4-FFF2-40B4-BE49-F238E27FC236}">
                <a16:creationId xmlns:a16="http://schemas.microsoft.com/office/drawing/2014/main" id="{CB23FAB2-25B9-F8E3-CCBC-1627A26E1862}"/>
              </a:ext>
            </a:extLst>
          </p:cNvPr>
          <p:cNvSpPr/>
          <p:nvPr/>
        </p:nvSpPr>
        <p:spPr>
          <a:xfrm>
            <a:off x="5035048" y="2879369"/>
            <a:ext cx="2121904" cy="1220334"/>
          </a:xfrm>
          <a:prstGeom prst="rect">
            <a:avLst/>
          </a:prstGeom>
        </p:spPr>
        <p:txBody>
          <a:bodyPr wrap="square" lIns="0" tIns="0" rIns="0" bIns="0">
            <a:spAutoFit/>
          </a:bodyPr>
          <a:lstStyle/>
          <a:p>
            <a:pPr algn="ctr">
              <a:lnSpc>
                <a:spcPct val="110000"/>
              </a:lnSpc>
              <a:spcAft>
                <a:spcPts val="900"/>
              </a:spcAft>
              <a:defRPr/>
            </a:pPr>
            <a:r>
              <a:rPr lang="en-US" dirty="0">
                <a:solidFill>
                  <a:schemeClr val="bg1"/>
                </a:solidFill>
                <a:latin typeface="+mj-lt"/>
                <a:ea typeface="Roboto" panose="02000000000000000000" pitchFamily="2" charset="0"/>
                <a:cs typeface="Roboto" panose="02000000000000000000" pitchFamily="2" charset="0"/>
              </a:rPr>
              <a:t>Generic Label</a:t>
            </a:r>
          </a:p>
          <a:p>
            <a:pPr algn="ct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 Dolor sit amet allepsis conquistator alascum</a:t>
            </a:r>
          </a:p>
        </p:txBody>
      </p:sp>
      <p:sp>
        <p:nvSpPr>
          <p:cNvPr id="21" name="TextBox 20">
            <a:extLst>
              <a:ext uri="{FF2B5EF4-FFF2-40B4-BE49-F238E27FC236}">
                <a16:creationId xmlns:a16="http://schemas.microsoft.com/office/drawing/2014/main" id="{120ACD89-F4A1-DAA9-0FC0-8CD312D24434}"/>
              </a:ext>
            </a:extLst>
          </p:cNvPr>
          <p:cNvSpPr txBox="1"/>
          <p:nvPr/>
        </p:nvSpPr>
        <p:spPr>
          <a:xfrm>
            <a:off x="8482450" y="4164185"/>
            <a:ext cx="1990725" cy="1606017"/>
          </a:xfrm>
          <a:prstGeom prst="rect">
            <a:avLst/>
          </a:prstGeom>
        </p:spPr>
        <p:txBody>
          <a:bodyPr vert="horz" wrap="square" lIns="0" tIns="0" rIns="0" bIns="0" rtlCol="0">
            <a:spAutoFit/>
          </a:bodyPr>
          <a:lstStyle/>
          <a:p>
            <a:pPr algn="ctr">
              <a:lnSpc>
                <a:spcPct val="110000"/>
              </a:lnSpc>
              <a:spcAft>
                <a:spcPts val="900"/>
              </a:spcAft>
              <a:buFont typeface="Roboto" panose="02000000000000000000" pitchFamily="2" charset="0"/>
              <a:buChar char="​"/>
            </a:pPr>
            <a:r>
              <a:rPr lang="en-US" sz="10100" dirty="0">
                <a:solidFill>
                  <a:schemeClr val="tx2"/>
                </a:solidFill>
                <a:latin typeface="+mj-lt"/>
              </a:rPr>
              <a:t>03</a:t>
            </a:r>
          </a:p>
        </p:txBody>
      </p:sp>
      <p:sp>
        <p:nvSpPr>
          <p:cNvPr id="20" name="Rectangle 19">
            <a:extLst>
              <a:ext uri="{FF2B5EF4-FFF2-40B4-BE49-F238E27FC236}">
                <a16:creationId xmlns:a16="http://schemas.microsoft.com/office/drawing/2014/main" id="{8F71879F-16B8-4984-D531-C91C1D5393BE}"/>
              </a:ext>
            </a:extLst>
          </p:cNvPr>
          <p:cNvSpPr/>
          <p:nvPr/>
        </p:nvSpPr>
        <p:spPr>
          <a:xfrm>
            <a:off x="8416860" y="2879369"/>
            <a:ext cx="2121904" cy="1220334"/>
          </a:xfrm>
          <a:prstGeom prst="rect">
            <a:avLst/>
          </a:prstGeom>
        </p:spPr>
        <p:txBody>
          <a:bodyPr wrap="square" lIns="0" tIns="0" rIns="0" bIns="0">
            <a:spAutoFit/>
          </a:bodyPr>
          <a:lstStyle/>
          <a:p>
            <a:pPr algn="ctr">
              <a:lnSpc>
                <a:spcPct val="110000"/>
              </a:lnSpc>
              <a:spcAft>
                <a:spcPts val="900"/>
              </a:spcAft>
              <a:defRPr/>
            </a:pPr>
            <a:r>
              <a:rPr lang="en-US" dirty="0">
                <a:solidFill>
                  <a:schemeClr val="bg1"/>
                </a:solidFill>
                <a:latin typeface="+mj-lt"/>
                <a:ea typeface="Roboto" panose="02000000000000000000" pitchFamily="2" charset="0"/>
                <a:cs typeface="Roboto" panose="02000000000000000000" pitchFamily="2" charset="0"/>
              </a:rPr>
              <a:t>Generic Label</a:t>
            </a:r>
          </a:p>
          <a:p>
            <a:pPr algn="ctr">
              <a:lnSpc>
                <a:spcPct val="110000"/>
              </a:lnSpc>
              <a:spcAft>
                <a:spcPts val="900"/>
              </a:spcAft>
              <a:defRPr/>
            </a:pPr>
            <a:r>
              <a:rPr lang="pt-BR" sz="1200" dirty="0">
                <a:solidFill>
                  <a:schemeClr val="bg1"/>
                </a:solidFill>
                <a:ea typeface="Roboto" panose="02000000000000000000" pitchFamily="2" charset="0"/>
                <a:cs typeface="Roboto" panose="02000000000000000000" pitchFamily="2" charset="0"/>
              </a:rPr>
              <a:t>Adipiscing elit maecenas porttitor sed pulvinarcongue massa Dolor sit amet allepsis conquistator alascum</a:t>
            </a:r>
          </a:p>
        </p:txBody>
      </p:sp>
    </p:spTree>
    <p:extLst>
      <p:ext uri="{BB962C8B-B14F-4D97-AF65-F5344CB8AC3E}">
        <p14:creationId xmlns:p14="http://schemas.microsoft.com/office/powerpoint/2010/main" val="41540852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 Placeholder 62">
            <a:extLst>
              <a:ext uri="{FF2B5EF4-FFF2-40B4-BE49-F238E27FC236}">
                <a16:creationId xmlns:a16="http://schemas.microsoft.com/office/drawing/2014/main" id="{B2135D09-593C-4BC7-98C8-F8C235C5B136}"/>
              </a:ext>
            </a:extLst>
          </p:cNvPr>
          <p:cNvSpPr>
            <a:spLocks noGrp="1"/>
          </p:cNvSpPr>
          <p:nvPr>
            <p:ph type="body" sz="quarter" idx="17"/>
          </p:nvPr>
        </p:nvSpPr>
        <p:spPr/>
        <p:txBody>
          <a:bodyPr/>
          <a:lstStyle/>
          <a:p>
            <a:r>
              <a:rPr lang="en-US" dirty="0"/>
              <a:t>05</a:t>
            </a:r>
          </a:p>
        </p:txBody>
      </p:sp>
      <p:sp>
        <p:nvSpPr>
          <p:cNvPr id="3" name="Title 2">
            <a:extLst>
              <a:ext uri="{FF2B5EF4-FFF2-40B4-BE49-F238E27FC236}">
                <a16:creationId xmlns:a16="http://schemas.microsoft.com/office/drawing/2014/main" id="{66D51350-237B-4E39-B9C4-DEAC1EBF9B0B}"/>
              </a:ext>
            </a:extLst>
          </p:cNvPr>
          <p:cNvSpPr>
            <a:spLocks noGrp="1"/>
          </p:cNvSpPr>
          <p:nvPr>
            <p:ph type="title"/>
          </p:nvPr>
        </p:nvSpPr>
        <p:spPr/>
        <p:txBody>
          <a:bodyPr/>
          <a:lstStyle/>
          <a:p>
            <a:r>
              <a:rPr lang="en-US" dirty="0"/>
              <a:t>Graphic Toolkit</a:t>
            </a:r>
          </a:p>
        </p:txBody>
      </p:sp>
    </p:spTree>
    <p:extLst>
      <p:ext uri="{BB962C8B-B14F-4D97-AF65-F5344CB8AC3E}">
        <p14:creationId xmlns:p14="http://schemas.microsoft.com/office/powerpoint/2010/main" val="15841488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639DD2C-DE4F-4B3E-B395-15CF5B196C5F}"/>
              </a:ext>
            </a:extLst>
          </p:cNvPr>
          <p:cNvSpPr>
            <a:spLocks noGrp="1"/>
          </p:cNvSpPr>
          <p:nvPr>
            <p:ph type="subTitle" idx="1"/>
          </p:nvPr>
        </p:nvSpPr>
        <p:spPr/>
        <p:txBody>
          <a:bodyPr/>
          <a:lstStyle/>
          <a:p>
            <a:r>
              <a:rPr lang="en-US" dirty="0"/>
              <a:t>Graphic Toolkit</a:t>
            </a:r>
          </a:p>
        </p:txBody>
      </p:sp>
      <p:sp>
        <p:nvSpPr>
          <p:cNvPr id="2" name="Title 1">
            <a:extLst>
              <a:ext uri="{FF2B5EF4-FFF2-40B4-BE49-F238E27FC236}">
                <a16:creationId xmlns:a16="http://schemas.microsoft.com/office/drawing/2014/main" id="{71495639-DDE6-4008-8331-BA1CA61FA60E}"/>
              </a:ext>
            </a:extLst>
          </p:cNvPr>
          <p:cNvSpPr>
            <a:spLocks noGrp="1"/>
          </p:cNvSpPr>
          <p:nvPr>
            <p:ph type="title"/>
          </p:nvPr>
        </p:nvSpPr>
        <p:spPr/>
        <p:txBody>
          <a:bodyPr/>
          <a:lstStyle/>
          <a:p>
            <a:r>
              <a:rPr lang="en-US" dirty="0"/>
              <a:t>Colors</a:t>
            </a:r>
          </a:p>
        </p:txBody>
      </p:sp>
      <p:sp>
        <p:nvSpPr>
          <p:cNvPr id="5" name="Rectangle 4">
            <a:extLst>
              <a:ext uri="{FF2B5EF4-FFF2-40B4-BE49-F238E27FC236}">
                <a16:creationId xmlns:a16="http://schemas.microsoft.com/office/drawing/2014/main" id="{39F65EE4-7A14-40ED-967B-C45A65AC3E54}"/>
              </a:ext>
            </a:extLst>
          </p:cNvPr>
          <p:cNvSpPr/>
          <p:nvPr/>
        </p:nvSpPr>
        <p:spPr>
          <a:xfrm>
            <a:off x="1091032" y="2077944"/>
            <a:ext cx="2177606" cy="307777"/>
          </a:xfrm>
          <a:prstGeom prst="rect">
            <a:avLst/>
          </a:prstGeom>
        </p:spPr>
        <p:txBody>
          <a:bodyPr wrap="square" lIns="0">
            <a:spAutoFit/>
          </a:bodyPr>
          <a:lstStyle/>
          <a:p>
            <a:r>
              <a:rPr lang="en-US" sz="1400" dirty="0">
                <a:solidFill>
                  <a:schemeClr val="bg1"/>
                </a:solidFill>
              </a:rPr>
              <a:t>R:255 G:105 B:175</a:t>
            </a:r>
          </a:p>
        </p:txBody>
      </p:sp>
      <p:sp>
        <p:nvSpPr>
          <p:cNvPr id="22" name="Rectangle 21">
            <a:extLst>
              <a:ext uri="{FF2B5EF4-FFF2-40B4-BE49-F238E27FC236}">
                <a16:creationId xmlns:a16="http://schemas.microsoft.com/office/drawing/2014/main" id="{521AC784-44BF-4A27-A1FA-ED01582AAD79}"/>
              </a:ext>
            </a:extLst>
          </p:cNvPr>
          <p:cNvSpPr/>
          <p:nvPr/>
        </p:nvSpPr>
        <p:spPr>
          <a:xfrm>
            <a:off x="3688471" y="2077944"/>
            <a:ext cx="2177606" cy="523220"/>
          </a:xfrm>
          <a:prstGeom prst="rect">
            <a:avLst/>
          </a:prstGeom>
        </p:spPr>
        <p:txBody>
          <a:bodyPr wrap="square" lIns="0">
            <a:spAutoFit/>
          </a:bodyPr>
          <a:lstStyle/>
          <a:p>
            <a:r>
              <a:rPr lang="en-US" sz="1400" dirty="0">
                <a:solidFill>
                  <a:schemeClr val="bg1"/>
                </a:solidFill>
              </a:rPr>
              <a:t>R:128 G:107 B:225</a:t>
            </a:r>
          </a:p>
          <a:p>
            <a:endParaRPr lang="en-US" sz="1400" dirty="0">
              <a:solidFill>
                <a:schemeClr val="bg1"/>
              </a:solidFill>
            </a:endParaRPr>
          </a:p>
        </p:txBody>
      </p:sp>
      <p:sp>
        <p:nvSpPr>
          <p:cNvPr id="21" name="Rectangle 20">
            <a:extLst>
              <a:ext uri="{FF2B5EF4-FFF2-40B4-BE49-F238E27FC236}">
                <a16:creationId xmlns:a16="http://schemas.microsoft.com/office/drawing/2014/main" id="{BA0340EE-7A69-49A5-8474-380F3D21AB43}"/>
              </a:ext>
            </a:extLst>
          </p:cNvPr>
          <p:cNvSpPr/>
          <p:nvPr/>
        </p:nvSpPr>
        <p:spPr>
          <a:xfrm>
            <a:off x="6321332" y="2077944"/>
            <a:ext cx="2177606" cy="307777"/>
          </a:xfrm>
          <a:prstGeom prst="rect">
            <a:avLst/>
          </a:prstGeom>
        </p:spPr>
        <p:txBody>
          <a:bodyPr wrap="square" lIns="0">
            <a:spAutoFit/>
          </a:bodyPr>
          <a:lstStyle/>
          <a:p>
            <a:r>
              <a:rPr lang="en-US" sz="1400" dirty="0">
                <a:solidFill>
                  <a:schemeClr val="bg1"/>
                </a:solidFill>
              </a:rPr>
              <a:t>R:35 G:100 B:250</a:t>
            </a:r>
          </a:p>
        </p:txBody>
      </p:sp>
      <p:sp>
        <p:nvSpPr>
          <p:cNvPr id="20" name="Rectangle 19">
            <a:extLst>
              <a:ext uri="{FF2B5EF4-FFF2-40B4-BE49-F238E27FC236}">
                <a16:creationId xmlns:a16="http://schemas.microsoft.com/office/drawing/2014/main" id="{5FEFBE8E-405F-4449-8EBB-0CB6ABA5C294}"/>
              </a:ext>
            </a:extLst>
          </p:cNvPr>
          <p:cNvSpPr/>
          <p:nvPr/>
        </p:nvSpPr>
        <p:spPr>
          <a:xfrm>
            <a:off x="8935371" y="2077944"/>
            <a:ext cx="2177606" cy="307777"/>
          </a:xfrm>
          <a:prstGeom prst="rect">
            <a:avLst/>
          </a:prstGeom>
        </p:spPr>
        <p:txBody>
          <a:bodyPr wrap="square" lIns="0">
            <a:spAutoFit/>
          </a:bodyPr>
          <a:lstStyle/>
          <a:p>
            <a:r>
              <a:rPr lang="en-US" sz="1400" dirty="0">
                <a:solidFill>
                  <a:schemeClr val="bg1"/>
                </a:solidFill>
              </a:rPr>
              <a:t>R:40 G:215 B:215</a:t>
            </a:r>
          </a:p>
        </p:txBody>
      </p:sp>
      <p:grpSp>
        <p:nvGrpSpPr>
          <p:cNvPr id="6" name="Group 5">
            <a:extLst>
              <a:ext uri="{FF2B5EF4-FFF2-40B4-BE49-F238E27FC236}">
                <a16:creationId xmlns:a16="http://schemas.microsoft.com/office/drawing/2014/main" id="{510166CB-71AD-86C3-8509-2B246B3DE0CC}"/>
              </a:ext>
              <a:ext uri="{C183D7F6-B498-43B3-948B-1728B52AA6E4}">
                <adec:decorative xmlns:adec="http://schemas.microsoft.com/office/drawing/2017/decorative" val="1"/>
              </a:ext>
            </a:extLst>
          </p:cNvPr>
          <p:cNvGrpSpPr/>
          <p:nvPr/>
        </p:nvGrpSpPr>
        <p:grpSpPr>
          <a:xfrm>
            <a:off x="1091031" y="2387735"/>
            <a:ext cx="10021948" cy="998464"/>
            <a:chOff x="1091031" y="2387735"/>
            <a:chExt cx="10021948" cy="998464"/>
          </a:xfrm>
        </p:grpSpPr>
        <p:sp>
          <p:nvSpPr>
            <p:cNvPr id="12" name="Rectangle 11">
              <a:extLst>
                <a:ext uri="{FF2B5EF4-FFF2-40B4-BE49-F238E27FC236}">
                  <a16:creationId xmlns:a16="http://schemas.microsoft.com/office/drawing/2014/main" id="{CDB991CE-AE7F-42DE-8195-81885EE35FEA}"/>
                </a:ext>
              </a:extLst>
            </p:cNvPr>
            <p:cNvSpPr/>
            <p:nvPr/>
          </p:nvSpPr>
          <p:spPr>
            <a:xfrm flipH="1">
              <a:off x="1091032" y="2387735"/>
              <a:ext cx="2177608" cy="6400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ea typeface="+mn-ea"/>
                <a:cs typeface="+mn-cs"/>
              </a:endParaRPr>
            </a:p>
          </p:txBody>
        </p:sp>
        <p:sp>
          <p:nvSpPr>
            <p:cNvPr id="16" name="Rectangle 15">
              <a:extLst>
                <a:ext uri="{FF2B5EF4-FFF2-40B4-BE49-F238E27FC236}">
                  <a16:creationId xmlns:a16="http://schemas.microsoft.com/office/drawing/2014/main" id="{CF26759B-00F0-4949-94DA-110041103CBE}"/>
                </a:ext>
              </a:extLst>
            </p:cNvPr>
            <p:cNvSpPr/>
            <p:nvPr/>
          </p:nvSpPr>
          <p:spPr>
            <a:xfrm>
              <a:off x="1091031" y="3139395"/>
              <a:ext cx="2177608" cy="246804"/>
            </a:xfrm>
            <a:prstGeom prst="rect">
              <a:avLst/>
            </a:prstGeom>
            <a:gradFill>
              <a:gsLst>
                <a:gs pos="0">
                  <a:srgbClr val="FF69B0"/>
                </a:gs>
                <a:gs pos="100000">
                  <a:srgbClr val="FF69B0">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ea typeface="+mn-ea"/>
                <a:cs typeface="+mn-cs"/>
              </a:endParaRPr>
            </a:p>
          </p:txBody>
        </p:sp>
        <p:sp>
          <p:nvSpPr>
            <p:cNvPr id="14" name="Rectangle 13">
              <a:extLst>
                <a:ext uri="{FF2B5EF4-FFF2-40B4-BE49-F238E27FC236}">
                  <a16:creationId xmlns:a16="http://schemas.microsoft.com/office/drawing/2014/main" id="{8CC0B7E2-EE5D-4B21-95F3-0175D85019E6}"/>
                </a:ext>
              </a:extLst>
            </p:cNvPr>
            <p:cNvSpPr/>
            <p:nvPr/>
          </p:nvSpPr>
          <p:spPr>
            <a:xfrm rot="5400000" flipH="1">
              <a:off x="9704135" y="1639797"/>
              <a:ext cx="640080" cy="217760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Rectangle 18">
              <a:extLst>
                <a:ext uri="{FF2B5EF4-FFF2-40B4-BE49-F238E27FC236}">
                  <a16:creationId xmlns:a16="http://schemas.microsoft.com/office/drawing/2014/main" id="{11E554F3-9FBF-43AE-8532-4F60B2F129C4}"/>
                </a:ext>
              </a:extLst>
            </p:cNvPr>
            <p:cNvSpPr/>
            <p:nvPr/>
          </p:nvSpPr>
          <p:spPr>
            <a:xfrm>
              <a:off x="8935368" y="3139395"/>
              <a:ext cx="2177608" cy="246804"/>
            </a:xfrm>
            <a:prstGeom prst="rect">
              <a:avLst/>
            </a:prstGeom>
            <a:gradFill>
              <a:gsLst>
                <a:gs pos="0">
                  <a:schemeClr val="accent2"/>
                </a:gs>
                <a:gs pos="100000">
                  <a:schemeClr val="accent2">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ea typeface="+mn-ea"/>
                <a:cs typeface="+mn-cs"/>
              </a:endParaRPr>
            </a:p>
          </p:txBody>
        </p:sp>
        <p:sp>
          <p:nvSpPr>
            <p:cNvPr id="13" name="Rectangle 12">
              <a:extLst>
                <a:ext uri="{FF2B5EF4-FFF2-40B4-BE49-F238E27FC236}">
                  <a16:creationId xmlns:a16="http://schemas.microsoft.com/office/drawing/2014/main" id="{CD8244BD-FC3C-4AA5-816E-5206E0A12A39}"/>
                </a:ext>
              </a:extLst>
            </p:cNvPr>
            <p:cNvSpPr/>
            <p:nvPr/>
          </p:nvSpPr>
          <p:spPr>
            <a:xfrm flipH="1">
              <a:off x="6321330" y="2387736"/>
              <a:ext cx="2177608" cy="64008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ea typeface="+mn-ea"/>
                <a:cs typeface="+mn-cs"/>
              </a:endParaRPr>
            </a:p>
          </p:txBody>
        </p:sp>
        <p:sp>
          <p:nvSpPr>
            <p:cNvPr id="17" name="Rectangle 16">
              <a:extLst>
                <a:ext uri="{FF2B5EF4-FFF2-40B4-BE49-F238E27FC236}">
                  <a16:creationId xmlns:a16="http://schemas.microsoft.com/office/drawing/2014/main" id="{BE96A768-E4E8-4E33-911C-A46C0E586C3F}"/>
                </a:ext>
              </a:extLst>
            </p:cNvPr>
            <p:cNvSpPr/>
            <p:nvPr/>
          </p:nvSpPr>
          <p:spPr>
            <a:xfrm>
              <a:off x="6321330" y="3139395"/>
              <a:ext cx="2177608" cy="246804"/>
            </a:xfrm>
            <a:prstGeom prst="rect">
              <a:avLst/>
            </a:prstGeom>
            <a:gradFill>
              <a:gsLst>
                <a:gs pos="0">
                  <a:schemeClr val="accent4"/>
                </a:gs>
                <a:gs pos="100000">
                  <a:srgbClr val="2367F8">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ea typeface="+mn-ea"/>
                <a:cs typeface="+mn-cs"/>
              </a:endParaRPr>
            </a:p>
          </p:txBody>
        </p:sp>
        <p:sp>
          <p:nvSpPr>
            <p:cNvPr id="15" name="Rectangle 14">
              <a:extLst>
                <a:ext uri="{FF2B5EF4-FFF2-40B4-BE49-F238E27FC236}">
                  <a16:creationId xmlns:a16="http://schemas.microsoft.com/office/drawing/2014/main" id="{C56F96DD-DE9A-4A36-9508-D6D62FBC8919}"/>
                </a:ext>
              </a:extLst>
            </p:cNvPr>
            <p:cNvSpPr/>
            <p:nvPr/>
          </p:nvSpPr>
          <p:spPr>
            <a:xfrm rot="5400000" flipH="1">
              <a:off x="4474575" y="1639798"/>
              <a:ext cx="640080" cy="21776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8" name="Rectangle 17">
              <a:extLst>
                <a:ext uri="{FF2B5EF4-FFF2-40B4-BE49-F238E27FC236}">
                  <a16:creationId xmlns:a16="http://schemas.microsoft.com/office/drawing/2014/main" id="{FADCA516-0B37-4525-BD9A-32F906311C92}"/>
                </a:ext>
              </a:extLst>
            </p:cNvPr>
            <p:cNvSpPr/>
            <p:nvPr/>
          </p:nvSpPr>
          <p:spPr>
            <a:xfrm>
              <a:off x="3705811" y="3139395"/>
              <a:ext cx="2177608" cy="246804"/>
            </a:xfrm>
            <a:prstGeom prst="rect">
              <a:avLst/>
            </a:prstGeom>
            <a:gradFill>
              <a:gsLst>
                <a:gs pos="0">
                  <a:schemeClr val="accent1"/>
                </a:gs>
                <a:gs pos="100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ea typeface="+mn-ea"/>
                <a:cs typeface="+mn-cs"/>
              </a:endParaRPr>
            </a:p>
          </p:txBody>
        </p:sp>
      </p:grpSp>
      <p:sp>
        <p:nvSpPr>
          <p:cNvPr id="26" name="Rectangle 25">
            <a:extLst>
              <a:ext uri="{FF2B5EF4-FFF2-40B4-BE49-F238E27FC236}">
                <a16:creationId xmlns:a16="http://schemas.microsoft.com/office/drawing/2014/main" id="{21E9BA6A-D963-49A9-8388-10339A6D4477}"/>
              </a:ext>
            </a:extLst>
          </p:cNvPr>
          <p:cNvSpPr/>
          <p:nvPr/>
        </p:nvSpPr>
        <p:spPr>
          <a:xfrm>
            <a:off x="1091033" y="3858960"/>
            <a:ext cx="2177606" cy="307777"/>
          </a:xfrm>
          <a:prstGeom prst="rect">
            <a:avLst/>
          </a:prstGeom>
        </p:spPr>
        <p:txBody>
          <a:bodyPr wrap="square" lIns="0">
            <a:spAutoFit/>
          </a:bodyPr>
          <a:lstStyle/>
          <a:p>
            <a:r>
              <a:rPr lang="en-US" sz="1400" dirty="0">
                <a:solidFill>
                  <a:schemeClr val="bg1"/>
                </a:solidFill>
              </a:rPr>
              <a:t>R:25 G:30 B:50</a:t>
            </a:r>
          </a:p>
        </p:txBody>
      </p:sp>
      <p:sp>
        <p:nvSpPr>
          <p:cNvPr id="25" name="Rectangle 24">
            <a:extLst>
              <a:ext uri="{FF2B5EF4-FFF2-40B4-BE49-F238E27FC236}">
                <a16:creationId xmlns:a16="http://schemas.microsoft.com/office/drawing/2014/main" id="{031C8730-B6E8-499C-A684-1E518C2DE500}"/>
              </a:ext>
            </a:extLst>
          </p:cNvPr>
          <p:cNvSpPr/>
          <p:nvPr/>
        </p:nvSpPr>
        <p:spPr>
          <a:xfrm>
            <a:off x="3620860" y="3858960"/>
            <a:ext cx="2177606" cy="307777"/>
          </a:xfrm>
          <a:prstGeom prst="rect">
            <a:avLst/>
          </a:prstGeom>
        </p:spPr>
        <p:txBody>
          <a:bodyPr wrap="square">
            <a:spAutoFit/>
          </a:bodyPr>
          <a:lstStyle/>
          <a:p>
            <a:r>
              <a:rPr lang="en-US" sz="1400" dirty="0">
                <a:solidFill>
                  <a:schemeClr val="bg1"/>
                </a:solidFill>
              </a:rPr>
              <a:t>R:230 G:230 B:230</a:t>
            </a:r>
          </a:p>
        </p:txBody>
      </p:sp>
      <p:grpSp>
        <p:nvGrpSpPr>
          <p:cNvPr id="23" name="Group 22">
            <a:extLst>
              <a:ext uri="{FF2B5EF4-FFF2-40B4-BE49-F238E27FC236}">
                <a16:creationId xmlns:a16="http://schemas.microsoft.com/office/drawing/2014/main" id="{8641469D-B671-F123-75E8-441639AF3910}"/>
              </a:ext>
              <a:ext uri="{C183D7F6-B498-43B3-948B-1728B52AA6E4}">
                <adec:decorative xmlns:adec="http://schemas.microsoft.com/office/drawing/2017/decorative" val="1"/>
              </a:ext>
            </a:extLst>
          </p:cNvPr>
          <p:cNvGrpSpPr/>
          <p:nvPr/>
        </p:nvGrpSpPr>
        <p:grpSpPr>
          <a:xfrm>
            <a:off x="1091032" y="4191913"/>
            <a:ext cx="10021945" cy="1752922"/>
            <a:chOff x="1091032" y="4191913"/>
            <a:chExt cx="10021945" cy="1752922"/>
          </a:xfrm>
        </p:grpSpPr>
        <p:sp>
          <p:nvSpPr>
            <p:cNvPr id="7" name="Rectangle 6">
              <a:extLst>
                <a:ext uri="{FF2B5EF4-FFF2-40B4-BE49-F238E27FC236}">
                  <a16:creationId xmlns:a16="http://schemas.microsoft.com/office/drawing/2014/main" id="{F0987256-4A18-4918-8546-6AA458E713A4}"/>
                </a:ext>
              </a:extLst>
            </p:cNvPr>
            <p:cNvSpPr/>
            <p:nvPr/>
          </p:nvSpPr>
          <p:spPr>
            <a:xfrm>
              <a:off x="6320590" y="5304754"/>
              <a:ext cx="2177608" cy="640080"/>
            </a:xfrm>
            <a:prstGeom prst="rect">
              <a:avLst/>
            </a:prstGeom>
            <a:gradFill flip="none" rotWithShape="1">
              <a:gsLst>
                <a:gs pos="20000">
                  <a:schemeClr val="accent4"/>
                </a:gs>
                <a:gs pos="85000">
                  <a:schemeClr val="accent2"/>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tangle 7">
              <a:extLst>
                <a:ext uri="{FF2B5EF4-FFF2-40B4-BE49-F238E27FC236}">
                  <a16:creationId xmlns:a16="http://schemas.microsoft.com/office/drawing/2014/main" id="{A4595703-435C-460A-AAA3-EBCAECC84DBA}"/>
                </a:ext>
              </a:extLst>
            </p:cNvPr>
            <p:cNvSpPr/>
            <p:nvPr/>
          </p:nvSpPr>
          <p:spPr>
            <a:xfrm>
              <a:off x="1091032" y="5304754"/>
              <a:ext cx="2177608" cy="640080"/>
            </a:xfrm>
            <a:prstGeom prst="rect">
              <a:avLst/>
            </a:prstGeom>
            <a:gradFill flip="none" rotWithShape="1">
              <a:gsLst>
                <a:gs pos="20000">
                  <a:schemeClr val="accent3"/>
                </a:gs>
                <a:gs pos="85000">
                  <a:schemeClr val="accent1"/>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tangle 8">
              <a:extLst>
                <a:ext uri="{FF2B5EF4-FFF2-40B4-BE49-F238E27FC236}">
                  <a16:creationId xmlns:a16="http://schemas.microsoft.com/office/drawing/2014/main" id="{A4A62008-0696-4E58-9DAA-F6BECE49585A}"/>
                </a:ext>
              </a:extLst>
            </p:cNvPr>
            <p:cNvSpPr/>
            <p:nvPr/>
          </p:nvSpPr>
          <p:spPr>
            <a:xfrm rot="10800000">
              <a:off x="8935369" y="5304755"/>
              <a:ext cx="2177608" cy="640080"/>
            </a:xfrm>
            <a:prstGeom prst="rect">
              <a:avLst/>
            </a:prstGeom>
            <a:gradFill flip="none" rotWithShape="1">
              <a:gsLst>
                <a:gs pos="20000">
                  <a:schemeClr val="accent1"/>
                </a:gs>
                <a:gs pos="85000">
                  <a:schemeClr val="accent2"/>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0" name="Rectangle 9">
              <a:extLst>
                <a:ext uri="{FF2B5EF4-FFF2-40B4-BE49-F238E27FC236}">
                  <a16:creationId xmlns:a16="http://schemas.microsoft.com/office/drawing/2014/main" id="{4843429D-3BF6-444A-A278-516AB013E2BF}"/>
                </a:ext>
              </a:extLst>
            </p:cNvPr>
            <p:cNvSpPr/>
            <p:nvPr/>
          </p:nvSpPr>
          <p:spPr>
            <a:xfrm>
              <a:off x="3705811" y="5304754"/>
              <a:ext cx="2177608" cy="640080"/>
            </a:xfrm>
            <a:prstGeom prst="rect">
              <a:avLst/>
            </a:prstGeom>
            <a:gradFill flip="none" rotWithShape="1">
              <a:gsLst>
                <a:gs pos="20000">
                  <a:schemeClr val="accent1"/>
                </a:gs>
                <a:gs pos="85000">
                  <a:schemeClr val="accent4"/>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Rectangle 10">
              <a:extLst>
                <a:ext uri="{FF2B5EF4-FFF2-40B4-BE49-F238E27FC236}">
                  <a16:creationId xmlns:a16="http://schemas.microsoft.com/office/drawing/2014/main" id="{9EA0CD3E-4236-4806-86F2-800A63D129A2}"/>
                </a:ext>
              </a:extLst>
            </p:cNvPr>
            <p:cNvSpPr/>
            <p:nvPr/>
          </p:nvSpPr>
          <p:spPr>
            <a:xfrm>
              <a:off x="3705811" y="4191913"/>
              <a:ext cx="2177608" cy="640080"/>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4" name="Rectangle 23">
              <a:extLst>
                <a:ext uri="{FF2B5EF4-FFF2-40B4-BE49-F238E27FC236}">
                  <a16:creationId xmlns:a16="http://schemas.microsoft.com/office/drawing/2014/main" id="{906307D1-960A-4EBD-8D0D-5AF0969CC87D}"/>
                </a:ext>
              </a:extLst>
            </p:cNvPr>
            <p:cNvSpPr/>
            <p:nvPr/>
          </p:nvSpPr>
          <p:spPr>
            <a:xfrm>
              <a:off x="1091033" y="4191913"/>
              <a:ext cx="2153882" cy="64008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spTree>
    <p:extLst>
      <p:ext uri="{BB962C8B-B14F-4D97-AF65-F5344CB8AC3E}">
        <p14:creationId xmlns:p14="http://schemas.microsoft.com/office/powerpoint/2010/main" val="60694882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95639-DDE6-4008-8331-BA1CA61FA60E}"/>
              </a:ext>
            </a:extLst>
          </p:cNvPr>
          <p:cNvSpPr>
            <a:spLocks noGrp="1"/>
          </p:cNvSpPr>
          <p:nvPr>
            <p:ph type="title"/>
          </p:nvPr>
        </p:nvSpPr>
        <p:spPr/>
        <p:txBody>
          <a:bodyPr/>
          <a:lstStyle/>
          <a:p>
            <a:r>
              <a:rPr lang="en-US" dirty="0"/>
              <a:t>Graphics 1</a:t>
            </a:r>
          </a:p>
        </p:txBody>
      </p:sp>
      <p:sp>
        <p:nvSpPr>
          <p:cNvPr id="3" name="Text Placeholder 2">
            <a:extLst>
              <a:ext uri="{FF2B5EF4-FFF2-40B4-BE49-F238E27FC236}">
                <a16:creationId xmlns:a16="http://schemas.microsoft.com/office/drawing/2014/main" id="{2639DD2C-DE4F-4B3E-B395-15CF5B196C5F}"/>
              </a:ext>
            </a:extLst>
          </p:cNvPr>
          <p:cNvSpPr>
            <a:spLocks noGrp="1"/>
          </p:cNvSpPr>
          <p:nvPr>
            <p:ph type="subTitle" idx="1"/>
          </p:nvPr>
        </p:nvSpPr>
        <p:spPr/>
        <p:txBody>
          <a:bodyPr/>
          <a:lstStyle/>
          <a:p>
            <a:r>
              <a:rPr lang="en-US" dirty="0"/>
              <a:t>Graphic Toolkit</a:t>
            </a:r>
          </a:p>
        </p:txBody>
      </p:sp>
      <p:grpSp>
        <p:nvGrpSpPr>
          <p:cNvPr id="8" name="Group 7">
            <a:extLst>
              <a:ext uri="{FF2B5EF4-FFF2-40B4-BE49-F238E27FC236}">
                <a16:creationId xmlns:a16="http://schemas.microsoft.com/office/drawing/2014/main" id="{DCE95CD1-03D1-44F5-8970-2187F2D23443}"/>
              </a:ext>
              <a:ext uri="{C183D7F6-B498-43B3-948B-1728B52AA6E4}">
                <adec:decorative xmlns:adec="http://schemas.microsoft.com/office/drawing/2017/decorative" val="1"/>
              </a:ext>
            </a:extLst>
          </p:cNvPr>
          <p:cNvGrpSpPr/>
          <p:nvPr/>
        </p:nvGrpSpPr>
        <p:grpSpPr>
          <a:xfrm>
            <a:off x="4105480" y="3062174"/>
            <a:ext cx="2565400" cy="457200"/>
            <a:chOff x="1587500" y="5506720"/>
            <a:chExt cx="2565400" cy="457200"/>
          </a:xfrm>
        </p:grpSpPr>
        <p:sp>
          <p:nvSpPr>
            <p:cNvPr id="9" name="Rectangle 8">
              <a:extLst>
                <a:ext uri="{FF2B5EF4-FFF2-40B4-BE49-F238E27FC236}">
                  <a16:creationId xmlns:a16="http://schemas.microsoft.com/office/drawing/2014/main" id="{C8B403FA-69B9-4F09-8781-915B358730EB}"/>
                </a:ext>
              </a:extLst>
            </p:cNvPr>
            <p:cNvSpPr/>
            <p:nvPr/>
          </p:nvSpPr>
          <p:spPr>
            <a:xfrm>
              <a:off x="1816100" y="5506720"/>
              <a:ext cx="2146300" cy="457200"/>
            </a:xfrm>
            <a:prstGeom prst="rect">
              <a:avLst/>
            </a:prstGeom>
            <a:gradFill>
              <a:gsLst>
                <a:gs pos="0">
                  <a:schemeClr val="accent1">
                    <a:alpha val="60000"/>
                  </a:schemeClr>
                </a:gs>
                <a:gs pos="85000">
                  <a:schemeClr val="accent2">
                    <a:alpha val="6000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10" name="Oval 9">
              <a:extLst>
                <a:ext uri="{FF2B5EF4-FFF2-40B4-BE49-F238E27FC236}">
                  <a16:creationId xmlns:a16="http://schemas.microsoft.com/office/drawing/2014/main" id="{C94F3F5B-85A0-4970-B67B-1EF7A15F85F6}"/>
                </a:ext>
              </a:extLst>
            </p:cNvPr>
            <p:cNvSpPr/>
            <p:nvPr/>
          </p:nvSpPr>
          <p:spPr>
            <a:xfrm>
              <a:off x="1587500" y="550672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11" name="Oval 10">
              <a:extLst>
                <a:ext uri="{FF2B5EF4-FFF2-40B4-BE49-F238E27FC236}">
                  <a16:creationId xmlns:a16="http://schemas.microsoft.com/office/drawing/2014/main" id="{703514B0-DD88-4CB7-A9BF-5AC2C096D304}"/>
                </a:ext>
              </a:extLst>
            </p:cNvPr>
            <p:cNvSpPr/>
            <p:nvPr/>
          </p:nvSpPr>
          <p:spPr>
            <a:xfrm>
              <a:off x="3695700" y="5506720"/>
              <a:ext cx="457200" cy="45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grpSp>
      <p:grpSp>
        <p:nvGrpSpPr>
          <p:cNvPr id="12" name="Group 11">
            <a:extLst>
              <a:ext uri="{FF2B5EF4-FFF2-40B4-BE49-F238E27FC236}">
                <a16:creationId xmlns:a16="http://schemas.microsoft.com/office/drawing/2014/main" id="{457EF0E7-555F-4B1B-B86C-7A8EF8120815}"/>
              </a:ext>
              <a:ext uri="{C183D7F6-B498-43B3-948B-1728B52AA6E4}">
                <adec:decorative xmlns:adec="http://schemas.microsoft.com/office/drawing/2017/decorative" val="1"/>
              </a:ext>
            </a:extLst>
          </p:cNvPr>
          <p:cNvGrpSpPr/>
          <p:nvPr/>
        </p:nvGrpSpPr>
        <p:grpSpPr>
          <a:xfrm flipH="1">
            <a:off x="4105480" y="5495544"/>
            <a:ext cx="2565400" cy="457200"/>
            <a:chOff x="3472180" y="2331720"/>
            <a:chExt cx="2565400" cy="457200"/>
          </a:xfrm>
        </p:grpSpPr>
        <p:sp>
          <p:nvSpPr>
            <p:cNvPr id="13" name="Rectangle 12">
              <a:extLst>
                <a:ext uri="{FF2B5EF4-FFF2-40B4-BE49-F238E27FC236}">
                  <a16:creationId xmlns:a16="http://schemas.microsoft.com/office/drawing/2014/main" id="{6278638F-D809-48A9-9D4C-DCA175BF1EC4}"/>
                </a:ext>
              </a:extLst>
            </p:cNvPr>
            <p:cNvSpPr/>
            <p:nvPr/>
          </p:nvSpPr>
          <p:spPr>
            <a:xfrm>
              <a:off x="3700780" y="2331720"/>
              <a:ext cx="2146300" cy="457200"/>
            </a:xfrm>
            <a:prstGeom prst="rect">
              <a:avLst/>
            </a:prstGeom>
            <a:gradFill flip="none" rotWithShape="1">
              <a:gsLst>
                <a:gs pos="7000">
                  <a:srgbClr val="2367F8">
                    <a:alpha val="60000"/>
                    <a:lumMod val="100000"/>
                  </a:srgbClr>
                </a:gs>
                <a:gs pos="99000">
                  <a:srgbClr val="00FFFF">
                    <a:alpha val="60000"/>
                  </a:srgbClr>
                </a:gs>
              </a:gsLst>
              <a:lin ang="3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14" name="Oval 13">
              <a:extLst>
                <a:ext uri="{FF2B5EF4-FFF2-40B4-BE49-F238E27FC236}">
                  <a16:creationId xmlns:a16="http://schemas.microsoft.com/office/drawing/2014/main" id="{ECC5C03C-BC22-4B7F-ABDC-A9CF52B8E604}"/>
                </a:ext>
              </a:extLst>
            </p:cNvPr>
            <p:cNvSpPr/>
            <p:nvPr/>
          </p:nvSpPr>
          <p:spPr>
            <a:xfrm>
              <a:off x="3472180" y="233172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15" name="Oval 14">
              <a:extLst>
                <a:ext uri="{FF2B5EF4-FFF2-40B4-BE49-F238E27FC236}">
                  <a16:creationId xmlns:a16="http://schemas.microsoft.com/office/drawing/2014/main" id="{4E22D376-19F4-4277-B7AA-772F91BB7CC9}"/>
                </a:ext>
              </a:extLst>
            </p:cNvPr>
            <p:cNvSpPr/>
            <p:nvPr/>
          </p:nvSpPr>
          <p:spPr>
            <a:xfrm>
              <a:off x="5580380" y="2331720"/>
              <a:ext cx="457200" cy="45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nvGrpSpPr>
          <p:cNvPr id="16" name="Group 15">
            <a:extLst>
              <a:ext uri="{FF2B5EF4-FFF2-40B4-BE49-F238E27FC236}">
                <a16:creationId xmlns:a16="http://schemas.microsoft.com/office/drawing/2014/main" id="{A0F72AD3-0FB0-40A1-8DFA-1EB1C7EF67F7}"/>
              </a:ext>
              <a:ext uri="{C183D7F6-B498-43B3-948B-1728B52AA6E4}">
                <adec:decorative xmlns:adec="http://schemas.microsoft.com/office/drawing/2017/decorative" val="1"/>
              </a:ext>
            </a:extLst>
          </p:cNvPr>
          <p:cNvGrpSpPr/>
          <p:nvPr/>
        </p:nvGrpSpPr>
        <p:grpSpPr>
          <a:xfrm>
            <a:off x="4105480" y="3873297"/>
            <a:ext cx="2565400" cy="457200"/>
            <a:chOff x="3472180" y="2331720"/>
            <a:chExt cx="2565400" cy="457200"/>
          </a:xfrm>
        </p:grpSpPr>
        <p:sp>
          <p:nvSpPr>
            <p:cNvPr id="17" name="Rectangle 16">
              <a:extLst>
                <a:ext uri="{FF2B5EF4-FFF2-40B4-BE49-F238E27FC236}">
                  <a16:creationId xmlns:a16="http://schemas.microsoft.com/office/drawing/2014/main" id="{307F8D36-697B-4001-A57C-95C911A2D799}"/>
                </a:ext>
              </a:extLst>
            </p:cNvPr>
            <p:cNvSpPr/>
            <p:nvPr/>
          </p:nvSpPr>
          <p:spPr>
            <a:xfrm>
              <a:off x="3700780" y="2331720"/>
              <a:ext cx="2146300" cy="457200"/>
            </a:xfrm>
            <a:prstGeom prst="rect">
              <a:avLst/>
            </a:prstGeom>
            <a:gradFill flip="none" rotWithShape="1">
              <a:gsLst>
                <a:gs pos="0">
                  <a:schemeClr val="accent3">
                    <a:alpha val="60000"/>
                  </a:schemeClr>
                </a:gs>
                <a:gs pos="85000">
                  <a:schemeClr val="accent1">
                    <a:alpha val="60000"/>
                  </a:scheme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18" name="Oval 17">
              <a:extLst>
                <a:ext uri="{FF2B5EF4-FFF2-40B4-BE49-F238E27FC236}">
                  <a16:creationId xmlns:a16="http://schemas.microsoft.com/office/drawing/2014/main" id="{3AD0D118-7223-4B81-B152-89BEACBCCB5D}"/>
                </a:ext>
              </a:extLst>
            </p:cNvPr>
            <p:cNvSpPr/>
            <p:nvPr/>
          </p:nvSpPr>
          <p:spPr>
            <a:xfrm>
              <a:off x="3472180" y="2331720"/>
              <a:ext cx="457200" cy="457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19" name="Oval 18">
              <a:extLst>
                <a:ext uri="{FF2B5EF4-FFF2-40B4-BE49-F238E27FC236}">
                  <a16:creationId xmlns:a16="http://schemas.microsoft.com/office/drawing/2014/main" id="{80704CA4-C8EF-44B3-B1B2-B9BF088BAB10}"/>
                </a:ext>
              </a:extLst>
            </p:cNvPr>
            <p:cNvSpPr/>
            <p:nvPr/>
          </p:nvSpPr>
          <p:spPr>
            <a:xfrm>
              <a:off x="5580380" y="233172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grpSp>
      <p:grpSp>
        <p:nvGrpSpPr>
          <p:cNvPr id="20" name="Group 19">
            <a:extLst>
              <a:ext uri="{FF2B5EF4-FFF2-40B4-BE49-F238E27FC236}">
                <a16:creationId xmlns:a16="http://schemas.microsoft.com/office/drawing/2014/main" id="{0C6A5A60-D3DA-492C-9A06-5DED056CC1E5}"/>
              </a:ext>
              <a:ext uri="{C183D7F6-B498-43B3-948B-1728B52AA6E4}">
                <adec:decorative xmlns:adec="http://schemas.microsoft.com/office/drawing/2017/decorative" val="1"/>
              </a:ext>
            </a:extLst>
          </p:cNvPr>
          <p:cNvGrpSpPr/>
          <p:nvPr/>
        </p:nvGrpSpPr>
        <p:grpSpPr>
          <a:xfrm>
            <a:off x="4105480" y="4684420"/>
            <a:ext cx="2565400" cy="457200"/>
            <a:chOff x="3472180" y="2331720"/>
            <a:chExt cx="2565400" cy="457200"/>
          </a:xfrm>
        </p:grpSpPr>
        <p:sp>
          <p:nvSpPr>
            <p:cNvPr id="21" name="Rectangle 20">
              <a:extLst>
                <a:ext uri="{FF2B5EF4-FFF2-40B4-BE49-F238E27FC236}">
                  <a16:creationId xmlns:a16="http://schemas.microsoft.com/office/drawing/2014/main" id="{FD504D05-D38C-463A-9F58-CCE5DBB6ECA2}"/>
                </a:ext>
              </a:extLst>
            </p:cNvPr>
            <p:cNvSpPr/>
            <p:nvPr/>
          </p:nvSpPr>
          <p:spPr>
            <a:xfrm>
              <a:off x="3700780" y="2331720"/>
              <a:ext cx="2146300" cy="457200"/>
            </a:xfrm>
            <a:prstGeom prst="rect">
              <a:avLst/>
            </a:prstGeom>
            <a:gradFill flip="none" rotWithShape="1">
              <a:gsLst>
                <a:gs pos="0">
                  <a:schemeClr val="accent4">
                    <a:lumMod val="100000"/>
                    <a:alpha val="60000"/>
                  </a:schemeClr>
                </a:gs>
                <a:gs pos="85000">
                  <a:schemeClr val="accent1">
                    <a:alpha val="6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22" name="Oval 21">
              <a:extLst>
                <a:ext uri="{FF2B5EF4-FFF2-40B4-BE49-F238E27FC236}">
                  <a16:creationId xmlns:a16="http://schemas.microsoft.com/office/drawing/2014/main" id="{5D45AE30-6266-4724-B52F-E55254824B19}"/>
                </a:ext>
              </a:extLst>
            </p:cNvPr>
            <p:cNvSpPr/>
            <p:nvPr/>
          </p:nvSpPr>
          <p:spPr>
            <a:xfrm>
              <a:off x="3472180" y="233172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23" name="Oval 22">
              <a:extLst>
                <a:ext uri="{FF2B5EF4-FFF2-40B4-BE49-F238E27FC236}">
                  <a16:creationId xmlns:a16="http://schemas.microsoft.com/office/drawing/2014/main" id="{EF89A559-A6BD-4D30-BFA0-03E8331BCF5F}"/>
                </a:ext>
              </a:extLst>
            </p:cNvPr>
            <p:cNvSpPr/>
            <p:nvPr/>
          </p:nvSpPr>
          <p:spPr>
            <a:xfrm>
              <a:off x="5580380" y="233172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nvGrpSpPr>
          <p:cNvPr id="24" name="Group 23">
            <a:extLst>
              <a:ext uri="{FF2B5EF4-FFF2-40B4-BE49-F238E27FC236}">
                <a16:creationId xmlns:a16="http://schemas.microsoft.com/office/drawing/2014/main" id="{18D53BFE-D06D-42BC-9A17-1A485F4F3864}"/>
              </a:ext>
              <a:ext uri="{C183D7F6-B498-43B3-948B-1728B52AA6E4}">
                <adec:decorative xmlns:adec="http://schemas.microsoft.com/office/drawing/2017/decorative" val="1"/>
              </a:ext>
            </a:extLst>
          </p:cNvPr>
          <p:cNvGrpSpPr/>
          <p:nvPr/>
        </p:nvGrpSpPr>
        <p:grpSpPr>
          <a:xfrm rot="1800000" flipH="1">
            <a:off x="1026920" y="4204457"/>
            <a:ext cx="2374900" cy="457200"/>
            <a:chOff x="3472180" y="2331720"/>
            <a:chExt cx="2374900" cy="457200"/>
          </a:xfrm>
        </p:grpSpPr>
        <p:sp>
          <p:nvSpPr>
            <p:cNvPr id="25" name="Rectangle 24">
              <a:extLst>
                <a:ext uri="{FF2B5EF4-FFF2-40B4-BE49-F238E27FC236}">
                  <a16:creationId xmlns:a16="http://schemas.microsoft.com/office/drawing/2014/main" id="{51FA4BC7-60B0-410C-ADBA-EC94DD05F704}"/>
                </a:ext>
              </a:extLst>
            </p:cNvPr>
            <p:cNvSpPr/>
            <p:nvPr/>
          </p:nvSpPr>
          <p:spPr>
            <a:xfrm>
              <a:off x="3700780" y="2331720"/>
              <a:ext cx="2146300" cy="457200"/>
            </a:xfrm>
            <a:prstGeom prst="rect">
              <a:avLst/>
            </a:prstGeom>
            <a:gradFill flip="none" rotWithShape="1">
              <a:gsLst>
                <a:gs pos="18000">
                  <a:schemeClr val="accent4">
                    <a:alpha val="0"/>
                  </a:schemeClr>
                </a:gs>
                <a:gs pos="100000">
                  <a:schemeClr val="accent4">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26" name="Oval 25">
              <a:extLst>
                <a:ext uri="{FF2B5EF4-FFF2-40B4-BE49-F238E27FC236}">
                  <a16:creationId xmlns:a16="http://schemas.microsoft.com/office/drawing/2014/main" id="{C0DDE76D-64BB-4E02-9DC9-876ED9AC2406}"/>
                </a:ext>
              </a:extLst>
            </p:cNvPr>
            <p:cNvSpPr/>
            <p:nvPr/>
          </p:nvSpPr>
          <p:spPr>
            <a:xfrm>
              <a:off x="3472180" y="2331720"/>
              <a:ext cx="457200" cy="4572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nvGrpSpPr>
          <p:cNvPr id="27" name="Group 26">
            <a:extLst>
              <a:ext uri="{FF2B5EF4-FFF2-40B4-BE49-F238E27FC236}">
                <a16:creationId xmlns:a16="http://schemas.microsoft.com/office/drawing/2014/main" id="{FF0DE096-CB73-4F4B-81AC-E33FAC4253BA}"/>
              </a:ext>
              <a:ext uri="{C183D7F6-B498-43B3-948B-1728B52AA6E4}">
                <adec:decorative xmlns:adec="http://schemas.microsoft.com/office/drawing/2017/decorative" val="1"/>
              </a:ext>
            </a:extLst>
          </p:cNvPr>
          <p:cNvGrpSpPr/>
          <p:nvPr/>
        </p:nvGrpSpPr>
        <p:grpSpPr>
          <a:xfrm rot="1800000" flipH="1">
            <a:off x="1026920" y="5012583"/>
            <a:ext cx="2374900" cy="457200"/>
            <a:chOff x="3472180" y="2331720"/>
            <a:chExt cx="2374900" cy="457200"/>
          </a:xfrm>
        </p:grpSpPr>
        <p:sp>
          <p:nvSpPr>
            <p:cNvPr id="28" name="Rectangle 27">
              <a:extLst>
                <a:ext uri="{FF2B5EF4-FFF2-40B4-BE49-F238E27FC236}">
                  <a16:creationId xmlns:a16="http://schemas.microsoft.com/office/drawing/2014/main" id="{BD5618E4-48C2-43D8-859A-CE8E70B5971F}"/>
                </a:ext>
              </a:extLst>
            </p:cNvPr>
            <p:cNvSpPr/>
            <p:nvPr/>
          </p:nvSpPr>
          <p:spPr>
            <a:xfrm>
              <a:off x="3700780" y="2331720"/>
              <a:ext cx="2146300" cy="457200"/>
            </a:xfrm>
            <a:prstGeom prst="rect">
              <a:avLst/>
            </a:prstGeom>
            <a:gradFill flip="none" rotWithShape="1">
              <a:gsLst>
                <a:gs pos="18000">
                  <a:schemeClr val="accent2">
                    <a:alpha val="0"/>
                  </a:schemeClr>
                </a:gs>
                <a:gs pos="100000">
                  <a:schemeClr val="accent2">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29" name="Oval 28">
              <a:extLst>
                <a:ext uri="{FF2B5EF4-FFF2-40B4-BE49-F238E27FC236}">
                  <a16:creationId xmlns:a16="http://schemas.microsoft.com/office/drawing/2014/main" id="{F7202956-E20C-4190-ABCC-A6939B5BD651}"/>
                </a:ext>
              </a:extLst>
            </p:cNvPr>
            <p:cNvSpPr/>
            <p:nvPr/>
          </p:nvSpPr>
          <p:spPr>
            <a:xfrm>
              <a:off x="3472180" y="2331720"/>
              <a:ext cx="457200" cy="4572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nvGrpSpPr>
          <p:cNvPr id="30" name="Group 29">
            <a:extLst>
              <a:ext uri="{FF2B5EF4-FFF2-40B4-BE49-F238E27FC236}">
                <a16:creationId xmlns:a16="http://schemas.microsoft.com/office/drawing/2014/main" id="{F87427BE-EE3E-4DEB-917D-056C6A3D4FA6}"/>
              </a:ext>
              <a:ext uri="{C183D7F6-B498-43B3-948B-1728B52AA6E4}">
                <adec:decorative xmlns:adec="http://schemas.microsoft.com/office/drawing/2017/decorative" val="1"/>
              </a:ext>
            </a:extLst>
          </p:cNvPr>
          <p:cNvGrpSpPr/>
          <p:nvPr/>
        </p:nvGrpSpPr>
        <p:grpSpPr>
          <a:xfrm rot="1800000" flipH="1">
            <a:off x="1026920" y="2588207"/>
            <a:ext cx="2374900" cy="457200"/>
            <a:chOff x="3472180" y="2331720"/>
            <a:chExt cx="2374900" cy="457200"/>
          </a:xfrm>
        </p:grpSpPr>
        <p:sp>
          <p:nvSpPr>
            <p:cNvPr id="31" name="Rectangle 30">
              <a:extLst>
                <a:ext uri="{FF2B5EF4-FFF2-40B4-BE49-F238E27FC236}">
                  <a16:creationId xmlns:a16="http://schemas.microsoft.com/office/drawing/2014/main" id="{4CFB43D1-71EF-4FCF-9B19-19F6C38AD96A}"/>
                </a:ext>
              </a:extLst>
            </p:cNvPr>
            <p:cNvSpPr/>
            <p:nvPr/>
          </p:nvSpPr>
          <p:spPr>
            <a:xfrm>
              <a:off x="3700780" y="2331720"/>
              <a:ext cx="2146300" cy="457200"/>
            </a:xfrm>
            <a:prstGeom prst="rect">
              <a:avLst/>
            </a:prstGeom>
            <a:gradFill flip="none" rotWithShape="1">
              <a:gsLst>
                <a:gs pos="18000">
                  <a:schemeClr val="accent1">
                    <a:alpha val="0"/>
                  </a:schemeClr>
                </a:gs>
                <a:gs pos="100000">
                  <a:schemeClr val="accent1">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tab pos="1431925" algn="l"/>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32" name="Oval 31">
              <a:extLst>
                <a:ext uri="{FF2B5EF4-FFF2-40B4-BE49-F238E27FC236}">
                  <a16:creationId xmlns:a16="http://schemas.microsoft.com/office/drawing/2014/main" id="{5D13B447-1B8A-4324-B2A8-3351731A9789}"/>
                </a:ext>
              </a:extLst>
            </p:cNvPr>
            <p:cNvSpPr/>
            <p:nvPr/>
          </p:nvSpPr>
          <p:spPr>
            <a:xfrm>
              <a:off x="3472180" y="2331720"/>
              <a:ext cx="457200" cy="4572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grpSp>
      <p:grpSp>
        <p:nvGrpSpPr>
          <p:cNvPr id="33" name="Group 32">
            <a:extLst>
              <a:ext uri="{FF2B5EF4-FFF2-40B4-BE49-F238E27FC236}">
                <a16:creationId xmlns:a16="http://schemas.microsoft.com/office/drawing/2014/main" id="{4FC17EFF-D1CC-4F20-A0A3-4ADC0459D2B5}"/>
              </a:ext>
              <a:ext uri="{C183D7F6-B498-43B3-948B-1728B52AA6E4}">
                <adec:decorative xmlns:adec="http://schemas.microsoft.com/office/drawing/2017/decorative" val="1"/>
              </a:ext>
            </a:extLst>
          </p:cNvPr>
          <p:cNvGrpSpPr/>
          <p:nvPr/>
        </p:nvGrpSpPr>
        <p:grpSpPr>
          <a:xfrm rot="1800000" flipH="1">
            <a:off x="1026920" y="3396332"/>
            <a:ext cx="2374900" cy="457200"/>
            <a:chOff x="3472180" y="2331720"/>
            <a:chExt cx="2374900" cy="457200"/>
          </a:xfrm>
        </p:grpSpPr>
        <p:sp>
          <p:nvSpPr>
            <p:cNvPr id="34" name="Rectangle 33">
              <a:extLst>
                <a:ext uri="{FF2B5EF4-FFF2-40B4-BE49-F238E27FC236}">
                  <a16:creationId xmlns:a16="http://schemas.microsoft.com/office/drawing/2014/main" id="{987B67E2-51B8-4283-9254-C9D80CD2AF7C}"/>
                </a:ext>
              </a:extLst>
            </p:cNvPr>
            <p:cNvSpPr/>
            <p:nvPr/>
          </p:nvSpPr>
          <p:spPr>
            <a:xfrm>
              <a:off x="3700780" y="2331720"/>
              <a:ext cx="2146300" cy="457200"/>
            </a:xfrm>
            <a:prstGeom prst="rect">
              <a:avLst/>
            </a:prstGeom>
            <a:gradFill flip="none" rotWithShape="1">
              <a:gsLst>
                <a:gs pos="18000">
                  <a:schemeClr val="accent3">
                    <a:alpha val="0"/>
                  </a:schemeClr>
                </a:gs>
                <a:gs pos="100000">
                  <a:schemeClr val="accent3">
                    <a:alpha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35" name="Oval 34">
              <a:extLst>
                <a:ext uri="{FF2B5EF4-FFF2-40B4-BE49-F238E27FC236}">
                  <a16:creationId xmlns:a16="http://schemas.microsoft.com/office/drawing/2014/main" id="{A3FE491C-A855-4648-9DB4-D04D3B82AC5E}"/>
                </a:ext>
              </a:extLst>
            </p:cNvPr>
            <p:cNvSpPr/>
            <p:nvPr/>
          </p:nvSpPr>
          <p:spPr>
            <a:xfrm>
              <a:off x="3472180" y="2331720"/>
              <a:ext cx="457200" cy="4572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sp>
        <p:nvSpPr>
          <p:cNvPr id="36" name="Rectangle: Rounded Corners 35">
            <a:extLst>
              <a:ext uri="{FF2B5EF4-FFF2-40B4-BE49-F238E27FC236}">
                <a16:creationId xmlns:a16="http://schemas.microsoft.com/office/drawing/2014/main" id="{6B4C4A97-4131-455F-91D1-416502084D64}"/>
              </a:ext>
              <a:ext uri="{C183D7F6-B498-43B3-948B-1728B52AA6E4}">
                <adec:decorative xmlns:adec="http://schemas.microsoft.com/office/drawing/2017/decorative" val="1"/>
              </a:ext>
            </a:extLst>
          </p:cNvPr>
          <p:cNvSpPr/>
          <p:nvPr/>
        </p:nvSpPr>
        <p:spPr>
          <a:xfrm>
            <a:off x="10112136" y="4907631"/>
            <a:ext cx="872781" cy="231462"/>
          </a:xfrm>
          <a:prstGeom prst="roundRect">
            <a:avLst>
              <a:gd name="adj" fmla="val 50000"/>
            </a:avLst>
          </a:prstGeom>
          <a:solidFill>
            <a:schemeClr val="accent4">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37" name="Rectangle: Rounded Corners 36">
            <a:extLst>
              <a:ext uri="{FF2B5EF4-FFF2-40B4-BE49-F238E27FC236}">
                <a16:creationId xmlns:a16="http://schemas.microsoft.com/office/drawing/2014/main" id="{3282028A-461E-4DCE-B774-750D1AEFD0A6}"/>
              </a:ext>
              <a:ext uri="{C183D7F6-B498-43B3-948B-1728B52AA6E4}">
                <adec:decorative xmlns:adec="http://schemas.microsoft.com/office/drawing/2017/decorative" val="1"/>
              </a:ext>
            </a:extLst>
          </p:cNvPr>
          <p:cNvSpPr/>
          <p:nvPr/>
        </p:nvSpPr>
        <p:spPr>
          <a:xfrm>
            <a:off x="10112136" y="5277777"/>
            <a:ext cx="872781" cy="231462"/>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38" name="Rectangle: Rounded Corners 37">
            <a:extLst>
              <a:ext uri="{FF2B5EF4-FFF2-40B4-BE49-F238E27FC236}">
                <a16:creationId xmlns:a16="http://schemas.microsoft.com/office/drawing/2014/main" id="{E6E22356-1F41-4A8F-A2BF-0FBB7E900117}"/>
              </a:ext>
              <a:ext uri="{C183D7F6-B498-43B3-948B-1728B52AA6E4}">
                <adec:decorative xmlns:adec="http://schemas.microsoft.com/office/drawing/2017/decorative" val="1"/>
              </a:ext>
            </a:extLst>
          </p:cNvPr>
          <p:cNvSpPr/>
          <p:nvPr/>
        </p:nvSpPr>
        <p:spPr>
          <a:xfrm>
            <a:off x="10112136" y="4537485"/>
            <a:ext cx="872781" cy="23146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39" name="Oval 38">
            <a:extLst>
              <a:ext uri="{FF2B5EF4-FFF2-40B4-BE49-F238E27FC236}">
                <a16:creationId xmlns:a16="http://schemas.microsoft.com/office/drawing/2014/main" id="{91D252C7-70EC-49D7-B9AD-EAA21EC38E24}"/>
              </a:ext>
              <a:ext uri="{C183D7F6-B498-43B3-948B-1728B52AA6E4}">
                <adec:decorative xmlns:adec="http://schemas.microsoft.com/office/drawing/2017/decorative" val="1"/>
              </a:ext>
            </a:extLst>
          </p:cNvPr>
          <p:cNvSpPr/>
          <p:nvPr/>
        </p:nvSpPr>
        <p:spPr>
          <a:xfrm rot="5400000">
            <a:off x="7466256" y="2700534"/>
            <a:ext cx="1216322" cy="1216322"/>
          </a:xfrm>
          <a:prstGeom prst="ellipse">
            <a:avLst/>
          </a:prstGeom>
          <a:gradFill flip="none" rotWithShape="1">
            <a:gsLst>
              <a:gs pos="14000">
                <a:schemeClr val="accent3">
                  <a:alpha val="0"/>
                </a:schemeClr>
              </a:gs>
              <a:gs pos="100000">
                <a:schemeClr val="accent3"/>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40" name="Oval 39">
            <a:extLst>
              <a:ext uri="{FF2B5EF4-FFF2-40B4-BE49-F238E27FC236}">
                <a16:creationId xmlns:a16="http://schemas.microsoft.com/office/drawing/2014/main" id="{2F289DB8-8AFD-4DDB-A1F4-E05642563170}"/>
              </a:ext>
              <a:ext uri="{C183D7F6-B498-43B3-948B-1728B52AA6E4}">
                <adec:decorative xmlns:adec="http://schemas.microsoft.com/office/drawing/2017/decorative" val="1"/>
              </a:ext>
            </a:extLst>
          </p:cNvPr>
          <p:cNvSpPr/>
          <p:nvPr/>
        </p:nvSpPr>
        <p:spPr>
          <a:xfrm rot="10800000">
            <a:off x="8270213" y="2700534"/>
            <a:ext cx="1216322" cy="1216322"/>
          </a:xfrm>
          <a:prstGeom prst="ellipse">
            <a:avLst/>
          </a:prstGeom>
          <a:gradFill flip="none" rotWithShape="1">
            <a:gsLst>
              <a:gs pos="14000">
                <a:schemeClr val="accent2">
                  <a:alpha val="0"/>
                </a:schemeClr>
              </a:gs>
              <a:gs pos="100000">
                <a:schemeClr val="accent2"/>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
        <p:nvSpPr>
          <p:cNvPr id="41" name="Oval 40">
            <a:extLst>
              <a:ext uri="{FF2B5EF4-FFF2-40B4-BE49-F238E27FC236}">
                <a16:creationId xmlns:a16="http://schemas.microsoft.com/office/drawing/2014/main" id="{D7D26785-C896-4731-A48A-F9449A2F96B0}"/>
              </a:ext>
              <a:ext uri="{C183D7F6-B498-43B3-948B-1728B52AA6E4}">
                <adec:decorative xmlns:adec="http://schemas.microsoft.com/office/drawing/2017/decorative" val="1"/>
              </a:ext>
            </a:extLst>
          </p:cNvPr>
          <p:cNvSpPr/>
          <p:nvPr/>
        </p:nvSpPr>
        <p:spPr>
          <a:xfrm>
            <a:off x="9878129" y="2700535"/>
            <a:ext cx="1216322" cy="1216322"/>
          </a:xfrm>
          <a:prstGeom prst="ellipse">
            <a:avLst/>
          </a:prstGeom>
          <a:gradFill flip="none" rotWithShape="1">
            <a:gsLst>
              <a:gs pos="14000">
                <a:schemeClr val="accent4">
                  <a:alpha val="0"/>
                </a:schemeClr>
              </a:gs>
              <a:gs pos="100000">
                <a:schemeClr val="accent4"/>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42" name="Oval 41">
            <a:extLst>
              <a:ext uri="{FF2B5EF4-FFF2-40B4-BE49-F238E27FC236}">
                <a16:creationId xmlns:a16="http://schemas.microsoft.com/office/drawing/2014/main" id="{B4FC73E6-19A5-4A57-AC11-06686BE1205E}"/>
              </a:ext>
              <a:ext uri="{C183D7F6-B498-43B3-948B-1728B52AA6E4}">
                <adec:decorative xmlns:adec="http://schemas.microsoft.com/office/drawing/2017/decorative" val="1"/>
              </a:ext>
            </a:extLst>
          </p:cNvPr>
          <p:cNvSpPr/>
          <p:nvPr/>
        </p:nvSpPr>
        <p:spPr>
          <a:xfrm flipH="1">
            <a:off x="9074171" y="2700534"/>
            <a:ext cx="1216322" cy="1216322"/>
          </a:xfrm>
          <a:prstGeom prst="ellipse">
            <a:avLst/>
          </a:prstGeom>
          <a:gradFill flip="none" rotWithShape="1">
            <a:gsLst>
              <a:gs pos="14000">
                <a:schemeClr val="accent1">
                  <a:alpha val="0"/>
                </a:schemeClr>
              </a:gs>
              <a:gs pos="10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nvGrpSpPr>
          <p:cNvPr id="43" name="Group 42">
            <a:extLst>
              <a:ext uri="{FF2B5EF4-FFF2-40B4-BE49-F238E27FC236}">
                <a16:creationId xmlns:a16="http://schemas.microsoft.com/office/drawing/2014/main" id="{774D01F5-47AE-46D6-9D09-52589674E353}"/>
              </a:ext>
              <a:ext uri="{C183D7F6-B498-43B3-948B-1728B52AA6E4}">
                <adec:decorative xmlns:adec="http://schemas.microsoft.com/office/drawing/2017/decorative" val="1"/>
              </a:ext>
            </a:extLst>
          </p:cNvPr>
          <p:cNvGrpSpPr/>
          <p:nvPr/>
        </p:nvGrpSpPr>
        <p:grpSpPr>
          <a:xfrm>
            <a:off x="7527216" y="5667615"/>
            <a:ext cx="2765106" cy="217045"/>
            <a:chOff x="8414891" y="6033769"/>
            <a:chExt cx="2765106" cy="217045"/>
          </a:xfrm>
        </p:grpSpPr>
        <p:sp>
          <p:nvSpPr>
            <p:cNvPr id="44" name="Rectangle 43">
              <a:extLst>
                <a:ext uri="{FF2B5EF4-FFF2-40B4-BE49-F238E27FC236}">
                  <a16:creationId xmlns:a16="http://schemas.microsoft.com/office/drawing/2014/main" id="{0B197B04-2D19-423D-95CB-B133430BA2C1}"/>
                </a:ext>
              </a:extLst>
            </p:cNvPr>
            <p:cNvSpPr/>
            <p:nvPr/>
          </p:nvSpPr>
          <p:spPr>
            <a:xfrm>
              <a:off x="8547351" y="6105165"/>
              <a:ext cx="2632646" cy="74254"/>
            </a:xfrm>
            <a:prstGeom prst="rect">
              <a:avLst/>
            </a:prstGeom>
            <a:gradFill>
              <a:gsLst>
                <a:gs pos="11000">
                  <a:srgbClr val="FF69B0">
                    <a:alpha val="0"/>
                  </a:srgbClr>
                </a:gs>
                <a:gs pos="100000">
                  <a:srgbClr val="FF69B0">
                    <a:lumMod val="100000"/>
                    <a:alpha val="60000"/>
                  </a:srgb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45" name="Isosceles Triangle 44">
              <a:extLst>
                <a:ext uri="{FF2B5EF4-FFF2-40B4-BE49-F238E27FC236}">
                  <a16:creationId xmlns:a16="http://schemas.microsoft.com/office/drawing/2014/main" id="{E29A97CE-9BF3-42AE-A51F-DA0DDA9FF148}"/>
                </a:ext>
              </a:extLst>
            </p:cNvPr>
            <p:cNvSpPr/>
            <p:nvPr/>
          </p:nvSpPr>
          <p:spPr>
            <a:xfrm rot="16200000">
              <a:off x="8372598" y="6076062"/>
              <a:ext cx="217045" cy="132459"/>
            </a:xfrm>
            <a:prstGeom prst="triangle">
              <a:avLst/>
            </a:prstGeom>
            <a:solidFill>
              <a:srgbClr val="FF69B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nvGrpSpPr>
          <p:cNvPr id="46" name="Group 45">
            <a:extLst>
              <a:ext uri="{FF2B5EF4-FFF2-40B4-BE49-F238E27FC236}">
                <a16:creationId xmlns:a16="http://schemas.microsoft.com/office/drawing/2014/main" id="{2D7C5634-73E2-4654-BD94-DC781D829797}"/>
              </a:ext>
              <a:ext uri="{C183D7F6-B498-43B3-948B-1728B52AA6E4}">
                <adec:decorative xmlns:adec="http://schemas.microsoft.com/office/drawing/2017/decorative" val="1"/>
              </a:ext>
            </a:extLst>
          </p:cNvPr>
          <p:cNvGrpSpPr/>
          <p:nvPr/>
        </p:nvGrpSpPr>
        <p:grpSpPr>
          <a:xfrm>
            <a:off x="7527216" y="5286783"/>
            <a:ext cx="2765106" cy="217045"/>
            <a:chOff x="8414891" y="6033769"/>
            <a:chExt cx="2765106" cy="217045"/>
          </a:xfrm>
        </p:grpSpPr>
        <p:sp>
          <p:nvSpPr>
            <p:cNvPr id="47" name="Rectangle 46">
              <a:extLst>
                <a:ext uri="{FF2B5EF4-FFF2-40B4-BE49-F238E27FC236}">
                  <a16:creationId xmlns:a16="http://schemas.microsoft.com/office/drawing/2014/main" id="{3ACB95BF-C0B2-47FE-A389-860E86D5C737}"/>
                </a:ext>
              </a:extLst>
            </p:cNvPr>
            <p:cNvSpPr/>
            <p:nvPr/>
          </p:nvSpPr>
          <p:spPr>
            <a:xfrm>
              <a:off x="8547351" y="6105165"/>
              <a:ext cx="2632646" cy="74254"/>
            </a:xfrm>
            <a:prstGeom prst="rect">
              <a:avLst/>
            </a:prstGeom>
            <a:gradFill>
              <a:gsLst>
                <a:gs pos="11000">
                  <a:srgbClr val="2AD8D9">
                    <a:alpha val="0"/>
                  </a:srgbClr>
                </a:gs>
                <a:gs pos="100000">
                  <a:srgbClr val="2AD8D9">
                    <a:lumMod val="100000"/>
                    <a:alpha val="60000"/>
                  </a:srgb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48" name="Isosceles Triangle 47">
              <a:extLst>
                <a:ext uri="{FF2B5EF4-FFF2-40B4-BE49-F238E27FC236}">
                  <a16:creationId xmlns:a16="http://schemas.microsoft.com/office/drawing/2014/main" id="{9390E136-F177-45F5-9852-7681043D435C}"/>
                </a:ext>
              </a:extLst>
            </p:cNvPr>
            <p:cNvSpPr/>
            <p:nvPr/>
          </p:nvSpPr>
          <p:spPr>
            <a:xfrm rot="16200000">
              <a:off x="8372598" y="6076062"/>
              <a:ext cx="217045" cy="132459"/>
            </a:xfrm>
            <a:prstGeom prst="triangle">
              <a:avLst/>
            </a:prstGeom>
            <a:solidFill>
              <a:srgbClr val="2AD8D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nvGrpSpPr>
          <p:cNvPr id="50" name="Group 49">
            <a:extLst>
              <a:ext uri="{FF2B5EF4-FFF2-40B4-BE49-F238E27FC236}">
                <a16:creationId xmlns:a16="http://schemas.microsoft.com/office/drawing/2014/main" id="{80100149-86C8-4754-BAE3-0FB124A88698}"/>
              </a:ext>
              <a:ext uri="{C183D7F6-B498-43B3-948B-1728B52AA6E4}">
                <adec:decorative xmlns:adec="http://schemas.microsoft.com/office/drawing/2017/decorative" val="1"/>
              </a:ext>
            </a:extLst>
          </p:cNvPr>
          <p:cNvGrpSpPr/>
          <p:nvPr/>
        </p:nvGrpSpPr>
        <p:grpSpPr>
          <a:xfrm>
            <a:off x="7527216" y="4893682"/>
            <a:ext cx="2765106" cy="217045"/>
            <a:chOff x="8414891" y="6033769"/>
            <a:chExt cx="2765106" cy="217045"/>
          </a:xfrm>
        </p:grpSpPr>
        <p:sp>
          <p:nvSpPr>
            <p:cNvPr id="51" name="Rectangle 50">
              <a:extLst>
                <a:ext uri="{FF2B5EF4-FFF2-40B4-BE49-F238E27FC236}">
                  <a16:creationId xmlns:a16="http://schemas.microsoft.com/office/drawing/2014/main" id="{96B8575A-6039-4C96-9806-6C89977F2A91}"/>
                </a:ext>
              </a:extLst>
            </p:cNvPr>
            <p:cNvSpPr/>
            <p:nvPr/>
          </p:nvSpPr>
          <p:spPr>
            <a:xfrm>
              <a:off x="8547351" y="6105165"/>
              <a:ext cx="2632646" cy="74254"/>
            </a:xfrm>
            <a:prstGeom prst="rect">
              <a:avLst/>
            </a:prstGeom>
            <a:gradFill>
              <a:gsLst>
                <a:gs pos="11000">
                  <a:srgbClr val="2367F8">
                    <a:alpha val="0"/>
                  </a:srgbClr>
                </a:gs>
                <a:gs pos="100000">
                  <a:srgbClr val="2367F8">
                    <a:lumMod val="100000"/>
                    <a:alpha val="60000"/>
                  </a:srgb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52" name="Isosceles Triangle 51">
              <a:extLst>
                <a:ext uri="{FF2B5EF4-FFF2-40B4-BE49-F238E27FC236}">
                  <a16:creationId xmlns:a16="http://schemas.microsoft.com/office/drawing/2014/main" id="{CFE119EE-B7F6-4C99-BB46-95F2178DCAAE}"/>
                </a:ext>
              </a:extLst>
            </p:cNvPr>
            <p:cNvSpPr/>
            <p:nvPr/>
          </p:nvSpPr>
          <p:spPr>
            <a:xfrm rot="16200000">
              <a:off x="8372598" y="6076062"/>
              <a:ext cx="217045" cy="132459"/>
            </a:xfrm>
            <a:prstGeom prst="triangl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grpSp>
      <p:grpSp>
        <p:nvGrpSpPr>
          <p:cNvPr id="53" name="Group 52">
            <a:extLst>
              <a:ext uri="{FF2B5EF4-FFF2-40B4-BE49-F238E27FC236}">
                <a16:creationId xmlns:a16="http://schemas.microsoft.com/office/drawing/2014/main" id="{6BA7794F-9C53-42F6-B4CA-70BD4BBD0788}"/>
              </a:ext>
              <a:ext uri="{C183D7F6-B498-43B3-948B-1728B52AA6E4}">
                <adec:decorative xmlns:adec="http://schemas.microsoft.com/office/drawing/2017/decorative" val="1"/>
              </a:ext>
            </a:extLst>
          </p:cNvPr>
          <p:cNvGrpSpPr/>
          <p:nvPr/>
        </p:nvGrpSpPr>
        <p:grpSpPr>
          <a:xfrm>
            <a:off x="7527216" y="4512850"/>
            <a:ext cx="2765106" cy="217045"/>
            <a:chOff x="8414891" y="6033769"/>
            <a:chExt cx="2765106" cy="217045"/>
          </a:xfrm>
        </p:grpSpPr>
        <p:sp>
          <p:nvSpPr>
            <p:cNvPr id="54" name="Rectangle 53">
              <a:extLst>
                <a:ext uri="{FF2B5EF4-FFF2-40B4-BE49-F238E27FC236}">
                  <a16:creationId xmlns:a16="http://schemas.microsoft.com/office/drawing/2014/main" id="{2E6C8E6F-72BD-4001-A0D9-DD9D1E82C1F3}"/>
                </a:ext>
              </a:extLst>
            </p:cNvPr>
            <p:cNvSpPr/>
            <p:nvPr/>
          </p:nvSpPr>
          <p:spPr>
            <a:xfrm>
              <a:off x="8547351" y="6105165"/>
              <a:ext cx="2632646" cy="74254"/>
            </a:xfrm>
            <a:prstGeom prst="rect">
              <a:avLst/>
            </a:prstGeom>
            <a:gradFill>
              <a:gsLst>
                <a:gs pos="11000">
                  <a:srgbClr val="7B5DFD">
                    <a:alpha val="0"/>
                  </a:srgbClr>
                </a:gs>
                <a:gs pos="100000">
                  <a:srgbClr val="7B5DFD">
                    <a:lumMod val="100000"/>
                    <a:alpha val="60000"/>
                  </a:srgbClr>
                </a:gs>
              </a:gsLst>
              <a:path path="circle">
                <a:fillToRect l="100000" t="10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sp>
          <p:nvSpPr>
            <p:cNvPr id="55" name="Isosceles Triangle 54">
              <a:extLst>
                <a:ext uri="{FF2B5EF4-FFF2-40B4-BE49-F238E27FC236}">
                  <a16:creationId xmlns:a16="http://schemas.microsoft.com/office/drawing/2014/main" id="{0B60B997-25CB-4EF7-95BD-803C3F7BCBD8}"/>
                </a:ext>
              </a:extLst>
            </p:cNvPr>
            <p:cNvSpPr/>
            <p:nvPr/>
          </p:nvSpPr>
          <p:spPr>
            <a:xfrm rot="16200000">
              <a:off x="8372598" y="6076062"/>
              <a:ext cx="217045" cy="132459"/>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ea typeface="+mn-ea"/>
                <a:cs typeface="+mn-cs"/>
              </a:endParaRPr>
            </a:p>
          </p:txBody>
        </p:sp>
      </p:grpSp>
      <p:sp>
        <p:nvSpPr>
          <p:cNvPr id="56" name="Rectangle: Rounded Corners 55">
            <a:extLst>
              <a:ext uri="{FF2B5EF4-FFF2-40B4-BE49-F238E27FC236}">
                <a16:creationId xmlns:a16="http://schemas.microsoft.com/office/drawing/2014/main" id="{8BAA36F7-ECDC-4997-ADEA-A3FE9D16D6EF}"/>
              </a:ext>
              <a:ext uri="{C183D7F6-B498-43B3-948B-1728B52AA6E4}">
                <adec:decorative xmlns:adec="http://schemas.microsoft.com/office/drawing/2017/decorative" val="1"/>
              </a:ext>
            </a:extLst>
          </p:cNvPr>
          <p:cNvSpPr/>
          <p:nvPr/>
        </p:nvSpPr>
        <p:spPr>
          <a:xfrm>
            <a:off x="10112136" y="5647923"/>
            <a:ext cx="872781" cy="231462"/>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mn-cs"/>
            </a:endParaRPr>
          </a:p>
        </p:txBody>
      </p:sp>
    </p:spTree>
    <p:extLst>
      <p:ext uri="{BB962C8B-B14F-4D97-AF65-F5344CB8AC3E}">
        <p14:creationId xmlns:p14="http://schemas.microsoft.com/office/powerpoint/2010/main" val="37072177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ACB87-7C88-4E98-8CEE-0570ECA306DC}"/>
              </a:ext>
            </a:extLst>
          </p:cNvPr>
          <p:cNvSpPr>
            <a:spLocks noGrp="1"/>
          </p:cNvSpPr>
          <p:nvPr>
            <p:ph type="title"/>
          </p:nvPr>
        </p:nvSpPr>
        <p:spPr/>
        <p:txBody>
          <a:bodyPr/>
          <a:lstStyle/>
          <a:p>
            <a:r>
              <a:rPr lang="en-US" dirty="0"/>
              <a:t>Graphics 2</a:t>
            </a:r>
          </a:p>
        </p:txBody>
      </p:sp>
      <p:sp>
        <p:nvSpPr>
          <p:cNvPr id="3" name="Subtitle 2">
            <a:extLst>
              <a:ext uri="{FF2B5EF4-FFF2-40B4-BE49-F238E27FC236}">
                <a16:creationId xmlns:a16="http://schemas.microsoft.com/office/drawing/2014/main" id="{E9756BE2-1E11-4127-AAF9-729CC740A6A8}"/>
              </a:ext>
            </a:extLst>
          </p:cNvPr>
          <p:cNvSpPr>
            <a:spLocks noGrp="1"/>
          </p:cNvSpPr>
          <p:nvPr>
            <p:ph type="subTitle" idx="1"/>
          </p:nvPr>
        </p:nvSpPr>
        <p:spPr/>
        <p:txBody>
          <a:bodyPr/>
          <a:lstStyle/>
          <a:p>
            <a:r>
              <a:rPr lang="en-US" dirty="0"/>
              <a:t>Graphic Toolkit</a:t>
            </a:r>
          </a:p>
        </p:txBody>
      </p:sp>
      <p:sp>
        <p:nvSpPr>
          <p:cNvPr id="98" name="Rectangle: Rounded Corners 97">
            <a:extLst>
              <a:ext uri="{FF2B5EF4-FFF2-40B4-BE49-F238E27FC236}">
                <a16:creationId xmlns:a16="http://schemas.microsoft.com/office/drawing/2014/main" id="{BDDA9FA6-D787-49E0-B1B0-1FA2BFE7745A}"/>
              </a:ext>
              <a:ext uri="{C183D7F6-B498-43B3-948B-1728B52AA6E4}">
                <adec:decorative xmlns:adec="http://schemas.microsoft.com/office/drawing/2017/decorative" val="1"/>
              </a:ext>
            </a:extLst>
          </p:cNvPr>
          <p:cNvSpPr/>
          <p:nvPr/>
        </p:nvSpPr>
        <p:spPr>
          <a:xfrm flipV="1">
            <a:off x="6298428" y="4071970"/>
            <a:ext cx="1242197" cy="191090"/>
          </a:xfrm>
          <a:prstGeom prst="roundRect">
            <a:avLst>
              <a:gd name="adj" fmla="val 0"/>
            </a:avLst>
          </a:prstGeom>
          <a:solidFill>
            <a:schemeClr val="tx1">
              <a:lumMod val="75000"/>
              <a:lumOff val="2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46716E52-869E-4D3E-AC88-9B945C243A70}"/>
              </a:ext>
              <a:ext uri="{C183D7F6-B498-43B3-948B-1728B52AA6E4}">
                <adec:decorative xmlns:adec="http://schemas.microsoft.com/office/drawing/2017/decorative" val="1"/>
              </a:ext>
            </a:extLst>
          </p:cNvPr>
          <p:cNvSpPr/>
          <p:nvPr/>
        </p:nvSpPr>
        <p:spPr>
          <a:xfrm>
            <a:off x="1091032" y="2077944"/>
            <a:ext cx="2177606" cy="307777"/>
          </a:xfrm>
          <a:prstGeom prst="rect">
            <a:avLst/>
          </a:prstGeom>
        </p:spPr>
        <p:txBody>
          <a:bodyPr wrap="square" lIns="0">
            <a:spAutoFit/>
          </a:bodyPr>
          <a:lstStyle/>
          <a:p>
            <a:r>
              <a:rPr lang="en-US" sz="1400" dirty="0">
                <a:solidFill>
                  <a:schemeClr val="bg1"/>
                </a:solidFill>
              </a:rPr>
              <a:t>Gradient text</a:t>
            </a:r>
          </a:p>
        </p:txBody>
      </p:sp>
      <p:sp>
        <p:nvSpPr>
          <p:cNvPr id="9" name="Text Placeholder 5">
            <a:extLst>
              <a:ext uri="{FF2B5EF4-FFF2-40B4-BE49-F238E27FC236}">
                <a16:creationId xmlns:a16="http://schemas.microsoft.com/office/drawing/2014/main" id="{151DCE94-4F0F-40A0-BDA9-BD8D67DFAD90}"/>
              </a:ext>
              <a:ext uri="{C183D7F6-B498-43B3-948B-1728B52AA6E4}">
                <adec:decorative xmlns:adec="http://schemas.microsoft.com/office/drawing/2017/decorative" val="1"/>
              </a:ext>
            </a:extLst>
          </p:cNvPr>
          <p:cNvSpPr txBox="1">
            <a:spLocks/>
          </p:cNvSpPr>
          <p:nvPr/>
        </p:nvSpPr>
        <p:spPr>
          <a:xfrm>
            <a:off x="1078992" y="2487927"/>
            <a:ext cx="1232092" cy="431268"/>
          </a:xfrm>
          <a:prstGeom prst="rect">
            <a:avLst/>
          </a:prstGeom>
        </p:spPr>
        <p:txBody>
          <a:bodyPr lIns="0" anchor="ctr"/>
          <a:lstStyle>
            <a:lvl1pPr marL="0" indent="0" algn="l" defTabSz="914400" rtl="0" eaLnBrk="1" latinLnBrk="0" hangingPunct="1">
              <a:lnSpc>
                <a:spcPct val="110000"/>
              </a:lnSpc>
              <a:spcBef>
                <a:spcPts val="0"/>
              </a:spcBef>
              <a:spcAft>
                <a:spcPts val="900"/>
              </a:spcAft>
              <a:buFont typeface="Roboto" panose="02000000000000000000" pitchFamily="2" charset="0"/>
              <a:buChar char="​"/>
              <a:defRPr lang="en-US" sz="1200" kern="1200" dirty="0" smtClean="0">
                <a:solidFill>
                  <a:schemeClr val="bg1"/>
                </a:solidFill>
                <a:latin typeface="+mn-lt"/>
                <a:ea typeface="+mn-ea"/>
                <a:cs typeface="+mn-cs"/>
              </a:defRPr>
            </a:lvl1pPr>
            <a:lvl2pPr marL="117475" indent="-117475" algn="l" defTabSz="914400" rtl="0" eaLnBrk="1" latinLnBrk="0" hangingPunct="1">
              <a:lnSpc>
                <a:spcPct val="100000"/>
              </a:lnSpc>
              <a:spcBef>
                <a:spcPts val="0"/>
              </a:spcBef>
              <a:spcAft>
                <a:spcPts val="900"/>
              </a:spcAft>
              <a:buFont typeface="Roboto" panose="02000000000000000000" pitchFamily="2" charset="0"/>
              <a:buChar char="•"/>
              <a:defRPr sz="1100" kern="1200">
                <a:solidFill>
                  <a:schemeClr val="bg1"/>
                </a:solidFill>
                <a:latin typeface="+mn-lt"/>
                <a:ea typeface="+mn-ea"/>
                <a:cs typeface="+mn-cs"/>
              </a:defRPr>
            </a:lvl2pPr>
            <a:lvl3pPr marL="284163" indent="-111125" algn="l" defTabSz="914400" rtl="0" eaLnBrk="1" latinLnBrk="0" hangingPunct="1">
              <a:lnSpc>
                <a:spcPct val="90000"/>
              </a:lnSpc>
              <a:spcBef>
                <a:spcPts val="0"/>
              </a:spcBef>
              <a:spcAft>
                <a:spcPts val="600"/>
              </a:spcAft>
              <a:buFont typeface="Roboto" panose="02000000000000000000" pitchFamily="2" charset="0"/>
              <a:buChar char="◦"/>
              <a:defRPr sz="1000" b="0" kern="1200">
                <a:solidFill>
                  <a:schemeClr val="accent2"/>
                </a:solidFill>
                <a:latin typeface="+mn-lt"/>
                <a:ea typeface="+mn-ea"/>
                <a:cs typeface="+mn-cs"/>
              </a:defRPr>
            </a:lvl3pPr>
            <a:lvl4pPr marL="457200" indent="-111125" algn="l" defTabSz="914400" rtl="0" eaLnBrk="1" latinLnBrk="0" hangingPunct="1">
              <a:lnSpc>
                <a:spcPct val="110000"/>
              </a:lnSpc>
              <a:spcBef>
                <a:spcPts val="0"/>
              </a:spcBef>
              <a:spcAft>
                <a:spcPts val="900"/>
              </a:spcAft>
              <a:buFont typeface="Roboto" panose="02000000000000000000" pitchFamily="2" charset="0"/>
              <a:buChar char="•"/>
              <a:defRPr sz="900" kern="1200">
                <a:solidFill>
                  <a:schemeClr val="accent2"/>
                </a:solidFill>
                <a:latin typeface="+mn-lt"/>
                <a:ea typeface="+mn-ea"/>
                <a:cs typeface="+mn-cs"/>
              </a:defRPr>
            </a:lvl4pPr>
            <a:lvl5pPr marL="0" indent="0" algn="l" defTabSz="914400" rtl="0" eaLnBrk="1" latinLnBrk="0" hangingPunct="1">
              <a:lnSpc>
                <a:spcPct val="110000"/>
              </a:lnSpc>
              <a:spcBef>
                <a:spcPts val="0"/>
              </a:spcBef>
              <a:spcAft>
                <a:spcPts val="900"/>
              </a:spcAft>
              <a:buFont typeface="Roboto" panose="02000000000000000000" pitchFamily="2" charset="0"/>
              <a:buChar char="​"/>
              <a:defRPr sz="1400" b="1" kern="1200">
                <a:solidFill>
                  <a:srgbClr val="FF69B0"/>
                </a:solidFill>
                <a:latin typeface="+mn-lt"/>
                <a:ea typeface="+mn-ea"/>
                <a:cs typeface="+mn-cs"/>
              </a:defRPr>
            </a:lvl5pPr>
            <a:lvl6pPr marL="0" indent="0" algn="l" defTabSz="914400" rtl="0" eaLnBrk="1" latinLnBrk="0" hangingPunct="1">
              <a:lnSpc>
                <a:spcPct val="110000"/>
              </a:lnSpc>
              <a:spcBef>
                <a:spcPts val="0"/>
              </a:spcBef>
              <a:spcAft>
                <a:spcPts val="600"/>
              </a:spcAft>
              <a:buFont typeface="Roboto" panose="02000000000000000000" pitchFamily="2" charset="0"/>
              <a:buChar char="​"/>
              <a:defRPr sz="1500" kern="1200">
                <a:solidFill>
                  <a:schemeClr val="bg1"/>
                </a:solidFill>
                <a:latin typeface="+mn-lt"/>
                <a:ea typeface="+mn-ea"/>
                <a:cs typeface="+mn-cs"/>
              </a:defRPr>
            </a:lvl6pPr>
            <a:lvl7pPr marL="0" indent="0" algn="l" defTabSz="914400" rtl="0" eaLnBrk="1" latinLnBrk="0" hangingPunct="1">
              <a:lnSpc>
                <a:spcPct val="110000"/>
              </a:lnSpc>
              <a:spcBef>
                <a:spcPts val="0"/>
              </a:spcBef>
              <a:spcAft>
                <a:spcPts val="600"/>
              </a:spcAft>
              <a:buFont typeface="Roboto" panose="02000000000000000000" pitchFamily="2" charset="0"/>
              <a:buChar char="​"/>
              <a:defRPr sz="2000" kern="1200">
                <a:solidFill>
                  <a:srgbClr val="7B5DFD"/>
                </a:solidFill>
                <a:latin typeface="+mn-lt"/>
                <a:ea typeface="+mn-ea"/>
                <a:cs typeface="+mn-cs"/>
              </a:defRPr>
            </a:lvl7pPr>
            <a:lvl8pPr marL="0" indent="0" algn="l" defTabSz="914400" rtl="0" eaLnBrk="1" latinLnBrk="0" hangingPunct="1">
              <a:lnSpc>
                <a:spcPct val="90000"/>
              </a:lnSpc>
              <a:spcBef>
                <a:spcPts val="0"/>
              </a:spcBef>
              <a:spcAft>
                <a:spcPts val="600"/>
              </a:spcAft>
              <a:buFont typeface="Roboto" panose="02000000000000000000" pitchFamily="2" charset="0"/>
              <a:buChar char="​"/>
              <a:defRPr sz="1600" b="1" kern="1200">
                <a:solidFill>
                  <a:srgbClr val="7B5DFD"/>
                </a:solidFill>
                <a:latin typeface="+mn-lt"/>
                <a:ea typeface="+mn-ea"/>
                <a:cs typeface="+mn-cs"/>
              </a:defRPr>
            </a:lvl8pPr>
            <a:lvl9pPr marL="0" indent="0" algn="l" defTabSz="914400" rtl="0" eaLnBrk="1" latinLnBrk="0" hangingPunct="1">
              <a:lnSpc>
                <a:spcPct val="90000"/>
              </a:lnSpc>
              <a:spcBef>
                <a:spcPts val="0"/>
              </a:spcBef>
              <a:spcAft>
                <a:spcPts val="600"/>
              </a:spcAft>
              <a:buFont typeface="Roboto" panose="02000000000000000000" pitchFamily="2" charset="0"/>
              <a:buChar char="​"/>
              <a:defRPr sz="1000" kern="1200">
                <a:solidFill>
                  <a:schemeClr val="accent4"/>
                </a:solidFill>
                <a:latin typeface="+mn-lt"/>
                <a:ea typeface="+mn-ea"/>
                <a:cs typeface="+mn-cs"/>
              </a:defRPr>
            </a:lvl9pPr>
          </a:lstStyle>
          <a:p>
            <a:r>
              <a:rPr lang="en-US" sz="4400" dirty="0">
                <a:gradFill>
                  <a:gsLst>
                    <a:gs pos="20000">
                      <a:srgbClr val="FF69B0"/>
                    </a:gs>
                    <a:gs pos="85000">
                      <a:srgbClr val="7B5DFD"/>
                    </a:gs>
                  </a:gsLst>
                  <a:lin ang="2700000" scaled="0"/>
                </a:gradFill>
                <a:latin typeface="+mj-lt"/>
              </a:rPr>
              <a:t>Text</a:t>
            </a:r>
          </a:p>
        </p:txBody>
      </p:sp>
      <p:sp>
        <p:nvSpPr>
          <p:cNvPr id="13" name="Rectangle 12">
            <a:extLst>
              <a:ext uri="{FF2B5EF4-FFF2-40B4-BE49-F238E27FC236}">
                <a16:creationId xmlns:a16="http://schemas.microsoft.com/office/drawing/2014/main" id="{15E658C2-757A-4D91-8F28-8167CF9CE36B}"/>
              </a:ext>
              <a:ext uri="{C183D7F6-B498-43B3-948B-1728B52AA6E4}">
                <adec:decorative xmlns:adec="http://schemas.microsoft.com/office/drawing/2017/decorative" val="1"/>
              </a:ext>
            </a:extLst>
          </p:cNvPr>
          <p:cNvSpPr/>
          <p:nvPr/>
        </p:nvSpPr>
        <p:spPr>
          <a:xfrm>
            <a:off x="3265907" y="2077944"/>
            <a:ext cx="2177606" cy="307777"/>
          </a:xfrm>
          <a:prstGeom prst="rect">
            <a:avLst/>
          </a:prstGeom>
        </p:spPr>
        <p:txBody>
          <a:bodyPr wrap="square" lIns="0">
            <a:spAutoFit/>
          </a:bodyPr>
          <a:lstStyle/>
          <a:p>
            <a:r>
              <a:rPr lang="en-US" sz="1400" dirty="0">
                <a:solidFill>
                  <a:schemeClr val="bg1"/>
                </a:solidFill>
              </a:rPr>
              <a:t>Line style</a:t>
            </a:r>
          </a:p>
        </p:txBody>
      </p:sp>
      <p:sp>
        <p:nvSpPr>
          <p:cNvPr id="14" name="Rectangle: Rounded Corners 13">
            <a:extLst>
              <a:ext uri="{FF2B5EF4-FFF2-40B4-BE49-F238E27FC236}">
                <a16:creationId xmlns:a16="http://schemas.microsoft.com/office/drawing/2014/main" id="{B2F530D9-17EB-452A-8685-6DF156015B5B}"/>
              </a:ext>
              <a:ext uri="{C183D7F6-B498-43B3-948B-1728B52AA6E4}">
                <adec:decorative xmlns:adec="http://schemas.microsoft.com/office/drawing/2017/decorative" val="1"/>
              </a:ext>
            </a:extLst>
          </p:cNvPr>
          <p:cNvSpPr/>
          <p:nvPr/>
        </p:nvSpPr>
        <p:spPr>
          <a:xfrm flipV="1">
            <a:off x="3265907" y="2593330"/>
            <a:ext cx="1828800" cy="91440"/>
          </a:xfrm>
          <a:prstGeom prst="roundRect">
            <a:avLst>
              <a:gd name="adj" fmla="val 0"/>
            </a:avLst>
          </a:prstGeom>
          <a:solidFill>
            <a:schemeClr val="tx1">
              <a:lumMod val="75000"/>
              <a:lumOff val="2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5D7016E3-46BA-4B7B-975A-23CE9780093F}"/>
              </a:ext>
              <a:ext uri="{C183D7F6-B498-43B3-948B-1728B52AA6E4}">
                <adec:decorative xmlns:adec="http://schemas.microsoft.com/office/drawing/2017/decorative" val="1"/>
              </a:ext>
            </a:extLst>
          </p:cNvPr>
          <p:cNvGrpSpPr/>
          <p:nvPr/>
        </p:nvGrpSpPr>
        <p:grpSpPr>
          <a:xfrm>
            <a:off x="3265907" y="5707569"/>
            <a:ext cx="1788256" cy="174177"/>
            <a:chOff x="2296280" y="2433972"/>
            <a:chExt cx="3576499" cy="348353"/>
          </a:xfrm>
        </p:grpSpPr>
        <p:cxnSp>
          <p:nvCxnSpPr>
            <p:cNvPr id="17" name="Straight Connector 16">
              <a:extLst>
                <a:ext uri="{FF2B5EF4-FFF2-40B4-BE49-F238E27FC236}">
                  <a16:creationId xmlns:a16="http://schemas.microsoft.com/office/drawing/2014/main" id="{2637DB5F-388A-4C89-A248-6F3DBE031951}"/>
                </a:ext>
              </a:extLst>
            </p:cNvPr>
            <p:cNvCxnSpPr>
              <a:cxnSpLocks/>
            </p:cNvCxnSpPr>
            <p:nvPr/>
          </p:nvCxnSpPr>
          <p:spPr>
            <a:xfrm>
              <a:off x="2296280" y="2608149"/>
              <a:ext cx="3474707" cy="0"/>
            </a:xfrm>
            <a:prstGeom prst="line">
              <a:avLst/>
            </a:prstGeom>
            <a:ln w="12700">
              <a:solidFill>
                <a:schemeClr val="accent4"/>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998C31DB-AC7E-4C7F-889D-13489761DD94}"/>
                </a:ext>
              </a:extLst>
            </p:cNvPr>
            <p:cNvSpPr/>
            <p:nvPr/>
          </p:nvSpPr>
          <p:spPr>
            <a:xfrm>
              <a:off x="5524426" y="2433972"/>
              <a:ext cx="348353" cy="348353"/>
            </a:xfrm>
            <a:prstGeom prst="ellipse">
              <a:avLst/>
            </a:prstGeom>
            <a:solidFill>
              <a:schemeClr val="accent4"/>
            </a:solidFill>
            <a:ln w="127000">
              <a:solidFill>
                <a:schemeClr val="accent4">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grpSp>
        <p:nvGrpSpPr>
          <p:cNvPr id="19" name="Group 18">
            <a:extLst>
              <a:ext uri="{FF2B5EF4-FFF2-40B4-BE49-F238E27FC236}">
                <a16:creationId xmlns:a16="http://schemas.microsoft.com/office/drawing/2014/main" id="{64E76A83-9E0B-461B-A95E-C3342A2671F7}"/>
              </a:ext>
              <a:ext uri="{C183D7F6-B498-43B3-948B-1728B52AA6E4}">
                <adec:decorative xmlns:adec="http://schemas.microsoft.com/office/drawing/2017/decorative" val="1"/>
              </a:ext>
            </a:extLst>
          </p:cNvPr>
          <p:cNvGrpSpPr/>
          <p:nvPr/>
        </p:nvGrpSpPr>
        <p:grpSpPr>
          <a:xfrm>
            <a:off x="3265907" y="5230109"/>
            <a:ext cx="1788256" cy="174177"/>
            <a:chOff x="2296280" y="2433972"/>
            <a:chExt cx="3576499" cy="348353"/>
          </a:xfrm>
        </p:grpSpPr>
        <p:cxnSp>
          <p:nvCxnSpPr>
            <p:cNvPr id="20" name="Straight Connector 19">
              <a:extLst>
                <a:ext uri="{FF2B5EF4-FFF2-40B4-BE49-F238E27FC236}">
                  <a16:creationId xmlns:a16="http://schemas.microsoft.com/office/drawing/2014/main" id="{80EBF78E-14AB-4D64-A729-D27F910FEE6C}"/>
                </a:ext>
              </a:extLst>
            </p:cNvPr>
            <p:cNvCxnSpPr>
              <a:cxnSpLocks/>
            </p:cNvCxnSpPr>
            <p:nvPr/>
          </p:nvCxnSpPr>
          <p:spPr>
            <a:xfrm>
              <a:off x="2296280" y="2608149"/>
              <a:ext cx="3474707" cy="0"/>
            </a:xfrm>
            <a:prstGeom prst="line">
              <a:avLst/>
            </a:prstGeom>
            <a:ln w="12700">
              <a:solidFill>
                <a:schemeClr val="accent2"/>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2FAF9A1D-1568-4E0E-B80B-75C69DA0451E}"/>
                </a:ext>
              </a:extLst>
            </p:cNvPr>
            <p:cNvSpPr/>
            <p:nvPr/>
          </p:nvSpPr>
          <p:spPr>
            <a:xfrm>
              <a:off x="5524426" y="2433972"/>
              <a:ext cx="348353" cy="348353"/>
            </a:xfrm>
            <a:prstGeom prst="ellipse">
              <a:avLst/>
            </a:prstGeom>
            <a:solidFill>
              <a:schemeClr val="accent2"/>
            </a:solidFill>
            <a:ln w="127000">
              <a:solidFill>
                <a:schemeClr val="accent2">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grpSp>
        <p:nvGrpSpPr>
          <p:cNvPr id="22" name="Group 21">
            <a:extLst>
              <a:ext uri="{FF2B5EF4-FFF2-40B4-BE49-F238E27FC236}">
                <a16:creationId xmlns:a16="http://schemas.microsoft.com/office/drawing/2014/main" id="{147A35F9-579A-419D-9131-EED7B9EE4715}"/>
              </a:ext>
              <a:ext uri="{C183D7F6-B498-43B3-948B-1728B52AA6E4}">
                <adec:decorative xmlns:adec="http://schemas.microsoft.com/office/drawing/2017/decorative" val="1"/>
              </a:ext>
            </a:extLst>
          </p:cNvPr>
          <p:cNvGrpSpPr/>
          <p:nvPr/>
        </p:nvGrpSpPr>
        <p:grpSpPr>
          <a:xfrm>
            <a:off x="3265907" y="4275189"/>
            <a:ext cx="1788256" cy="174177"/>
            <a:chOff x="2296280" y="2433972"/>
            <a:chExt cx="3576499" cy="348353"/>
          </a:xfrm>
        </p:grpSpPr>
        <p:cxnSp>
          <p:nvCxnSpPr>
            <p:cNvPr id="23" name="Straight Connector 22">
              <a:extLst>
                <a:ext uri="{FF2B5EF4-FFF2-40B4-BE49-F238E27FC236}">
                  <a16:creationId xmlns:a16="http://schemas.microsoft.com/office/drawing/2014/main" id="{A23927D1-EEAA-4D6B-87B7-0FFB6D29F579}"/>
                </a:ext>
              </a:extLst>
            </p:cNvPr>
            <p:cNvCxnSpPr>
              <a:cxnSpLocks/>
            </p:cNvCxnSpPr>
            <p:nvPr/>
          </p:nvCxnSpPr>
          <p:spPr>
            <a:xfrm>
              <a:off x="2296280" y="2608149"/>
              <a:ext cx="3474707" cy="0"/>
            </a:xfrm>
            <a:prstGeom prst="line">
              <a:avLst/>
            </a:prstGeom>
            <a:ln w="12700">
              <a:solidFill>
                <a:schemeClr val="accent3"/>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15A525B-7BA5-4FCE-BB0F-E8A1F3E01B31}"/>
                </a:ext>
              </a:extLst>
            </p:cNvPr>
            <p:cNvSpPr/>
            <p:nvPr/>
          </p:nvSpPr>
          <p:spPr>
            <a:xfrm>
              <a:off x="5524426" y="2433972"/>
              <a:ext cx="348353" cy="348353"/>
            </a:xfrm>
            <a:prstGeom prst="ellipse">
              <a:avLst/>
            </a:prstGeom>
            <a:solidFill>
              <a:schemeClr val="accent3"/>
            </a:solidFill>
            <a:ln w="127000">
              <a:solidFill>
                <a:schemeClr val="accent3">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grpSp>
        <p:nvGrpSpPr>
          <p:cNvPr id="25" name="Group 24">
            <a:extLst>
              <a:ext uri="{FF2B5EF4-FFF2-40B4-BE49-F238E27FC236}">
                <a16:creationId xmlns:a16="http://schemas.microsoft.com/office/drawing/2014/main" id="{C5740EA7-0699-4E41-9D27-62BBB4AFF6D2}"/>
              </a:ext>
              <a:ext uri="{C183D7F6-B498-43B3-948B-1728B52AA6E4}">
                <adec:decorative xmlns:adec="http://schemas.microsoft.com/office/drawing/2017/decorative" val="1"/>
              </a:ext>
            </a:extLst>
          </p:cNvPr>
          <p:cNvGrpSpPr/>
          <p:nvPr/>
        </p:nvGrpSpPr>
        <p:grpSpPr>
          <a:xfrm>
            <a:off x="3265907" y="4752649"/>
            <a:ext cx="1788256" cy="174177"/>
            <a:chOff x="2296280" y="2433972"/>
            <a:chExt cx="3576499" cy="348353"/>
          </a:xfrm>
        </p:grpSpPr>
        <p:cxnSp>
          <p:nvCxnSpPr>
            <p:cNvPr id="26" name="Straight Connector 25">
              <a:extLst>
                <a:ext uri="{FF2B5EF4-FFF2-40B4-BE49-F238E27FC236}">
                  <a16:creationId xmlns:a16="http://schemas.microsoft.com/office/drawing/2014/main" id="{FD918D4D-A092-47C6-9444-4694F512CCC9}"/>
                </a:ext>
              </a:extLst>
            </p:cNvPr>
            <p:cNvCxnSpPr>
              <a:cxnSpLocks/>
            </p:cNvCxnSpPr>
            <p:nvPr/>
          </p:nvCxnSpPr>
          <p:spPr>
            <a:xfrm>
              <a:off x="2296280" y="2608149"/>
              <a:ext cx="3474707" cy="0"/>
            </a:xfrm>
            <a:prstGeom prst="line">
              <a:avLst/>
            </a:prstGeom>
            <a:ln w="12700">
              <a:solidFill>
                <a:schemeClr val="accent1"/>
              </a:solidFill>
              <a:headEnd type="none" w="med" len="med"/>
              <a:tailEnd type="ova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C8521000-44C6-4980-B105-C61C5B274759}"/>
                </a:ext>
              </a:extLst>
            </p:cNvPr>
            <p:cNvSpPr/>
            <p:nvPr/>
          </p:nvSpPr>
          <p:spPr>
            <a:xfrm>
              <a:off x="5524426" y="2433972"/>
              <a:ext cx="348353" cy="348353"/>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sp>
        <p:nvSpPr>
          <p:cNvPr id="31" name="Rectangle 30">
            <a:extLst>
              <a:ext uri="{FF2B5EF4-FFF2-40B4-BE49-F238E27FC236}">
                <a16:creationId xmlns:a16="http://schemas.microsoft.com/office/drawing/2014/main" id="{F15F1EE9-C3CB-4A00-954E-D863C7F089B1}"/>
              </a:ext>
              <a:ext uri="{C183D7F6-B498-43B3-948B-1728B52AA6E4}">
                <adec:decorative xmlns:adec="http://schemas.microsoft.com/office/drawing/2017/decorative" val="1"/>
              </a:ext>
            </a:extLst>
          </p:cNvPr>
          <p:cNvSpPr/>
          <p:nvPr/>
        </p:nvSpPr>
        <p:spPr>
          <a:xfrm>
            <a:off x="6298427" y="2077944"/>
            <a:ext cx="2177606" cy="307777"/>
          </a:xfrm>
          <a:prstGeom prst="rect">
            <a:avLst/>
          </a:prstGeom>
        </p:spPr>
        <p:txBody>
          <a:bodyPr wrap="square" lIns="0">
            <a:spAutoFit/>
          </a:bodyPr>
          <a:lstStyle/>
          <a:p>
            <a:r>
              <a:rPr lang="en-US" sz="1400" dirty="0">
                <a:solidFill>
                  <a:schemeClr val="bg1"/>
                </a:solidFill>
              </a:rPr>
              <a:t>Elements / pattern</a:t>
            </a:r>
          </a:p>
        </p:txBody>
      </p:sp>
      <p:sp>
        <p:nvSpPr>
          <p:cNvPr id="33" name="Oval 32">
            <a:extLst>
              <a:ext uri="{FF2B5EF4-FFF2-40B4-BE49-F238E27FC236}">
                <a16:creationId xmlns:a16="http://schemas.microsoft.com/office/drawing/2014/main" id="{120A8A99-4888-43C2-9161-CAAD0589286B}"/>
              </a:ext>
              <a:ext uri="{C183D7F6-B498-43B3-948B-1728B52AA6E4}">
                <adec:decorative xmlns:adec="http://schemas.microsoft.com/office/drawing/2017/decorative" val="1"/>
              </a:ext>
            </a:extLst>
          </p:cNvPr>
          <p:cNvSpPr/>
          <p:nvPr/>
        </p:nvSpPr>
        <p:spPr>
          <a:xfrm>
            <a:off x="6750016" y="3997051"/>
            <a:ext cx="340938" cy="340932"/>
          </a:xfrm>
          <a:prstGeom prst="ellipse">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sp>
        <p:nvSpPr>
          <p:cNvPr id="34" name="Oval 33">
            <a:extLst>
              <a:ext uri="{FF2B5EF4-FFF2-40B4-BE49-F238E27FC236}">
                <a16:creationId xmlns:a16="http://schemas.microsoft.com/office/drawing/2014/main" id="{DE0BEE43-181D-4FC5-BCDC-CDA1FD5FCA1F}"/>
              </a:ext>
              <a:ext uri="{C183D7F6-B498-43B3-948B-1728B52AA6E4}">
                <adec:decorative xmlns:adec="http://schemas.microsoft.com/office/drawing/2017/decorative" val="1"/>
              </a:ext>
            </a:extLst>
          </p:cNvPr>
          <p:cNvSpPr/>
          <p:nvPr/>
        </p:nvSpPr>
        <p:spPr>
          <a:xfrm>
            <a:off x="6824937" y="4071971"/>
            <a:ext cx="191096" cy="191092"/>
          </a:xfrm>
          <a:prstGeom prst="ellipse">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200" dirty="0">
              <a:solidFill>
                <a:schemeClr val="tx1"/>
              </a:solidFill>
            </a:endParaRPr>
          </a:p>
        </p:txBody>
      </p:sp>
      <p:grpSp>
        <p:nvGrpSpPr>
          <p:cNvPr id="35" name="Group 34">
            <a:extLst>
              <a:ext uri="{FF2B5EF4-FFF2-40B4-BE49-F238E27FC236}">
                <a16:creationId xmlns:a16="http://schemas.microsoft.com/office/drawing/2014/main" id="{25A21C45-A1A7-4494-AB76-B056DE3820DA}"/>
              </a:ext>
              <a:ext uri="{C183D7F6-B498-43B3-948B-1728B52AA6E4}">
                <adec:decorative xmlns:adec="http://schemas.microsoft.com/office/drawing/2017/decorative" val="1"/>
              </a:ext>
            </a:extLst>
          </p:cNvPr>
          <p:cNvGrpSpPr/>
          <p:nvPr/>
        </p:nvGrpSpPr>
        <p:grpSpPr>
          <a:xfrm rot="10800000">
            <a:off x="6354776" y="2593330"/>
            <a:ext cx="1131419" cy="1574187"/>
            <a:chOff x="1045950" y="2555316"/>
            <a:chExt cx="1131419" cy="1574187"/>
          </a:xfrm>
        </p:grpSpPr>
        <p:cxnSp>
          <p:nvCxnSpPr>
            <p:cNvPr id="36" name="Straight Connector 35">
              <a:extLst>
                <a:ext uri="{FF2B5EF4-FFF2-40B4-BE49-F238E27FC236}">
                  <a16:creationId xmlns:a16="http://schemas.microsoft.com/office/drawing/2014/main" id="{7F21F603-30D2-4C78-B334-1AA8014BF843}"/>
                </a:ext>
              </a:extLst>
            </p:cNvPr>
            <p:cNvCxnSpPr>
              <a:cxnSpLocks/>
            </p:cNvCxnSpPr>
            <p:nvPr/>
          </p:nvCxnSpPr>
          <p:spPr>
            <a:xfrm rot="10800000" flipV="1">
              <a:off x="1611660" y="2555316"/>
              <a:ext cx="0" cy="442770"/>
            </a:xfrm>
            <a:prstGeom prst="line">
              <a:avLst/>
            </a:prstGeom>
            <a:ln w="22225">
              <a:solidFill>
                <a:schemeClr val="accent1"/>
              </a:solidFill>
              <a:headEnd type="oval" w="med" len="med"/>
            </a:ln>
          </p:spPr>
          <p:style>
            <a:lnRef idx="1">
              <a:schemeClr val="accent1"/>
            </a:lnRef>
            <a:fillRef idx="0">
              <a:schemeClr val="accent1"/>
            </a:fillRef>
            <a:effectRef idx="0">
              <a:schemeClr val="accent1"/>
            </a:effectRef>
            <a:fontRef idx="minor">
              <a:schemeClr val="tx1"/>
            </a:fontRef>
          </p:style>
        </p:cxnSp>
        <p:sp>
          <p:nvSpPr>
            <p:cNvPr id="37" name="Oval 36">
              <a:extLst>
                <a:ext uri="{FF2B5EF4-FFF2-40B4-BE49-F238E27FC236}">
                  <a16:creationId xmlns:a16="http://schemas.microsoft.com/office/drawing/2014/main" id="{709E764A-AFEB-4D9D-908A-CC1EE95A37AE}"/>
                </a:ext>
              </a:extLst>
            </p:cNvPr>
            <p:cNvSpPr/>
            <p:nvPr/>
          </p:nvSpPr>
          <p:spPr>
            <a:xfrm>
              <a:off x="1045950" y="2998086"/>
              <a:ext cx="1131419" cy="1131417"/>
            </a:xfrm>
            <a:prstGeom prst="ellipse">
              <a:avLst/>
            </a:prstGeom>
            <a:solidFill>
              <a:schemeClr val="accent1"/>
            </a:solidFill>
            <a:ln w="127000">
              <a:solidFill>
                <a:schemeClr val="accent1">
                  <a:alpha val="40000"/>
                </a:schemeClr>
              </a:solidFill>
            </a:ln>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latin typeface="Roboto" panose="02000000000000000000" pitchFamily="2" charset="0"/>
              </a:endParaRPr>
            </a:p>
          </p:txBody>
        </p:sp>
      </p:grpSp>
      <p:sp>
        <p:nvSpPr>
          <p:cNvPr id="39" name="Rectangle: Rounded Corners 38">
            <a:extLst>
              <a:ext uri="{FF2B5EF4-FFF2-40B4-BE49-F238E27FC236}">
                <a16:creationId xmlns:a16="http://schemas.microsoft.com/office/drawing/2014/main" id="{815E341D-1492-45D7-8A17-24490AB8417C}"/>
              </a:ext>
              <a:ext uri="{C183D7F6-B498-43B3-948B-1728B52AA6E4}">
                <adec:decorative xmlns:adec="http://schemas.microsoft.com/office/drawing/2017/decorative" val="1"/>
              </a:ext>
            </a:extLst>
          </p:cNvPr>
          <p:cNvSpPr/>
          <p:nvPr/>
        </p:nvSpPr>
        <p:spPr>
          <a:xfrm flipV="1">
            <a:off x="3265907" y="2814140"/>
            <a:ext cx="1828800" cy="91440"/>
          </a:xfrm>
          <a:prstGeom prst="roundRect">
            <a:avLst>
              <a:gd name="adj" fmla="val 0"/>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3746AA63-C6E2-4ADA-851F-C025EE49AB80}"/>
              </a:ext>
              <a:ext uri="{C183D7F6-B498-43B3-948B-1728B52AA6E4}">
                <adec:decorative xmlns:adec="http://schemas.microsoft.com/office/drawing/2017/decorative" val="1"/>
              </a:ext>
            </a:extLst>
          </p:cNvPr>
          <p:cNvGrpSpPr/>
          <p:nvPr/>
        </p:nvGrpSpPr>
        <p:grpSpPr>
          <a:xfrm>
            <a:off x="3265908" y="3251188"/>
            <a:ext cx="1737360" cy="581573"/>
            <a:chOff x="3160156" y="3437423"/>
            <a:chExt cx="1737360" cy="581573"/>
          </a:xfrm>
        </p:grpSpPr>
        <p:cxnSp>
          <p:nvCxnSpPr>
            <p:cNvPr id="28" name="Straight Connector 27">
              <a:extLst>
                <a:ext uri="{FF2B5EF4-FFF2-40B4-BE49-F238E27FC236}">
                  <a16:creationId xmlns:a16="http://schemas.microsoft.com/office/drawing/2014/main" id="{AAD1C938-0D78-4264-BE3D-1B15C66554EF}"/>
                </a:ext>
              </a:extLst>
            </p:cNvPr>
            <p:cNvCxnSpPr>
              <a:cxnSpLocks/>
            </p:cNvCxnSpPr>
            <p:nvPr/>
          </p:nvCxnSpPr>
          <p:spPr>
            <a:xfrm rot="5400000">
              <a:off x="4028836" y="2956459"/>
              <a:ext cx="0" cy="1737360"/>
            </a:xfrm>
            <a:prstGeom prst="line">
              <a:avLst/>
            </a:prstGeom>
            <a:ln w="15875">
              <a:solidFill>
                <a:schemeClr val="accent4"/>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FFBE661-9ADC-4DAC-B144-2C3FFBACBA6B}"/>
                </a:ext>
              </a:extLst>
            </p:cNvPr>
            <p:cNvCxnSpPr>
              <a:cxnSpLocks/>
            </p:cNvCxnSpPr>
            <p:nvPr/>
          </p:nvCxnSpPr>
          <p:spPr>
            <a:xfrm rot="5400000">
              <a:off x="4028836" y="3150316"/>
              <a:ext cx="0" cy="1737360"/>
            </a:xfrm>
            <a:prstGeom prst="line">
              <a:avLst/>
            </a:prstGeom>
            <a:ln w="22225">
              <a:solidFill>
                <a:srgbClr val="7B5DFD"/>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2E3183D-CFE3-4D88-B335-3D9570A51583}"/>
                </a:ext>
              </a:extLst>
            </p:cNvPr>
            <p:cNvCxnSpPr>
              <a:cxnSpLocks/>
            </p:cNvCxnSpPr>
            <p:nvPr/>
          </p:nvCxnSpPr>
          <p:spPr>
            <a:xfrm rot="5400000">
              <a:off x="4028836" y="2568743"/>
              <a:ext cx="0" cy="1737360"/>
            </a:xfrm>
            <a:prstGeom prst="line">
              <a:avLst/>
            </a:prstGeom>
            <a:ln w="12700">
              <a:solidFill>
                <a:schemeClr val="accent2"/>
              </a:solidFill>
              <a:headEnd type="oval"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AD96F63-E88D-4386-B2C2-1063C0134C60}"/>
                </a:ext>
              </a:extLst>
            </p:cNvPr>
            <p:cNvCxnSpPr>
              <a:cxnSpLocks/>
            </p:cNvCxnSpPr>
            <p:nvPr/>
          </p:nvCxnSpPr>
          <p:spPr>
            <a:xfrm rot="5400000">
              <a:off x="4028836" y="2762601"/>
              <a:ext cx="0" cy="1737360"/>
            </a:xfrm>
            <a:prstGeom prst="line">
              <a:avLst/>
            </a:prstGeom>
            <a:ln w="12700">
              <a:solidFill>
                <a:schemeClr val="accent3"/>
              </a:solidFill>
              <a:headEnd type="oval" w="med" len="med"/>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6B30B377-7627-4D2F-A992-8D3F52DA096A}"/>
              </a:ext>
              <a:ext uri="{C183D7F6-B498-43B3-948B-1728B52AA6E4}">
                <adec:decorative xmlns:adec="http://schemas.microsoft.com/office/drawing/2017/decorative" val="1"/>
              </a:ext>
            </a:extLst>
          </p:cNvPr>
          <p:cNvGrpSpPr/>
          <p:nvPr/>
        </p:nvGrpSpPr>
        <p:grpSpPr>
          <a:xfrm rot="5400000">
            <a:off x="6884381" y="4194551"/>
            <a:ext cx="1131420" cy="2340532"/>
            <a:chOff x="8581813" y="496763"/>
            <a:chExt cx="2833522" cy="9293290"/>
          </a:xfrm>
        </p:grpSpPr>
        <p:sp>
          <p:nvSpPr>
            <p:cNvPr id="44" name="Rectangle: Rounded Corners 43">
              <a:extLst>
                <a:ext uri="{FF2B5EF4-FFF2-40B4-BE49-F238E27FC236}">
                  <a16:creationId xmlns:a16="http://schemas.microsoft.com/office/drawing/2014/main" id="{67E6F3EB-C166-4058-8298-D6BC059E4FB4}"/>
                </a:ext>
              </a:extLst>
            </p:cNvPr>
            <p:cNvSpPr/>
            <p:nvPr/>
          </p:nvSpPr>
          <p:spPr>
            <a:xfrm rot="5400000" flipV="1">
              <a:off x="5679162" y="3784457"/>
              <a:ext cx="6740379" cy="935078"/>
            </a:xfrm>
            <a:prstGeom prst="roundRect">
              <a:avLst>
                <a:gd name="adj" fmla="val 50000"/>
              </a:avLst>
            </a:prstGeom>
            <a:gradFill>
              <a:gsLst>
                <a:gs pos="0">
                  <a:schemeClr val="accent1">
                    <a:alpha val="70000"/>
                  </a:schemeClr>
                </a:gs>
                <a:gs pos="100000">
                  <a:schemeClr val="accent2"/>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latin typeface="Roboto" panose="02000000000000000000" pitchFamily="2" charset="0"/>
              </a:endParaRPr>
            </a:p>
          </p:txBody>
        </p:sp>
        <p:sp>
          <p:nvSpPr>
            <p:cNvPr id="45" name="Rectangle: Rounded Corners 44">
              <a:extLst>
                <a:ext uri="{FF2B5EF4-FFF2-40B4-BE49-F238E27FC236}">
                  <a16:creationId xmlns:a16="http://schemas.microsoft.com/office/drawing/2014/main" id="{36CF0034-8BBE-48F9-A1AB-85B019A24DA8}"/>
                </a:ext>
              </a:extLst>
            </p:cNvPr>
            <p:cNvSpPr/>
            <p:nvPr/>
          </p:nvSpPr>
          <p:spPr>
            <a:xfrm rot="5400000" flipV="1">
              <a:off x="7915668" y="3054975"/>
              <a:ext cx="6057880" cy="941455"/>
            </a:xfrm>
            <a:prstGeom prst="roundRect">
              <a:avLst>
                <a:gd name="adj" fmla="val 50000"/>
              </a:avLst>
            </a:prstGeom>
            <a:gradFill>
              <a:gsLst>
                <a:gs pos="0">
                  <a:srgbClr val="00FFFF"/>
                </a:gs>
                <a:gs pos="100000">
                  <a:srgbClr val="00FFFF">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sp>
          <p:nvSpPr>
            <p:cNvPr id="46" name="Rectangle: Rounded Corners 45">
              <a:extLst>
                <a:ext uri="{FF2B5EF4-FFF2-40B4-BE49-F238E27FC236}">
                  <a16:creationId xmlns:a16="http://schemas.microsoft.com/office/drawing/2014/main" id="{BC221274-B2F6-40AA-8CD6-515BD08F9D38}"/>
                </a:ext>
              </a:extLst>
            </p:cNvPr>
            <p:cNvSpPr/>
            <p:nvPr/>
          </p:nvSpPr>
          <p:spPr>
            <a:xfrm rot="5400000" flipV="1">
              <a:off x="6627198" y="5939366"/>
              <a:ext cx="6740379" cy="960996"/>
            </a:xfrm>
            <a:prstGeom prst="roundRect">
              <a:avLst>
                <a:gd name="adj" fmla="val 50000"/>
              </a:avLst>
            </a:prstGeom>
            <a:gradFill flip="none" rotWithShape="1">
              <a:gsLst>
                <a:gs pos="20000">
                  <a:schemeClr val="accent3"/>
                </a:gs>
                <a:gs pos="85000">
                  <a:schemeClr val="accent1"/>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 name="Rectangle: Rounded Corners 46">
            <a:extLst>
              <a:ext uri="{FF2B5EF4-FFF2-40B4-BE49-F238E27FC236}">
                <a16:creationId xmlns:a16="http://schemas.microsoft.com/office/drawing/2014/main" id="{0B743D88-CA6F-49A7-AFEE-2710897D2CC3}"/>
              </a:ext>
              <a:ext uri="{C183D7F6-B498-43B3-948B-1728B52AA6E4}">
                <adec:decorative xmlns:adec="http://schemas.microsoft.com/office/drawing/2017/decorative" val="1"/>
              </a:ext>
            </a:extLst>
          </p:cNvPr>
          <p:cNvSpPr/>
          <p:nvPr/>
        </p:nvSpPr>
        <p:spPr>
          <a:xfrm rot="19800000">
            <a:off x="9784712" y="3340926"/>
            <a:ext cx="4056601" cy="449043"/>
          </a:xfrm>
          <a:prstGeom prst="roundRect">
            <a:avLst>
              <a:gd name="adj" fmla="val 50000"/>
            </a:avLst>
          </a:prstGeom>
          <a:gradFill flip="none" rotWithShape="1">
            <a:gsLst>
              <a:gs pos="18000">
                <a:srgbClr val="FF69B0">
                  <a:alpha val="0"/>
                </a:srgbClr>
              </a:gs>
              <a:gs pos="100000">
                <a:srgbClr val="FF69B0">
                  <a:alpha val="8000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Roboto" panose="02000000000000000000" pitchFamily="2" charset="0"/>
            </a:endParaRPr>
          </a:p>
        </p:txBody>
      </p:sp>
      <p:grpSp>
        <p:nvGrpSpPr>
          <p:cNvPr id="48" name="Group 47">
            <a:extLst>
              <a:ext uri="{FF2B5EF4-FFF2-40B4-BE49-F238E27FC236}">
                <a16:creationId xmlns:a16="http://schemas.microsoft.com/office/drawing/2014/main" id="{62AE7DDF-DA87-49CB-84DF-D9137FF3B35A}"/>
              </a:ext>
              <a:ext uri="{C183D7F6-B498-43B3-948B-1728B52AA6E4}">
                <adec:decorative xmlns:adec="http://schemas.microsoft.com/office/drawing/2017/decorative" val="1"/>
              </a:ext>
            </a:extLst>
          </p:cNvPr>
          <p:cNvGrpSpPr/>
          <p:nvPr/>
        </p:nvGrpSpPr>
        <p:grpSpPr>
          <a:xfrm rot="-1800000" flipV="1">
            <a:off x="9215509" y="4995631"/>
            <a:ext cx="2964361" cy="260181"/>
            <a:chOff x="4256707" y="1902281"/>
            <a:chExt cx="2823310" cy="247800"/>
          </a:xfrm>
        </p:grpSpPr>
        <p:sp>
          <p:nvSpPr>
            <p:cNvPr id="49" name="Rectangle: Rounded Corners 48">
              <a:extLst>
                <a:ext uri="{FF2B5EF4-FFF2-40B4-BE49-F238E27FC236}">
                  <a16:creationId xmlns:a16="http://schemas.microsoft.com/office/drawing/2014/main" id="{12213079-9A25-4644-A8C8-0788DF428FAF}"/>
                </a:ext>
              </a:extLst>
            </p:cNvPr>
            <p:cNvSpPr/>
            <p:nvPr/>
          </p:nvSpPr>
          <p:spPr>
            <a:xfrm>
              <a:off x="4256707" y="1902281"/>
              <a:ext cx="1974946" cy="247223"/>
            </a:xfrm>
            <a:prstGeom prst="roundRect">
              <a:avLst>
                <a:gd name="adj" fmla="val 50000"/>
              </a:avLst>
            </a:prstGeom>
            <a:gradFill>
              <a:gsLst>
                <a:gs pos="0">
                  <a:srgbClr val="7B5DFD">
                    <a:alpha val="80000"/>
                  </a:srgbClr>
                </a:gs>
                <a:gs pos="85000">
                  <a:srgbClr val="2AD8D9">
                    <a:alpha val="80000"/>
                  </a:srgb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panose="02000000000000000000" pitchFamily="2" charset="0"/>
              </a:endParaRPr>
            </a:p>
          </p:txBody>
        </p:sp>
        <p:grpSp>
          <p:nvGrpSpPr>
            <p:cNvPr id="50" name="Group 49">
              <a:extLst>
                <a:ext uri="{FF2B5EF4-FFF2-40B4-BE49-F238E27FC236}">
                  <a16:creationId xmlns:a16="http://schemas.microsoft.com/office/drawing/2014/main" id="{D6B922DA-BB01-436E-B1D2-A82A566E7F16}"/>
                </a:ext>
              </a:extLst>
            </p:cNvPr>
            <p:cNvGrpSpPr/>
            <p:nvPr/>
          </p:nvGrpSpPr>
          <p:grpSpPr>
            <a:xfrm>
              <a:off x="5984510" y="1902858"/>
              <a:ext cx="1095507" cy="247223"/>
              <a:chOff x="5984510" y="1902858"/>
              <a:chExt cx="1095507" cy="247223"/>
            </a:xfrm>
          </p:grpSpPr>
          <p:sp>
            <p:nvSpPr>
              <p:cNvPr id="51" name="Oval 50">
                <a:extLst>
                  <a:ext uri="{FF2B5EF4-FFF2-40B4-BE49-F238E27FC236}">
                    <a16:creationId xmlns:a16="http://schemas.microsoft.com/office/drawing/2014/main" id="{6F7A01FB-37FD-416A-80B4-A34D2CF492B3}"/>
                  </a:ext>
                </a:extLst>
              </p:cNvPr>
              <p:cNvSpPr/>
              <p:nvPr/>
            </p:nvSpPr>
            <p:spPr>
              <a:xfrm>
                <a:off x="5984510" y="1902858"/>
                <a:ext cx="247223" cy="24722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52" name="Oval 51">
                <a:extLst>
                  <a:ext uri="{FF2B5EF4-FFF2-40B4-BE49-F238E27FC236}">
                    <a16:creationId xmlns:a16="http://schemas.microsoft.com/office/drawing/2014/main" id="{0786854D-DA8C-451B-9FC4-04408A4BB650}"/>
                  </a:ext>
                </a:extLst>
              </p:cNvPr>
              <p:cNvSpPr>
                <a:spLocks noChangeAspect="1"/>
              </p:cNvSpPr>
              <p:nvPr/>
            </p:nvSpPr>
            <p:spPr>
              <a:xfrm>
                <a:off x="6488512" y="1939433"/>
                <a:ext cx="197778" cy="197778"/>
              </a:xfrm>
              <a:prstGeom prst="ellipse">
                <a:avLst/>
              </a:prstGeom>
              <a:solidFill>
                <a:schemeClr val="accent2">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sp>
            <p:nvSpPr>
              <p:cNvPr id="53" name="Oval 52">
                <a:extLst>
                  <a:ext uri="{FF2B5EF4-FFF2-40B4-BE49-F238E27FC236}">
                    <a16:creationId xmlns:a16="http://schemas.microsoft.com/office/drawing/2014/main" id="{6E201134-9ECA-442A-9B3C-B653A274D6FD}"/>
                  </a:ext>
                </a:extLst>
              </p:cNvPr>
              <p:cNvSpPr>
                <a:spLocks noChangeAspect="1"/>
              </p:cNvSpPr>
              <p:nvPr/>
            </p:nvSpPr>
            <p:spPr>
              <a:xfrm>
                <a:off x="6956405" y="1971770"/>
                <a:ext cx="123612" cy="123612"/>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grpSp>
      </p:grpSp>
      <p:grpSp>
        <p:nvGrpSpPr>
          <p:cNvPr id="54" name="Group 53">
            <a:extLst>
              <a:ext uri="{FF2B5EF4-FFF2-40B4-BE49-F238E27FC236}">
                <a16:creationId xmlns:a16="http://schemas.microsoft.com/office/drawing/2014/main" id="{31413EF3-9F5F-4021-8B85-91A8A4A77BF5}"/>
              </a:ext>
              <a:ext uri="{C183D7F6-B498-43B3-948B-1728B52AA6E4}">
                <adec:decorative xmlns:adec="http://schemas.microsoft.com/office/drawing/2017/decorative" val="1"/>
              </a:ext>
            </a:extLst>
          </p:cNvPr>
          <p:cNvGrpSpPr/>
          <p:nvPr/>
        </p:nvGrpSpPr>
        <p:grpSpPr>
          <a:xfrm rot="9000000" flipV="1">
            <a:off x="8974079" y="3865770"/>
            <a:ext cx="1527391" cy="260181"/>
            <a:chOff x="5171523" y="1902281"/>
            <a:chExt cx="1454714" cy="247800"/>
          </a:xfrm>
        </p:grpSpPr>
        <p:sp>
          <p:nvSpPr>
            <p:cNvPr id="55" name="Rectangle: Rounded Corners 54">
              <a:extLst>
                <a:ext uri="{FF2B5EF4-FFF2-40B4-BE49-F238E27FC236}">
                  <a16:creationId xmlns:a16="http://schemas.microsoft.com/office/drawing/2014/main" id="{AA013E29-9F2D-4237-87F7-37BAE3FE898B}"/>
                </a:ext>
              </a:extLst>
            </p:cNvPr>
            <p:cNvSpPr/>
            <p:nvPr/>
          </p:nvSpPr>
          <p:spPr>
            <a:xfrm>
              <a:off x="5171523" y="1902281"/>
              <a:ext cx="1060129" cy="247223"/>
            </a:xfrm>
            <a:prstGeom prst="roundRect">
              <a:avLst>
                <a:gd name="adj" fmla="val 50000"/>
              </a:avLst>
            </a:prstGeom>
            <a:gradFill flip="none" rotWithShape="1">
              <a:gsLst>
                <a:gs pos="0">
                  <a:srgbClr val="FF69B0">
                    <a:alpha val="80000"/>
                  </a:srgbClr>
                </a:gs>
                <a:gs pos="85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a:endParaRPr>
            </a:p>
          </p:txBody>
        </p:sp>
        <p:grpSp>
          <p:nvGrpSpPr>
            <p:cNvPr id="56" name="Group 55">
              <a:extLst>
                <a:ext uri="{FF2B5EF4-FFF2-40B4-BE49-F238E27FC236}">
                  <a16:creationId xmlns:a16="http://schemas.microsoft.com/office/drawing/2014/main" id="{83DCC01E-CE11-40A1-9255-A8FD920EB9B1}"/>
                </a:ext>
              </a:extLst>
            </p:cNvPr>
            <p:cNvGrpSpPr/>
            <p:nvPr/>
          </p:nvGrpSpPr>
          <p:grpSpPr>
            <a:xfrm>
              <a:off x="5984510" y="1902858"/>
              <a:ext cx="641727" cy="247223"/>
              <a:chOff x="5984510" y="1902858"/>
              <a:chExt cx="641727" cy="247223"/>
            </a:xfrm>
          </p:grpSpPr>
          <p:sp>
            <p:nvSpPr>
              <p:cNvPr id="57" name="Oval 56">
                <a:extLst>
                  <a:ext uri="{FF2B5EF4-FFF2-40B4-BE49-F238E27FC236}">
                    <a16:creationId xmlns:a16="http://schemas.microsoft.com/office/drawing/2014/main" id="{2735BB24-3993-4A40-A5CF-90C887245A6B}"/>
                  </a:ext>
                </a:extLst>
              </p:cNvPr>
              <p:cNvSpPr/>
              <p:nvPr/>
            </p:nvSpPr>
            <p:spPr>
              <a:xfrm>
                <a:off x="5984510" y="1902858"/>
                <a:ext cx="247223" cy="247223"/>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Roboto" panose="02000000000000000000" pitchFamily="2" charset="0"/>
                  <a:ea typeface="+mn-ea"/>
                  <a:cs typeface="+mn-cs"/>
                </a:endParaRPr>
              </a:p>
            </p:txBody>
          </p:sp>
          <p:sp>
            <p:nvSpPr>
              <p:cNvPr id="58" name="Oval 57">
                <a:extLst>
                  <a:ext uri="{FF2B5EF4-FFF2-40B4-BE49-F238E27FC236}">
                    <a16:creationId xmlns:a16="http://schemas.microsoft.com/office/drawing/2014/main" id="{F8CD57FB-F1FE-4865-A23D-FA99DC1675AC}"/>
                  </a:ext>
                </a:extLst>
              </p:cNvPr>
              <p:cNvSpPr>
                <a:spLocks noChangeAspect="1"/>
              </p:cNvSpPr>
              <p:nvPr/>
            </p:nvSpPr>
            <p:spPr>
              <a:xfrm>
                <a:off x="6428459" y="1904762"/>
                <a:ext cx="197778" cy="197778"/>
              </a:xfrm>
              <a:prstGeom prst="ellipse">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boto" panose="02000000000000000000" pitchFamily="2" charset="0"/>
                  <a:ea typeface="+mn-ea"/>
                  <a:cs typeface="+mn-cs"/>
                </a:endParaRPr>
              </a:p>
            </p:txBody>
          </p:sp>
        </p:grpSp>
      </p:grpSp>
      <p:sp>
        <p:nvSpPr>
          <p:cNvPr id="59" name="Rectangle: Rounded Corners 58">
            <a:extLst>
              <a:ext uri="{FF2B5EF4-FFF2-40B4-BE49-F238E27FC236}">
                <a16:creationId xmlns:a16="http://schemas.microsoft.com/office/drawing/2014/main" id="{0D78A784-73DE-434C-8102-7ABBEFDCC99E}"/>
              </a:ext>
              <a:ext uri="{C183D7F6-B498-43B3-948B-1728B52AA6E4}">
                <adec:decorative xmlns:adec="http://schemas.microsoft.com/office/drawing/2017/decorative" val="1"/>
              </a:ext>
            </a:extLst>
          </p:cNvPr>
          <p:cNvSpPr/>
          <p:nvPr/>
        </p:nvSpPr>
        <p:spPr>
          <a:xfrm rot="19800000" flipV="1">
            <a:off x="10409832" y="2844232"/>
            <a:ext cx="2180521" cy="281439"/>
          </a:xfrm>
          <a:prstGeom prst="roundRect">
            <a:avLst>
              <a:gd name="adj" fmla="val 50000"/>
            </a:avLst>
          </a:prstGeom>
          <a:gradFill flip="none" rotWithShape="1">
            <a:gsLst>
              <a:gs pos="43000">
                <a:srgbClr val="FF69B0">
                  <a:alpha val="80000"/>
                </a:srgbClr>
              </a:gs>
              <a:gs pos="100000">
                <a:srgbClr val="7B5DFD">
                  <a:alpha val="8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Roboto"/>
            </a:endParaRPr>
          </a:p>
        </p:txBody>
      </p:sp>
      <p:sp>
        <p:nvSpPr>
          <p:cNvPr id="4" name="TextBox 3">
            <a:extLst>
              <a:ext uri="{FF2B5EF4-FFF2-40B4-BE49-F238E27FC236}">
                <a16:creationId xmlns:a16="http://schemas.microsoft.com/office/drawing/2014/main" id="{0A08605B-F5CE-AADA-3677-258F390B7EBA}"/>
              </a:ext>
              <a:ext uri="{C183D7F6-B498-43B3-948B-1728B52AA6E4}">
                <adec:decorative xmlns:adec="http://schemas.microsoft.com/office/drawing/2017/decorative" val="0"/>
              </a:ext>
            </a:extLst>
          </p:cNvPr>
          <p:cNvSpPr txBox="1"/>
          <p:nvPr/>
        </p:nvSpPr>
        <p:spPr>
          <a:xfrm>
            <a:off x="1078992" y="2353721"/>
            <a:ext cx="1131720" cy="699679"/>
          </a:xfrm>
          <a:prstGeom prst="rect">
            <a:avLst/>
          </a:prstGeom>
        </p:spPr>
        <p:txBody>
          <a:bodyPr vert="horz" wrap="none" lIns="0" tIns="0" rIns="0" bIns="0" rtlCol="0">
            <a:spAutoFit/>
          </a:bodyPr>
          <a:lstStyle/>
          <a:p>
            <a:pPr>
              <a:lnSpc>
                <a:spcPct val="110000"/>
              </a:lnSpc>
              <a:spcAft>
                <a:spcPts val="900"/>
              </a:spcAft>
              <a:buFont typeface="Roboto" panose="02000000000000000000" pitchFamily="2" charset="0"/>
              <a:buChar char="​"/>
            </a:pPr>
            <a:r>
              <a:rPr lang="en-US" sz="4400" dirty="0">
                <a:gradFill>
                  <a:gsLst>
                    <a:gs pos="20000">
                      <a:srgbClr val="FF69B0"/>
                    </a:gs>
                    <a:gs pos="85000">
                      <a:srgbClr val="7B5DFD"/>
                    </a:gs>
                  </a:gsLst>
                  <a:lin ang="2700000" scaled="0"/>
                </a:gradFill>
                <a:latin typeface="+mj-lt"/>
              </a:rPr>
              <a:t>Text</a:t>
            </a:r>
          </a:p>
        </p:txBody>
      </p:sp>
      <p:sp>
        <p:nvSpPr>
          <p:cNvPr id="60" name="TextBox 59">
            <a:extLst>
              <a:ext uri="{FF2B5EF4-FFF2-40B4-BE49-F238E27FC236}">
                <a16:creationId xmlns:a16="http://schemas.microsoft.com/office/drawing/2014/main" id="{CF909224-B7FD-A0E9-5005-27A2649E06C1}"/>
              </a:ext>
              <a:ext uri="{C183D7F6-B498-43B3-948B-1728B52AA6E4}">
                <adec:decorative xmlns:adec="http://schemas.microsoft.com/office/drawing/2017/decorative" val="0"/>
              </a:ext>
            </a:extLst>
          </p:cNvPr>
          <p:cNvSpPr txBox="1"/>
          <p:nvPr/>
        </p:nvSpPr>
        <p:spPr>
          <a:xfrm>
            <a:off x="1078992" y="2920137"/>
            <a:ext cx="1131720" cy="699679"/>
          </a:xfrm>
          <a:prstGeom prst="rect">
            <a:avLst/>
          </a:prstGeom>
        </p:spPr>
        <p:txBody>
          <a:bodyPr vert="horz" wrap="none" lIns="0" tIns="0" rIns="0" bIns="0" rtlCol="0">
            <a:spAutoFit/>
          </a:bodyPr>
          <a:lstStyle/>
          <a:p>
            <a:pPr>
              <a:lnSpc>
                <a:spcPct val="110000"/>
              </a:lnSpc>
              <a:spcAft>
                <a:spcPts val="900"/>
              </a:spcAft>
              <a:buFont typeface="Roboto" panose="02000000000000000000" pitchFamily="2" charset="0"/>
              <a:buChar char="​"/>
            </a:pPr>
            <a:r>
              <a:rPr lang="en-US" sz="4400" dirty="0">
                <a:gradFill>
                  <a:gsLst>
                    <a:gs pos="20000">
                      <a:schemeClr val="accent2"/>
                    </a:gs>
                    <a:gs pos="85000">
                      <a:srgbClr val="7B5DFD"/>
                    </a:gs>
                  </a:gsLst>
                  <a:lin ang="2700000" scaled="0"/>
                </a:gradFill>
                <a:latin typeface="+mj-lt"/>
              </a:rPr>
              <a:t>Text</a:t>
            </a:r>
          </a:p>
        </p:txBody>
      </p:sp>
      <p:sp>
        <p:nvSpPr>
          <p:cNvPr id="61" name="TextBox 60">
            <a:extLst>
              <a:ext uri="{FF2B5EF4-FFF2-40B4-BE49-F238E27FC236}">
                <a16:creationId xmlns:a16="http://schemas.microsoft.com/office/drawing/2014/main" id="{B83752B8-6CE0-5F5C-FD35-18A18CF020D9}"/>
              </a:ext>
              <a:ext uri="{C183D7F6-B498-43B3-948B-1728B52AA6E4}">
                <adec:decorative xmlns:adec="http://schemas.microsoft.com/office/drawing/2017/decorative" val="0"/>
              </a:ext>
            </a:extLst>
          </p:cNvPr>
          <p:cNvSpPr txBox="1"/>
          <p:nvPr/>
        </p:nvSpPr>
        <p:spPr>
          <a:xfrm>
            <a:off x="1078992" y="3486553"/>
            <a:ext cx="1131720" cy="699679"/>
          </a:xfrm>
          <a:prstGeom prst="rect">
            <a:avLst/>
          </a:prstGeom>
        </p:spPr>
        <p:txBody>
          <a:bodyPr vert="horz" wrap="none" lIns="0" tIns="0" rIns="0" bIns="0" rtlCol="0">
            <a:spAutoFit/>
          </a:bodyPr>
          <a:lstStyle/>
          <a:p>
            <a:pPr>
              <a:lnSpc>
                <a:spcPct val="110000"/>
              </a:lnSpc>
              <a:spcAft>
                <a:spcPts val="900"/>
              </a:spcAft>
              <a:buFont typeface="Roboto" panose="02000000000000000000" pitchFamily="2" charset="0"/>
              <a:buChar char="​"/>
            </a:pPr>
            <a:r>
              <a:rPr lang="en-US" sz="4400" dirty="0">
                <a:gradFill>
                  <a:gsLst>
                    <a:gs pos="85000">
                      <a:schemeClr val="accent2"/>
                    </a:gs>
                    <a:gs pos="20000">
                      <a:schemeClr val="accent4"/>
                    </a:gs>
                  </a:gsLst>
                  <a:lin ang="2700000" scaled="0"/>
                </a:gradFill>
                <a:latin typeface="+mj-lt"/>
              </a:rPr>
              <a:t>Text</a:t>
            </a:r>
          </a:p>
        </p:txBody>
      </p:sp>
      <p:sp>
        <p:nvSpPr>
          <p:cNvPr id="62" name="TextBox 61">
            <a:extLst>
              <a:ext uri="{FF2B5EF4-FFF2-40B4-BE49-F238E27FC236}">
                <a16:creationId xmlns:a16="http://schemas.microsoft.com/office/drawing/2014/main" id="{B178B07F-0CAD-7594-72F5-03DDB37F266F}"/>
              </a:ext>
              <a:ext uri="{C183D7F6-B498-43B3-948B-1728B52AA6E4}">
                <adec:decorative xmlns:adec="http://schemas.microsoft.com/office/drawing/2017/decorative" val="0"/>
              </a:ext>
            </a:extLst>
          </p:cNvPr>
          <p:cNvSpPr txBox="1"/>
          <p:nvPr/>
        </p:nvSpPr>
        <p:spPr>
          <a:xfrm>
            <a:off x="1078992" y="4052970"/>
            <a:ext cx="1131720" cy="699679"/>
          </a:xfrm>
          <a:prstGeom prst="rect">
            <a:avLst/>
          </a:prstGeom>
        </p:spPr>
        <p:txBody>
          <a:bodyPr vert="horz" wrap="none" lIns="0" tIns="0" rIns="0" bIns="0" rtlCol="0">
            <a:spAutoFit/>
          </a:bodyPr>
          <a:lstStyle/>
          <a:p>
            <a:pPr>
              <a:lnSpc>
                <a:spcPct val="110000"/>
              </a:lnSpc>
              <a:spcAft>
                <a:spcPts val="900"/>
              </a:spcAft>
              <a:buFont typeface="Roboto" panose="02000000000000000000" pitchFamily="2" charset="0"/>
              <a:buChar char="​"/>
            </a:pPr>
            <a:r>
              <a:rPr lang="en-US" sz="4400" dirty="0">
                <a:gradFill>
                  <a:gsLst>
                    <a:gs pos="85000">
                      <a:schemeClr val="accent4"/>
                    </a:gs>
                    <a:gs pos="20000">
                      <a:schemeClr val="accent1"/>
                    </a:gs>
                  </a:gsLst>
                  <a:lin ang="2700000" scaled="0"/>
                </a:gradFill>
                <a:latin typeface="+mj-lt"/>
              </a:rPr>
              <a:t>Text</a:t>
            </a:r>
          </a:p>
        </p:txBody>
      </p:sp>
      <p:sp>
        <p:nvSpPr>
          <p:cNvPr id="63" name="TextBox 62">
            <a:extLst>
              <a:ext uri="{FF2B5EF4-FFF2-40B4-BE49-F238E27FC236}">
                <a16:creationId xmlns:a16="http://schemas.microsoft.com/office/drawing/2014/main" id="{27721D15-79A3-6D5E-8979-A825A34BDBB2}"/>
              </a:ext>
              <a:ext uri="{C183D7F6-B498-43B3-948B-1728B52AA6E4}">
                <adec:decorative xmlns:adec="http://schemas.microsoft.com/office/drawing/2017/decorative" val="0"/>
              </a:ext>
            </a:extLst>
          </p:cNvPr>
          <p:cNvSpPr txBox="1"/>
          <p:nvPr/>
        </p:nvSpPr>
        <p:spPr>
          <a:xfrm>
            <a:off x="1078992" y="4678402"/>
            <a:ext cx="589905" cy="636072"/>
          </a:xfrm>
          <a:prstGeom prst="rect">
            <a:avLst/>
          </a:prstGeom>
        </p:spPr>
        <p:txBody>
          <a:bodyPr vert="horz" wrap="none" lIns="0" tIns="0" rIns="0" bIns="0" rtlCol="0">
            <a:spAutoFit/>
          </a:bodyPr>
          <a:lstStyle/>
          <a:p>
            <a:pPr>
              <a:lnSpc>
                <a:spcPct val="110000"/>
              </a:lnSpc>
              <a:spcAft>
                <a:spcPts val="900"/>
              </a:spcAft>
              <a:buFont typeface="Roboto" panose="02000000000000000000" pitchFamily="2" charset="0"/>
              <a:buChar char="​"/>
            </a:pPr>
            <a:r>
              <a:rPr lang="en-US" sz="4000" dirty="0">
                <a:gradFill flip="none" rotWithShape="1">
                  <a:gsLst>
                    <a:gs pos="0">
                      <a:srgbClr val="FF69B0"/>
                    </a:gs>
                    <a:gs pos="100000">
                      <a:srgbClr val="FF69B0">
                        <a:alpha val="0"/>
                      </a:srgbClr>
                    </a:gs>
                  </a:gsLst>
                  <a:lin ang="10800000" scaled="1"/>
                  <a:tileRect/>
                </a:gradFill>
                <a:latin typeface="+mj-lt"/>
              </a:rPr>
              <a:t>01</a:t>
            </a:r>
          </a:p>
        </p:txBody>
      </p:sp>
      <p:sp>
        <p:nvSpPr>
          <p:cNvPr id="64" name="TextBox 63">
            <a:extLst>
              <a:ext uri="{FF2B5EF4-FFF2-40B4-BE49-F238E27FC236}">
                <a16:creationId xmlns:a16="http://schemas.microsoft.com/office/drawing/2014/main" id="{8146AA00-C85B-EE09-CE43-8CACE8321483}"/>
              </a:ext>
              <a:ext uri="{C183D7F6-B498-43B3-948B-1728B52AA6E4}">
                <adec:decorative xmlns:adec="http://schemas.microsoft.com/office/drawing/2017/decorative" val="0"/>
              </a:ext>
            </a:extLst>
          </p:cNvPr>
          <p:cNvSpPr txBox="1"/>
          <p:nvPr/>
        </p:nvSpPr>
        <p:spPr>
          <a:xfrm>
            <a:off x="1078992" y="5303959"/>
            <a:ext cx="589905" cy="636072"/>
          </a:xfrm>
          <a:prstGeom prst="rect">
            <a:avLst/>
          </a:prstGeom>
        </p:spPr>
        <p:txBody>
          <a:bodyPr vert="horz" wrap="none" lIns="0" tIns="0" rIns="0" bIns="0" rtlCol="0">
            <a:spAutoFit/>
          </a:bodyPr>
          <a:lstStyle/>
          <a:p>
            <a:pPr marL="857250" indent="-857250">
              <a:lnSpc>
                <a:spcPct val="110000"/>
              </a:lnSpc>
              <a:spcAft>
                <a:spcPts val="900"/>
              </a:spcAft>
            </a:pPr>
            <a:r>
              <a:rPr lang="en-US" sz="4000" dirty="0">
                <a:gradFill flip="none" rotWithShape="1">
                  <a:gsLst>
                    <a:gs pos="0">
                      <a:srgbClr val="7B5DFD"/>
                    </a:gs>
                    <a:gs pos="100000">
                      <a:srgbClr val="7B5DFD">
                        <a:alpha val="0"/>
                      </a:srgbClr>
                    </a:gs>
                  </a:gsLst>
                  <a:lin ang="10800000" scaled="1"/>
                  <a:tileRect/>
                </a:gradFill>
                <a:latin typeface="+mj-lt"/>
              </a:rPr>
              <a:t>02</a:t>
            </a:r>
          </a:p>
        </p:txBody>
      </p:sp>
      <p:sp>
        <p:nvSpPr>
          <p:cNvPr id="65" name="TextBox 64">
            <a:extLst>
              <a:ext uri="{FF2B5EF4-FFF2-40B4-BE49-F238E27FC236}">
                <a16:creationId xmlns:a16="http://schemas.microsoft.com/office/drawing/2014/main" id="{8FBC4215-F10E-6EAB-ECDC-725D7886FB98}"/>
              </a:ext>
              <a:ext uri="{C183D7F6-B498-43B3-948B-1728B52AA6E4}">
                <adec:decorative xmlns:adec="http://schemas.microsoft.com/office/drawing/2017/decorative" val="0"/>
              </a:ext>
            </a:extLst>
          </p:cNvPr>
          <p:cNvSpPr txBox="1"/>
          <p:nvPr/>
        </p:nvSpPr>
        <p:spPr>
          <a:xfrm>
            <a:off x="1874471" y="4678402"/>
            <a:ext cx="589905" cy="636072"/>
          </a:xfrm>
          <a:prstGeom prst="rect">
            <a:avLst/>
          </a:prstGeom>
        </p:spPr>
        <p:txBody>
          <a:bodyPr vert="horz" wrap="none" lIns="0" tIns="0" rIns="0" bIns="0" rtlCol="0">
            <a:spAutoFit/>
          </a:bodyPr>
          <a:lstStyle/>
          <a:p>
            <a:pPr marL="857250" indent="-857250">
              <a:lnSpc>
                <a:spcPct val="110000"/>
              </a:lnSpc>
              <a:spcAft>
                <a:spcPts val="900"/>
              </a:spcAft>
            </a:pPr>
            <a:r>
              <a:rPr lang="en-US" sz="4000" dirty="0">
                <a:gradFill flip="none" rotWithShape="1">
                  <a:gsLst>
                    <a:gs pos="0">
                      <a:srgbClr val="2AD8D9"/>
                    </a:gs>
                    <a:gs pos="100000">
                      <a:srgbClr val="2AD8D9">
                        <a:alpha val="0"/>
                      </a:srgbClr>
                    </a:gs>
                  </a:gsLst>
                  <a:lin ang="10800000" scaled="1"/>
                  <a:tileRect/>
                </a:gradFill>
                <a:latin typeface="+mj-lt"/>
              </a:rPr>
              <a:t>03</a:t>
            </a:r>
          </a:p>
        </p:txBody>
      </p:sp>
      <p:sp>
        <p:nvSpPr>
          <p:cNvPr id="66" name="TextBox 65">
            <a:extLst>
              <a:ext uri="{FF2B5EF4-FFF2-40B4-BE49-F238E27FC236}">
                <a16:creationId xmlns:a16="http://schemas.microsoft.com/office/drawing/2014/main" id="{9DF08727-A087-377B-338D-07EFB836C8DE}"/>
              </a:ext>
              <a:ext uri="{C183D7F6-B498-43B3-948B-1728B52AA6E4}">
                <adec:decorative xmlns:adec="http://schemas.microsoft.com/office/drawing/2017/decorative" val="0"/>
              </a:ext>
            </a:extLst>
          </p:cNvPr>
          <p:cNvSpPr txBox="1"/>
          <p:nvPr/>
        </p:nvSpPr>
        <p:spPr>
          <a:xfrm>
            <a:off x="1874471" y="5303959"/>
            <a:ext cx="589905" cy="636072"/>
          </a:xfrm>
          <a:prstGeom prst="rect">
            <a:avLst/>
          </a:prstGeom>
        </p:spPr>
        <p:txBody>
          <a:bodyPr vert="horz" wrap="none" lIns="0" tIns="0" rIns="0" bIns="0" rtlCol="0">
            <a:spAutoFit/>
          </a:bodyPr>
          <a:lstStyle/>
          <a:p>
            <a:pPr marL="857250" indent="-857250">
              <a:lnSpc>
                <a:spcPct val="110000"/>
              </a:lnSpc>
              <a:spcAft>
                <a:spcPts val="900"/>
              </a:spcAft>
            </a:pPr>
            <a:r>
              <a:rPr lang="en-US" sz="4000" dirty="0">
                <a:gradFill flip="none" rotWithShape="1">
                  <a:gsLst>
                    <a:gs pos="0">
                      <a:schemeClr val="accent4"/>
                    </a:gs>
                    <a:gs pos="100000">
                      <a:schemeClr val="accent4">
                        <a:alpha val="0"/>
                      </a:schemeClr>
                    </a:gs>
                  </a:gsLst>
                  <a:lin ang="10800000" scaled="1"/>
                  <a:tileRect/>
                </a:gradFill>
                <a:latin typeface="+mj-lt"/>
              </a:rPr>
              <a:t>04</a:t>
            </a:r>
          </a:p>
        </p:txBody>
      </p:sp>
    </p:spTree>
    <p:extLst>
      <p:ext uri="{BB962C8B-B14F-4D97-AF65-F5344CB8AC3E}">
        <p14:creationId xmlns:p14="http://schemas.microsoft.com/office/powerpoint/2010/main" val="772171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B3BD80F-850B-46D4-BC80-BF1810689075}"/>
              </a:ext>
              <a:ext uri="{C183D7F6-B498-43B3-948B-1728B52AA6E4}">
                <adec:decorative xmlns:adec="http://schemas.microsoft.com/office/drawing/2017/decorative" val="1"/>
              </a:ext>
            </a:extLst>
          </p:cNvPr>
          <p:cNvGrpSpPr/>
          <p:nvPr/>
        </p:nvGrpSpPr>
        <p:grpSpPr bwMode="invGray">
          <a:xfrm>
            <a:off x="0" y="0"/>
            <a:ext cx="12192000" cy="6858000"/>
            <a:chOff x="0" y="0"/>
            <a:chExt cx="12192000" cy="6858000"/>
          </a:xfrm>
        </p:grpSpPr>
        <p:grpSp>
          <p:nvGrpSpPr>
            <p:cNvPr id="81" name="Group 80">
              <a:extLst>
                <a:ext uri="{FF2B5EF4-FFF2-40B4-BE49-F238E27FC236}">
                  <a16:creationId xmlns:a16="http://schemas.microsoft.com/office/drawing/2014/main" id="{01785FAA-6AE4-4F39-9664-3F0F818EECDF}"/>
                </a:ext>
              </a:extLst>
            </p:cNvPr>
            <p:cNvGrpSpPr/>
            <p:nvPr userDrawn="1"/>
          </p:nvGrpSpPr>
          <p:grpSpPr bwMode="invGray">
            <a:xfrm>
              <a:off x="0" y="0"/>
              <a:ext cx="12191970" cy="6858000"/>
              <a:chOff x="0" y="0"/>
              <a:chExt cx="12191970" cy="6858000"/>
            </a:xfrm>
          </p:grpSpPr>
          <p:sp>
            <p:nvSpPr>
              <p:cNvPr id="106" name="Freeform: Shape 105">
                <a:extLst>
                  <a:ext uri="{FF2B5EF4-FFF2-40B4-BE49-F238E27FC236}">
                    <a16:creationId xmlns:a16="http://schemas.microsoft.com/office/drawing/2014/main" id="{A9D86A9C-3BB2-4048-AE5E-D03B3F7DC67D}"/>
                  </a:ext>
                </a:extLst>
              </p:cNvPr>
              <p:cNvSpPr/>
              <p:nvPr/>
            </p:nvSpPr>
            <p:spPr bwMode="invGray">
              <a:xfrm>
                <a:off x="4141034" y="2103120"/>
                <a:ext cx="420353" cy="3858768"/>
              </a:xfrm>
              <a:custGeom>
                <a:avLst/>
                <a:gdLst>
                  <a:gd name="connsiteX0" fmla="*/ 0 w 420353"/>
                  <a:gd name="connsiteY0" fmla="*/ 0 h 3858768"/>
                  <a:gd name="connsiteX1" fmla="*/ 420353 w 420353"/>
                  <a:gd name="connsiteY1" fmla="*/ 0 h 3858768"/>
                  <a:gd name="connsiteX2" fmla="*/ 420353 w 420353"/>
                  <a:gd name="connsiteY2" fmla="*/ 3858768 h 3858768"/>
                  <a:gd name="connsiteX3" fmla="*/ 0 w 420353"/>
                  <a:gd name="connsiteY3" fmla="*/ 3858768 h 3858768"/>
                  <a:gd name="connsiteX4" fmla="*/ 0 w 420353"/>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3" h="3858768">
                    <a:moveTo>
                      <a:pt x="0" y="0"/>
                    </a:moveTo>
                    <a:lnTo>
                      <a:pt x="420353" y="0"/>
                    </a:lnTo>
                    <a:lnTo>
                      <a:pt x="420353"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7" name="Freeform: Shape 106">
                <a:extLst>
                  <a:ext uri="{FF2B5EF4-FFF2-40B4-BE49-F238E27FC236}">
                    <a16:creationId xmlns:a16="http://schemas.microsoft.com/office/drawing/2014/main" id="{E6557C9C-E09D-464E-B399-93265BA7940F}"/>
                  </a:ext>
                </a:extLst>
              </p:cNvPr>
              <p:cNvSpPr/>
              <p:nvPr/>
            </p:nvSpPr>
            <p:spPr bwMode="invGray">
              <a:xfrm>
                <a:off x="7630609"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8" name="Freeform: Shape 107">
                <a:extLst>
                  <a:ext uri="{FF2B5EF4-FFF2-40B4-BE49-F238E27FC236}">
                    <a16:creationId xmlns:a16="http://schemas.microsoft.com/office/drawing/2014/main" id="{2A51A0E4-AEAB-4703-A1A8-9B0D9EF0D88D}"/>
                  </a:ext>
                </a:extLst>
              </p:cNvPr>
              <p:cNvSpPr/>
              <p:nvPr/>
            </p:nvSpPr>
            <p:spPr bwMode="invGray">
              <a:xfrm>
                <a:off x="8503004"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9" name="Freeform: Shape 108">
                <a:extLst>
                  <a:ext uri="{FF2B5EF4-FFF2-40B4-BE49-F238E27FC236}">
                    <a16:creationId xmlns:a16="http://schemas.microsoft.com/office/drawing/2014/main" id="{309B9554-F90D-4741-AC06-514D03F71524}"/>
                  </a:ext>
                </a:extLst>
              </p:cNvPr>
              <p:cNvSpPr/>
              <p:nvPr/>
            </p:nvSpPr>
            <p:spPr bwMode="invGray">
              <a:xfrm>
                <a:off x="9375399" y="2103120"/>
                <a:ext cx="420353" cy="3858768"/>
              </a:xfrm>
              <a:custGeom>
                <a:avLst/>
                <a:gdLst>
                  <a:gd name="connsiteX0" fmla="*/ 0 w 420353"/>
                  <a:gd name="connsiteY0" fmla="*/ 0 h 3858768"/>
                  <a:gd name="connsiteX1" fmla="*/ 420353 w 420353"/>
                  <a:gd name="connsiteY1" fmla="*/ 0 h 3858768"/>
                  <a:gd name="connsiteX2" fmla="*/ 420353 w 420353"/>
                  <a:gd name="connsiteY2" fmla="*/ 3858768 h 3858768"/>
                  <a:gd name="connsiteX3" fmla="*/ 0 w 420353"/>
                  <a:gd name="connsiteY3" fmla="*/ 3858768 h 3858768"/>
                  <a:gd name="connsiteX4" fmla="*/ 0 w 420353"/>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3" h="3858768">
                    <a:moveTo>
                      <a:pt x="0" y="0"/>
                    </a:moveTo>
                    <a:lnTo>
                      <a:pt x="420353" y="0"/>
                    </a:lnTo>
                    <a:lnTo>
                      <a:pt x="420353"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10" name="Freeform: Shape 109">
                <a:extLst>
                  <a:ext uri="{FF2B5EF4-FFF2-40B4-BE49-F238E27FC236}">
                    <a16:creationId xmlns:a16="http://schemas.microsoft.com/office/drawing/2014/main" id="{5AB9B793-7BD4-4CD5-8C9C-8EEB2A7568F5}"/>
                  </a:ext>
                </a:extLst>
              </p:cNvPr>
              <p:cNvSpPr/>
              <p:nvPr/>
            </p:nvSpPr>
            <p:spPr bwMode="invGray">
              <a:xfrm>
                <a:off x="10247793" y="2103120"/>
                <a:ext cx="419527" cy="3858768"/>
              </a:xfrm>
              <a:custGeom>
                <a:avLst/>
                <a:gdLst>
                  <a:gd name="connsiteX0" fmla="*/ 0 w 419527"/>
                  <a:gd name="connsiteY0" fmla="*/ 0 h 3858768"/>
                  <a:gd name="connsiteX1" fmla="*/ 419527 w 419527"/>
                  <a:gd name="connsiteY1" fmla="*/ 0 h 3858768"/>
                  <a:gd name="connsiteX2" fmla="*/ 419527 w 419527"/>
                  <a:gd name="connsiteY2" fmla="*/ 3858768 h 3858768"/>
                  <a:gd name="connsiteX3" fmla="*/ 0 w 419527"/>
                  <a:gd name="connsiteY3" fmla="*/ 3858768 h 3858768"/>
                  <a:gd name="connsiteX4" fmla="*/ 0 w 419527"/>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527" h="3858768">
                    <a:moveTo>
                      <a:pt x="0" y="0"/>
                    </a:moveTo>
                    <a:lnTo>
                      <a:pt x="419527" y="0"/>
                    </a:lnTo>
                    <a:lnTo>
                      <a:pt x="419527"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11" name="Freeform: Shape 110">
                <a:extLst>
                  <a:ext uri="{FF2B5EF4-FFF2-40B4-BE49-F238E27FC236}">
                    <a16:creationId xmlns:a16="http://schemas.microsoft.com/office/drawing/2014/main" id="{3C81BAE7-68A4-4692-AA1C-22C63F5F0AAF}"/>
                  </a:ext>
                </a:extLst>
              </p:cNvPr>
              <p:cNvSpPr/>
              <p:nvPr/>
            </p:nvSpPr>
            <p:spPr bwMode="invGray">
              <a:xfrm>
                <a:off x="0" y="0"/>
                <a:ext cx="12191970" cy="6858000"/>
              </a:xfrm>
              <a:custGeom>
                <a:avLst/>
                <a:gdLst>
                  <a:gd name="connsiteX0" fmla="*/ 0 w 12191970"/>
                  <a:gd name="connsiteY0" fmla="*/ 0 h 6858000"/>
                  <a:gd name="connsiteX1" fmla="*/ 12191970 w 12191970"/>
                  <a:gd name="connsiteY1" fmla="*/ 0 h 6858000"/>
                  <a:gd name="connsiteX2" fmla="*/ 12191970 w 12191970"/>
                  <a:gd name="connsiteY2" fmla="*/ 6858000 h 6858000"/>
                  <a:gd name="connsiteX3" fmla="*/ 0 w 12191970"/>
                  <a:gd name="connsiteY3" fmla="*/ 6858000 h 6858000"/>
                  <a:gd name="connsiteX4" fmla="*/ 0 w 12191970"/>
                  <a:gd name="connsiteY4" fmla="*/ 0 h 6858000"/>
                  <a:gd name="connsiteX5" fmla="*/ 1080516 w 12191970"/>
                  <a:gd name="connsiteY5" fmla="*/ 2103120 h 6858000"/>
                  <a:gd name="connsiteX6" fmla="*/ 1080516 w 12191970"/>
                  <a:gd name="connsiteY6" fmla="*/ 5961888 h 6858000"/>
                  <a:gd name="connsiteX7" fmla="*/ 11111484 w 12191970"/>
                  <a:gd name="connsiteY7" fmla="*/ 5961888 h 6858000"/>
                  <a:gd name="connsiteX8" fmla="*/ 11111484 w 12191970"/>
                  <a:gd name="connsiteY8" fmla="*/ 2103120 h 6858000"/>
                  <a:gd name="connsiteX9" fmla="*/ 1080516 w 12191970"/>
                  <a:gd name="connsiteY9" fmla="*/ 21031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1970" h="6858000">
                    <a:moveTo>
                      <a:pt x="0" y="0"/>
                    </a:moveTo>
                    <a:lnTo>
                      <a:pt x="12191970" y="0"/>
                    </a:lnTo>
                    <a:lnTo>
                      <a:pt x="12191970" y="6858000"/>
                    </a:lnTo>
                    <a:lnTo>
                      <a:pt x="0" y="6858000"/>
                    </a:lnTo>
                    <a:lnTo>
                      <a:pt x="0" y="0"/>
                    </a:lnTo>
                    <a:close/>
                    <a:moveTo>
                      <a:pt x="1080516" y="2103120"/>
                    </a:moveTo>
                    <a:lnTo>
                      <a:pt x="1080516" y="5961888"/>
                    </a:lnTo>
                    <a:lnTo>
                      <a:pt x="11111484" y="5961888"/>
                    </a:lnTo>
                    <a:lnTo>
                      <a:pt x="11111484" y="2103120"/>
                    </a:lnTo>
                    <a:lnTo>
                      <a:pt x="1080516" y="210312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spcAft>
                    <a:spcPts val="900"/>
                  </a:spcAft>
                  <a:buFont typeface="Roboto" panose="02000000000000000000" pitchFamily="2" charset="0"/>
                  <a:buChar char="​"/>
                </a:pPr>
                <a:endParaRPr lang="en-US" sz="1400" b="1" dirty="0" err="1">
                  <a:solidFill>
                    <a:schemeClr val="tx1"/>
                  </a:solidFill>
                </a:endParaRPr>
              </a:p>
            </p:txBody>
          </p:sp>
          <p:sp>
            <p:nvSpPr>
              <p:cNvPr id="112" name="Freeform: Shape 111">
                <a:extLst>
                  <a:ext uri="{FF2B5EF4-FFF2-40B4-BE49-F238E27FC236}">
                    <a16:creationId xmlns:a16="http://schemas.microsoft.com/office/drawing/2014/main" id="{B26D5F35-79B7-4EB9-8696-ABCDCF9F68C9}"/>
                  </a:ext>
                </a:extLst>
              </p:cNvPr>
              <p:cNvSpPr/>
              <p:nvPr/>
            </p:nvSpPr>
            <p:spPr bwMode="invGray">
              <a:xfrm>
                <a:off x="1524679" y="2103120"/>
                <a:ext cx="419525" cy="3858768"/>
              </a:xfrm>
              <a:custGeom>
                <a:avLst/>
                <a:gdLst>
                  <a:gd name="connsiteX0" fmla="*/ 0 w 419525"/>
                  <a:gd name="connsiteY0" fmla="*/ 0 h 3858768"/>
                  <a:gd name="connsiteX1" fmla="*/ 419525 w 419525"/>
                  <a:gd name="connsiteY1" fmla="*/ 0 h 3858768"/>
                  <a:gd name="connsiteX2" fmla="*/ 419525 w 419525"/>
                  <a:gd name="connsiteY2" fmla="*/ 3858768 h 3858768"/>
                  <a:gd name="connsiteX3" fmla="*/ 0 w 419525"/>
                  <a:gd name="connsiteY3" fmla="*/ 3858768 h 3858768"/>
                  <a:gd name="connsiteX4" fmla="*/ 0 w 419525"/>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9525" h="3858768">
                    <a:moveTo>
                      <a:pt x="0" y="0"/>
                    </a:moveTo>
                    <a:lnTo>
                      <a:pt x="419525" y="0"/>
                    </a:lnTo>
                    <a:lnTo>
                      <a:pt x="419525"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13" name="Freeform: Shape 112">
                <a:extLst>
                  <a:ext uri="{FF2B5EF4-FFF2-40B4-BE49-F238E27FC236}">
                    <a16:creationId xmlns:a16="http://schemas.microsoft.com/office/drawing/2014/main" id="{5E83DF59-21C5-486E-B7E7-313A880F6FC5}"/>
                  </a:ext>
                </a:extLst>
              </p:cNvPr>
              <p:cNvSpPr/>
              <p:nvPr/>
            </p:nvSpPr>
            <p:spPr bwMode="invGray">
              <a:xfrm>
                <a:off x="2396245" y="2103120"/>
                <a:ext cx="420355" cy="3858768"/>
              </a:xfrm>
              <a:custGeom>
                <a:avLst/>
                <a:gdLst>
                  <a:gd name="connsiteX0" fmla="*/ 0 w 420355"/>
                  <a:gd name="connsiteY0" fmla="*/ 0 h 3858768"/>
                  <a:gd name="connsiteX1" fmla="*/ 420355 w 420355"/>
                  <a:gd name="connsiteY1" fmla="*/ 0 h 3858768"/>
                  <a:gd name="connsiteX2" fmla="*/ 420355 w 420355"/>
                  <a:gd name="connsiteY2" fmla="*/ 3858768 h 3858768"/>
                  <a:gd name="connsiteX3" fmla="*/ 0 w 420355"/>
                  <a:gd name="connsiteY3" fmla="*/ 3858768 h 3858768"/>
                  <a:gd name="connsiteX4" fmla="*/ 0 w 420355"/>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5" h="3858768">
                    <a:moveTo>
                      <a:pt x="0" y="0"/>
                    </a:moveTo>
                    <a:lnTo>
                      <a:pt x="420355" y="0"/>
                    </a:lnTo>
                    <a:lnTo>
                      <a:pt x="420355"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14" name="Freeform: Shape 113">
                <a:extLst>
                  <a:ext uri="{FF2B5EF4-FFF2-40B4-BE49-F238E27FC236}">
                    <a16:creationId xmlns:a16="http://schemas.microsoft.com/office/drawing/2014/main" id="{37C577CA-F113-43F1-8B5E-A409F68915BC}"/>
                  </a:ext>
                </a:extLst>
              </p:cNvPr>
              <p:cNvSpPr/>
              <p:nvPr/>
            </p:nvSpPr>
            <p:spPr bwMode="invGray">
              <a:xfrm>
                <a:off x="3268640" y="2103120"/>
                <a:ext cx="420353" cy="3858768"/>
              </a:xfrm>
              <a:custGeom>
                <a:avLst/>
                <a:gdLst>
                  <a:gd name="connsiteX0" fmla="*/ 0 w 420353"/>
                  <a:gd name="connsiteY0" fmla="*/ 0 h 3858768"/>
                  <a:gd name="connsiteX1" fmla="*/ 420353 w 420353"/>
                  <a:gd name="connsiteY1" fmla="*/ 0 h 3858768"/>
                  <a:gd name="connsiteX2" fmla="*/ 420353 w 420353"/>
                  <a:gd name="connsiteY2" fmla="*/ 3858768 h 3858768"/>
                  <a:gd name="connsiteX3" fmla="*/ 0 w 420353"/>
                  <a:gd name="connsiteY3" fmla="*/ 3858768 h 3858768"/>
                  <a:gd name="connsiteX4" fmla="*/ 0 w 420353"/>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3" h="3858768">
                    <a:moveTo>
                      <a:pt x="0" y="0"/>
                    </a:moveTo>
                    <a:lnTo>
                      <a:pt x="420353" y="0"/>
                    </a:lnTo>
                    <a:lnTo>
                      <a:pt x="420353"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15" name="Freeform: Shape 114">
                <a:extLst>
                  <a:ext uri="{FF2B5EF4-FFF2-40B4-BE49-F238E27FC236}">
                    <a16:creationId xmlns:a16="http://schemas.microsoft.com/office/drawing/2014/main" id="{07D1996C-43FA-4D00-B33C-797B64D60D5A}"/>
                  </a:ext>
                </a:extLst>
              </p:cNvPr>
              <p:cNvSpPr/>
              <p:nvPr userDrawn="1"/>
            </p:nvSpPr>
            <p:spPr bwMode="invGray">
              <a:xfrm>
                <a:off x="5013427"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16" name="Freeform: Shape 115">
                <a:extLst>
                  <a:ext uri="{FF2B5EF4-FFF2-40B4-BE49-F238E27FC236}">
                    <a16:creationId xmlns:a16="http://schemas.microsoft.com/office/drawing/2014/main" id="{6C5A67F9-379C-4E13-BEE1-A75AFBB7476D}"/>
                  </a:ext>
                </a:extLst>
              </p:cNvPr>
              <p:cNvSpPr/>
              <p:nvPr userDrawn="1"/>
            </p:nvSpPr>
            <p:spPr bwMode="invGray">
              <a:xfrm>
                <a:off x="5885822" y="2103120"/>
                <a:ext cx="420354" cy="3858768"/>
              </a:xfrm>
              <a:custGeom>
                <a:avLst/>
                <a:gdLst>
                  <a:gd name="connsiteX0" fmla="*/ 0 w 420354"/>
                  <a:gd name="connsiteY0" fmla="*/ 0 h 3858768"/>
                  <a:gd name="connsiteX1" fmla="*/ 420354 w 420354"/>
                  <a:gd name="connsiteY1" fmla="*/ 0 h 3858768"/>
                  <a:gd name="connsiteX2" fmla="*/ 420354 w 420354"/>
                  <a:gd name="connsiteY2" fmla="*/ 3858768 h 3858768"/>
                  <a:gd name="connsiteX3" fmla="*/ 0 w 420354"/>
                  <a:gd name="connsiteY3" fmla="*/ 3858768 h 3858768"/>
                  <a:gd name="connsiteX4" fmla="*/ 0 w 420354"/>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4" h="3858768">
                    <a:moveTo>
                      <a:pt x="0" y="0"/>
                    </a:moveTo>
                    <a:lnTo>
                      <a:pt x="420354" y="0"/>
                    </a:lnTo>
                    <a:lnTo>
                      <a:pt x="420354"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17" name="Freeform: Shape 116">
                <a:extLst>
                  <a:ext uri="{FF2B5EF4-FFF2-40B4-BE49-F238E27FC236}">
                    <a16:creationId xmlns:a16="http://schemas.microsoft.com/office/drawing/2014/main" id="{B7931842-F687-4D52-BBDF-1013E3827AAF}"/>
                  </a:ext>
                </a:extLst>
              </p:cNvPr>
              <p:cNvSpPr/>
              <p:nvPr userDrawn="1"/>
            </p:nvSpPr>
            <p:spPr bwMode="invGray">
              <a:xfrm>
                <a:off x="6758216" y="2103120"/>
                <a:ext cx="420352" cy="3858768"/>
              </a:xfrm>
              <a:custGeom>
                <a:avLst/>
                <a:gdLst>
                  <a:gd name="connsiteX0" fmla="*/ 0 w 420352"/>
                  <a:gd name="connsiteY0" fmla="*/ 0 h 3858768"/>
                  <a:gd name="connsiteX1" fmla="*/ 420352 w 420352"/>
                  <a:gd name="connsiteY1" fmla="*/ 0 h 3858768"/>
                  <a:gd name="connsiteX2" fmla="*/ 420352 w 420352"/>
                  <a:gd name="connsiteY2" fmla="*/ 3858768 h 3858768"/>
                  <a:gd name="connsiteX3" fmla="*/ 0 w 420352"/>
                  <a:gd name="connsiteY3" fmla="*/ 3858768 h 3858768"/>
                  <a:gd name="connsiteX4" fmla="*/ 0 w 420352"/>
                  <a:gd name="connsiteY4" fmla="*/ 0 h 38587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352" h="3858768">
                    <a:moveTo>
                      <a:pt x="0" y="0"/>
                    </a:moveTo>
                    <a:lnTo>
                      <a:pt x="420352" y="0"/>
                    </a:lnTo>
                    <a:lnTo>
                      <a:pt x="420352" y="3858768"/>
                    </a:lnTo>
                    <a:lnTo>
                      <a:pt x="0" y="3858768"/>
                    </a:lnTo>
                    <a:lnTo>
                      <a:pt x="0" y="0"/>
                    </a:lnTo>
                    <a:close/>
                  </a:path>
                </a:pathLst>
              </a:custGeom>
              <a:solidFill>
                <a:schemeClr val="accent3">
                  <a:lumMod val="75000"/>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nvGrpSpPr>
            <p:cNvPr id="82" name="Group 81">
              <a:extLst>
                <a:ext uri="{FF2B5EF4-FFF2-40B4-BE49-F238E27FC236}">
                  <a16:creationId xmlns:a16="http://schemas.microsoft.com/office/drawing/2014/main" id="{4A35E4D8-7EB1-4B1D-BE06-7A1DE1FC32C0}"/>
                </a:ext>
              </a:extLst>
            </p:cNvPr>
            <p:cNvGrpSpPr/>
            <p:nvPr userDrawn="1"/>
          </p:nvGrpSpPr>
          <p:grpSpPr bwMode="invGray">
            <a:xfrm>
              <a:off x="1078992" y="2103120"/>
              <a:ext cx="10033985" cy="3858768"/>
              <a:chOff x="1078992" y="2103120"/>
              <a:chExt cx="10033985" cy="3858768"/>
            </a:xfrm>
          </p:grpSpPr>
          <p:grpSp>
            <p:nvGrpSpPr>
              <p:cNvPr id="91" name="Group 90">
                <a:extLst>
                  <a:ext uri="{FF2B5EF4-FFF2-40B4-BE49-F238E27FC236}">
                    <a16:creationId xmlns:a16="http://schemas.microsoft.com/office/drawing/2014/main" id="{5377E07B-0852-479B-B941-296A19E3451E}"/>
                  </a:ext>
                </a:extLst>
              </p:cNvPr>
              <p:cNvGrpSpPr/>
              <p:nvPr userDrawn="1"/>
            </p:nvGrpSpPr>
            <p:grpSpPr bwMode="invGray">
              <a:xfrm>
                <a:off x="1078992" y="2103120"/>
                <a:ext cx="3061715" cy="3858768"/>
                <a:chOff x="1078992" y="2103120"/>
                <a:chExt cx="3061715" cy="3858768"/>
              </a:xfrm>
            </p:grpSpPr>
            <p:sp>
              <p:nvSpPr>
                <p:cNvPr id="102" name="Freeform: Shape 101">
                  <a:extLst>
                    <a:ext uri="{FF2B5EF4-FFF2-40B4-BE49-F238E27FC236}">
                      <a16:creationId xmlns:a16="http://schemas.microsoft.com/office/drawing/2014/main" id="{FE293C8F-3167-4B54-8E20-0D97E40DD0FB}"/>
                    </a:ext>
                  </a:extLst>
                </p:cNvPr>
                <p:cNvSpPr/>
                <p:nvPr/>
              </p:nvSpPr>
              <p:spPr bwMode="invGray">
                <a:xfrm>
                  <a:off x="1078992" y="2103120"/>
                  <a:ext cx="444162" cy="3858768"/>
                </a:xfrm>
                <a:custGeom>
                  <a:avLst/>
                  <a:gdLst>
                    <a:gd name="connsiteX0" fmla="*/ 0 w 572773"/>
                    <a:gd name="connsiteY0" fmla="*/ 0 h 4471416"/>
                    <a:gd name="connsiteX1" fmla="*/ 572773 w 572773"/>
                    <a:gd name="connsiteY1" fmla="*/ 0 h 4471416"/>
                    <a:gd name="connsiteX2" fmla="*/ 572773 w 572773"/>
                    <a:gd name="connsiteY2" fmla="*/ 4471416 h 4471416"/>
                    <a:gd name="connsiteX3" fmla="*/ 0 w 572773"/>
                    <a:gd name="connsiteY3" fmla="*/ 4471416 h 4471416"/>
                    <a:gd name="connsiteX4" fmla="*/ 0 w 57277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773" h="4471416">
                      <a:moveTo>
                        <a:pt x="0" y="0"/>
                      </a:moveTo>
                      <a:lnTo>
                        <a:pt x="572773" y="0"/>
                      </a:lnTo>
                      <a:lnTo>
                        <a:pt x="57277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a:solidFill>
                      <a:schemeClr val="tx1"/>
                    </a:solidFill>
                  </a:endParaRPr>
                </a:p>
              </p:txBody>
            </p:sp>
            <p:sp>
              <p:nvSpPr>
                <p:cNvPr id="103" name="Freeform: Shape 102">
                  <a:extLst>
                    <a:ext uri="{FF2B5EF4-FFF2-40B4-BE49-F238E27FC236}">
                      <a16:creationId xmlns:a16="http://schemas.microsoft.com/office/drawing/2014/main" id="{2F1723A9-7852-47FB-B57D-88B8A0CEAB37}"/>
                    </a:ext>
                  </a:extLst>
                </p:cNvPr>
                <p:cNvSpPr/>
                <p:nvPr/>
              </p:nvSpPr>
              <p:spPr bwMode="invGray">
                <a:xfrm>
                  <a:off x="1943631"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4" name="Freeform: Shape 103">
                  <a:extLst>
                    <a:ext uri="{FF2B5EF4-FFF2-40B4-BE49-F238E27FC236}">
                      <a16:creationId xmlns:a16="http://schemas.microsoft.com/office/drawing/2014/main" id="{5B662621-4BD7-400C-B284-E2FF59043D5D}"/>
                    </a:ext>
                  </a:extLst>
                </p:cNvPr>
                <p:cNvSpPr/>
                <p:nvPr/>
              </p:nvSpPr>
              <p:spPr bwMode="invGray">
                <a:xfrm>
                  <a:off x="2816149" y="2103120"/>
                  <a:ext cx="452040" cy="3858768"/>
                </a:xfrm>
                <a:custGeom>
                  <a:avLst/>
                  <a:gdLst>
                    <a:gd name="connsiteX0" fmla="*/ 0 w 582932"/>
                    <a:gd name="connsiteY0" fmla="*/ 0 h 4471416"/>
                    <a:gd name="connsiteX1" fmla="*/ 582932 w 582932"/>
                    <a:gd name="connsiteY1" fmla="*/ 0 h 4471416"/>
                    <a:gd name="connsiteX2" fmla="*/ 582932 w 582932"/>
                    <a:gd name="connsiteY2" fmla="*/ 4471416 h 4471416"/>
                    <a:gd name="connsiteX3" fmla="*/ 0 w 582932"/>
                    <a:gd name="connsiteY3" fmla="*/ 4471416 h 4471416"/>
                    <a:gd name="connsiteX4" fmla="*/ 0 w 582932"/>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2" h="4471416">
                      <a:moveTo>
                        <a:pt x="0" y="0"/>
                      </a:moveTo>
                      <a:lnTo>
                        <a:pt x="582932" y="0"/>
                      </a:lnTo>
                      <a:lnTo>
                        <a:pt x="582932"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5" name="Freeform: Shape 104">
                  <a:extLst>
                    <a:ext uri="{FF2B5EF4-FFF2-40B4-BE49-F238E27FC236}">
                      <a16:creationId xmlns:a16="http://schemas.microsoft.com/office/drawing/2014/main" id="{1E548B84-58A6-472E-BE10-E2E0C152B8E2}"/>
                    </a:ext>
                  </a:extLst>
                </p:cNvPr>
                <p:cNvSpPr/>
                <p:nvPr/>
              </p:nvSpPr>
              <p:spPr bwMode="invGray">
                <a:xfrm>
                  <a:off x="3688666"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nvGrpSpPr>
              <p:cNvPr id="92" name="Group 91">
                <a:extLst>
                  <a:ext uri="{FF2B5EF4-FFF2-40B4-BE49-F238E27FC236}">
                    <a16:creationId xmlns:a16="http://schemas.microsoft.com/office/drawing/2014/main" id="{A98A153B-A235-44FE-835C-5DAAA0EA2383}"/>
                  </a:ext>
                </a:extLst>
              </p:cNvPr>
              <p:cNvGrpSpPr/>
              <p:nvPr userDrawn="1"/>
            </p:nvGrpSpPr>
            <p:grpSpPr bwMode="invGray">
              <a:xfrm>
                <a:off x="4561184" y="2103120"/>
                <a:ext cx="3069594" cy="3858768"/>
                <a:chOff x="4561184" y="2103120"/>
                <a:chExt cx="3069594" cy="3858768"/>
              </a:xfrm>
            </p:grpSpPr>
            <p:sp>
              <p:nvSpPr>
                <p:cNvPr id="98" name="Freeform: Shape 97">
                  <a:extLst>
                    <a:ext uri="{FF2B5EF4-FFF2-40B4-BE49-F238E27FC236}">
                      <a16:creationId xmlns:a16="http://schemas.microsoft.com/office/drawing/2014/main" id="{561A47AF-1F7C-4204-A702-7A1FFAC9DE0C}"/>
                    </a:ext>
                  </a:extLst>
                </p:cNvPr>
                <p:cNvSpPr/>
                <p:nvPr userDrawn="1"/>
              </p:nvSpPr>
              <p:spPr bwMode="invGray">
                <a:xfrm>
                  <a:off x="4561184"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9" name="Freeform: Shape 98">
                  <a:extLst>
                    <a:ext uri="{FF2B5EF4-FFF2-40B4-BE49-F238E27FC236}">
                      <a16:creationId xmlns:a16="http://schemas.microsoft.com/office/drawing/2014/main" id="{76567153-7753-4ABF-A9CD-E44C3B903AA2}"/>
                    </a:ext>
                  </a:extLst>
                </p:cNvPr>
                <p:cNvSpPr/>
                <p:nvPr userDrawn="1"/>
              </p:nvSpPr>
              <p:spPr bwMode="invGray">
                <a:xfrm>
                  <a:off x="5433702"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0" name="Freeform: Shape 99">
                  <a:extLst>
                    <a:ext uri="{FF2B5EF4-FFF2-40B4-BE49-F238E27FC236}">
                      <a16:creationId xmlns:a16="http://schemas.microsoft.com/office/drawing/2014/main" id="{F43FB174-0927-43F4-B362-7D4EFF2BF7E0}"/>
                    </a:ext>
                  </a:extLst>
                </p:cNvPr>
                <p:cNvSpPr/>
                <p:nvPr userDrawn="1"/>
              </p:nvSpPr>
              <p:spPr bwMode="invGray">
                <a:xfrm>
                  <a:off x="6306220" y="2103120"/>
                  <a:ext cx="452040" cy="3858768"/>
                </a:xfrm>
                <a:custGeom>
                  <a:avLst/>
                  <a:gdLst>
                    <a:gd name="connsiteX0" fmla="*/ 0 w 582932"/>
                    <a:gd name="connsiteY0" fmla="*/ 0 h 4471416"/>
                    <a:gd name="connsiteX1" fmla="*/ 582932 w 582932"/>
                    <a:gd name="connsiteY1" fmla="*/ 0 h 4471416"/>
                    <a:gd name="connsiteX2" fmla="*/ 582932 w 582932"/>
                    <a:gd name="connsiteY2" fmla="*/ 4471416 h 4471416"/>
                    <a:gd name="connsiteX3" fmla="*/ 0 w 582932"/>
                    <a:gd name="connsiteY3" fmla="*/ 4471416 h 4471416"/>
                    <a:gd name="connsiteX4" fmla="*/ 0 w 582932"/>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2" h="4471416">
                      <a:moveTo>
                        <a:pt x="0" y="0"/>
                      </a:moveTo>
                      <a:lnTo>
                        <a:pt x="582932" y="0"/>
                      </a:lnTo>
                      <a:lnTo>
                        <a:pt x="582932"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101" name="Freeform: Shape 100">
                  <a:extLst>
                    <a:ext uri="{FF2B5EF4-FFF2-40B4-BE49-F238E27FC236}">
                      <a16:creationId xmlns:a16="http://schemas.microsoft.com/office/drawing/2014/main" id="{90BF7C24-D0CC-4675-AE65-7035DF184071}"/>
                    </a:ext>
                  </a:extLst>
                </p:cNvPr>
                <p:cNvSpPr/>
                <p:nvPr userDrawn="1"/>
              </p:nvSpPr>
              <p:spPr bwMode="invGray">
                <a:xfrm>
                  <a:off x="7178737"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nvGrpSpPr>
              <p:cNvPr id="93" name="Group 92">
                <a:extLst>
                  <a:ext uri="{FF2B5EF4-FFF2-40B4-BE49-F238E27FC236}">
                    <a16:creationId xmlns:a16="http://schemas.microsoft.com/office/drawing/2014/main" id="{63FB33A3-4E4F-49F7-9545-27566CEC538F}"/>
                  </a:ext>
                </a:extLst>
              </p:cNvPr>
              <p:cNvGrpSpPr/>
              <p:nvPr userDrawn="1"/>
            </p:nvGrpSpPr>
            <p:grpSpPr bwMode="invGray">
              <a:xfrm>
                <a:off x="8051255" y="2103120"/>
                <a:ext cx="3061722" cy="3858768"/>
                <a:chOff x="8051255" y="2103120"/>
                <a:chExt cx="3061722" cy="3858768"/>
              </a:xfrm>
            </p:grpSpPr>
            <p:sp>
              <p:nvSpPr>
                <p:cNvPr id="94" name="Freeform: Shape 93">
                  <a:extLst>
                    <a:ext uri="{FF2B5EF4-FFF2-40B4-BE49-F238E27FC236}">
                      <a16:creationId xmlns:a16="http://schemas.microsoft.com/office/drawing/2014/main" id="{8611BFF2-9A8C-4D3D-BCC4-61BA1225A60E}"/>
                    </a:ext>
                  </a:extLst>
                </p:cNvPr>
                <p:cNvSpPr/>
                <p:nvPr userDrawn="1"/>
              </p:nvSpPr>
              <p:spPr bwMode="invGray">
                <a:xfrm>
                  <a:off x="8051255"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5" name="Freeform: Shape 94">
                  <a:extLst>
                    <a:ext uri="{FF2B5EF4-FFF2-40B4-BE49-F238E27FC236}">
                      <a16:creationId xmlns:a16="http://schemas.microsoft.com/office/drawing/2014/main" id="{E66737F5-7F8D-4520-B903-B35EF878B935}"/>
                    </a:ext>
                  </a:extLst>
                </p:cNvPr>
                <p:cNvSpPr/>
                <p:nvPr userDrawn="1"/>
              </p:nvSpPr>
              <p:spPr bwMode="invGray">
                <a:xfrm>
                  <a:off x="8923773" y="2103120"/>
                  <a:ext cx="452040" cy="3858768"/>
                </a:xfrm>
                <a:custGeom>
                  <a:avLst/>
                  <a:gdLst>
                    <a:gd name="connsiteX0" fmla="*/ 0 w 582932"/>
                    <a:gd name="connsiteY0" fmla="*/ 0 h 4471416"/>
                    <a:gd name="connsiteX1" fmla="*/ 582932 w 582932"/>
                    <a:gd name="connsiteY1" fmla="*/ 0 h 4471416"/>
                    <a:gd name="connsiteX2" fmla="*/ 582932 w 582932"/>
                    <a:gd name="connsiteY2" fmla="*/ 4471416 h 4471416"/>
                    <a:gd name="connsiteX3" fmla="*/ 0 w 582932"/>
                    <a:gd name="connsiteY3" fmla="*/ 4471416 h 4471416"/>
                    <a:gd name="connsiteX4" fmla="*/ 0 w 582932"/>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2" h="4471416">
                      <a:moveTo>
                        <a:pt x="0" y="0"/>
                      </a:moveTo>
                      <a:lnTo>
                        <a:pt x="582932" y="0"/>
                      </a:lnTo>
                      <a:lnTo>
                        <a:pt x="582932"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6" name="Freeform: Shape 95">
                  <a:extLst>
                    <a:ext uri="{FF2B5EF4-FFF2-40B4-BE49-F238E27FC236}">
                      <a16:creationId xmlns:a16="http://schemas.microsoft.com/office/drawing/2014/main" id="{CAE0C1FA-153D-4E98-84E5-4881B3D4677E}"/>
                    </a:ext>
                  </a:extLst>
                </p:cNvPr>
                <p:cNvSpPr/>
                <p:nvPr userDrawn="1"/>
              </p:nvSpPr>
              <p:spPr bwMode="invGray">
                <a:xfrm>
                  <a:off x="9796290" y="2103120"/>
                  <a:ext cx="452041" cy="3858768"/>
                </a:xfrm>
                <a:custGeom>
                  <a:avLst/>
                  <a:gdLst>
                    <a:gd name="connsiteX0" fmla="*/ 0 w 582933"/>
                    <a:gd name="connsiteY0" fmla="*/ 0 h 4471416"/>
                    <a:gd name="connsiteX1" fmla="*/ 582933 w 582933"/>
                    <a:gd name="connsiteY1" fmla="*/ 0 h 4471416"/>
                    <a:gd name="connsiteX2" fmla="*/ 582933 w 582933"/>
                    <a:gd name="connsiteY2" fmla="*/ 4471416 h 4471416"/>
                    <a:gd name="connsiteX3" fmla="*/ 0 w 582933"/>
                    <a:gd name="connsiteY3" fmla="*/ 4471416 h 4471416"/>
                    <a:gd name="connsiteX4" fmla="*/ 0 w 582933"/>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933" h="4471416">
                      <a:moveTo>
                        <a:pt x="0" y="0"/>
                      </a:moveTo>
                      <a:lnTo>
                        <a:pt x="582933" y="0"/>
                      </a:lnTo>
                      <a:lnTo>
                        <a:pt x="582933"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sp>
              <p:nvSpPr>
                <p:cNvPr id="97" name="Freeform: Shape 96">
                  <a:extLst>
                    <a:ext uri="{FF2B5EF4-FFF2-40B4-BE49-F238E27FC236}">
                      <a16:creationId xmlns:a16="http://schemas.microsoft.com/office/drawing/2014/main" id="{4C23328A-98D8-431D-AC8D-70BC1C2AD1CA}"/>
                    </a:ext>
                  </a:extLst>
                </p:cNvPr>
                <p:cNvSpPr/>
                <p:nvPr userDrawn="1"/>
              </p:nvSpPr>
              <p:spPr bwMode="invGray">
                <a:xfrm>
                  <a:off x="10668812" y="2103120"/>
                  <a:ext cx="444165" cy="3858768"/>
                </a:xfrm>
                <a:custGeom>
                  <a:avLst/>
                  <a:gdLst>
                    <a:gd name="connsiteX0" fmla="*/ 0 w 572778"/>
                    <a:gd name="connsiteY0" fmla="*/ 0 h 4471416"/>
                    <a:gd name="connsiteX1" fmla="*/ 572778 w 572778"/>
                    <a:gd name="connsiteY1" fmla="*/ 0 h 4471416"/>
                    <a:gd name="connsiteX2" fmla="*/ 572778 w 572778"/>
                    <a:gd name="connsiteY2" fmla="*/ 4471416 h 4471416"/>
                    <a:gd name="connsiteX3" fmla="*/ 0 w 572778"/>
                    <a:gd name="connsiteY3" fmla="*/ 4471416 h 4471416"/>
                    <a:gd name="connsiteX4" fmla="*/ 0 w 572778"/>
                    <a:gd name="connsiteY4" fmla="*/ 0 h 44714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778" h="4471416">
                      <a:moveTo>
                        <a:pt x="0" y="0"/>
                      </a:moveTo>
                      <a:lnTo>
                        <a:pt x="572778" y="0"/>
                      </a:lnTo>
                      <a:lnTo>
                        <a:pt x="572778" y="4471416"/>
                      </a:lnTo>
                      <a:lnTo>
                        <a:pt x="0" y="4471416"/>
                      </a:lnTo>
                      <a:lnTo>
                        <a:pt x="0" y="0"/>
                      </a:lnTo>
                      <a:close/>
                    </a:path>
                  </a:pathLst>
                </a:cu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l">
                    <a:spcAft>
                      <a:spcPts val="900"/>
                    </a:spcAft>
                    <a:buFont typeface="Roboto" panose="02000000000000000000" pitchFamily="2" charset="0"/>
                    <a:buChar char="​"/>
                  </a:pPr>
                  <a:endParaRPr lang="en-US" sz="1400" b="1" dirty="0" err="1">
                    <a:solidFill>
                      <a:schemeClr val="tx1"/>
                    </a:solidFill>
                  </a:endParaRPr>
                </a:p>
              </p:txBody>
            </p:sp>
          </p:grpSp>
        </p:grpSp>
        <p:grpSp>
          <p:nvGrpSpPr>
            <p:cNvPr id="83" name="Group 82">
              <a:extLst>
                <a:ext uri="{FF2B5EF4-FFF2-40B4-BE49-F238E27FC236}">
                  <a16:creationId xmlns:a16="http://schemas.microsoft.com/office/drawing/2014/main" id="{B7844065-B906-404E-9BB6-30B492DF7375}"/>
                </a:ext>
              </a:extLst>
            </p:cNvPr>
            <p:cNvGrpSpPr/>
            <p:nvPr/>
          </p:nvGrpSpPr>
          <p:grpSpPr bwMode="invGray">
            <a:xfrm>
              <a:off x="0" y="0"/>
              <a:ext cx="12192000" cy="6858000"/>
              <a:chOff x="0" y="0"/>
              <a:chExt cx="12192000" cy="6858000"/>
            </a:xfrm>
          </p:grpSpPr>
          <p:cxnSp>
            <p:nvCxnSpPr>
              <p:cNvPr id="84" name="Straight Connector 83">
                <a:extLst>
                  <a:ext uri="{FF2B5EF4-FFF2-40B4-BE49-F238E27FC236}">
                    <a16:creationId xmlns:a16="http://schemas.microsoft.com/office/drawing/2014/main" id="{4EF3506F-D507-4CC0-BBFB-1F886E9A7A95}"/>
                  </a:ext>
                </a:extLst>
              </p:cNvPr>
              <p:cNvCxnSpPr/>
              <p:nvPr userDrawn="1"/>
            </p:nvCxnSpPr>
            <p:spPr bwMode="invGray">
              <a:xfrm>
                <a:off x="1078992" y="0"/>
                <a:ext cx="0" cy="685800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D3A2C760-7122-47FA-82C7-3501E52AD159}"/>
                  </a:ext>
                </a:extLst>
              </p:cNvPr>
              <p:cNvCxnSpPr/>
              <p:nvPr userDrawn="1"/>
            </p:nvCxnSpPr>
            <p:spPr bwMode="invGray">
              <a:xfrm>
                <a:off x="11112977" y="0"/>
                <a:ext cx="0" cy="685800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07E4D0F-B886-4205-BA65-55C9D06A0C87}"/>
                  </a:ext>
                </a:extLst>
              </p:cNvPr>
              <p:cNvCxnSpPr/>
              <p:nvPr userDrawn="1"/>
            </p:nvCxnSpPr>
            <p:spPr bwMode="invGray">
              <a:xfrm>
                <a:off x="0" y="548640"/>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1D822025-4DEC-4486-A6AC-FD4F31FECBD8}"/>
                  </a:ext>
                </a:extLst>
              </p:cNvPr>
              <p:cNvCxnSpPr/>
              <p:nvPr userDrawn="1"/>
            </p:nvCxnSpPr>
            <p:spPr bwMode="invGray">
              <a:xfrm>
                <a:off x="0" y="5961888"/>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CF7014D-E60E-45A9-A85B-F5E566468B40}"/>
                  </a:ext>
                </a:extLst>
              </p:cNvPr>
              <p:cNvCxnSpPr/>
              <p:nvPr userDrawn="1"/>
            </p:nvCxnSpPr>
            <p:spPr bwMode="invGray">
              <a:xfrm>
                <a:off x="0" y="6400800"/>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EE7C4EC-C1A6-4A43-965F-A952B834ABC7}"/>
                  </a:ext>
                </a:extLst>
              </p:cNvPr>
              <p:cNvCxnSpPr/>
              <p:nvPr userDrawn="1"/>
            </p:nvCxnSpPr>
            <p:spPr bwMode="invGray">
              <a:xfrm flipH="1">
                <a:off x="0" y="2103120"/>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7DE017E-4EE4-4B94-8CBC-84D98359FB7F}"/>
                  </a:ext>
                </a:extLst>
              </p:cNvPr>
              <p:cNvCxnSpPr/>
              <p:nvPr userDrawn="1"/>
            </p:nvCxnSpPr>
            <p:spPr bwMode="invGray">
              <a:xfrm flipH="1">
                <a:off x="0" y="877824"/>
                <a:ext cx="12192000" cy="0"/>
              </a:xfrm>
              <a:prstGeom prst="line">
                <a:avLst/>
              </a:prstGeom>
              <a:ln w="12700">
                <a:solidFill>
                  <a:schemeClr val="bg1">
                    <a:alpha val="10000"/>
                  </a:schemeClr>
                </a:solidFill>
                <a:prstDash val="sysDash"/>
              </a:ln>
            </p:spPr>
            <p:style>
              <a:lnRef idx="1">
                <a:schemeClr val="accent1"/>
              </a:lnRef>
              <a:fillRef idx="0">
                <a:schemeClr val="accent1"/>
              </a:fillRef>
              <a:effectRef idx="0">
                <a:schemeClr val="accent1"/>
              </a:effectRef>
              <a:fontRef idx="minor">
                <a:schemeClr val="tx1"/>
              </a:fontRef>
            </p:style>
          </p:cxnSp>
        </p:grpSp>
      </p:grpSp>
      <p:sp>
        <p:nvSpPr>
          <p:cNvPr id="6" name="Text Placeholder 5">
            <a:extLst>
              <a:ext uri="{FF2B5EF4-FFF2-40B4-BE49-F238E27FC236}">
                <a16:creationId xmlns:a16="http://schemas.microsoft.com/office/drawing/2014/main" id="{46685730-273C-4129-86F3-BC090374F12B}"/>
              </a:ext>
            </a:extLst>
          </p:cNvPr>
          <p:cNvSpPr>
            <a:spLocks noGrp="1"/>
          </p:cNvSpPr>
          <p:nvPr>
            <p:ph type="subTitle" idx="1"/>
          </p:nvPr>
        </p:nvSpPr>
        <p:spPr/>
        <p:txBody>
          <a:bodyPr/>
          <a:lstStyle/>
          <a:p>
            <a:r>
              <a:rPr lang="en-US" dirty="0"/>
              <a:t>Graphic Toolkit</a:t>
            </a:r>
          </a:p>
        </p:txBody>
      </p:sp>
      <p:sp>
        <p:nvSpPr>
          <p:cNvPr id="5" name="Title 4">
            <a:extLst>
              <a:ext uri="{FF2B5EF4-FFF2-40B4-BE49-F238E27FC236}">
                <a16:creationId xmlns:a16="http://schemas.microsoft.com/office/drawing/2014/main" id="{998101E2-9D64-495D-8A30-2F31737EEE31}"/>
              </a:ext>
            </a:extLst>
          </p:cNvPr>
          <p:cNvSpPr>
            <a:spLocks noGrp="1"/>
          </p:cNvSpPr>
          <p:nvPr>
            <p:ph type="title"/>
          </p:nvPr>
        </p:nvSpPr>
        <p:spPr/>
        <p:txBody>
          <a:bodyPr/>
          <a:lstStyle/>
          <a:p>
            <a:r>
              <a:rPr lang="en-US" dirty="0"/>
              <a:t>Grid</a:t>
            </a:r>
          </a:p>
        </p:txBody>
      </p:sp>
      <p:sp>
        <p:nvSpPr>
          <p:cNvPr id="3" name="TextBox 2">
            <a:extLst>
              <a:ext uri="{FF2B5EF4-FFF2-40B4-BE49-F238E27FC236}">
                <a16:creationId xmlns:a16="http://schemas.microsoft.com/office/drawing/2014/main" id="{18E62A6A-3999-40F4-911A-2717B2ACCE02}"/>
              </a:ext>
              <a:ext uri="{C183D7F6-B498-43B3-948B-1728B52AA6E4}">
                <adec:decorative xmlns:adec="http://schemas.microsoft.com/office/drawing/2017/decorative" val="1"/>
              </a:ext>
            </a:extLst>
          </p:cNvPr>
          <p:cNvSpPr txBox="1"/>
          <p:nvPr/>
        </p:nvSpPr>
        <p:spPr>
          <a:xfrm>
            <a:off x="242220" y="2749657"/>
            <a:ext cx="836772" cy="166199"/>
          </a:xfrm>
          <a:prstGeom prst="rect">
            <a:avLst/>
          </a:prstGeom>
          <a:noFill/>
        </p:spPr>
        <p:txBody>
          <a:bodyPr wrap="square" lIns="0" tIns="0" rIns="182880" bIns="0" rtlCol="0">
            <a:spAutoFit/>
          </a:bodyPr>
          <a:lstStyle/>
          <a:p>
            <a:pPr marL="0" marR="0" lvl="0" indent="0" algn="r" defTabSz="914400" eaLnBrk="1" fontAlgn="auto" latinLnBrk="0" hangingPunct="1">
              <a:lnSpc>
                <a:spcPct val="90000"/>
              </a:lnSpc>
              <a:spcBef>
                <a:spcPts val="0"/>
              </a:spcBef>
              <a:spcAft>
                <a:spcPts val="0"/>
              </a:spcAft>
              <a:buClrTx/>
              <a:buSzTx/>
              <a:buFontTx/>
              <a:buNone/>
              <a:tabLst/>
              <a:defRPr/>
            </a:pPr>
            <a:r>
              <a:rPr lang="en-US" sz="1200" b="1" dirty="0">
                <a:solidFill>
                  <a:schemeClr val="accent1"/>
                </a:solidFill>
              </a:rPr>
              <a:t>Margin</a:t>
            </a:r>
          </a:p>
        </p:txBody>
      </p:sp>
      <p:sp>
        <p:nvSpPr>
          <p:cNvPr id="16" name="TextBox 15">
            <a:extLst>
              <a:ext uri="{FF2B5EF4-FFF2-40B4-BE49-F238E27FC236}">
                <a16:creationId xmlns:a16="http://schemas.microsoft.com/office/drawing/2014/main" id="{E9B1F2AF-89DD-4AA5-905B-B0636D1EDCD8}"/>
              </a:ext>
            </a:extLst>
          </p:cNvPr>
          <p:cNvSpPr txBox="1"/>
          <p:nvPr/>
        </p:nvSpPr>
        <p:spPr>
          <a:xfrm>
            <a:off x="5474962" y="2915856"/>
            <a:ext cx="1245878" cy="193899"/>
          </a:xfrm>
          <a:prstGeom prst="rect">
            <a:avLst/>
          </a:prstGeom>
          <a:noFill/>
        </p:spPr>
        <p:txBody>
          <a:bodyPr wrap="square" lIns="0" tIns="0" rIns="0" bIns="0" rtlCol="0">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lang="en-US" sz="1400" b="1" dirty="0">
                <a:solidFill>
                  <a:schemeClr val="accent2"/>
                </a:solidFill>
              </a:rPr>
              <a:t>Live area</a:t>
            </a:r>
          </a:p>
        </p:txBody>
      </p:sp>
      <p:sp>
        <p:nvSpPr>
          <p:cNvPr id="17" name="Rectangle 16">
            <a:extLst>
              <a:ext uri="{FF2B5EF4-FFF2-40B4-BE49-F238E27FC236}">
                <a16:creationId xmlns:a16="http://schemas.microsoft.com/office/drawing/2014/main" id="{FF8240EF-9FDF-413D-8A5F-8BE64B1CF84B}"/>
              </a:ext>
            </a:extLst>
          </p:cNvPr>
          <p:cNvSpPr/>
          <p:nvPr/>
        </p:nvSpPr>
        <p:spPr>
          <a:xfrm>
            <a:off x="4893037" y="3193310"/>
            <a:ext cx="2409464" cy="1228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lvl="1" algn="ctr">
              <a:spcAft>
                <a:spcPts val="900"/>
              </a:spcAft>
              <a:buFont typeface="Roboto" panose="02000000000000000000" pitchFamily="2" charset="0"/>
              <a:buChar char="​"/>
            </a:pPr>
            <a:r>
              <a:rPr lang="en-US" sz="1200" dirty="0">
                <a:solidFill>
                  <a:schemeClr val="bg1"/>
                </a:solidFill>
              </a:rPr>
              <a:t>Keep elements in this area and use the blue columns to guide placement of new objects</a:t>
            </a:r>
          </a:p>
        </p:txBody>
      </p:sp>
      <p:sp>
        <p:nvSpPr>
          <p:cNvPr id="18" name="TextBox 17">
            <a:extLst>
              <a:ext uri="{FF2B5EF4-FFF2-40B4-BE49-F238E27FC236}">
                <a16:creationId xmlns:a16="http://schemas.microsoft.com/office/drawing/2014/main" id="{07D95A05-5A3A-4DE6-B156-4DDE45323D6F}"/>
              </a:ext>
              <a:ext uri="{C183D7F6-B498-43B3-948B-1728B52AA6E4}">
                <adec:decorative xmlns:adec="http://schemas.microsoft.com/office/drawing/2017/decorative" val="1"/>
              </a:ext>
            </a:extLst>
          </p:cNvPr>
          <p:cNvSpPr txBox="1"/>
          <p:nvPr/>
        </p:nvSpPr>
        <p:spPr>
          <a:xfrm>
            <a:off x="5791200" y="5966379"/>
            <a:ext cx="609600" cy="350865"/>
          </a:xfrm>
          <a:prstGeom prst="rect">
            <a:avLst/>
          </a:prstGeom>
          <a:noFill/>
        </p:spPr>
        <p:txBody>
          <a:bodyPr wrap="square" lIns="0" tIns="182880" rIns="0" bIns="0" rtlCol="0">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lang="en-US" sz="1200" b="1" dirty="0">
                <a:solidFill>
                  <a:schemeClr val="accent1"/>
                </a:solidFill>
              </a:rPr>
              <a:t>Margin</a:t>
            </a:r>
          </a:p>
        </p:txBody>
      </p:sp>
      <p:sp>
        <p:nvSpPr>
          <p:cNvPr id="118" name="TextBox 117">
            <a:extLst>
              <a:ext uri="{FF2B5EF4-FFF2-40B4-BE49-F238E27FC236}">
                <a16:creationId xmlns:a16="http://schemas.microsoft.com/office/drawing/2014/main" id="{EAE5BA73-B89A-40B4-80E5-F5CD3205DA9F}"/>
              </a:ext>
              <a:ext uri="{C183D7F6-B498-43B3-948B-1728B52AA6E4}">
                <adec:decorative xmlns:adec="http://schemas.microsoft.com/office/drawing/2017/decorative" val="1"/>
              </a:ext>
            </a:extLst>
          </p:cNvPr>
          <p:cNvSpPr txBox="1"/>
          <p:nvPr/>
        </p:nvSpPr>
        <p:spPr>
          <a:xfrm>
            <a:off x="5791200" y="1556721"/>
            <a:ext cx="609600" cy="535531"/>
          </a:xfrm>
          <a:prstGeom prst="rect">
            <a:avLst/>
          </a:prstGeom>
          <a:noFill/>
        </p:spPr>
        <p:txBody>
          <a:bodyPr wrap="square" lIns="0" tIns="182880" rIns="0" bIns="182880" rtlCol="0">
            <a:spAutoFit/>
          </a:bodyPr>
          <a:lstStyle/>
          <a:p>
            <a:pPr marL="0" marR="0" lvl="0" indent="0" algn="ctr" defTabSz="914400" eaLnBrk="1" fontAlgn="auto" latinLnBrk="0" hangingPunct="1">
              <a:lnSpc>
                <a:spcPct val="90000"/>
              </a:lnSpc>
              <a:spcBef>
                <a:spcPts val="0"/>
              </a:spcBef>
              <a:spcAft>
                <a:spcPts val="0"/>
              </a:spcAft>
              <a:buClrTx/>
              <a:buSzTx/>
              <a:buFontTx/>
              <a:buNone/>
              <a:tabLst/>
              <a:defRPr/>
            </a:pPr>
            <a:r>
              <a:rPr lang="en-US" sz="1200" b="1" dirty="0">
                <a:solidFill>
                  <a:schemeClr val="accent1"/>
                </a:solidFill>
              </a:rPr>
              <a:t>Margin</a:t>
            </a:r>
          </a:p>
        </p:txBody>
      </p:sp>
      <p:sp>
        <p:nvSpPr>
          <p:cNvPr id="119" name="TextBox 118">
            <a:extLst>
              <a:ext uri="{FF2B5EF4-FFF2-40B4-BE49-F238E27FC236}">
                <a16:creationId xmlns:a16="http://schemas.microsoft.com/office/drawing/2014/main" id="{909227C4-AF05-4FA7-BB9D-7B98299D8F3C}"/>
              </a:ext>
              <a:ext uri="{C183D7F6-B498-43B3-948B-1728B52AA6E4}">
                <adec:decorative xmlns:adec="http://schemas.microsoft.com/office/drawing/2017/decorative" val="1"/>
              </a:ext>
            </a:extLst>
          </p:cNvPr>
          <p:cNvSpPr txBox="1"/>
          <p:nvPr/>
        </p:nvSpPr>
        <p:spPr>
          <a:xfrm>
            <a:off x="11115641" y="2749657"/>
            <a:ext cx="836772" cy="166199"/>
          </a:xfrm>
          <a:prstGeom prst="rect">
            <a:avLst/>
          </a:prstGeom>
          <a:noFill/>
        </p:spPr>
        <p:txBody>
          <a:bodyPr wrap="square" lIns="182880" tIns="0" rIns="0" bIns="0" rtlCol="0">
            <a:spAutoFit/>
          </a:bodyPr>
          <a:lstStyle/>
          <a:p>
            <a:pPr marL="0" marR="0" lvl="0" indent="0" defTabSz="914400" eaLnBrk="1" fontAlgn="auto" latinLnBrk="0" hangingPunct="1">
              <a:lnSpc>
                <a:spcPct val="90000"/>
              </a:lnSpc>
              <a:spcBef>
                <a:spcPts val="0"/>
              </a:spcBef>
              <a:spcAft>
                <a:spcPts val="0"/>
              </a:spcAft>
              <a:buClrTx/>
              <a:buSzTx/>
              <a:buFontTx/>
              <a:buNone/>
              <a:tabLst/>
              <a:defRPr/>
            </a:pPr>
            <a:r>
              <a:rPr lang="en-US" sz="1200" b="1" dirty="0">
                <a:solidFill>
                  <a:schemeClr val="accent1"/>
                </a:solidFill>
              </a:rPr>
              <a:t>Margin</a:t>
            </a:r>
          </a:p>
        </p:txBody>
      </p:sp>
      <p:sp>
        <p:nvSpPr>
          <p:cNvPr id="10" name="Rectangle 9">
            <a:extLst>
              <a:ext uri="{FF2B5EF4-FFF2-40B4-BE49-F238E27FC236}">
                <a16:creationId xmlns:a16="http://schemas.microsoft.com/office/drawing/2014/main" id="{7A353C0E-4A08-4C6F-BE01-83213D6B62C6}"/>
              </a:ext>
              <a:ext uri="{C183D7F6-B498-43B3-948B-1728B52AA6E4}">
                <adec:decorative xmlns:adec="http://schemas.microsoft.com/office/drawing/2017/decorative" val="1"/>
              </a:ext>
            </a:extLst>
          </p:cNvPr>
          <p:cNvSpPr/>
          <p:nvPr/>
        </p:nvSpPr>
        <p:spPr>
          <a:xfrm>
            <a:off x="1078992" y="2103120"/>
            <a:ext cx="10030968" cy="38587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marL="0" algn="ctr">
              <a:spcAft>
                <a:spcPts val="900"/>
              </a:spcAft>
              <a:buFont typeface="Roboto" panose="02000000000000000000" pitchFamily="2" charset="0"/>
              <a:buChar char="​"/>
            </a:pPr>
            <a:endParaRPr lang="en-US" sz="1400" b="1" dirty="0">
              <a:solidFill>
                <a:schemeClr val="tx1"/>
              </a:solidFill>
            </a:endParaRPr>
          </a:p>
        </p:txBody>
      </p:sp>
    </p:spTree>
    <p:extLst>
      <p:ext uri="{BB962C8B-B14F-4D97-AF65-F5344CB8AC3E}">
        <p14:creationId xmlns:p14="http://schemas.microsoft.com/office/powerpoint/2010/main" val="16079548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B3B1CE8-D56C-4B66-9F19-BC037E7A361B}"/>
              </a:ext>
            </a:extLst>
          </p:cNvPr>
          <p:cNvSpPr>
            <a:spLocks noGrp="1"/>
          </p:cNvSpPr>
          <p:nvPr>
            <p:ph type="body" sz="quarter" idx="17"/>
          </p:nvPr>
        </p:nvSpPr>
        <p:spPr/>
        <p:txBody>
          <a:bodyPr/>
          <a:lstStyle/>
          <a:p>
            <a:r>
              <a:rPr lang="en-US" dirty="0"/>
              <a:t>06</a:t>
            </a:r>
          </a:p>
        </p:txBody>
      </p:sp>
      <p:sp>
        <p:nvSpPr>
          <p:cNvPr id="2" name="Title 1">
            <a:extLst>
              <a:ext uri="{FF2B5EF4-FFF2-40B4-BE49-F238E27FC236}">
                <a16:creationId xmlns:a16="http://schemas.microsoft.com/office/drawing/2014/main" id="{CE666B0A-BF86-4F8D-8ACA-08D8847B1C35}"/>
              </a:ext>
            </a:extLst>
          </p:cNvPr>
          <p:cNvSpPr>
            <a:spLocks noGrp="1"/>
          </p:cNvSpPr>
          <p:nvPr>
            <p:ph type="title"/>
          </p:nvPr>
        </p:nvSpPr>
        <p:spPr/>
        <p:txBody>
          <a:bodyPr/>
          <a:lstStyle/>
          <a:p>
            <a:r>
              <a:rPr lang="en-US" dirty="0"/>
              <a:t>Custom Pages </a:t>
            </a:r>
          </a:p>
        </p:txBody>
      </p:sp>
    </p:spTree>
    <p:extLst>
      <p:ext uri="{BB962C8B-B14F-4D97-AF65-F5344CB8AC3E}">
        <p14:creationId xmlns:p14="http://schemas.microsoft.com/office/powerpoint/2010/main" val="3943147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228811D-1ACD-423D-A51A-F7D3286CE84A}"/>
              </a:ext>
              <a:ext uri="{C183D7F6-B498-43B3-948B-1728B52AA6E4}">
                <adec:decorative xmlns:adec="http://schemas.microsoft.com/office/drawing/2017/decorative" val="1"/>
              </a:ext>
            </a:extLst>
          </p:cNvPr>
          <p:cNvGrpSpPr/>
          <p:nvPr/>
        </p:nvGrpSpPr>
        <p:grpSpPr>
          <a:xfrm>
            <a:off x="2191070" y="1539840"/>
            <a:ext cx="7809860" cy="2602593"/>
            <a:chOff x="1249680" y="2170793"/>
            <a:chExt cx="6966536" cy="2321560"/>
          </a:xfrm>
        </p:grpSpPr>
        <p:grpSp>
          <p:nvGrpSpPr>
            <p:cNvPr id="19" name="Group 18">
              <a:extLst>
                <a:ext uri="{FF2B5EF4-FFF2-40B4-BE49-F238E27FC236}">
                  <a16:creationId xmlns:a16="http://schemas.microsoft.com/office/drawing/2014/main" id="{517FEBA5-4641-403F-9181-18A0DC110D19}"/>
                </a:ext>
              </a:extLst>
            </p:cNvPr>
            <p:cNvGrpSpPr/>
            <p:nvPr/>
          </p:nvGrpSpPr>
          <p:grpSpPr>
            <a:xfrm>
              <a:off x="1249680" y="2170793"/>
              <a:ext cx="6966536" cy="2321560"/>
              <a:chOff x="2468880" y="1276691"/>
              <a:chExt cx="6966536" cy="2321560"/>
            </a:xfrm>
          </p:grpSpPr>
          <p:sp>
            <p:nvSpPr>
              <p:cNvPr id="31" name="Arc 30">
                <a:extLst>
                  <a:ext uri="{FF2B5EF4-FFF2-40B4-BE49-F238E27FC236}">
                    <a16:creationId xmlns:a16="http://schemas.microsoft.com/office/drawing/2014/main" id="{84760827-7078-4908-BDD1-D2BE354B8DB3}"/>
                  </a:ext>
                </a:extLst>
              </p:cNvPr>
              <p:cNvSpPr/>
              <p:nvPr/>
            </p:nvSpPr>
            <p:spPr>
              <a:xfrm>
                <a:off x="2468880" y="1276691"/>
                <a:ext cx="2321560" cy="2321560"/>
              </a:xfrm>
              <a:prstGeom prst="arc">
                <a:avLst>
                  <a:gd name="adj1" fmla="val 5273"/>
                  <a:gd name="adj2" fmla="val 0"/>
                </a:avLst>
              </a:prstGeom>
              <a:ln w="3175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Arc 35">
                <a:extLst>
                  <a:ext uri="{FF2B5EF4-FFF2-40B4-BE49-F238E27FC236}">
                    <a16:creationId xmlns:a16="http://schemas.microsoft.com/office/drawing/2014/main" id="{3CA5E537-4786-476B-925D-E1BC2FD39602}"/>
                  </a:ext>
                </a:extLst>
              </p:cNvPr>
              <p:cNvSpPr/>
              <p:nvPr/>
            </p:nvSpPr>
            <p:spPr>
              <a:xfrm>
                <a:off x="4792296" y="1276691"/>
                <a:ext cx="2321560" cy="2321560"/>
              </a:xfrm>
              <a:prstGeom prst="arc">
                <a:avLst>
                  <a:gd name="adj1" fmla="val 5273"/>
                  <a:gd name="adj2" fmla="val 0"/>
                </a:avLst>
              </a:prstGeom>
              <a:ln w="3175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7" name="Arc 36">
                <a:extLst>
                  <a:ext uri="{FF2B5EF4-FFF2-40B4-BE49-F238E27FC236}">
                    <a16:creationId xmlns:a16="http://schemas.microsoft.com/office/drawing/2014/main" id="{77394F01-DBFB-4503-AF2C-6855AD2EAB2C}"/>
                  </a:ext>
                </a:extLst>
              </p:cNvPr>
              <p:cNvSpPr/>
              <p:nvPr/>
            </p:nvSpPr>
            <p:spPr>
              <a:xfrm>
                <a:off x="7113856" y="1276691"/>
                <a:ext cx="2321560" cy="2321560"/>
              </a:xfrm>
              <a:prstGeom prst="arc">
                <a:avLst>
                  <a:gd name="adj1" fmla="val 5273"/>
                  <a:gd name="adj2" fmla="val 0"/>
                </a:avLst>
              </a:prstGeom>
              <a:ln w="317500">
                <a:solidFill>
                  <a:schemeClr val="bg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12" name="Arc 11">
              <a:extLst>
                <a:ext uri="{FF2B5EF4-FFF2-40B4-BE49-F238E27FC236}">
                  <a16:creationId xmlns:a16="http://schemas.microsoft.com/office/drawing/2014/main" id="{54F6B563-C055-44C3-8693-A3C30E6EFE05}"/>
                </a:ext>
              </a:extLst>
            </p:cNvPr>
            <p:cNvSpPr/>
            <p:nvPr/>
          </p:nvSpPr>
          <p:spPr>
            <a:xfrm>
              <a:off x="1249680" y="2170793"/>
              <a:ext cx="2321560" cy="2321560"/>
            </a:xfrm>
            <a:prstGeom prst="arc">
              <a:avLst>
                <a:gd name="adj1" fmla="val 10816825"/>
                <a:gd name="adj2" fmla="val 12556"/>
              </a:avLst>
            </a:prstGeom>
            <a:ln w="3175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7" name="Arc 26">
              <a:extLst>
                <a:ext uri="{FF2B5EF4-FFF2-40B4-BE49-F238E27FC236}">
                  <a16:creationId xmlns:a16="http://schemas.microsoft.com/office/drawing/2014/main" id="{8329A77B-D6CD-47A0-AA31-285CF7E795A7}"/>
                </a:ext>
              </a:extLst>
            </p:cNvPr>
            <p:cNvSpPr/>
            <p:nvPr/>
          </p:nvSpPr>
          <p:spPr>
            <a:xfrm>
              <a:off x="3573096" y="2170793"/>
              <a:ext cx="2321560" cy="2321560"/>
            </a:xfrm>
            <a:prstGeom prst="arc">
              <a:avLst>
                <a:gd name="adj1" fmla="val 21575398"/>
                <a:gd name="adj2" fmla="val 10816868"/>
              </a:avLst>
            </a:prstGeom>
            <a:ln w="3175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Arc 29">
              <a:extLst>
                <a:ext uri="{FF2B5EF4-FFF2-40B4-BE49-F238E27FC236}">
                  <a16:creationId xmlns:a16="http://schemas.microsoft.com/office/drawing/2014/main" id="{96D8F3D2-CF1E-4FA1-837A-F871D1F0D182}"/>
                </a:ext>
              </a:extLst>
            </p:cNvPr>
            <p:cNvSpPr/>
            <p:nvPr/>
          </p:nvSpPr>
          <p:spPr>
            <a:xfrm>
              <a:off x="5894656" y="2170793"/>
              <a:ext cx="2321560" cy="2321560"/>
            </a:xfrm>
            <a:prstGeom prst="arc">
              <a:avLst>
                <a:gd name="adj1" fmla="val 10825522"/>
                <a:gd name="adj2" fmla="val 22385"/>
              </a:avLst>
            </a:prstGeom>
            <a:ln w="317500">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TextBox 1">
            <a:extLst>
              <a:ext uri="{FF2B5EF4-FFF2-40B4-BE49-F238E27FC236}">
                <a16:creationId xmlns:a16="http://schemas.microsoft.com/office/drawing/2014/main" id="{38ED77E9-A426-ECED-5258-7E5037F4EEA3}"/>
              </a:ext>
            </a:extLst>
          </p:cNvPr>
          <p:cNvSpPr txBox="1"/>
          <p:nvPr/>
        </p:nvSpPr>
        <p:spPr>
          <a:xfrm>
            <a:off x="3124476" y="2049659"/>
            <a:ext cx="735779" cy="1590115"/>
          </a:xfrm>
          <a:prstGeom prst="rect">
            <a:avLst/>
          </a:prstGeom>
        </p:spPr>
        <p:txBody>
          <a:bodyPr vert="horz" wrap="none" lIns="0" tIns="0" rIns="0" bIns="0" rtlCol="0">
            <a:spAutoFit/>
          </a:bodyPr>
          <a:lstStyle/>
          <a:p>
            <a:pPr algn="ctr">
              <a:lnSpc>
                <a:spcPct val="110000"/>
              </a:lnSpc>
              <a:spcAft>
                <a:spcPts val="900"/>
              </a:spcAft>
              <a:buFont typeface="Roboto" panose="02000000000000000000" pitchFamily="2" charset="0"/>
              <a:buChar char="​"/>
            </a:pPr>
            <a:r>
              <a:rPr lang="en-US" sz="10000" b="1" dirty="0">
                <a:solidFill>
                  <a:schemeClr val="accent1"/>
                </a:solidFill>
              </a:rPr>
              <a:t>1</a:t>
            </a:r>
          </a:p>
        </p:txBody>
      </p:sp>
      <p:sp>
        <p:nvSpPr>
          <p:cNvPr id="41" name="Rectangle 40">
            <a:extLst>
              <a:ext uri="{FF2B5EF4-FFF2-40B4-BE49-F238E27FC236}">
                <a16:creationId xmlns:a16="http://schemas.microsoft.com/office/drawing/2014/main" id="{31CC5686-5902-428B-BE22-9AF7F6AA903A}"/>
              </a:ext>
            </a:extLst>
          </p:cNvPr>
          <p:cNvSpPr/>
          <p:nvPr/>
        </p:nvSpPr>
        <p:spPr>
          <a:xfrm>
            <a:off x="2641218" y="4727229"/>
            <a:ext cx="1748733" cy="590931"/>
          </a:xfrm>
          <a:prstGeom prst="rect">
            <a:avLst/>
          </a:prstGeom>
        </p:spPr>
        <p:txBody>
          <a:bodyPr wrap="square">
            <a:noAutofit/>
          </a:bodyPr>
          <a:lstStyle/>
          <a:p>
            <a:pPr algn="ctr">
              <a:lnSpc>
                <a:spcPct val="90000"/>
              </a:lnSpc>
              <a:spcAft>
                <a:spcPts val="600"/>
              </a:spcAft>
            </a:pPr>
            <a:r>
              <a:rPr lang="en-US" b="1" dirty="0">
                <a:solidFill>
                  <a:schemeClr val="accent1"/>
                </a:solidFill>
              </a:rPr>
              <a:t>T</a:t>
            </a:r>
            <a:r>
              <a:rPr lang="en-US" altLang="zh-CN" b="1" dirty="0">
                <a:solidFill>
                  <a:schemeClr val="accent1"/>
                </a:solidFill>
              </a:rPr>
              <a:t>ile </a:t>
            </a:r>
            <a:r>
              <a:rPr lang="en-US" b="1" dirty="0">
                <a:solidFill>
                  <a:schemeClr val="accent1"/>
                </a:solidFill>
              </a:rPr>
              <a:t>text block</a:t>
            </a:r>
            <a:endParaRPr lang="en-US" b="1" dirty="0">
              <a:solidFill>
                <a:schemeClr val="bg1"/>
              </a:solidFill>
            </a:endParaRPr>
          </a:p>
          <a:p>
            <a:pPr algn="ctr">
              <a:lnSpc>
                <a:spcPct val="90000"/>
              </a:lnSpc>
              <a:spcAft>
                <a:spcPts val="600"/>
              </a:spcAft>
            </a:pPr>
            <a:r>
              <a:rPr lang="pt-BR" sz="1400" dirty="0">
                <a:solidFill>
                  <a:schemeClr val="bg1"/>
                </a:solidFill>
                <a:latin typeface="Roboto" panose="02000000000000000000" pitchFamily="2" charset="0"/>
                <a:ea typeface="Roboto" panose="02000000000000000000" pitchFamily="2" charset="0"/>
                <a:cs typeface="Roboto" panose="02000000000000000000" pitchFamily="2" charset="0"/>
              </a:rPr>
              <a:t>Adipiscing elit maecenas</a:t>
            </a:r>
          </a:p>
          <a:p>
            <a:pPr algn="ctr">
              <a:lnSpc>
                <a:spcPct val="90000"/>
              </a:lnSpc>
              <a:spcAft>
                <a:spcPts val="600"/>
              </a:spcAft>
            </a:pPr>
            <a:endParaRPr lang="en-US" sz="1400" dirty="0">
              <a:solidFill>
                <a:schemeClr val="bg1"/>
              </a:solidFill>
            </a:endParaRPr>
          </a:p>
        </p:txBody>
      </p:sp>
      <p:sp>
        <p:nvSpPr>
          <p:cNvPr id="17" name="TextBox 16">
            <a:extLst>
              <a:ext uri="{FF2B5EF4-FFF2-40B4-BE49-F238E27FC236}">
                <a16:creationId xmlns:a16="http://schemas.microsoft.com/office/drawing/2014/main" id="{2A4B5372-8F8A-356F-519E-55ED195941FB}"/>
              </a:ext>
            </a:extLst>
          </p:cNvPr>
          <p:cNvSpPr txBox="1"/>
          <p:nvPr/>
        </p:nvSpPr>
        <p:spPr>
          <a:xfrm>
            <a:off x="5727069" y="2046078"/>
            <a:ext cx="735779" cy="1590115"/>
          </a:xfrm>
          <a:prstGeom prst="rect">
            <a:avLst/>
          </a:prstGeom>
        </p:spPr>
        <p:txBody>
          <a:bodyPr vert="horz" wrap="none" lIns="0" tIns="0" rIns="0" bIns="0" rtlCol="0">
            <a:spAutoFit/>
          </a:bodyPr>
          <a:lstStyle/>
          <a:p>
            <a:pPr algn="ctr">
              <a:lnSpc>
                <a:spcPct val="110000"/>
              </a:lnSpc>
              <a:spcAft>
                <a:spcPts val="900"/>
              </a:spcAft>
              <a:buFont typeface="Roboto" panose="02000000000000000000" pitchFamily="2" charset="0"/>
              <a:buChar char="​"/>
            </a:pPr>
            <a:r>
              <a:rPr lang="en-US" sz="10000" b="1" dirty="0">
                <a:solidFill>
                  <a:schemeClr val="accent2"/>
                </a:solidFill>
              </a:rPr>
              <a:t>2</a:t>
            </a:r>
          </a:p>
        </p:txBody>
      </p:sp>
      <p:sp>
        <p:nvSpPr>
          <p:cNvPr id="46" name="Rectangle 45">
            <a:extLst>
              <a:ext uri="{FF2B5EF4-FFF2-40B4-BE49-F238E27FC236}">
                <a16:creationId xmlns:a16="http://schemas.microsoft.com/office/drawing/2014/main" id="{6ADB4229-8EA4-4B75-A9F8-2E19A012770D}"/>
              </a:ext>
            </a:extLst>
          </p:cNvPr>
          <p:cNvSpPr/>
          <p:nvPr/>
        </p:nvSpPr>
        <p:spPr>
          <a:xfrm>
            <a:off x="5221634" y="4727229"/>
            <a:ext cx="1748733" cy="590931"/>
          </a:xfrm>
          <a:prstGeom prst="rect">
            <a:avLst/>
          </a:prstGeom>
        </p:spPr>
        <p:txBody>
          <a:bodyPr wrap="square">
            <a:noAutofit/>
          </a:bodyPr>
          <a:lstStyle/>
          <a:p>
            <a:pPr algn="ctr">
              <a:lnSpc>
                <a:spcPct val="90000"/>
              </a:lnSpc>
              <a:spcAft>
                <a:spcPts val="600"/>
              </a:spcAft>
            </a:pPr>
            <a:r>
              <a:rPr lang="en-US" b="1" dirty="0">
                <a:solidFill>
                  <a:schemeClr val="accent2"/>
                </a:solidFill>
              </a:rPr>
              <a:t>T</a:t>
            </a:r>
            <a:r>
              <a:rPr lang="en-US" altLang="zh-CN" b="1" dirty="0">
                <a:solidFill>
                  <a:schemeClr val="accent2"/>
                </a:solidFill>
              </a:rPr>
              <a:t>ile </a:t>
            </a:r>
            <a:r>
              <a:rPr lang="en-US" b="1" dirty="0">
                <a:solidFill>
                  <a:schemeClr val="accent2"/>
                </a:solidFill>
              </a:rPr>
              <a:t>text block</a:t>
            </a:r>
            <a:endParaRPr lang="en-US" b="1" dirty="0">
              <a:solidFill>
                <a:schemeClr val="bg1"/>
              </a:solidFill>
            </a:endParaRPr>
          </a:p>
          <a:p>
            <a:pPr algn="ctr">
              <a:lnSpc>
                <a:spcPct val="90000"/>
              </a:lnSpc>
              <a:spcAft>
                <a:spcPts val="600"/>
              </a:spcAft>
            </a:pPr>
            <a:r>
              <a:rPr lang="pt-BR" sz="1400" dirty="0">
                <a:solidFill>
                  <a:schemeClr val="bg1"/>
                </a:solidFill>
                <a:latin typeface="Roboto" panose="02000000000000000000" pitchFamily="2" charset="0"/>
                <a:ea typeface="Roboto" panose="02000000000000000000" pitchFamily="2" charset="0"/>
                <a:cs typeface="Roboto" panose="02000000000000000000" pitchFamily="2" charset="0"/>
              </a:rPr>
              <a:t>Adipiscing elit maecenas</a:t>
            </a:r>
          </a:p>
        </p:txBody>
      </p:sp>
      <p:sp>
        <p:nvSpPr>
          <p:cNvPr id="18" name="TextBox 17">
            <a:extLst>
              <a:ext uri="{FF2B5EF4-FFF2-40B4-BE49-F238E27FC236}">
                <a16:creationId xmlns:a16="http://schemas.microsoft.com/office/drawing/2014/main" id="{6F3A17E8-13DF-1A89-32C9-7CB811B9E096}"/>
              </a:ext>
            </a:extLst>
          </p:cNvPr>
          <p:cNvSpPr txBox="1"/>
          <p:nvPr/>
        </p:nvSpPr>
        <p:spPr>
          <a:xfrm>
            <a:off x="8329662" y="2049659"/>
            <a:ext cx="735779" cy="1590115"/>
          </a:xfrm>
          <a:prstGeom prst="rect">
            <a:avLst/>
          </a:prstGeom>
        </p:spPr>
        <p:txBody>
          <a:bodyPr vert="horz" wrap="none" lIns="0" tIns="0" rIns="0" bIns="0" rtlCol="0">
            <a:spAutoFit/>
          </a:bodyPr>
          <a:lstStyle/>
          <a:p>
            <a:pPr algn="ctr">
              <a:lnSpc>
                <a:spcPct val="110000"/>
              </a:lnSpc>
              <a:spcAft>
                <a:spcPts val="900"/>
              </a:spcAft>
              <a:buFont typeface="Roboto" panose="02000000000000000000" pitchFamily="2" charset="0"/>
              <a:buChar char="​"/>
            </a:pPr>
            <a:r>
              <a:rPr lang="en-US" sz="10000" b="1" dirty="0">
                <a:solidFill>
                  <a:schemeClr val="accent3"/>
                </a:solidFill>
              </a:rPr>
              <a:t>3</a:t>
            </a:r>
          </a:p>
        </p:txBody>
      </p:sp>
      <p:sp>
        <p:nvSpPr>
          <p:cNvPr id="47" name="Rectangle 46">
            <a:extLst>
              <a:ext uri="{FF2B5EF4-FFF2-40B4-BE49-F238E27FC236}">
                <a16:creationId xmlns:a16="http://schemas.microsoft.com/office/drawing/2014/main" id="{7A1FB68D-BD70-457D-8591-DAE6EE791F59}"/>
              </a:ext>
            </a:extLst>
          </p:cNvPr>
          <p:cNvSpPr/>
          <p:nvPr/>
        </p:nvSpPr>
        <p:spPr>
          <a:xfrm>
            <a:off x="7825267" y="4727229"/>
            <a:ext cx="1748733" cy="590931"/>
          </a:xfrm>
          <a:prstGeom prst="rect">
            <a:avLst/>
          </a:prstGeom>
        </p:spPr>
        <p:txBody>
          <a:bodyPr wrap="square">
            <a:noAutofit/>
          </a:bodyPr>
          <a:lstStyle/>
          <a:p>
            <a:pPr algn="ctr">
              <a:lnSpc>
                <a:spcPct val="90000"/>
              </a:lnSpc>
              <a:spcAft>
                <a:spcPts val="600"/>
              </a:spcAft>
            </a:pPr>
            <a:r>
              <a:rPr lang="en-US" b="1" dirty="0">
                <a:solidFill>
                  <a:schemeClr val="accent3"/>
                </a:solidFill>
              </a:rPr>
              <a:t>T</a:t>
            </a:r>
            <a:r>
              <a:rPr lang="en-US" altLang="zh-CN" b="1" dirty="0">
                <a:solidFill>
                  <a:schemeClr val="accent3"/>
                </a:solidFill>
              </a:rPr>
              <a:t>ile </a:t>
            </a:r>
            <a:r>
              <a:rPr lang="en-US" b="1" dirty="0">
                <a:solidFill>
                  <a:schemeClr val="accent3"/>
                </a:solidFill>
              </a:rPr>
              <a:t>text block</a:t>
            </a:r>
            <a:endParaRPr lang="en-US" b="1" dirty="0">
              <a:solidFill>
                <a:schemeClr val="bg1"/>
              </a:solidFill>
            </a:endParaRPr>
          </a:p>
          <a:p>
            <a:pPr algn="ctr">
              <a:lnSpc>
                <a:spcPct val="90000"/>
              </a:lnSpc>
              <a:spcAft>
                <a:spcPts val="600"/>
              </a:spcAft>
            </a:pPr>
            <a:r>
              <a:rPr lang="pt-BR" sz="1400" dirty="0">
                <a:solidFill>
                  <a:schemeClr val="bg1"/>
                </a:solidFill>
                <a:latin typeface="Roboto" panose="02000000000000000000" pitchFamily="2" charset="0"/>
                <a:ea typeface="Roboto" panose="02000000000000000000" pitchFamily="2" charset="0"/>
                <a:cs typeface="Roboto" panose="02000000000000000000" pitchFamily="2" charset="0"/>
              </a:rPr>
              <a:t>Adipiscing elit maecenas</a:t>
            </a:r>
          </a:p>
        </p:txBody>
      </p:sp>
      <p:sp>
        <p:nvSpPr>
          <p:cNvPr id="3" name="Title 2">
            <a:extLst>
              <a:ext uri="{FF2B5EF4-FFF2-40B4-BE49-F238E27FC236}">
                <a16:creationId xmlns:a16="http://schemas.microsoft.com/office/drawing/2014/main" id="{892DBE1D-902A-4F4A-AD50-D22472C948CD}"/>
              </a:ext>
            </a:extLst>
          </p:cNvPr>
          <p:cNvSpPr>
            <a:spLocks noGrp="1"/>
          </p:cNvSpPr>
          <p:nvPr>
            <p:ph type="title"/>
          </p:nvPr>
        </p:nvSpPr>
        <p:spPr/>
        <p:txBody>
          <a:bodyPr/>
          <a:lstStyle/>
          <a:p>
            <a:r>
              <a:rPr lang="en-US" dirty="0"/>
              <a:t>Linea Diagram Example</a:t>
            </a:r>
          </a:p>
        </p:txBody>
      </p:sp>
    </p:spTree>
    <p:extLst>
      <p:ext uri="{BB962C8B-B14F-4D97-AF65-F5344CB8AC3E}">
        <p14:creationId xmlns:p14="http://schemas.microsoft.com/office/powerpoint/2010/main" val="37165299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DFE01467-F71F-477A-B849-D79F1DB3550C}"/>
              </a:ext>
            </a:extLst>
          </p:cNvPr>
          <p:cNvSpPr>
            <a:spLocks noGrp="1"/>
          </p:cNvSpPr>
          <p:nvPr>
            <p:ph type="body" sz="quarter" idx="15"/>
          </p:nvPr>
        </p:nvSpPr>
        <p:spPr/>
        <p:txBody>
          <a:bodyPr/>
          <a:lstStyle/>
          <a:p>
            <a:r>
              <a:rPr lang="en-US" dirty="0"/>
              <a:t>Website  _  Email</a:t>
            </a:r>
          </a:p>
        </p:txBody>
      </p:sp>
      <p:sp>
        <p:nvSpPr>
          <p:cNvPr id="3" name="Title 2">
            <a:extLst>
              <a:ext uri="{FF2B5EF4-FFF2-40B4-BE49-F238E27FC236}">
                <a16:creationId xmlns:a16="http://schemas.microsoft.com/office/drawing/2014/main" id="{2B4D2EED-887C-50A1-DB9C-C81D18A9CA45}"/>
              </a:ext>
            </a:extLst>
          </p:cNvPr>
          <p:cNvSpPr>
            <a:spLocks noGrp="1"/>
          </p:cNvSpPr>
          <p:nvPr>
            <p:ph type="title"/>
          </p:nvPr>
        </p:nvSpPr>
        <p:spPr/>
        <p:txBody>
          <a:bodyPr/>
          <a:lstStyle/>
          <a:p>
            <a:r>
              <a:rPr lang="en-US" dirty="0"/>
              <a:t>End Slide Layout</a:t>
            </a:r>
          </a:p>
        </p:txBody>
      </p:sp>
      <p:sp>
        <p:nvSpPr>
          <p:cNvPr id="7" name="TextBox 6">
            <a:extLst>
              <a:ext uri="{FF2B5EF4-FFF2-40B4-BE49-F238E27FC236}">
                <a16:creationId xmlns:a16="http://schemas.microsoft.com/office/drawing/2014/main" id="{CCB7C40C-D99C-49D8-8652-98C69D283371}"/>
              </a:ext>
            </a:extLst>
          </p:cNvPr>
          <p:cNvSpPr txBox="1"/>
          <p:nvPr/>
        </p:nvSpPr>
        <p:spPr>
          <a:xfrm>
            <a:off x="5264150" y="6215291"/>
            <a:ext cx="1663700" cy="250538"/>
          </a:xfrm>
          <a:prstGeom prst="rect">
            <a:avLst/>
          </a:prstGeom>
        </p:spPr>
        <p:txBody>
          <a:bodyPr vert="horz" wrap="square" lIns="0" tIns="0" rIns="0" bIns="0" rtlCol="0">
            <a:noAutofit/>
          </a:bodyPr>
          <a:lstStyle/>
          <a:p>
            <a:pPr algn="ctr"/>
            <a:r>
              <a:rPr lang="en-US" sz="1200" i="1" spc="50" dirty="0">
                <a:solidFill>
                  <a:schemeClr val="accent1"/>
                </a:solidFill>
              </a:rPr>
              <a:t>@</a:t>
            </a:r>
            <a:r>
              <a:rPr lang="en-US" sz="1200" i="1" spc="50" dirty="0" err="1">
                <a:solidFill>
                  <a:schemeClr val="accent1"/>
                </a:solidFill>
              </a:rPr>
              <a:t>duarteinc</a:t>
            </a:r>
            <a:endParaRPr lang="en-US" sz="1200" i="1" spc="50" dirty="0">
              <a:solidFill>
                <a:schemeClr val="accent1"/>
              </a:solidFill>
            </a:endParaRPr>
          </a:p>
        </p:txBody>
      </p:sp>
      <p:pic>
        <p:nvPicPr>
          <p:cNvPr id="13" name="Graphic 12" descr="LinkedIn Logo">
            <a:extLst>
              <a:ext uri="{FF2B5EF4-FFF2-40B4-BE49-F238E27FC236}">
                <a16:creationId xmlns:a16="http://schemas.microsoft.com/office/drawing/2014/main" id="{D2DFF10F-3479-381C-227B-62339A14249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8991" y="4513225"/>
            <a:ext cx="287810" cy="287810"/>
          </a:xfrm>
          <a:prstGeom prst="rect">
            <a:avLst/>
          </a:prstGeom>
        </p:spPr>
      </p:pic>
      <p:sp>
        <p:nvSpPr>
          <p:cNvPr id="12" name="TextBox 11">
            <a:extLst>
              <a:ext uri="{FF2B5EF4-FFF2-40B4-BE49-F238E27FC236}">
                <a16:creationId xmlns:a16="http://schemas.microsoft.com/office/drawing/2014/main" id="{22D15CAB-D266-805D-85BD-E27F1E6ECE8E}"/>
              </a:ext>
            </a:extLst>
          </p:cNvPr>
          <p:cNvSpPr txBox="1"/>
          <p:nvPr/>
        </p:nvSpPr>
        <p:spPr>
          <a:xfrm>
            <a:off x="1500118" y="4551512"/>
            <a:ext cx="1663700" cy="250538"/>
          </a:xfrm>
          <a:prstGeom prst="rect">
            <a:avLst/>
          </a:prstGeom>
        </p:spPr>
        <p:txBody>
          <a:bodyPr vert="horz" wrap="square" lIns="0" tIns="0" rIns="0" bIns="0" rtlCol="0">
            <a:noAutofit/>
          </a:bodyPr>
          <a:lstStyle/>
          <a:p>
            <a:r>
              <a:rPr lang="en-US" sz="1200" i="1" dirty="0">
                <a:solidFill>
                  <a:schemeClr val="accent1">
                    <a:lumMod val="40000"/>
                    <a:lumOff val="60000"/>
                  </a:schemeClr>
                </a:solidFill>
              </a:rPr>
              <a:t>[ENTER INFO]</a:t>
            </a:r>
          </a:p>
        </p:txBody>
      </p:sp>
      <p:pic>
        <p:nvPicPr>
          <p:cNvPr id="16" name="Graphic 15" descr="Facebook logo">
            <a:extLst>
              <a:ext uri="{FF2B5EF4-FFF2-40B4-BE49-F238E27FC236}">
                <a16:creationId xmlns:a16="http://schemas.microsoft.com/office/drawing/2014/main" id="{4CC0371E-FA18-45B1-A30D-4E12B402974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6800" y="5076322"/>
            <a:ext cx="287810" cy="287810"/>
          </a:xfrm>
          <a:prstGeom prst="rect">
            <a:avLst/>
          </a:prstGeom>
        </p:spPr>
      </p:pic>
      <p:sp>
        <p:nvSpPr>
          <p:cNvPr id="15" name="TextBox 14">
            <a:extLst>
              <a:ext uri="{FF2B5EF4-FFF2-40B4-BE49-F238E27FC236}">
                <a16:creationId xmlns:a16="http://schemas.microsoft.com/office/drawing/2014/main" id="{4B9AB2B8-AD9F-0394-9ABE-0CC47FA12907}"/>
              </a:ext>
            </a:extLst>
          </p:cNvPr>
          <p:cNvSpPr txBox="1"/>
          <p:nvPr/>
        </p:nvSpPr>
        <p:spPr>
          <a:xfrm>
            <a:off x="1487927" y="5118588"/>
            <a:ext cx="2005407" cy="260432"/>
          </a:xfrm>
          <a:prstGeom prst="rect">
            <a:avLst/>
          </a:prstGeom>
        </p:spPr>
        <p:txBody>
          <a:bodyPr vert="horz" wrap="square" lIns="0" tIns="0" rIns="0" bIns="0" rtlCol="0">
            <a:noAutofit/>
          </a:bodyPr>
          <a:lstStyle/>
          <a:p>
            <a:r>
              <a:rPr lang="en-US" sz="1200" i="1" dirty="0">
                <a:solidFill>
                  <a:schemeClr val="accent1">
                    <a:lumMod val="40000"/>
                    <a:lumOff val="60000"/>
                  </a:schemeClr>
                </a:solidFill>
              </a:rPr>
              <a:t>[ENTER INFO]</a:t>
            </a:r>
          </a:p>
        </p:txBody>
      </p:sp>
      <p:pic>
        <p:nvPicPr>
          <p:cNvPr id="19" name="Graphic 18" descr="Twitter logo">
            <a:extLst>
              <a:ext uri="{FF2B5EF4-FFF2-40B4-BE49-F238E27FC236}">
                <a16:creationId xmlns:a16="http://schemas.microsoft.com/office/drawing/2014/main" id="{CE065EB6-6BA9-2001-FE50-D1067D35083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8991" y="5653293"/>
            <a:ext cx="287810" cy="287810"/>
          </a:xfrm>
          <a:prstGeom prst="rect">
            <a:avLst/>
          </a:prstGeom>
        </p:spPr>
      </p:pic>
      <p:sp>
        <p:nvSpPr>
          <p:cNvPr id="18" name="TextBox 17">
            <a:extLst>
              <a:ext uri="{FF2B5EF4-FFF2-40B4-BE49-F238E27FC236}">
                <a16:creationId xmlns:a16="http://schemas.microsoft.com/office/drawing/2014/main" id="{BA4B7B32-3D39-58D8-0255-A17808E67DDA}"/>
              </a:ext>
            </a:extLst>
          </p:cNvPr>
          <p:cNvSpPr txBox="1"/>
          <p:nvPr/>
        </p:nvSpPr>
        <p:spPr>
          <a:xfrm>
            <a:off x="1500118" y="5693062"/>
            <a:ext cx="1663700" cy="250538"/>
          </a:xfrm>
          <a:prstGeom prst="rect">
            <a:avLst/>
          </a:prstGeom>
        </p:spPr>
        <p:txBody>
          <a:bodyPr vert="horz" wrap="square" lIns="0" tIns="0" rIns="0" bIns="0" rtlCol="0">
            <a:noAutofit/>
          </a:bodyPr>
          <a:lstStyle/>
          <a:p>
            <a:r>
              <a:rPr lang="en-US" sz="1200" i="1" dirty="0">
                <a:solidFill>
                  <a:schemeClr val="accent1">
                    <a:lumMod val="40000"/>
                    <a:lumOff val="60000"/>
                  </a:schemeClr>
                </a:solidFill>
              </a:rPr>
              <a:t>[ENTER INFO]</a:t>
            </a:r>
          </a:p>
        </p:txBody>
      </p:sp>
    </p:spTree>
    <p:extLst>
      <p:ext uri="{BB962C8B-B14F-4D97-AF65-F5344CB8AC3E}">
        <p14:creationId xmlns:p14="http://schemas.microsoft.com/office/powerpoint/2010/main" val="551299281"/>
      </p:ext>
    </p:extLst>
  </p:cSld>
  <p:clrMapOvr>
    <a:masterClrMapping/>
  </p:clrMapOvr>
</p:sld>
</file>

<file path=ppt/theme/theme1.xml><?xml version="1.0" encoding="utf-8"?>
<a:theme xmlns:a="http://schemas.openxmlformats.org/drawingml/2006/main" name="Slidedoc Theme 3">
  <a:themeElements>
    <a:clrScheme name="Custom 3">
      <a:dk1>
        <a:srgbClr val="191E32"/>
      </a:dk1>
      <a:lt1>
        <a:srgbClr val="FFFFFF"/>
      </a:lt1>
      <a:dk2>
        <a:srgbClr val="191E32"/>
      </a:dk2>
      <a:lt2>
        <a:srgbClr val="E7E6E6"/>
      </a:lt2>
      <a:accent1>
        <a:srgbClr val="8670E2"/>
      </a:accent1>
      <a:accent2>
        <a:srgbClr val="28D7D7"/>
      </a:accent2>
      <a:accent3>
        <a:srgbClr val="FF69AF"/>
      </a:accent3>
      <a:accent4>
        <a:srgbClr val="2364FA"/>
      </a:accent4>
      <a:accent5>
        <a:srgbClr val="44546A"/>
      </a:accent5>
      <a:accent6>
        <a:srgbClr val="F98A4D"/>
      </a:accent6>
      <a:hlink>
        <a:srgbClr val="7AA2FC"/>
      </a:hlink>
      <a:folHlink>
        <a:srgbClr val="7AA2FC"/>
      </a:folHlink>
    </a:clrScheme>
    <a:fontScheme name="Digital Slidedoc">
      <a:majorFont>
        <a:latin typeface="Roboto Bold"/>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marL="0" algn="ctr">
          <a:spcAft>
            <a:spcPts val="900"/>
          </a:spcAft>
          <a:buFont typeface="Arial" panose="020B0604020202020204" pitchFamily="34" charset="0"/>
          <a:buChar char="​"/>
          <a:defRPr sz="1400" b="1"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oAutofit/>
      </a:bodyPr>
      <a:lstStyle>
        <a:defPPr algn="l">
          <a:lnSpc>
            <a:spcPct val="110000"/>
          </a:lnSpc>
          <a:spcAft>
            <a:spcPts val="900"/>
          </a:spcAft>
          <a:defRPr sz="1200" dirty="0" err="1" smtClean="0">
            <a:solidFill>
              <a:schemeClr val="bg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Digital Slidedoc">
      <a:dk1>
        <a:srgbClr val="191E32"/>
      </a:dk1>
      <a:lt1>
        <a:srgbClr val="FFFFFF"/>
      </a:lt1>
      <a:dk2>
        <a:srgbClr val="191E32"/>
      </a:dk2>
      <a:lt2>
        <a:srgbClr val="E7E6E6"/>
      </a:lt2>
      <a:accent1>
        <a:srgbClr val="816BE1"/>
      </a:accent1>
      <a:accent2>
        <a:srgbClr val="28D7D7"/>
      </a:accent2>
      <a:accent3>
        <a:srgbClr val="FF69AF"/>
      </a:accent3>
      <a:accent4>
        <a:srgbClr val="2364FA"/>
      </a:accent4>
      <a:accent5>
        <a:srgbClr val="44546A"/>
      </a:accent5>
      <a:accent6>
        <a:srgbClr val="F98A4D"/>
      </a:accent6>
      <a:hlink>
        <a:srgbClr val="7AA2FC"/>
      </a:hlink>
      <a:folHlink>
        <a:srgbClr val="7AA2FC"/>
      </a:folHlink>
    </a:clrScheme>
    <a:fontScheme name="Digital Slidedoc">
      <a:majorFont>
        <a:latin typeface="Roboto Bold"/>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Digital Slidedoc">
      <a:dk1>
        <a:srgbClr val="191E32"/>
      </a:dk1>
      <a:lt1>
        <a:srgbClr val="FFFFFF"/>
      </a:lt1>
      <a:dk2>
        <a:srgbClr val="191E32"/>
      </a:dk2>
      <a:lt2>
        <a:srgbClr val="E7E6E6"/>
      </a:lt2>
      <a:accent1>
        <a:srgbClr val="816BE1"/>
      </a:accent1>
      <a:accent2>
        <a:srgbClr val="28D7D7"/>
      </a:accent2>
      <a:accent3>
        <a:srgbClr val="FF69AF"/>
      </a:accent3>
      <a:accent4>
        <a:srgbClr val="2364FA"/>
      </a:accent4>
      <a:accent5>
        <a:srgbClr val="44546A"/>
      </a:accent5>
      <a:accent6>
        <a:srgbClr val="F98A4D"/>
      </a:accent6>
      <a:hlink>
        <a:srgbClr val="7AA2FC"/>
      </a:hlink>
      <a:folHlink>
        <a:srgbClr val="7AA2FC"/>
      </a:folHlink>
    </a:clrScheme>
    <a:fontScheme name="Digital Theme v1">
      <a:majorFont>
        <a:latin typeface="Roboto Bold"/>
        <a:ea typeface=""/>
        <a:cs typeface=""/>
      </a:majorFont>
      <a:minorFont>
        <a:latin typeface="Roboto"/>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30777</TotalTime>
  <Words>5755</Words>
  <Application>Microsoft Office PowerPoint</Application>
  <PresentationFormat>Widescreen</PresentationFormat>
  <Paragraphs>847</Paragraphs>
  <Slides>57</Slides>
  <Notes>54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Roboto</vt:lpstr>
      <vt:lpstr>Roboto Black</vt:lpstr>
      <vt:lpstr>Slidedoc Theme 3</vt:lpstr>
      <vt:lpstr>Slidedoc™ Template</vt:lpstr>
      <vt:lpstr>Font Check + Free Download</vt:lpstr>
      <vt:lpstr>Accessibility Statement</vt:lpstr>
      <vt:lpstr>The Way We Communicate is Changing</vt:lpstr>
      <vt:lpstr>Using Bullet Levels in PowerPoint</vt:lpstr>
      <vt:lpstr>Master Layout  Options</vt:lpstr>
      <vt:lpstr>Table of Contents</vt:lpstr>
      <vt:lpstr>Standard Layouts</vt:lpstr>
      <vt:lpstr>Title Slide</vt:lpstr>
      <vt:lpstr>Title _ Only</vt:lpstr>
      <vt:lpstr>1 _ Col</vt:lpstr>
      <vt:lpstr>2 _ Col</vt:lpstr>
      <vt:lpstr>1/3 _ 2/3</vt:lpstr>
      <vt:lpstr>2/3 _ 1/3</vt:lpstr>
      <vt:lpstr>3 _ Col</vt:lpstr>
      <vt:lpstr>4 _ Col</vt:lpstr>
      <vt:lpstr>Title _ Only Light</vt:lpstr>
      <vt:lpstr>1 _ Col Light</vt:lpstr>
      <vt:lpstr>2 _ Col Light</vt:lpstr>
      <vt:lpstr>1/3 _ 2/3 Light</vt:lpstr>
      <vt:lpstr>2/3 _ 1/3 Light</vt:lpstr>
      <vt:lpstr>3 _ Col Light</vt:lpstr>
      <vt:lpstr>4 _ Col Light</vt:lpstr>
      <vt:lpstr>Impact Layouts</vt:lpstr>
      <vt:lpstr>Section</vt:lpstr>
      <vt:lpstr>Section _ Img</vt:lpstr>
      <vt:lpstr>Emphasis _ Img R</vt:lpstr>
      <vt:lpstr>Emphasis _ Img L</vt:lpstr>
      <vt:lpstr>Img _ Title</vt:lpstr>
      <vt:lpstr>Img _ Grid Layout</vt:lpstr>
      <vt:lpstr>Big _ Stat Layout</vt:lpstr>
      <vt:lpstr>Quote Layout</vt:lpstr>
      <vt:lpstr>Statement Layout</vt:lpstr>
      <vt:lpstr>TOC</vt:lpstr>
      <vt:lpstr>Data</vt:lpstr>
      <vt:lpstr>Text Table</vt:lpstr>
      <vt:lpstr>Numerical Table</vt:lpstr>
      <vt:lpstr>Line Chart</vt:lpstr>
      <vt:lpstr>Bar, Column, Stack Chart</vt:lpstr>
      <vt:lpstr>Full Slide Chart Example</vt:lpstr>
      <vt:lpstr>Diagrams</vt:lpstr>
      <vt:lpstr>Map</vt:lpstr>
      <vt:lpstr>Timeline</vt:lpstr>
      <vt:lpstr>Linear 1</vt:lpstr>
      <vt:lpstr>Linear 2</vt:lpstr>
      <vt:lpstr>Pyramid</vt:lpstr>
      <vt:lpstr>Network</vt:lpstr>
      <vt:lpstr>Step Process 1</vt:lpstr>
      <vt:lpstr>Step Process 2</vt:lpstr>
      <vt:lpstr>Graphic Toolkit</vt:lpstr>
      <vt:lpstr>Colors</vt:lpstr>
      <vt:lpstr>Graphics 1</vt:lpstr>
      <vt:lpstr>Graphics 2</vt:lpstr>
      <vt:lpstr>Grid</vt:lpstr>
      <vt:lpstr>Custom Pages </vt:lpstr>
      <vt:lpstr>Linea Diagram Example</vt:lpstr>
      <vt:lpstr>End Slide Layout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Slidedoc® Template</dc:title>
  <dc:subject>Slidedoc, DataStory</dc:subject>
  <dc:creator>Duarte Design</dc:creator>
  <cp:keywords>Slidedoc, Duarte</cp:keywords>
  <cp:lastModifiedBy>Chariti Canny</cp:lastModifiedBy>
  <cp:revision>998</cp:revision>
  <dcterms:created xsi:type="dcterms:W3CDTF">2019-09-03T21:24:03Z</dcterms:created>
  <dcterms:modified xsi:type="dcterms:W3CDTF">2024-05-16T18:44:14Z</dcterms:modified>
  <cp:category>Duarte, Inc.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4538270</vt:lpwstr>
  </property>
  <property fmtid="{D5CDD505-2E9C-101B-9397-08002B2CF9AE}" pid="3" name="NXPowerLiteSettings">
    <vt:lpwstr>C9000AA0054001</vt:lpwstr>
  </property>
  <property fmtid="{D5CDD505-2E9C-101B-9397-08002B2CF9AE}" pid="4" name="NXPowerLiteVersion">
    <vt:lpwstr>D7.1.14</vt:lpwstr>
  </property>
</Properties>
</file>