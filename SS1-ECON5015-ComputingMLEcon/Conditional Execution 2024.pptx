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84" r:id="rId7"/>
    <p:sldId id="28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c P. Shafran" userId="b021f175-2a5f-4649-9d0b-6ba6b924ac79" providerId="ADAL" clId="{68CEA262-173E-47C6-ACD9-8C642BFE1B6A}"/>
    <pc:docChg chg="custSel delSld modSld">
      <pc:chgData name="Aric P. Shafran" userId="b021f175-2a5f-4649-9d0b-6ba6b924ac79" providerId="ADAL" clId="{68CEA262-173E-47C6-ACD9-8C642BFE1B6A}" dt="2024-09-25T17:59:16.178" v="248" actId="20577"/>
      <pc:docMkLst>
        <pc:docMk/>
      </pc:docMkLst>
      <pc:sldChg chg="del">
        <pc:chgData name="Aric P. Shafran" userId="b021f175-2a5f-4649-9d0b-6ba6b924ac79" providerId="ADAL" clId="{68CEA262-173E-47C6-ACD9-8C642BFE1B6A}" dt="2024-09-25T17:56:04.701" v="0" actId="47"/>
        <pc:sldMkLst>
          <pc:docMk/>
          <pc:sldMk cId="1878484826" sldId="257"/>
        </pc:sldMkLst>
      </pc:sldChg>
      <pc:sldChg chg="modSp mod">
        <pc:chgData name="Aric P. Shafran" userId="b021f175-2a5f-4649-9d0b-6ba6b924ac79" providerId="ADAL" clId="{68CEA262-173E-47C6-ACD9-8C642BFE1B6A}" dt="2024-09-25T17:58:52.499" v="246" actId="113"/>
        <pc:sldMkLst>
          <pc:docMk/>
          <pc:sldMk cId="458594053" sldId="258"/>
        </pc:sldMkLst>
        <pc:spChg chg="mod">
          <ac:chgData name="Aric P. Shafran" userId="b021f175-2a5f-4649-9d0b-6ba6b924ac79" providerId="ADAL" clId="{68CEA262-173E-47C6-ACD9-8C642BFE1B6A}" dt="2024-09-25T17:58:52.499" v="246" actId="113"/>
          <ac:spMkLst>
            <pc:docMk/>
            <pc:sldMk cId="458594053" sldId="258"/>
            <ac:spMk id="3" creationId="{00000000-0000-0000-0000-000000000000}"/>
          </ac:spMkLst>
        </pc:spChg>
      </pc:sldChg>
      <pc:sldChg chg="modSp mod">
        <pc:chgData name="Aric P. Shafran" userId="b021f175-2a5f-4649-9d0b-6ba6b924ac79" providerId="ADAL" clId="{68CEA262-173E-47C6-ACD9-8C642BFE1B6A}" dt="2024-09-25T17:58:44.395" v="245" actId="113"/>
        <pc:sldMkLst>
          <pc:docMk/>
          <pc:sldMk cId="2934248249" sldId="259"/>
        </pc:sldMkLst>
        <pc:spChg chg="mod">
          <ac:chgData name="Aric P. Shafran" userId="b021f175-2a5f-4649-9d0b-6ba6b924ac79" providerId="ADAL" clId="{68CEA262-173E-47C6-ACD9-8C642BFE1B6A}" dt="2024-09-25T17:58:44.395" v="245" actId="113"/>
          <ac:spMkLst>
            <pc:docMk/>
            <pc:sldMk cId="2934248249" sldId="259"/>
            <ac:spMk id="3" creationId="{00000000-0000-0000-0000-000000000000}"/>
          </ac:spMkLst>
        </pc:spChg>
      </pc:sldChg>
      <pc:sldChg chg="modSp mod">
        <pc:chgData name="Aric P. Shafran" userId="b021f175-2a5f-4649-9d0b-6ba6b924ac79" providerId="ADAL" clId="{68CEA262-173E-47C6-ACD9-8C642BFE1B6A}" dt="2024-09-25T17:57:55.679" v="212" actId="20577"/>
        <pc:sldMkLst>
          <pc:docMk/>
          <pc:sldMk cId="4247637612" sldId="260"/>
        </pc:sldMkLst>
        <pc:spChg chg="mod">
          <ac:chgData name="Aric P. Shafran" userId="b021f175-2a5f-4649-9d0b-6ba6b924ac79" providerId="ADAL" clId="{68CEA262-173E-47C6-ACD9-8C642BFE1B6A}" dt="2024-09-25T17:57:55.679" v="212" actId="20577"/>
          <ac:spMkLst>
            <pc:docMk/>
            <pc:sldMk cId="4247637612" sldId="260"/>
            <ac:spMk id="3" creationId="{00000000-0000-0000-0000-000000000000}"/>
          </ac:spMkLst>
        </pc:spChg>
      </pc:sldChg>
      <pc:sldChg chg="modSp mod">
        <pc:chgData name="Aric P. Shafran" userId="b021f175-2a5f-4649-9d0b-6ba6b924ac79" providerId="ADAL" clId="{68CEA262-173E-47C6-ACD9-8C642BFE1B6A}" dt="2024-09-25T17:58:35.718" v="244" actId="20577"/>
        <pc:sldMkLst>
          <pc:docMk/>
          <pc:sldMk cId="3628145989" sldId="261"/>
        </pc:sldMkLst>
        <pc:spChg chg="mod">
          <ac:chgData name="Aric P. Shafran" userId="b021f175-2a5f-4649-9d0b-6ba6b924ac79" providerId="ADAL" clId="{68CEA262-173E-47C6-ACD9-8C642BFE1B6A}" dt="2024-09-25T17:58:35.718" v="244" actId="20577"/>
          <ac:spMkLst>
            <pc:docMk/>
            <pc:sldMk cId="3628145989" sldId="261"/>
            <ac:spMk id="3" creationId="{00000000-0000-0000-0000-000000000000}"/>
          </ac:spMkLst>
        </pc:spChg>
      </pc:sldChg>
      <pc:sldChg chg="modSp mod">
        <pc:chgData name="Aric P. Shafran" userId="b021f175-2a5f-4649-9d0b-6ba6b924ac79" providerId="ADAL" clId="{68CEA262-173E-47C6-ACD9-8C642BFE1B6A}" dt="2024-09-25T17:59:16.178" v="248" actId="20577"/>
        <pc:sldMkLst>
          <pc:docMk/>
          <pc:sldMk cId="1113145502" sldId="284"/>
        </pc:sldMkLst>
        <pc:spChg chg="mod">
          <ac:chgData name="Aric P. Shafran" userId="b021f175-2a5f-4649-9d0b-6ba6b924ac79" providerId="ADAL" clId="{68CEA262-173E-47C6-ACD9-8C642BFE1B6A}" dt="2024-09-25T17:59:16.178" v="248" actId="20577"/>
          <ac:spMkLst>
            <pc:docMk/>
            <pc:sldMk cId="1113145502" sldId="284"/>
            <ac:spMk id="3" creationId="{64F9DE1E-7D52-41CC-9F11-3024B8F7B2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9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4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69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5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7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9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1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5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6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6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BBBA66B-F7C9-40ED-87E0-726D6D2CAF17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0FF3B89-9082-4597-B464-FB22C2A3547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03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Execution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Econ 524</a:t>
            </a:r>
          </a:p>
        </p:txBody>
      </p:sp>
    </p:spTree>
    <p:extLst>
      <p:ext uri="{BB962C8B-B14F-4D97-AF65-F5344CB8AC3E}">
        <p14:creationId xmlns:p14="http://schemas.microsoft.com/office/powerpoint/2010/main" val="339712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If… Then…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= 3</a:t>
            </a:r>
          </a:p>
          <a:p>
            <a:r>
              <a:rPr lang="en-US" dirty="0"/>
              <a:t>if x&gt;0:</a:t>
            </a:r>
          </a:p>
          <a:p>
            <a:pPr marL="201168" lvl="1" indent="0">
              <a:buNone/>
            </a:pPr>
            <a:r>
              <a:rPr lang="en-US" dirty="0"/>
              <a:t>  y = math.log(x)</a:t>
            </a:r>
          </a:p>
          <a:p>
            <a:pPr marL="201168" lvl="1" indent="0">
              <a:buNone/>
            </a:pPr>
            <a:r>
              <a:rPr lang="en-US" dirty="0"/>
              <a:t>  z = x*y</a:t>
            </a:r>
          </a:p>
          <a:p>
            <a:pPr marL="0">
              <a:buNone/>
            </a:pPr>
            <a:endParaRPr lang="en-US" dirty="0"/>
          </a:p>
          <a:p>
            <a:pPr marL="0">
              <a:buNone/>
            </a:pPr>
            <a:r>
              <a:rPr lang="en-US" dirty="0"/>
              <a:t>The expression immediately after </a:t>
            </a:r>
            <a:r>
              <a:rPr lang="en-US" b="1" dirty="0"/>
              <a:t>if</a:t>
            </a:r>
            <a:r>
              <a:rPr lang="en-US" dirty="0"/>
              <a:t> should be a </a:t>
            </a:r>
            <a:r>
              <a:rPr lang="en-US" dirty="0" err="1"/>
              <a:t>boolean</a:t>
            </a:r>
            <a:r>
              <a:rPr lang="en-US" dirty="0"/>
              <a:t> expression that evaluates to either True or False</a:t>
            </a:r>
          </a:p>
          <a:p>
            <a:pPr marL="0">
              <a:buNone/>
            </a:pPr>
            <a:r>
              <a:rPr lang="en-US" dirty="0"/>
              <a:t>If True, the indented code is evaluated.  If False, the indented code is skipped.</a:t>
            </a:r>
          </a:p>
          <a:p>
            <a:pPr marL="0">
              <a:buNone/>
            </a:pPr>
            <a:r>
              <a:rPr lang="en-US" dirty="0"/>
              <a:t>By convention, indent 4 spaces.  It is acceptable to use a different indent as long as you are consistent about it (i.e. the “y=…” line and the “z=…” line should be indented the same).</a:t>
            </a:r>
          </a:p>
        </p:txBody>
      </p:sp>
    </p:spTree>
    <p:extLst>
      <p:ext uri="{BB962C8B-B14F-4D97-AF65-F5344CB8AC3E}">
        <p14:creationId xmlns:p14="http://schemas.microsoft.com/office/powerpoint/2010/main" val="45859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If… Then… Else…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set y to the absolute value of x (without using abs function)</a:t>
            </a:r>
          </a:p>
          <a:p>
            <a:pPr marL="0" indent="0">
              <a:buNone/>
            </a:pPr>
            <a:r>
              <a:rPr lang="en-US" dirty="0"/>
              <a:t>if x&gt;0:</a:t>
            </a:r>
          </a:p>
          <a:p>
            <a:pPr marL="201168" lvl="1" indent="0">
              <a:buNone/>
            </a:pPr>
            <a:r>
              <a:rPr lang="en-US" dirty="0"/>
              <a:t>y=x</a:t>
            </a:r>
          </a:p>
          <a:p>
            <a:pPr marL="0">
              <a:buNone/>
            </a:pPr>
            <a:r>
              <a:rPr lang="en-US" dirty="0"/>
              <a:t>else:</a:t>
            </a:r>
          </a:p>
          <a:p>
            <a:pPr marL="0">
              <a:buNone/>
            </a:pPr>
            <a:r>
              <a:rPr lang="en-US" dirty="0"/>
              <a:t>   y = -x</a:t>
            </a:r>
          </a:p>
          <a:p>
            <a:pPr marL="0">
              <a:buNone/>
            </a:pPr>
            <a:endParaRPr lang="en-US" dirty="0"/>
          </a:p>
          <a:p>
            <a:pPr marL="0">
              <a:buNone/>
            </a:pPr>
            <a:r>
              <a:rPr lang="en-US" dirty="0"/>
              <a:t>The expression after </a:t>
            </a:r>
            <a:r>
              <a:rPr lang="en-US" b="1" dirty="0"/>
              <a:t>if</a:t>
            </a:r>
            <a:r>
              <a:rPr lang="en-US" dirty="0"/>
              <a:t> should be a </a:t>
            </a:r>
            <a:r>
              <a:rPr lang="en-US" dirty="0" err="1"/>
              <a:t>boolean</a:t>
            </a:r>
            <a:r>
              <a:rPr lang="en-US" dirty="0"/>
              <a:t> expression that evaluates to either True or False.</a:t>
            </a:r>
          </a:p>
          <a:p>
            <a:pPr marL="0">
              <a:buNone/>
            </a:pPr>
            <a:r>
              <a:rPr lang="en-US" dirty="0"/>
              <a:t>If True, the first indented code is evaluated.  If False, the indented code after else:  is evaluated.</a:t>
            </a:r>
          </a:p>
          <a:p>
            <a:pPr marL="0">
              <a:buNone/>
            </a:pPr>
            <a:r>
              <a:rPr lang="en-US" dirty="0"/>
              <a:t>You can have more than one statement in both the then and else blocks of code.</a:t>
            </a:r>
          </a:p>
        </p:txBody>
      </p:sp>
    </p:spTree>
    <p:extLst>
      <p:ext uri="{BB962C8B-B14F-4D97-AF65-F5344CB8AC3E}">
        <p14:creationId xmlns:p14="http://schemas.microsoft.com/office/powerpoint/2010/main" val="293424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(or more) execution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x==0:</a:t>
            </a:r>
          </a:p>
          <a:p>
            <a:r>
              <a:rPr lang="en-US" dirty="0"/>
              <a:t>…</a:t>
            </a:r>
          </a:p>
          <a:p>
            <a:r>
              <a:rPr lang="en-US" dirty="0" err="1"/>
              <a:t>elif</a:t>
            </a:r>
            <a:r>
              <a:rPr lang="en-US" dirty="0"/>
              <a:t> y==0: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else:</a:t>
            </a:r>
          </a:p>
          <a:p>
            <a:r>
              <a:rPr lang="en-US" dirty="0"/>
              <a:t>….</a:t>
            </a:r>
          </a:p>
          <a:p>
            <a:r>
              <a:rPr lang="en-US" dirty="0"/>
              <a:t>First indented block evaluated if x==0 (regardless of y).  Second indented block is evaluated if x !=0 and y==0.  Third indented block is evaluated if neither x nor y equal 0.</a:t>
            </a:r>
          </a:p>
        </p:txBody>
      </p:sp>
    </p:spTree>
    <p:extLst>
      <p:ext uri="{BB962C8B-B14F-4D97-AF65-F5344CB8AC3E}">
        <p14:creationId xmlns:p14="http://schemas.microsoft.com/office/powerpoint/2010/main" val="424763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</a:t>
            </a:r>
            <a:r>
              <a:rPr lang="en-US" b="1" dirty="0"/>
              <a:t>and </a:t>
            </a:r>
            <a:r>
              <a:rPr lang="en-US" dirty="0" err="1"/>
              <a:t>and</a:t>
            </a:r>
            <a:r>
              <a:rPr lang="en-US" dirty="0"/>
              <a:t> </a:t>
            </a:r>
            <a:r>
              <a:rPr lang="en-US" b="1" dirty="0"/>
              <a:t>or</a:t>
            </a:r>
            <a:r>
              <a:rPr lang="en-US" dirty="0"/>
              <a:t> to test several conditions at once.</a:t>
            </a:r>
          </a:p>
          <a:p>
            <a:r>
              <a:rPr lang="en-US" dirty="0"/>
              <a:t>if (x==0) and (y==0):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14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0716-A4EC-471A-B113-95B57424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9DE1E-7D52-41CC-9F11-3024B8F7B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x==0:</a:t>
            </a:r>
          </a:p>
          <a:p>
            <a:r>
              <a:rPr lang="en-US" dirty="0"/>
              <a:t>    if y==0:</a:t>
            </a:r>
          </a:p>
          <a:p>
            <a:r>
              <a:rPr lang="en-US" dirty="0"/>
              <a:t>        ….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 ….</a:t>
            </a:r>
          </a:p>
          <a:p>
            <a:endParaRPr lang="en-US" dirty="0"/>
          </a:p>
          <a:p>
            <a:r>
              <a:rPr lang="en-US" dirty="0"/>
              <a:t>Based on indentation, we know that the else is part of the second if statement.  So, if x==0 and y==0, we execute first indented block, if x==0 and y!=0 we execute the second block, and if x!=0, then nothing above is executed.</a:t>
            </a:r>
          </a:p>
        </p:txBody>
      </p:sp>
    </p:spTree>
    <p:extLst>
      <p:ext uri="{BB962C8B-B14F-4D97-AF65-F5344CB8AC3E}">
        <p14:creationId xmlns:p14="http://schemas.microsoft.com/office/powerpoint/2010/main" val="111314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C884-8FD5-4597-8EFD-AEA296F1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 err="1"/>
              <a:t>conditional_</a:t>
            </a:r>
            <a:r>
              <a:rPr lang="en-US" err="1"/>
              <a:t>example</a:t>
            </a:r>
            <a:r>
              <a:rPr lang="en-US"/>
              <a:t>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F7156-2308-4FC2-A80F-CCDAE47B1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302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346</TotalTime>
  <Words>383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Conditional Execution </vt:lpstr>
      <vt:lpstr>If… Then… </vt:lpstr>
      <vt:lpstr>If… Then… Else…</vt:lpstr>
      <vt:lpstr>Three (or more) execution paths</vt:lpstr>
      <vt:lpstr>Multiple conditions</vt:lpstr>
      <vt:lpstr>Nested conditions</vt:lpstr>
      <vt:lpstr>See conditional_example.py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Control</dc:title>
  <dc:creator>Aric Shafran</dc:creator>
  <cp:lastModifiedBy>Aric P. Shafran</cp:lastModifiedBy>
  <cp:revision>18</cp:revision>
  <dcterms:created xsi:type="dcterms:W3CDTF">2014-09-24T18:41:21Z</dcterms:created>
  <dcterms:modified xsi:type="dcterms:W3CDTF">2024-09-25T17:59:24Z</dcterms:modified>
</cp:coreProperties>
</file>